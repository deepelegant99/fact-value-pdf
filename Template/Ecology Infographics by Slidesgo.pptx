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Proxima Nova"/>
      <p:regular r:id="rId40"/>
      <p:bold r:id="rId41"/>
      <p:italic r:id="rId42"/>
      <p:boldItalic r:id="rId43"/>
    </p:embeddedFont>
    <p:embeddedFont>
      <p:font typeface="Fira Sans"/>
      <p:regular r:id="rId44"/>
      <p:bold r:id="rId45"/>
      <p:italic r:id="rId46"/>
      <p:boldItalic r:id="rId47"/>
    </p:embeddedFont>
    <p:embeddedFont>
      <p:font typeface="Proxima Nova Semibold"/>
      <p:regular r:id="rId48"/>
      <p:bold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">
          <p15:clr>
            <a:srgbClr val="9AA0A6"/>
          </p15:clr>
        </p15:guide>
        <p15:guide id="2" orient="horz" pos="267">
          <p15:clr>
            <a:srgbClr val="9AA0A6"/>
          </p15:clr>
        </p15:guide>
        <p15:guide id="3" pos="5472">
          <p15:clr>
            <a:srgbClr val="9AA0A6"/>
          </p15:clr>
        </p15:guide>
        <p15:guide id="4" orient="horz" pos="3005">
          <p15:clr>
            <a:srgbClr val="9AA0A6"/>
          </p15:clr>
        </p15:guide>
        <p15:guide id="5" pos="28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"/>
        <p:guide pos="267" orient="horz"/>
        <p:guide pos="5472"/>
        <p:guide pos="3005" orient="horz"/>
        <p:guide pos="2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roximaNova-regular.fntdata"/><Relationship Id="rId42" Type="http://schemas.openxmlformats.org/officeDocument/2006/relationships/font" Target="fonts/ProximaNova-italic.fntdata"/><Relationship Id="rId41" Type="http://schemas.openxmlformats.org/officeDocument/2006/relationships/font" Target="fonts/ProximaNova-bold.fntdata"/><Relationship Id="rId44" Type="http://schemas.openxmlformats.org/officeDocument/2006/relationships/font" Target="fonts/FiraSans-regular.fntdata"/><Relationship Id="rId43" Type="http://schemas.openxmlformats.org/officeDocument/2006/relationships/font" Target="fonts/ProximaNova-boldItalic.fntdata"/><Relationship Id="rId46" Type="http://schemas.openxmlformats.org/officeDocument/2006/relationships/font" Target="fonts/FiraSans-italic.fntdata"/><Relationship Id="rId45" Type="http://schemas.openxmlformats.org/officeDocument/2006/relationships/font" Target="fonts/Fira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ProximaNovaSemibold-regular.fntdata"/><Relationship Id="rId47" Type="http://schemas.openxmlformats.org/officeDocument/2006/relationships/font" Target="fonts/FiraSans-boldItalic.fntdata"/><Relationship Id="rId49" Type="http://schemas.openxmlformats.org/officeDocument/2006/relationships/font" Target="fonts/ProximaNovaSemibold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ProximaNova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91d5970ff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91d5970ff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91d5970ff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91d5970ff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91d5970ff1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91d5970ff1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91d5970ff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91d5970ff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91d5970ff1_0_1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91d5970ff1_0_1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91d5970ff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91d5970ff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91d5970ff1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91d5970ff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92fb8ba398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92fb8ba398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92fb8ba398_1_4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92fb8ba398_1_4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92fb8ba398_1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92fb8ba398_1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92fb8ba398_1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92fb8ba398_1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g92fb8ba398_1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3" name="Google Shape;1923;g92fb8ba398_1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g92fb8ba398_1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3" name="Google Shape;2023;g92fb8ba398_1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9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Google Shape;2080;g92fb8ba398_1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1" name="Google Shape;2081;g92fb8ba398_1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g92fb8ba398_1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7" name="Google Shape;2127;g92fb8ba398_1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g92fb8ba398_1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5" name="Google Shape;2245;g92fb8ba398_1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4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g92fb8ba398_1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6" name="Google Shape;2376;g92fb8ba398_1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3" name="Shape 2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4" name="Google Shape;2894;g92fb8ba398_1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5" name="Google Shape;2895;g92fb8ba398_1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5" name="Shape 3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6" name="Google Shape;3186;g92fb8ba398_1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7" name="Google Shape;3187;g92fb8ba398_1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5" name="Shape 3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" name="Google Shape;3266;g92fb8ba398_1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7" name="Google Shape;3267;g92fb8ba398_1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4" name="Shape 3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5" name="Google Shape;3445;g92fb8ba398_1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6" name="Google Shape;3446;g92fb8ba398_1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2" name="Shape 3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" name="Google Shape;3543;g92fb8ba398_1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4" name="Google Shape;3544;g92fb8ba398_1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0" name="Shape 3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1" name="Google Shape;3611;g92fb8ba398_1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2" name="Google Shape;3612;g92fb8ba398_1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9" name="Shape 3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0" name="Google Shape;3720;g92fb8ba398_1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1" name="Google Shape;3721;g92fb8ba398_1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6" name="Shape 3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7" name="Google Shape;3797;g92fb8ba398_1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8" name="Google Shape;3798;g92fb8ba398_1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1" name="Shape 3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" name="Google Shape;3892;g92fb8ba398_1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3" name="Google Shape;3893;g92fb8ba398_1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0" name="Shape 3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" name="Google Shape;3921;g92fb8ba398_1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2" name="Google Shape;3922;g92fb8ba398_1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4" name="Shape 3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5" name="Google Shape;3955;g92fb8ba398_1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6" name="Google Shape;3956;g92fb8ba398_1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0" name="Shape 4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1" name="Google Shape;4091;g92fb8ba398_1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2" name="Google Shape;4092;g92fb8ba398_1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3" name="Shape 4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4" name="Google Shape;4124;g91d5970ff1_0_1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5" name="Google Shape;4125;g91d5970ff1_0_1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0" name="Shape 4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1" name="Google Shape;4181;g94e419fc5a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2" name="Google Shape;4182;g94e419fc5a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7" name="Shape 4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" name="Google Shape;4188;g94e419fc5a_2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9" name="Google Shape;4189;g94e419fc5a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ira Sans"/>
              <a:buChar char="●"/>
              <a:defRPr sz="18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○"/>
              <a:defRPr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■"/>
              <a:defRPr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●"/>
              <a:defRPr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○"/>
              <a:defRPr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■"/>
              <a:defRPr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●"/>
              <a:defRPr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○"/>
              <a:defRPr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Fira Sans"/>
              <a:buChar char="■"/>
              <a:defRPr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s://bit.ly/2AB5gGa" TargetMode="External"/><Relationship Id="rId5" Type="http://schemas.openxmlformats.org/officeDocument/2006/relationships/hyperlink" Target="http://bit.ly/33VAFh3" TargetMode="External"/><Relationship Id="rId6" Type="http://schemas.openxmlformats.org/officeDocument/2006/relationships/hyperlink" Target="http://bit.ly/30B07Gq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bit.ly/2ZjL1pd" TargetMode="External"/><Relationship Id="rId4" Type="http://schemas.openxmlformats.org/officeDocument/2006/relationships/hyperlink" Target="https://bit.ly/2ZjL1pd" TargetMode="External"/><Relationship Id="rId5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/>
        </p:nvSpPr>
        <p:spPr>
          <a:xfrm>
            <a:off x="5179976" y="1362700"/>
            <a:ext cx="33681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36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" name="Google Shape;59;p15"/>
          <p:cNvSpPr txBox="1"/>
          <p:nvPr/>
        </p:nvSpPr>
        <p:spPr>
          <a:xfrm>
            <a:off x="6164276" y="2691525"/>
            <a:ext cx="23838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Here is where </a:t>
            </a:r>
            <a:r>
              <a:rPr lang="en" sz="2000">
                <a:latin typeface="Fira Sans"/>
                <a:ea typeface="Fira Sans"/>
                <a:cs typeface="Fira Sans"/>
                <a:sym typeface="Fira Sans"/>
              </a:rPr>
              <a:t>this template</a:t>
            </a:r>
            <a:r>
              <a:rPr lang="en" sz="20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begins</a:t>
            </a:r>
            <a:endParaRPr sz="20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60" name="Google Shape;60;p15"/>
          <p:cNvGrpSpPr/>
          <p:nvPr/>
        </p:nvGrpSpPr>
        <p:grpSpPr>
          <a:xfrm>
            <a:off x="663726" y="605970"/>
            <a:ext cx="4627560" cy="4253466"/>
            <a:chOff x="3313214" y="1495761"/>
            <a:chExt cx="2822371" cy="2594209"/>
          </a:xfrm>
        </p:grpSpPr>
        <p:sp>
          <p:nvSpPr>
            <p:cNvPr id="61" name="Google Shape;61;p15"/>
            <p:cNvSpPr/>
            <p:nvPr/>
          </p:nvSpPr>
          <p:spPr>
            <a:xfrm>
              <a:off x="3313214" y="1943490"/>
              <a:ext cx="920009" cy="506792"/>
            </a:xfrm>
            <a:custGeom>
              <a:rect b="b" l="l" r="r" t="t"/>
              <a:pathLst>
                <a:path extrusionOk="0" h="6073" w="11025">
                  <a:moveTo>
                    <a:pt x="6559" y="1"/>
                  </a:moveTo>
                  <a:cubicBezTo>
                    <a:pt x="5656" y="1"/>
                    <a:pt x="4891" y="582"/>
                    <a:pt x="4615" y="1392"/>
                  </a:cubicBezTo>
                  <a:cubicBezTo>
                    <a:pt x="4338" y="1231"/>
                    <a:pt x="4017" y="1136"/>
                    <a:pt x="3674" y="1136"/>
                  </a:cubicBezTo>
                  <a:cubicBezTo>
                    <a:pt x="2672" y="1136"/>
                    <a:pt x="1856" y="1929"/>
                    <a:pt x="1815" y="2922"/>
                  </a:cubicBezTo>
                  <a:cubicBezTo>
                    <a:pt x="1740" y="2912"/>
                    <a:pt x="1663" y="2903"/>
                    <a:pt x="1585" y="2903"/>
                  </a:cubicBezTo>
                  <a:cubicBezTo>
                    <a:pt x="710" y="2903"/>
                    <a:pt x="0" y="3614"/>
                    <a:pt x="0" y="4488"/>
                  </a:cubicBezTo>
                  <a:cubicBezTo>
                    <a:pt x="0" y="5363"/>
                    <a:pt x="710" y="6072"/>
                    <a:pt x="1585" y="6072"/>
                  </a:cubicBezTo>
                  <a:cubicBezTo>
                    <a:pt x="1595" y="6072"/>
                    <a:pt x="1605" y="6071"/>
                    <a:pt x="1617" y="6071"/>
                  </a:cubicBezTo>
                  <a:lnTo>
                    <a:pt x="1617" y="6072"/>
                  </a:lnTo>
                  <a:lnTo>
                    <a:pt x="8946" y="6072"/>
                  </a:lnTo>
                  <a:lnTo>
                    <a:pt x="8946" y="6070"/>
                  </a:lnTo>
                  <a:cubicBezTo>
                    <a:pt x="10099" y="6041"/>
                    <a:pt x="11025" y="5098"/>
                    <a:pt x="11025" y="3938"/>
                  </a:cubicBezTo>
                  <a:cubicBezTo>
                    <a:pt x="11025" y="2759"/>
                    <a:pt x="10069" y="1804"/>
                    <a:pt x="8891" y="1804"/>
                  </a:cubicBezTo>
                  <a:cubicBezTo>
                    <a:pt x="8792" y="1804"/>
                    <a:pt x="8695" y="1813"/>
                    <a:pt x="8600" y="1825"/>
                  </a:cubicBezTo>
                  <a:cubicBezTo>
                    <a:pt x="8486" y="798"/>
                    <a:pt x="7617" y="1"/>
                    <a:pt x="6559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3357024" y="2085267"/>
              <a:ext cx="2371828" cy="762733"/>
            </a:xfrm>
            <a:custGeom>
              <a:rect b="b" l="l" r="r" t="t"/>
              <a:pathLst>
                <a:path extrusionOk="0" h="9140" w="28423">
                  <a:moveTo>
                    <a:pt x="15162" y="0"/>
                  </a:moveTo>
                  <a:lnTo>
                    <a:pt x="10669" y="4493"/>
                  </a:lnTo>
                  <a:lnTo>
                    <a:pt x="7154" y="1230"/>
                  </a:lnTo>
                  <a:lnTo>
                    <a:pt x="0" y="9098"/>
                  </a:lnTo>
                  <a:lnTo>
                    <a:pt x="6047" y="9115"/>
                  </a:lnTo>
                  <a:lnTo>
                    <a:pt x="6022" y="9139"/>
                  </a:lnTo>
                  <a:lnTo>
                    <a:pt x="25438" y="9139"/>
                  </a:lnTo>
                  <a:lnTo>
                    <a:pt x="25429" y="9132"/>
                  </a:lnTo>
                  <a:lnTo>
                    <a:pt x="28422" y="9139"/>
                  </a:lnTo>
                  <a:lnTo>
                    <a:pt x="21252" y="2063"/>
                  </a:lnTo>
                  <a:lnTo>
                    <a:pt x="19292" y="3671"/>
                  </a:lnTo>
                  <a:lnTo>
                    <a:pt x="151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3357024" y="2187907"/>
              <a:ext cx="757787" cy="675778"/>
            </a:xfrm>
            <a:custGeom>
              <a:rect b="b" l="l" r="r" t="t"/>
              <a:pathLst>
                <a:path extrusionOk="0" h="8098" w="9081">
                  <a:moveTo>
                    <a:pt x="7150" y="0"/>
                  </a:moveTo>
                  <a:lnTo>
                    <a:pt x="0" y="7868"/>
                  </a:lnTo>
                  <a:lnTo>
                    <a:pt x="3198" y="6736"/>
                  </a:lnTo>
                  <a:lnTo>
                    <a:pt x="2474" y="7970"/>
                  </a:lnTo>
                  <a:lnTo>
                    <a:pt x="9081" y="8098"/>
                  </a:lnTo>
                  <a:lnTo>
                    <a:pt x="7825" y="6115"/>
                  </a:lnTo>
                  <a:lnTo>
                    <a:pt x="6646" y="4445"/>
                  </a:lnTo>
                  <a:lnTo>
                    <a:pt x="7915" y="2676"/>
                  </a:lnTo>
                  <a:lnTo>
                    <a:pt x="71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3438970" y="2546814"/>
              <a:ext cx="350563" cy="240670"/>
            </a:xfrm>
            <a:custGeom>
              <a:rect b="b" l="l" r="r" t="t"/>
              <a:pathLst>
                <a:path extrusionOk="0" h="2884" w="4201">
                  <a:moveTo>
                    <a:pt x="0" y="1"/>
                  </a:moveTo>
                  <a:lnTo>
                    <a:pt x="0" y="2884"/>
                  </a:lnTo>
                  <a:lnTo>
                    <a:pt x="4200" y="2884"/>
                  </a:lnTo>
                  <a:lnTo>
                    <a:pt x="42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3819242" y="2546814"/>
              <a:ext cx="350563" cy="240670"/>
            </a:xfrm>
            <a:custGeom>
              <a:rect b="b" l="l" r="r" t="t"/>
              <a:pathLst>
                <a:path extrusionOk="0" h="2884" w="4201">
                  <a:moveTo>
                    <a:pt x="1" y="1"/>
                  </a:moveTo>
                  <a:lnTo>
                    <a:pt x="1" y="2884"/>
                  </a:lnTo>
                  <a:lnTo>
                    <a:pt x="4201" y="2884"/>
                  </a:lnTo>
                  <a:lnTo>
                    <a:pt x="42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4233561" y="2085267"/>
              <a:ext cx="418155" cy="717837"/>
            </a:xfrm>
            <a:custGeom>
              <a:rect b="b" l="l" r="r" t="t"/>
              <a:pathLst>
                <a:path extrusionOk="0" h="8602" w="5011">
                  <a:moveTo>
                    <a:pt x="4658" y="0"/>
                  </a:moveTo>
                  <a:lnTo>
                    <a:pt x="2833" y="1825"/>
                  </a:lnTo>
                  <a:lnTo>
                    <a:pt x="165" y="4493"/>
                  </a:lnTo>
                  <a:lnTo>
                    <a:pt x="1095" y="5501"/>
                  </a:lnTo>
                  <a:lnTo>
                    <a:pt x="0" y="6981"/>
                  </a:lnTo>
                  <a:lnTo>
                    <a:pt x="2389" y="8601"/>
                  </a:lnTo>
                  <a:lnTo>
                    <a:pt x="2577" y="6620"/>
                  </a:lnTo>
                  <a:lnTo>
                    <a:pt x="5011" y="4971"/>
                  </a:lnTo>
                  <a:lnTo>
                    <a:pt x="3243" y="3701"/>
                  </a:lnTo>
                  <a:lnTo>
                    <a:pt x="4658" y="0"/>
                  </a:lnTo>
                  <a:close/>
                </a:path>
              </a:pathLst>
            </a:custGeom>
            <a:solidFill>
              <a:srgbClr val="006D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4740173" y="2257252"/>
              <a:ext cx="551421" cy="675778"/>
            </a:xfrm>
            <a:custGeom>
              <a:rect b="b" l="l" r="r" t="t"/>
              <a:pathLst>
                <a:path extrusionOk="0" h="8098" w="6608">
                  <a:moveTo>
                    <a:pt x="4678" y="1"/>
                  </a:moveTo>
                  <a:lnTo>
                    <a:pt x="2717" y="1610"/>
                  </a:lnTo>
                  <a:lnTo>
                    <a:pt x="1889" y="2442"/>
                  </a:lnTo>
                  <a:lnTo>
                    <a:pt x="377" y="4049"/>
                  </a:lnTo>
                  <a:lnTo>
                    <a:pt x="2468" y="5383"/>
                  </a:lnTo>
                  <a:lnTo>
                    <a:pt x="1" y="7968"/>
                  </a:lnTo>
                  <a:lnTo>
                    <a:pt x="6607" y="8097"/>
                  </a:lnTo>
                  <a:lnTo>
                    <a:pt x="4678" y="5935"/>
                  </a:lnTo>
                  <a:lnTo>
                    <a:pt x="4678" y="4105"/>
                  </a:lnTo>
                  <a:lnTo>
                    <a:pt x="3689" y="3092"/>
                  </a:lnTo>
                  <a:lnTo>
                    <a:pt x="46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5504472" y="2203929"/>
              <a:ext cx="78608" cy="656918"/>
            </a:xfrm>
            <a:custGeom>
              <a:rect b="b" l="l" r="r" t="t"/>
              <a:pathLst>
                <a:path extrusionOk="0" h="7872" w="942">
                  <a:moveTo>
                    <a:pt x="302" y="0"/>
                  </a:moveTo>
                  <a:lnTo>
                    <a:pt x="0" y="7872"/>
                  </a:lnTo>
                  <a:lnTo>
                    <a:pt x="942" y="7872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5543693" y="2203929"/>
              <a:ext cx="39387" cy="656918"/>
            </a:xfrm>
            <a:custGeom>
              <a:rect b="b" l="l" r="r" t="t"/>
              <a:pathLst>
                <a:path extrusionOk="0" h="7872" w="472">
                  <a:moveTo>
                    <a:pt x="195" y="0"/>
                  </a:moveTo>
                  <a:lnTo>
                    <a:pt x="1" y="53"/>
                  </a:lnTo>
                  <a:lnTo>
                    <a:pt x="1" y="7872"/>
                  </a:lnTo>
                  <a:lnTo>
                    <a:pt x="472" y="7872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5515988" y="1892420"/>
              <a:ext cx="27788" cy="271129"/>
            </a:xfrm>
            <a:custGeom>
              <a:rect b="b" l="l" r="r" t="t"/>
              <a:pathLst>
                <a:path extrusionOk="0" h="3249" w="333">
                  <a:moveTo>
                    <a:pt x="333" y="1"/>
                  </a:moveTo>
                  <a:lnTo>
                    <a:pt x="125" y="122"/>
                  </a:lnTo>
                  <a:lnTo>
                    <a:pt x="0" y="2830"/>
                  </a:lnTo>
                  <a:lnTo>
                    <a:pt x="333" y="3248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5543693" y="1892420"/>
              <a:ext cx="27788" cy="271129"/>
            </a:xfrm>
            <a:custGeom>
              <a:rect b="b" l="l" r="r" t="t"/>
              <a:pathLst>
                <a:path extrusionOk="0" h="3249" w="333">
                  <a:moveTo>
                    <a:pt x="1" y="1"/>
                  </a:moveTo>
                  <a:lnTo>
                    <a:pt x="1" y="3248"/>
                  </a:lnTo>
                  <a:lnTo>
                    <a:pt x="332" y="2830"/>
                  </a:lnTo>
                  <a:lnTo>
                    <a:pt x="207" y="1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5278996" y="2189910"/>
              <a:ext cx="245336" cy="126510"/>
            </a:xfrm>
            <a:custGeom>
              <a:rect b="b" l="l" r="r" t="t"/>
              <a:pathLst>
                <a:path extrusionOk="0" h="1516" w="2940">
                  <a:moveTo>
                    <a:pt x="2940" y="1"/>
                  </a:moveTo>
                  <a:lnTo>
                    <a:pt x="1" y="1381"/>
                  </a:lnTo>
                  <a:lnTo>
                    <a:pt x="196" y="1516"/>
                  </a:lnTo>
                  <a:lnTo>
                    <a:pt x="2702" y="478"/>
                  </a:lnTo>
                  <a:lnTo>
                    <a:pt x="294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5278996" y="2179646"/>
              <a:ext cx="245336" cy="125509"/>
            </a:xfrm>
            <a:custGeom>
              <a:rect b="b" l="l" r="r" t="t"/>
              <a:pathLst>
                <a:path extrusionOk="0" h="1504" w="2940">
                  <a:moveTo>
                    <a:pt x="2421" y="1"/>
                  </a:moveTo>
                  <a:lnTo>
                    <a:pt x="21" y="1264"/>
                  </a:lnTo>
                  <a:lnTo>
                    <a:pt x="1" y="1504"/>
                  </a:lnTo>
                  <a:lnTo>
                    <a:pt x="2940" y="124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5563470" y="2179646"/>
              <a:ext cx="254849" cy="106315"/>
            </a:xfrm>
            <a:custGeom>
              <a:rect b="b" l="l" r="r" t="t"/>
              <a:pathLst>
                <a:path extrusionOk="0" h="1274" w="3054">
                  <a:moveTo>
                    <a:pt x="507" y="1"/>
                  </a:moveTo>
                  <a:lnTo>
                    <a:pt x="0" y="171"/>
                  </a:lnTo>
                  <a:lnTo>
                    <a:pt x="3053" y="1274"/>
                  </a:lnTo>
                  <a:lnTo>
                    <a:pt x="3012" y="1038"/>
                  </a:lnTo>
                  <a:lnTo>
                    <a:pt x="507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5563470" y="2193832"/>
              <a:ext cx="254849" cy="105064"/>
            </a:xfrm>
            <a:custGeom>
              <a:rect b="b" l="l" r="r" t="t"/>
              <a:pathLst>
                <a:path extrusionOk="0" h="1259" w="3054">
                  <a:moveTo>
                    <a:pt x="0" y="1"/>
                  </a:moveTo>
                  <a:lnTo>
                    <a:pt x="282" y="455"/>
                  </a:lnTo>
                  <a:lnTo>
                    <a:pt x="2871" y="1258"/>
                  </a:lnTo>
                  <a:lnTo>
                    <a:pt x="3053" y="11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5515487" y="2158116"/>
              <a:ext cx="56577" cy="56746"/>
            </a:xfrm>
            <a:custGeom>
              <a:rect b="b" l="l" r="r" t="t"/>
              <a:pathLst>
                <a:path extrusionOk="0" h="680" w="678">
                  <a:moveTo>
                    <a:pt x="339" y="1"/>
                  </a:moveTo>
                  <a:cubicBezTo>
                    <a:pt x="152" y="1"/>
                    <a:pt x="0" y="153"/>
                    <a:pt x="0" y="341"/>
                  </a:cubicBezTo>
                  <a:cubicBezTo>
                    <a:pt x="0" y="528"/>
                    <a:pt x="152" y="679"/>
                    <a:pt x="339" y="679"/>
                  </a:cubicBezTo>
                  <a:cubicBezTo>
                    <a:pt x="526" y="679"/>
                    <a:pt x="678" y="528"/>
                    <a:pt x="678" y="341"/>
                  </a:cubicBezTo>
                  <a:cubicBezTo>
                    <a:pt x="678" y="153"/>
                    <a:pt x="526" y="1"/>
                    <a:pt x="339" y="1"/>
                  </a:cubicBezTo>
                  <a:close/>
                </a:path>
              </a:pathLst>
            </a:custGeom>
            <a:solidFill>
              <a:srgbClr val="FFFA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5527587" y="2170467"/>
              <a:ext cx="32127" cy="32045"/>
            </a:xfrm>
            <a:custGeom>
              <a:rect b="b" l="l" r="r" t="t"/>
              <a:pathLst>
                <a:path extrusionOk="0" h="384" w="385">
                  <a:moveTo>
                    <a:pt x="193" y="0"/>
                  </a:moveTo>
                  <a:cubicBezTo>
                    <a:pt x="86" y="0"/>
                    <a:pt x="0" y="86"/>
                    <a:pt x="0" y="193"/>
                  </a:cubicBezTo>
                  <a:cubicBezTo>
                    <a:pt x="0" y="299"/>
                    <a:pt x="86" y="384"/>
                    <a:pt x="193" y="384"/>
                  </a:cubicBezTo>
                  <a:cubicBezTo>
                    <a:pt x="298" y="384"/>
                    <a:pt x="384" y="299"/>
                    <a:pt x="384" y="193"/>
                  </a:cubicBezTo>
                  <a:cubicBezTo>
                    <a:pt x="384" y="86"/>
                    <a:pt x="298" y="0"/>
                    <a:pt x="1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5188038" y="2216863"/>
              <a:ext cx="54491" cy="80362"/>
            </a:xfrm>
            <a:custGeom>
              <a:rect b="b" l="l" r="r" t="t"/>
              <a:pathLst>
                <a:path extrusionOk="0" h="963" w="653">
                  <a:moveTo>
                    <a:pt x="38" y="1"/>
                  </a:moveTo>
                  <a:lnTo>
                    <a:pt x="0" y="780"/>
                  </a:lnTo>
                  <a:lnTo>
                    <a:pt x="652" y="963"/>
                  </a:lnTo>
                  <a:lnTo>
                    <a:pt x="617" y="242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2656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4945371" y="2372743"/>
              <a:ext cx="162472" cy="102059"/>
            </a:xfrm>
            <a:custGeom>
              <a:rect b="b" l="l" r="r" t="t"/>
              <a:pathLst>
                <a:path extrusionOk="0" h="1223" w="1947">
                  <a:moveTo>
                    <a:pt x="30" y="0"/>
                  </a:moveTo>
                  <a:lnTo>
                    <a:pt x="0" y="628"/>
                  </a:lnTo>
                  <a:lnTo>
                    <a:pt x="120" y="665"/>
                  </a:lnTo>
                  <a:lnTo>
                    <a:pt x="714" y="1223"/>
                  </a:lnTo>
                  <a:lnTo>
                    <a:pt x="823" y="1177"/>
                  </a:lnTo>
                  <a:lnTo>
                    <a:pt x="1228" y="1009"/>
                  </a:lnTo>
                  <a:lnTo>
                    <a:pt x="1346" y="1045"/>
                  </a:lnTo>
                  <a:lnTo>
                    <a:pt x="1946" y="796"/>
                  </a:lnTo>
                  <a:lnTo>
                    <a:pt x="1160" y="469"/>
                  </a:lnTo>
                  <a:lnTo>
                    <a:pt x="1053" y="425"/>
                  </a:lnTo>
                  <a:lnTo>
                    <a:pt x="803" y="559"/>
                  </a:lnTo>
                  <a:lnTo>
                    <a:pt x="793" y="317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2656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5175604" y="2378084"/>
              <a:ext cx="78691" cy="468989"/>
            </a:xfrm>
            <a:custGeom>
              <a:rect b="b" l="l" r="r" t="t"/>
              <a:pathLst>
                <a:path extrusionOk="0" h="5620" w="943">
                  <a:moveTo>
                    <a:pt x="303" y="1"/>
                  </a:moveTo>
                  <a:lnTo>
                    <a:pt x="1" y="5619"/>
                  </a:lnTo>
                  <a:lnTo>
                    <a:pt x="942" y="5619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5214908" y="2378084"/>
              <a:ext cx="39387" cy="468989"/>
            </a:xfrm>
            <a:custGeom>
              <a:rect b="b" l="l" r="r" t="t"/>
              <a:pathLst>
                <a:path extrusionOk="0" h="5620" w="472">
                  <a:moveTo>
                    <a:pt x="195" y="1"/>
                  </a:moveTo>
                  <a:lnTo>
                    <a:pt x="1" y="53"/>
                  </a:lnTo>
                  <a:lnTo>
                    <a:pt x="1" y="5619"/>
                  </a:lnTo>
                  <a:lnTo>
                    <a:pt x="471" y="5619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5187203" y="2066742"/>
              <a:ext cx="27788" cy="270962"/>
            </a:xfrm>
            <a:custGeom>
              <a:rect b="b" l="l" r="r" t="t"/>
              <a:pathLst>
                <a:path extrusionOk="0" h="3247" w="333">
                  <a:moveTo>
                    <a:pt x="333" y="0"/>
                  </a:moveTo>
                  <a:lnTo>
                    <a:pt x="125" y="120"/>
                  </a:lnTo>
                  <a:lnTo>
                    <a:pt x="0" y="2828"/>
                  </a:lnTo>
                  <a:lnTo>
                    <a:pt x="333" y="3247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5214908" y="2066742"/>
              <a:ext cx="27705" cy="270962"/>
            </a:xfrm>
            <a:custGeom>
              <a:rect b="b" l="l" r="r" t="t"/>
              <a:pathLst>
                <a:path extrusionOk="0" h="3247" w="332">
                  <a:moveTo>
                    <a:pt x="1" y="0"/>
                  </a:moveTo>
                  <a:lnTo>
                    <a:pt x="1" y="3247"/>
                  </a:lnTo>
                  <a:lnTo>
                    <a:pt x="331" y="2828"/>
                  </a:lnTo>
                  <a:lnTo>
                    <a:pt x="206" y="1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4950211" y="2364065"/>
              <a:ext cx="245336" cy="126594"/>
            </a:xfrm>
            <a:custGeom>
              <a:rect b="b" l="l" r="r" t="t"/>
              <a:pathLst>
                <a:path extrusionOk="0" h="1517" w="2940">
                  <a:moveTo>
                    <a:pt x="2939" y="1"/>
                  </a:moveTo>
                  <a:lnTo>
                    <a:pt x="1" y="1381"/>
                  </a:lnTo>
                  <a:lnTo>
                    <a:pt x="196" y="1516"/>
                  </a:lnTo>
                  <a:lnTo>
                    <a:pt x="2702" y="479"/>
                  </a:lnTo>
                  <a:lnTo>
                    <a:pt x="2939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4950211" y="2353884"/>
              <a:ext cx="245336" cy="125509"/>
            </a:xfrm>
            <a:custGeom>
              <a:rect b="b" l="l" r="r" t="t"/>
              <a:pathLst>
                <a:path extrusionOk="0" h="1504" w="2940">
                  <a:moveTo>
                    <a:pt x="2418" y="0"/>
                  </a:moveTo>
                  <a:lnTo>
                    <a:pt x="21" y="1265"/>
                  </a:lnTo>
                  <a:lnTo>
                    <a:pt x="1" y="1503"/>
                  </a:lnTo>
                  <a:lnTo>
                    <a:pt x="2939" y="123"/>
                  </a:lnTo>
                  <a:lnTo>
                    <a:pt x="241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5234602" y="2353884"/>
              <a:ext cx="254932" cy="106232"/>
            </a:xfrm>
            <a:custGeom>
              <a:rect b="b" l="l" r="r" t="t"/>
              <a:pathLst>
                <a:path extrusionOk="0" h="1273" w="3055">
                  <a:moveTo>
                    <a:pt x="507" y="0"/>
                  </a:moveTo>
                  <a:lnTo>
                    <a:pt x="1" y="170"/>
                  </a:lnTo>
                  <a:lnTo>
                    <a:pt x="3054" y="1273"/>
                  </a:lnTo>
                  <a:lnTo>
                    <a:pt x="3054" y="1273"/>
                  </a:lnTo>
                  <a:lnTo>
                    <a:pt x="3011" y="1038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5234602" y="2367987"/>
              <a:ext cx="254932" cy="105064"/>
            </a:xfrm>
            <a:custGeom>
              <a:rect b="b" l="l" r="r" t="t"/>
              <a:pathLst>
                <a:path extrusionOk="0" h="1259" w="3055">
                  <a:moveTo>
                    <a:pt x="1" y="1"/>
                  </a:moveTo>
                  <a:lnTo>
                    <a:pt x="282" y="455"/>
                  </a:lnTo>
                  <a:lnTo>
                    <a:pt x="2872" y="1258"/>
                  </a:lnTo>
                  <a:lnTo>
                    <a:pt x="3054" y="11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5186452" y="2332438"/>
              <a:ext cx="56744" cy="56579"/>
            </a:xfrm>
            <a:custGeom>
              <a:rect b="b" l="l" r="r" t="t"/>
              <a:pathLst>
                <a:path extrusionOk="0" h="678" w="680">
                  <a:moveTo>
                    <a:pt x="340" y="0"/>
                  </a:moveTo>
                  <a:cubicBezTo>
                    <a:pt x="153" y="0"/>
                    <a:pt x="1" y="152"/>
                    <a:pt x="1" y="339"/>
                  </a:cubicBezTo>
                  <a:cubicBezTo>
                    <a:pt x="1" y="525"/>
                    <a:pt x="153" y="678"/>
                    <a:pt x="340" y="678"/>
                  </a:cubicBezTo>
                  <a:cubicBezTo>
                    <a:pt x="527" y="678"/>
                    <a:pt x="679" y="525"/>
                    <a:pt x="679" y="339"/>
                  </a:cubicBezTo>
                  <a:cubicBezTo>
                    <a:pt x="679" y="152"/>
                    <a:pt x="528" y="0"/>
                    <a:pt x="340" y="0"/>
                  </a:cubicBezTo>
                  <a:close/>
                </a:path>
              </a:pathLst>
            </a:custGeom>
            <a:solidFill>
              <a:srgbClr val="FFFA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5198803" y="2344621"/>
              <a:ext cx="32044" cy="32128"/>
            </a:xfrm>
            <a:custGeom>
              <a:rect b="b" l="l" r="r" t="t"/>
              <a:pathLst>
                <a:path extrusionOk="0" h="385" w="384">
                  <a:moveTo>
                    <a:pt x="192" y="1"/>
                  </a:moveTo>
                  <a:cubicBezTo>
                    <a:pt x="86" y="1"/>
                    <a:pt x="0" y="87"/>
                    <a:pt x="0" y="193"/>
                  </a:cubicBezTo>
                  <a:cubicBezTo>
                    <a:pt x="0" y="299"/>
                    <a:pt x="86" y="384"/>
                    <a:pt x="192" y="384"/>
                  </a:cubicBezTo>
                  <a:cubicBezTo>
                    <a:pt x="298" y="384"/>
                    <a:pt x="384" y="299"/>
                    <a:pt x="384" y="193"/>
                  </a:cubicBezTo>
                  <a:cubicBezTo>
                    <a:pt x="384" y="87"/>
                    <a:pt x="298" y="1"/>
                    <a:pt x="192" y="1"/>
                  </a:cubicBezTo>
                  <a:close/>
                </a:path>
              </a:pathLst>
            </a:custGeom>
            <a:solidFill>
              <a:srgbClr val="0080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5003284" y="2427401"/>
              <a:ext cx="11933" cy="47400"/>
            </a:xfrm>
            <a:custGeom>
              <a:rect b="b" l="l" r="r" t="t"/>
              <a:pathLst>
                <a:path extrusionOk="0" h="568" w="143">
                  <a:moveTo>
                    <a:pt x="112" y="0"/>
                  </a:moveTo>
                  <a:lnTo>
                    <a:pt x="0" y="59"/>
                  </a:lnTo>
                  <a:lnTo>
                    <a:pt x="20" y="568"/>
                  </a:lnTo>
                  <a:lnTo>
                    <a:pt x="142" y="51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2656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5188205" y="2215111"/>
              <a:ext cx="54157" cy="83533"/>
            </a:xfrm>
            <a:custGeom>
              <a:rect b="b" l="l" r="r" t="t"/>
              <a:pathLst>
                <a:path extrusionOk="0" h="1001" w="649">
                  <a:moveTo>
                    <a:pt x="36" y="0"/>
                  </a:moveTo>
                  <a:lnTo>
                    <a:pt x="0" y="782"/>
                  </a:lnTo>
                  <a:lnTo>
                    <a:pt x="649" y="1000"/>
                  </a:lnTo>
                  <a:lnTo>
                    <a:pt x="614" y="251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2656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4939196" y="2189993"/>
              <a:ext cx="78691" cy="657085"/>
            </a:xfrm>
            <a:custGeom>
              <a:rect b="b" l="l" r="r" t="t"/>
              <a:pathLst>
                <a:path extrusionOk="0" h="7874" w="943">
                  <a:moveTo>
                    <a:pt x="303" y="1"/>
                  </a:moveTo>
                  <a:lnTo>
                    <a:pt x="1" y="7873"/>
                  </a:lnTo>
                  <a:lnTo>
                    <a:pt x="942" y="7873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4978500" y="2189993"/>
              <a:ext cx="39387" cy="657085"/>
            </a:xfrm>
            <a:custGeom>
              <a:rect b="b" l="l" r="r" t="t"/>
              <a:pathLst>
                <a:path extrusionOk="0" h="7874" w="472">
                  <a:moveTo>
                    <a:pt x="195" y="1"/>
                  </a:moveTo>
                  <a:lnTo>
                    <a:pt x="0" y="55"/>
                  </a:lnTo>
                  <a:lnTo>
                    <a:pt x="0" y="7873"/>
                  </a:lnTo>
                  <a:lnTo>
                    <a:pt x="471" y="7873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4950712" y="1878735"/>
              <a:ext cx="27871" cy="270879"/>
            </a:xfrm>
            <a:custGeom>
              <a:rect b="b" l="l" r="r" t="t"/>
              <a:pathLst>
                <a:path extrusionOk="0" h="3246" w="334">
                  <a:moveTo>
                    <a:pt x="333" y="0"/>
                  </a:moveTo>
                  <a:lnTo>
                    <a:pt x="126" y="119"/>
                  </a:lnTo>
                  <a:lnTo>
                    <a:pt x="1" y="2828"/>
                  </a:lnTo>
                  <a:lnTo>
                    <a:pt x="333" y="3246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4978500" y="1878735"/>
              <a:ext cx="27705" cy="270879"/>
            </a:xfrm>
            <a:custGeom>
              <a:rect b="b" l="l" r="r" t="t"/>
              <a:pathLst>
                <a:path extrusionOk="0" h="3246" w="332">
                  <a:moveTo>
                    <a:pt x="0" y="0"/>
                  </a:moveTo>
                  <a:lnTo>
                    <a:pt x="0" y="3246"/>
                  </a:lnTo>
                  <a:lnTo>
                    <a:pt x="332" y="2828"/>
                  </a:lnTo>
                  <a:lnTo>
                    <a:pt x="206" y="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4713803" y="2175974"/>
              <a:ext cx="245336" cy="126761"/>
            </a:xfrm>
            <a:custGeom>
              <a:rect b="b" l="l" r="r" t="t"/>
              <a:pathLst>
                <a:path extrusionOk="0" h="1519" w="2940">
                  <a:moveTo>
                    <a:pt x="2939" y="1"/>
                  </a:moveTo>
                  <a:lnTo>
                    <a:pt x="0" y="1381"/>
                  </a:lnTo>
                  <a:lnTo>
                    <a:pt x="196" y="1518"/>
                  </a:lnTo>
                  <a:lnTo>
                    <a:pt x="2702" y="480"/>
                  </a:lnTo>
                  <a:lnTo>
                    <a:pt x="2939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4713803" y="2165961"/>
              <a:ext cx="245336" cy="125342"/>
            </a:xfrm>
            <a:custGeom>
              <a:rect b="b" l="l" r="r" t="t"/>
              <a:pathLst>
                <a:path extrusionOk="0" h="1502" w="2940">
                  <a:moveTo>
                    <a:pt x="2420" y="0"/>
                  </a:moveTo>
                  <a:lnTo>
                    <a:pt x="21" y="1264"/>
                  </a:lnTo>
                  <a:lnTo>
                    <a:pt x="0" y="1501"/>
                  </a:lnTo>
                  <a:lnTo>
                    <a:pt x="2939" y="121"/>
                  </a:lnTo>
                  <a:lnTo>
                    <a:pt x="242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4998194" y="2165961"/>
              <a:ext cx="254849" cy="106148"/>
            </a:xfrm>
            <a:custGeom>
              <a:rect b="b" l="l" r="r" t="t"/>
              <a:pathLst>
                <a:path extrusionOk="0" h="1272" w="3054">
                  <a:moveTo>
                    <a:pt x="507" y="0"/>
                  </a:moveTo>
                  <a:lnTo>
                    <a:pt x="1" y="169"/>
                  </a:lnTo>
                  <a:lnTo>
                    <a:pt x="3054" y="1272"/>
                  </a:lnTo>
                  <a:lnTo>
                    <a:pt x="3013" y="1037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4998194" y="2179980"/>
              <a:ext cx="254849" cy="104980"/>
            </a:xfrm>
            <a:custGeom>
              <a:rect b="b" l="l" r="r" t="t"/>
              <a:pathLst>
                <a:path extrusionOk="0" h="1258" w="3054">
                  <a:moveTo>
                    <a:pt x="1" y="1"/>
                  </a:moveTo>
                  <a:lnTo>
                    <a:pt x="282" y="454"/>
                  </a:lnTo>
                  <a:lnTo>
                    <a:pt x="2872" y="1257"/>
                  </a:lnTo>
                  <a:lnTo>
                    <a:pt x="3054" y="11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4950211" y="2144348"/>
              <a:ext cx="56661" cy="56579"/>
            </a:xfrm>
            <a:custGeom>
              <a:rect b="b" l="l" r="r" t="t"/>
              <a:pathLst>
                <a:path extrusionOk="0" h="678" w="679">
                  <a:moveTo>
                    <a:pt x="339" y="0"/>
                  </a:moveTo>
                  <a:cubicBezTo>
                    <a:pt x="152" y="0"/>
                    <a:pt x="1" y="152"/>
                    <a:pt x="1" y="339"/>
                  </a:cubicBezTo>
                  <a:cubicBezTo>
                    <a:pt x="1" y="526"/>
                    <a:pt x="152" y="678"/>
                    <a:pt x="339" y="678"/>
                  </a:cubicBezTo>
                  <a:cubicBezTo>
                    <a:pt x="527" y="678"/>
                    <a:pt x="678" y="526"/>
                    <a:pt x="678" y="339"/>
                  </a:cubicBezTo>
                  <a:cubicBezTo>
                    <a:pt x="678" y="152"/>
                    <a:pt x="527" y="0"/>
                    <a:pt x="339" y="0"/>
                  </a:cubicBezTo>
                  <a:close/>
                </a:path>
              </a:pathLst>
            </a:custGeom>
            <a:solidFill>
              <a:srgbClr val="FFFA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4962311" y="2156614"/>
              <a:ext cx="32127" cy="32128"/>
            </a:xfrm>
            <a:custGeom>
              <a:rect b="b" l="l" r="r" t="t"/>
              <a:pathLst>
                <a:path extrusionOk="0" h="385" w="385">
                  <a:moveTo>
                    <a:pt x="193" y="1"/>
                  </a:moveTo>
                  <a:cubicBezTo>
                    <a:pt x="87" y="1"/>
                    <a:pt x="1" y="86"/>
                    <a:pt x="1" y="192"/>
                  </a:cubicBezTo>
                  <a:cubicBezTo>
                    <a:pt x="1" y="298"/>
                    <a:pt x="87" y="384"/>
                    <a:pt x="193" y="384"/>
                  </a:cubicBezTo>
                  <a:cubicBezTo>
                    <a:pt x="299" y="384"/>
                    <a:pt x="385" y="298"/>
                    <a:pt x="385" y="192"/>
                  </a:cubicBezTo>
                  <a:cubicBezTo>
                    <a:pt x="385" y="88"/>
                    <a:pt x="299" y="2"/>
                    <a:pt x="1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5009793" y="3897244"/>
              <a:ext cx="65757" cy="29792"/>
            </a:xfrm>
            <a:custGeom>
              <a:rect b="b" l="l" r="r" t="t"/>
              <a:pathLst>
                <a:path extrusionOk="0" h="357" w="788">
                  <a:moveTo>
                    <a:pt x="788" y="0"/>
                  </a:moveTo>
                  <a:cubicBezTo>
                    <a:pt x="529" y="127"/>
                    <a:pt x="267" y="245"/>
                    <a:pt x="1" y="356"/>
                  </a:cubicBezTo>
                  <a:cubicBezTo>
                    <a:pt x="267" y="245"/>
                    <a:pt x="530" y="127"/>
                    <a:pt x="788" y="0"/>
                  </a:cubicBezTo>
                  <a:close/>
                </a:path>
              </a:pathLst>
            </a:custGeom>
            <a:solidFill>
              <a:srgbClr val="A6E3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5077136" y="3880638"/>
              <a:ext cx="30876" cy="15856"/>
            </a:xfrm>
            <a:custGeom>
              <a:rect b="b" l="l" r="r" t="t"/>
              <a:pathLst>
                <a:path extrusionOk="0" h="190" w="370">
                  <a:moveTo>
                    <a:pt x="370" y="1"/>
                  </a:moveTo>
                  <a:lnTo>
                    <a:pt x="370" y="1"/>
                  </a:lnTo>
                  <a:cubicBezTo>
                    <a:pt x="247" y="65"/>
                    <a:pt x="124" y="129"/>
                    <a:pt x="0" y="189"/>
                  </a:cubicBezTo>
                  <a:cubicBezTo>
                    <a:pt x="124" y="129"/>
                    <a:pt x="247" y="66"/>
                    <a:pt x="370" y="1"/>
                  </a:cubicBezTo>
                  <a:close/>
                </a:path>
              </a:pathLst>
            </a:custGeom>
            <a:solidFill>
              <a:srgbClr val="A6E3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5741548" y="2847392"/>
              <a:ext cx="2003" cy="22615"/>
            </a:xfrm>
            <a:custGeom>
              <a:rect b="b" l="l" r="r" t="t"/>
              <a:pathLst>
                <a:path extrusionOk="0" h="271" w="24">
                  <a:moveTo>
                    <a:pt x="1" y="0"/>
                  </a:moveTo>
                  <a:cubicBezTo>
                    <a:pt x="6" y="89"/>
                    <a:pt x="11" y="179"/>
                    <a:pt x="15" y="270"/>
                  </a:cubicBezTo>
                  <a:cubicBezTo>
                    <a:pt x="18" y="180"/>
                    <a:pt x="20" y="91"/>
                    <a:pt x="23" y="0"/>
                  </a:cubicBezTo>
                  <a:close/>
                </a:path>
              </a:pathLst>
            </a:custGeom>
            <a:solidFill>
              <a:srgbClr val="A6E3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5110598" y="3843170"/>
              <a:ext cx="63504" cy="36217"/>
            </a:xfrm>
            <a:custGeom>
              <a:rect b="b" l="l" r="r" t="t"/>
              <a:pathLst>
                <a:path extrusionOk="0" h="434" w="761">
                  <a:moveTo>
                    <a:pt x="760" y="0"/>
                  </a:moveTo>
                  <a:lnTo>
                    <a:pt x="760" y="0"/>
                  </a:lnTo>
                  <a:cubicBezTo>
                    <a:pt x="512" y="152"/>
                    <a:pt x="259" y="296"/>
                    <a:pt x="0" y="433"/>
                  </a:cubicBezTo>
                  <a:cubicBezTo>
                    <a:pt x="258" y="297"/>
                    <a:pt x="512" y="152"/>
                    <a:pt x="760" y="0"/>
                  </a:cubicBezTo>
                  <a:close/>
                </a:path>
              </a:pathLst>
            </a:custGeom>
            <a:solidFill>
              <a:srgbClr val="A6E3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5739461" y="2869756"/>
              <a:ext cx="3672" cy="58081"/>
            </a:xfrm>
            <a:custGeom>
              <a:rect b="b" l="l" r="r" t="t"/>
              <a:pathLst>
                <a:path extrusionOk="0" h="696" w="44">
                  <a:moveTo>
                    <a:pt x="40" y="0"/>
                  </a:moveTo>
                  <a:lnTo>
                    <a:pt x="40" y="0"/>
                  </a:lnTo>
                  <a:cubicBezTo>
                    <a:pt x="35" y="154"/>
                    <a:pt x="27" y="308"/>
                    <a:pt x="17" y="460"/>
                  </a:cubicBezTo>
                  <a:lnTo>
                    <a:pt x="17" y="460"/>
                  </a:lnTo>
                  <a:cubicBezTo>
                    <a:pt x="29" y="295"/>
                    <a:pt x="44" y="91"/>
                    <a:pt x="40" y="0"/>
                  </a:cubicBezTo>
                  <a:close/>
                  <a:moveTo>
                    <a:pt x="17" y="460"/>
                  </a:moveTo>
                  <a:lnTo>
                    <a:pt x="17" y="460"/>
                  </a:lnTo>
                  <a:cubicBezTo>
                    <a:pt x="11" y="542"/>
                    <a:pt x="5" y="614"/>
                    <a:pt x="2" y="659"/>
                  </a:cubicBezTo>
                  <a:lnTo>
                    <a:pt x="2" y="659"/>
                  </a:lnTo>
                  <a:cubicBezTo>
                    <a:pt x="7" y="593"/>
                    <a:pt x="12" y="527"/>
                    <a:pt x="17" y="460"/>
                  </a:cubicBezTo>
                  <a:close/>
                  <a:moveTo>
                    <a:pt x="2" y="659"/>
                  </a:moveTo>
                  <a:cubicBezTo>
                    <a:pt x="1" y="667"/>
                    <a:pt x="1" y="675"/>
                    <a:pt x="0" y="683"/>
                  </a:cubicBezTo>
                  <a:lnTo>
                    <a:pt x="0" y="696"/>
                  </a:lnTo>
                  <a:cubicBezTo>
                    <a:pt x="0" y="688"/>
                    <a:pt x="1" y="675"/>
                    <a:pt x="2" y="659"/>
                  </a:cubicBezTo>
                  <a:close/>
                </a:path>
              </a:pathLst>
            </a:custGeom>
            <a:solidFill>
              <a:srgbClr val="A2AE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3888587" y="2847309"/>
              <a:ext cx="1316384" cy="701230"/>
            </a:xfrm>
            <a:custGeom>
              <a:rect b="b" l="l" r="r" t="t"/>
              <a:pathLst>
                <a:path extrusionOk="0" h="8403" w="15775">
                  <a:moveTo>
                    <a:pt x="0" y="0"/>
                  </a:moveTo>
                  <a:lnTo>
                    <a:pt x="210" y="749"/>
                  </a:lnTo>
                  <a:cubicBezTo>
                    <a:pt x="307" y="1098"/>
                    <a:pt x="650" y="1351"/>
                    <a:pt x="1054" y="1371"/>
                  </a:cubicBezTo>
                  <a:lnTo>
                    <a:pt x="4530" y="1537"/>
                  </a:lnTo>
                  <a:cubicBezTo>
                    <a:pt x="5215" y="1571"/>
                    <a:pt x="5768" y="2043"/>
                    <a:pt x="5832" y="2650"/>
                  </a:cubicBezTo>
                  <a:lnTo>
                    <a:pt x="6094" y="5194"/>
                  </a:lnTo>
                  <a:cubicBezTo>
                    <a:pt x="6114" y="5384"/>
                    <a:pt x="6171" y="5567"/>
                    <a:pt x="6263" y="5740"/>
                  </a:cubicBezTo>
                  <a:cubicBezTo>
                    <a:pt x="6556" y="6284"/>
                    <a:pt x="7239" y="7517"/>
                    <a:pt x="7619" y="7943"/>
                  </a:cubicBezTo>
                  <a:cubicBezTo>
                    <a:pt x="7901" y="8261"/>
                    <a:pt x="8421" y="8402"/>
                    <a:pt x="8888" y="8402"/>
                  </a:cubicBezTo>
                  <a:cubicBezTo>
                    <a:pt x="9231" y="8402"/>
                    <a:pt x="9546" y="8326"/>
                    <a:pt x="9718" y="8187"/>
                  </a:cubicBezTo>
                  <a:lnTo>
                    <a:pt x="12545" y="6131"/>
                  </a:lnTo>
                  <a:cubicBezTo>
                    <a:pt x="12781" y="5941"/>
                    <a:pt x="12934" y="5682"/>
                    <a:pt x="12981" y="5401"/>
                  </a:cubicBezTo>
                  <a:lnTo>
                    <a:pt x="13312" y="3383"/>
                  </a:lnTo>
                  <a:lnTo>
                    <a:pt x="15557" y="1184"/>
                  </a:lnTo>
                  <a:cubicBezTo>
                    <a:pt x="15775" y="970"/>
                    <a:pt x="15677" y="642"/>
                    <a:pt x="15399" y="535"/>
                  </a:cubicBezTo>
                  <a:lnTo>
                    <a:pt x="15359" y="560"/>
                  </a:lnTo>
                  <a:cubicBezTo>
                    <a:pt x="15190" y="661"/>
                    <a:pt x="14992" y="722"/>
                    <a:pt x="14790" y="739"/>
                  </a:cubicBezTo>
                  <a:cubicBezTo>
                    <a:pt x="14754" y="742"/>
                    <a:pt x="14718" y="743"/>
                    <a:pt x="14682" y="743"/>
                  </a:cubicBezTo>
                  <a:cubicBezTo>
                    <a:pt x="14266" y="743"/>
                    <a:pt x="13880" y="555"/>
                    <a:pt x="13656" y="237"/>
                  </a:cubicBezTo>
                  <a:lnTo>
                    <a:pt x="134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5631730" y="2847392"/>
              <a:ext cx="111152" cy="79444"/>
            </a:xfrm>
            <a:custGeom>
              <a:rect b="b" l="l" r="r" t="t"/>
              <a:pathLst>
                <a:path extrusionOk="0" h="952" w="1332">
                  <a:moveTo>
                    <a:pt x="1" y="0"/>
                  </a:moveTo>
                  <a:lnTo>
                    <a:pt x="245" y="400"/>
                  </a:lnTo>
                  <a:cubicBezTo>
                    <a:pt x="358" y="585"/>
                    <a:pt x="548" y="726"/>
                    <a:pt x="774" y="790"/>
                  </a:cubicBezTo>
                  <a:lnTo>
                    <a:pt x="1293" y="952"/>
                  </a:lnTo>
                  <a:cubicBezTo>
                    <a:pt x="1311" y="726"/>
                    <a:pt x="1325" y="498"/>
                    <a:pt x="1332" y="270"/>
                  </a:cubicBezTo>
                  <a:cubicBezTo>
                    <a:pt x="1329" y="179"/>
                    <a:pt x="1324" y="89"/>
                    <a:pt x="1319" y="0"/>
                  </a:cubicBezTo>
                  <a:close/>
                </a:path>
              </a:pathLst>
            </a:custGeom>
            <a:solidFill>
              <a:srgbClr val="0080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5028569" y="3260039"/>
              <a:ext cx="209453" cy="197526"/>
            </a:xfrm>
            <a:custGeom>
              <a:rect b="b" l="l" r="r" t="t"/>
              <a:pathLst>
                <a:path extrusionOk="0" h="2367" w="2510">
                  <a:moveTo>
                    <a:pt x="1711" y="1"/>
                  </a:moveTo>
                  <a:cubicBezTo>
                    <a:pt x="1584" y="1"/>
                    <a:pt x="1461" y="51"/>
                    <a:pt x="1372" y="157"/>
                  </a:cubicBezTo>
                  <a:lnTo>
                    <a:pt x="165" y="1594"/>
                  </a:lnTo>
                  <a:cubicBezTo>
                    <a:pt x="1" y="1789"/>
                    <a:pt x="27" y="2079"/>
                    <a:pt x="221" y="2243"/>
                  </a:cubicBezTo>
                  <a:cubicBezTo>
                    <a:pt x="307" y="2316"/>
                    <a:pt x="414" y="2334"/>
                    <a:pt x="517" y="2350"/>
                  </a:cubicBezTo>
                  <a:cubicBezTo>
                    <a:pt x="583" y="2361"/>
                    <a:pt x="649" y="2366"/>
                    <a:pt x="713" y="2366"/>
                  </a:cubicBezTo>
                  <a:cubicBezTo>
                    <a:pt x="1267" y="2366"/>
                    <a:pt x="1697" y="1990"/>
                    <a:pt x="1816" y="1845"/>
                  </a:cubicBezTo>
                  <a:cubicBezTo>
                    <a:pt x="1816" y="1845"/>
                    <a:pt x="2510" y="433"/>
                    <a:pt x="2021" y="100"/>
                  </a:cubicBezTo>
                  <a:cubicBezTo>
                    <a:pt x="1925" y="35"/>
                    <a:pt x="1817" y="1"/>
                    <a:pt x="17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5174185" y="3842335"/>
              <a:ext cx="1168" cy="751"/>
            </a:xfrm>
            <a:custGeom>
              <a:rect b="b" l="l" r="r" t="t"/>
              <a:pathLst>
                <a:path extrusionOk="0" h="9" w="14">
                  <a:moveTo>
                    <a:pt x="14" y="0"/>
                  </a:moveTo>
                  <a:cubicBezTo>
                    <a:pt x="10" y="3"/>
                    <a:pt x="6" y="5"/>
                    <a:pt x="1" y="9"/>
                  </a:cubicBezTo>
                  <a:cubicBezTo>
                    <a:pt x="5" y="6"/>
                    <a:pt x="10" y="3"/>
                    <a:pt x="14" y="0"/>
                  </a:cubicBezTo>
                  <a:close/>
                </a:path>
              </a:pathLst>
            </a:custGeom>
            <a:solidFill>
              <a:srgbClr val="2724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5015644" y="4087801"/>
              <a:ext cx="5257" cy="2170"/>
            </a:xfrm>
            <a:custGeom>
              <a:rect b="b" l="l" r="r" t="t"/>
              <a:pathLst>
                <a:path extrusionOk="0" h="26" w="63">
                  <a:moveTo>
                    <a:pt x="63" y="0"/>
                  </a:moveTo>
                  <a:cubicBezTo>
                    <a:pt x="41" y="9"/>
                    <a:pt x="21" y="17"/>
                    <a:pt x="0" y="26"/>
                  </a:cubicBezTo>
                  <a:cubicBezTo>
                    <a:pt x="21" y="18"/>
                    <a:pt x="42" y="9"/>
                    <a:pt x="63" y="0"/>
                  </a:cubicBezTo>
                  <a:close/>
                </a:path>
              </a:pathLst>
            </a:custGeom>
            <a:solidFill>
              <a:srgbClr val="2724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5075467" y="3896493"/>
              <a:ext cx="1752" cy="835"/>
            </a:xfrm>
            <a:custGeom>
              <a:rect b="b" l="l" r="r" t="t"/>
              <a:pathLst>
                <a:path extrusionOk="0" h="10" w="21">
                  <a:moveTo>
                    <a:pt x="20" y="0"/>
                  </a:moveTo>
                  <a:lnTo>
                    <a:pt x="20" y="0"/>
                  </a:lnTo>
                  <a:cubicBezTo>
                    <a:pt x="14" y="3"/>
                    <a:pt x="7" y="5"/>
                    <a:pt x="1" y="9"/>
                  </a:cubicBezTo>
                  <a:cubicBezTo>
                    <a:pt x="7" y="7"/>
                    <a:pt x="14" y="3"/>
                    <a:pt x="20" y="0"/>
                  </a:cubicBezTo>
                  <a:close/>
                </a:path>
              </a:pathLst>
            </a:custGeom>
            <a:solidFill>
              <a:srgbClr val="2724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5107928" y="3879303"/>
              <a:ext cx="2754" cy="1419"/>
            </a:xfrm>
            <a:custGeom>
              <a:rect b="b" l="l" r="r" t="t"/>
              <a:pathLst>
                <a:path extrusionOk="0" h="17" w="33">
                  <a:moveTo>
                    <a:pt x="32" y="0"/>
                  </a:moveTo>
                  <a:cubicBezTo>
                    <a:pt x="22" y="6"/>
                    <a:pt x="11" y="12"/>
                    <a:pt x="1" y="17"/>
                  </a:cubicBezTo>
                  <a:cubicBezTo>
                    <a:pt x="11" y="12"/>
                    <a:pt x="22" y="6"/>
                    <a:pt x="32" y="0"/>
                  </a:cubicBezTo>
                  <a:close/>
                </a:path>
              </a:pathLst>
            </a:custGeom>
            <a:solidFill>
              <a:srgbClr val="2724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3363116" y="2847392"/>
              <a:ext cx="2204182" cy="1170386"/>
            </a:xfrm>
            <a:custGeom>
              <a:rect b="b" l="l" r="r" t="t"/>
              <a:pathLst>
                <a:path extrusionOk="0" h="14025" w="26414">
                  <a:moveTo>
                    <a:pt x="55" y="984"/>
                  </a:moveTo>
                  <a:lnTo>
                    <a:pt x="2511" y="3280"/>
                  </a:lnTo>
                  <a:cubicBezTo>
                    <a:pt x="2715" y="3479"/>
                    <a:pt x="2818" y="3761"/>
                    <a:pt x="2785" y="4045"/>
                  </a:cubicBezTo>
                  <a:lnTo>
                    <a:pt x="2388" y="7662"/>
                  </a:lnTo>
                  <a:cubicBezTo>
                    <a:pt x="1091" y="5720"/>
                    <a:pt x="263" y="3440"/>
                    <a:pt x="55" y="984"/>
                  </a:cubicBezTo>
                  <a:close/>
                  <a:moveTo>
                    <a:pt x="1" y="0"/>
                  </a:moveTo>
                  <a:cubicBezTo>
                    <a:pt x="129" y="7767"/>
                    <a:pt x="6463" y="14025"/>
                    <a:pt x="14262" y="14025"/>
                  </a:cubicBezTo>
                  <a:cubicBezTo>
                    <a:pt x="14405" y="14025"/>
                    <a:pt x="14548" y="14023"/>
                    <a:pt x="14692" y="14018"/>
                  </a:cubicBezTo>
                  <a:cubicBezTo>
                    <a:pt x="14733" y="14016"/>
                    <a:pt x="14773" y="14015"/>
                    <a:pt x="14812" y="14014"/>
                  </a:cubicBezTo>
                  <a:cubicBezTo>
                    <a:pt x="14923" y="14010"/>
                    <a:pt x="15034" y="14003"/>
                    <a:pt x="15144" y="13997"/>
                  </a:cubicBezTo>
                  <a:cubicBezTo>
                    <a:pt x="15180" y="13994"/>
                    <a:pt x="15215" y="13993"/>
                    <a:pt x="15251" y="13991"/>
                  </a:cubicBezTo>
                  <a:cubicBezTo>
                    <a:pt x="15392" y="13981"/>
                    <a:pt x="15533" y="13969"/>
                    <a:pt x="15672" y="13956"/>
                  </a:cubicBezTo>
                  <a:cubicBezTo>
                    <a:pt x="15696" y="13953"/>
                    <a:pt x="15720" y="13951"/>
                    <a:pt x="15743" y="13948"/>
                  </a:cubicBezTo>
                  <a:cubicBezTo>
                    <a:pt x="15861" y="13936"/>
                    <a:pt x="15979" y="13923"/>
                    <a:pt x="16096" y="13907"/>
                  </a:cubicBezTo>
                  <a:cubicBezTo>
                    <a:pt x="16136" y="13902"/>
                    <a:pt x="16175" y="13897"/>
                    <a:pt x="16214" y="13892"/>
                  </a:cubicBezTo>
                  <a:cubicBezTo>
                    <a:pt x="16332" y="13876"/>
                    <a:pt x="16451" y="13859"/>
                    <a:pt x="16567" y="13840"/>
                  </a:cubicBezTo>
                  <a:cubicBezTo>
                    <a:pt x="16590" y="13836"/>
                    <a:pt x="16611" y="13834"/>
                    <a:pt x="16633" y="13830"/>
                  </a:cubicBezTo>
                  <a:cubicBezTo>
                    <a:pt x="16772" y="13806"/>
                    <a:pt x="16910" y="13780"/>
                    <a:pt x="17047" y="13754"/>
                  </a:cubicBezTo>
                  <a:cubicBezTo>
                    <a:pt x="17077" y="13748"/>
                    <a:pt x="17104" y="13743"/>
                    <a:pt x="17134" y="13736"/>
                  </a:cubicBezTo>
                  <a:cubicBezTo>
                    <a:pt x="17247" y="13713"/>
                    <a:pt x="17358" y="13688"/>
                    <a:pt x="17470" y="13663"/>
                  </a:cubicBezTo>
                  <a:cubicBezTo>
                    <a:pt x="17501" y="13656"/>
                    <a:pt x="17534" y="13647"/>
                    <a:pt x="17567" y="13640"/>
                  </a:cubicBezTo>
                  <a:cubicBezTo>
                    <a:pt x="17841" y="13575"/>
                    <a:pt x="18112" y="13502"/>
                    <a:pt x="18381" y="13421"/>
                  </a:cubicBezTo>
                  <a:cubicBezTo>
                    <a:pt x="18409" y="13414"/>
                    <a:pt x="18436" y="13405"/>
                    <a:pt x="18463" y="13396"/>
                  </a:cubicBezTo>
                  <a:cubicBezTo>
                    <a:pt x="18578" y="13360"/>
                    <a:pt x="18693" y="13323"/>
                    <a:pt x="18808" y="13284"/>
                  </a:cubicBezTo>
                  <a:cubicBezTo>
                    <a:pt x="18828" y="13278"/>
                    <a:pt x="18849" y="13272"/>
                    <a:pt x="18869" y="13264"/>
                  </a:cubicBezTo>
                  <a:cubicBezTo>
                    <a:pt x="19006" y="13217"/>
                    <a:pt x="19142" y="13170"/>
                    <a:pt x="19278" y="13118"/>
                  </a:cubicBezTo>
                  <a:cubicBezTo>
                    <a:pt x="19281" y="13117"/>
                    <a:pt x="19283" y="13117"/>
                    <a:pt x="19284" y="13115"/>
                  </a:cubicBezTo>
                  <a:cubicBezTo>
                    <a:pt x="19414" y="13067"/>
                    <a:pt x="19543" y="13016"/>
                    <a:pt x="19670" y="12964"/>
                  </a:cubicBezTo>
                  <a:cubicBezTo>
                    <a:pt x="19691" y="12955"/>
                    <a:pt x="19712" y="12947"/>
                    <a:pt x="19733" y="12938"/>
                  </a:cubicBezTo>
                  <a:cubicBezTo>
                    <a:pt x="19999" y="12827"/>
                    <a:pt x="20263" y="12709"/>
                    <a:pt x="20520" y="12582"/>
                  </a:cubicBezTo>
                  <a:cubicBezTo>
                    <a:pt x="20526" y="12580"/>
                    <a:pt x="20532" y="12576"/>
                    <a:pt x="20539" y="12573"/>
                  </a:cubicBezTo>
                  <a:cubicBezTo>
                    <a:pt x="20663" y="12512"/>
                    <a:pt x="20786" y="12449"/>
                    <a:pt x="20908" y="12386"/>
                  </a:cubicBezTo>
                  <a:cubicBezTo>
                    <a:pt x="20919" y="12381"/>
                    <a:pt x="20930" y="12374"/>
                    <a:pt x="20940" y="12368"/>
                  </a:cubicBezTo>
                  <a:cubicBezTo>
                    <a:pt x="21199" y="12230"/>
                    <a:pt x="21453" y="12086"/>
                    <a:pt x="21702" y="11934"/>
                  </a:cubicBezTo>
                  <a:cubicBezTo>
                    <a:pt x="21707" y="11932"/>
                    <a:pt x="21711" y="11928"/>
                    <a:pt x="21716" y="11926"/>
                  </a:cubicBezTo>
                  <a:cubicBezTo>
                    <a:pt x="23625" y="10750"/>
                    <a:pt x="25238" y="9141"/>
                    <a:pt x="26413" y="7233"/>
                  </a:cubicBezTo>
                  <a:lnTo>
                    <a:pt x="26413" y="7233"/>
                  </a:lnTo>
                  <a:cubicBezTo>
                    <a:pt x="24240" y="8571"/>
                    <a:pt x="21681" y="9347"/>
                    <a:pt x="18940" y="9347"/>
                  </a:cubicBezTo>
                  <a:cubicBezTo>
                    <a:pt x="12791" y="9347"/>
                    <a:pt x="7550" y="5455"/>
                    <a:pt x="5546" y="0"/>
                  </a:cubicBezTo>
                  <a:close/>
                </a:path>
              </a:pathLst>
            </a:custGeom>
            <a:solidFill>
              <a:srgbClr val="A6E3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3363283" y="2847392"/>
              <a:ext cx="2376418" cy="1170470"/>
            </a:xfrm>
            <a:custGeom>
              <a:rect b="b" l="l" r="r" t="t"/>
              <a:pathLst>
                <a:path extrusionOk="0" h="14026" w="28478">
                  <a:moveTo>
                    <a:pt x="21666" y="4946"/>
                  </a:moveTo>
                  <a:cubicBezTo>
                    <a:pt x="21772" y="4946"/>
                    <a:pt x="21880" y="4980"/>
                    <a:pt x="21976" y="5045"/>
                  </a:cubicBezTo>
                  <a:cubicBezTo>
                    <a:pt x="22466" y="5379"/>
                    <a:pt x="21771" y="6791"/>
                    <a:pt x="21771" y="6791"/>
                  </a:cubicBezTo>
                  <a:cubicBezTo>
                    <a:pt x="21651" y="6935"/>
                    <a:pt x="21221" y="7313"/>
                    <a:pt x="20668" y="7313"/>
                  </a:cubicBezTo>
                  <a:cubicBezTo>
                    <a:pt x="20604" y="7313"/>
                    <a:pt x="20539" y="7308"/>
                    <a:pt x="20472" y="7296"/>
                  </a:cubicBezTo>
                  <a:cubicBezTo>
                    <a:pt x="20369" y="7280"/>
                    <a:pt x="20262" y="7261"/>
                    <a:pt x="20176" y="7189"/>
                  </a:cubicBezTo>
                  <a:cubicBezTo>
                    <a:pt x="19982" y="7024"/>
                    <a:pt x="19956" y="6734"/>
                    <a:pt x="20120" y="6539"/>
                  </a:cubicBezTo>
                  <a:lnTo>
                    <a:pt x="21327" y="5102"/>
                  </a:lnTo>
                  <a:cubicBezTo>
                    <a:pt x="21416" y="4996"/>
                    <a:pt x="21539" y="4946"/>
                    <a:pt x="21666" y="4946"/>
                  </a:cubicBezTo>
                  <a:close/>
                  <a:moveTo>
                    <a:pt x="53" y="984"/>
                  </a:moveTo>
                  <a:lnTo>
                    <a:pt x="2509" y="3280"/>
                  </a:lnTo>
                  <a:cubicBezTo>
                    <a:pt x="2713" y="3479"/>
                    <a:pt x="2816" y="3761"/>
                    <a:pt x="2783" y="4045"/>
                  </a:cubicBezTo>
                  <a:lnTo>
                    <a:pt x="2386" y="7662"/>
                  </a:lnTo>
                  <a:cubicBezTo>
                    <a:pt x="1089" y="5720"/>
                    <a:pt x="261" y="3440"/>
                    <a:pt x="53" y="984"/>
                  </a:cubicBezTo>
                  <a:close/>
                  <a:moveTo>
                    <a:pt x="19785" y="0"/>
                  </a:moveTo>
                  <a:lnTo>
                    <a:pt x="19954" y="238"/>
                  </a:lnTo>
                  <a:cubicBezTo>
                    <a:pt x="20177" y="555"/>
                    <a:pt x="20564" y="743"/>
                    <a:pt x="20979" y="743"/>
                  </a:cubicBezTo>
                  <a:cubicBezTo>
                    <a:pt x="21015" y="743"/>
                    <a:pt x="21051" y="742"/>
                    <a:pt x="21087" y="739"/>
                  </a:cubicBezTo>
                  <a:cubicBezTo>
                    <a:pt x="21290" y="723"/>
                    <a:pt x="21486" y="661"/>
                    <a:pt x="21658" y="560"/>
                  </a:cubicBezTo>
                  <a:lnTo>
                    <a:pt x="21696" y="535"/>
                  </a:lnTo>
                  <a:cubicBezTo>
                    <a:pt x="21976" y="642"/>
                    <a:pt x="22073" y="970"/>
                    <a:pt x="21854" y="1184"/>
                  </a:cubicBezTo>
                  <a:lnTo>
                    <a:pt x="19609" y="3383"/>
                  </a:lnTo>
                  <a:lnTo>
                    <a:pt x="19279" y="5401"/>
                  </a:lnTo>
                  <a:cubicBezTo>
                    <a:pt x="19233" y="5682"/>
                    <a:pt x="19077" y="5940"/>
                    <a:pt x="18842" y="6131"/>
                  </a:cubicBezTo>
                  <a:lnTo>
                    <a:pt x="16016" y="8187"/>
                  </a:lnTo>
                  <a:cubicBezTo>
                    <a:pt x="15844" y="8326"/>
                    <a:pt x="15529" y="8402"/>
                    <a:pt x="15186" y="8402"/>
                  </a:cubicBezTo>
                  <a:cubicBezTo>
                    <a:pt x="14718" y="8402"/>
                    <a:pt x="14198" y="8261"/>
                    <a:pt x="13917" y="7943"/>
                  </a:cubicBezTo>
                  <a:cubicBezTo>
                    <a:pt x="13536" y="7516"/>
                    <a:pt x="12854" y="6283"/>
                    <a:pt x="12561" y="5740"/>
                  </a:cubicBezTo>
                  <a:cubicBezTo>
                    <a:pt x="12467" y="5567"/>
                    <a:pt x="12411" y="5384"/>
                    <a:pt x="12393" y="5194"/>
                  </a:cubicBezTo>
                  <a:lnTo>
                    <a:pt x="12129" y="2650"/>
                  </a:lnTo>
                  <a:cubicBezTo>
                    <a:pt x="12066" y="2043"/>
                    <a:pt x="11512" y="1571"/>
                    <a:pt x="10828" y="1537"/>
                  </a:cubicBezTo>
                  <a:lnTo>
                    <a:pt x="7351" y="1371"/>
                  </a:lnTo>
                  <a:cubicBezTo>
                    <a:pt x="6947" y="1352"/>
                    <a:pt x="6604" y="1100"/>
                    <a:pt x="6507" y="749"/>
                  </a:cubicBezTo>
                  <a:lnTo>
                    <a:pt x="6300" y="1"/>
                  </a:lnTo>
                  <a:lnTo>
                    <a:pt x="1" y="1"/>
                  </a:lnTo>
                  <a:cubicBezTo>
                    <a:pt x="129" y="7768"/>
                    <a:pt x="6464" y="14026"/>
                    <a:pt x="14262" y="14026"/>
                  </a:cubicBezTo>
                  <a:cubicBezTo>
                    <a:pt x="14405" y="14026"/>
                    <a:pt x="14548" y="14024"/>
                    <a:pt x="14692" y="14019"/>
                  </a:cubicBezTo>
                  <a:cubicBezTo>
                    <a:pt x="14733" y="14018"/>
                    <a:pt x="14774" y="14016"/>
                    <a:pt x="14813" y="14015"/>
                  </a:cubicBezTo>
                  <a:cubicBezTo>
                    <a:pt x="14923" y="14012"/>
                    <a:pt x="15034" y="14005"/>
                    <a:pt x="15144" y="13998"/>
                  </a:cubicBezTo>
                  <a:cubicBezTo>
                    <a:pt x="15180" y="13995"/>
                    <a:pt x="15217" y="13994"/>
                    <a:pt x="15251" y="13992"/>
                  </a:cubicBezTo>
                  <a:cubicBezTo>
                    <a:pt x="15393" y="13982"/>
                    <a:pt x="15533" y="13970"/>
                    <a:pt x="15673" y="13957"/>
                  </a:cubicBezTo>
                  <a:cubicBezTo>
                    <a:pt x="15696" y="13954"/>
                    <a:pt x="15720" y="13952"/>
                    <a:pt x="15745" y="13949"/>
                  </a:cubicBezTo>
                  <a:cubicBezTo>
                    <a:pt x="15862" y="13937"/>
                    <a:pt x="15980" y="13924"/>
                    <a:pt x="16098" y="13908"/>
                  </a:cubicBezTo>
                  <a:cubicBezTo>
                    <a:pt x="16137" y="13903"/>
                    <a:pt x="16175" y="13898"/>
                    <a:pt x="16215" y="13893"/>
                  </a:cubicBezTo>
                  <a:cubicBezTo>
                    <a:pt x="16333" y="13877"/>
                    <a:pt x="16452" y="13860"/>
                    <a:pt x="16568" y="13841"/>
                  </a:cubicBezTo>
                  <a:cubicBezTo>
                    <a:pt x="16590" y="13837"/>
                    <a:pt x="16611" y="13835"/>
                    <a:pt x="16634" y="13831"/>
                  </a:cubicBezTo>
                  <a:cubicBezTo>
                    <a:pt x="16773" y="13808"/>
                    <a:pt x="16911" y="13782"/>
                    <a:pt x="17048" y="13755"/>
                  </a:cubicBezTo>
                  <a:cubicBezTo>
                    <a:pt x="17077" y="13749"/>
                    <a:pt x="17105" y="13744"/>
                    <a:pt x="17135" y="13737"/>
                  </a:cubicBezTo>
                  <a:cubicBezTo>
                    <a:pt x="17247" y="13714"/>
                    <a:pt x="17358" y="13690"/>
                    <a:pt x="17470" y="13665"/>
                  </a:cubicBezTo>
                  <a:cubicBezTo>
                    <a:pt x="17501" y="13657"/>
                    <a:pt x="17535" y="13649"/>
                    <a:pt x="17567" y="13641"/>
                  </a:cubicBezTo>
                  <a:cubicBezTo>
                    <a:pt x="17842" y="13576"/>
                    <a:pt x="18113" y="13503"/>
                    <a:pt x="18381" y="13422"/>
                  </a:cubicBezTo>
                  <a:cubicBezTo>
                    <a:pt x="18410" y="13415"/>
                    <a:pt x="18437" y="13406"/>
                    <a:pt x="18463" y="13397"/>
                  </a:cubicBezTo>
                  <a:cubicBezTo>
                    <a:pt x="18579" y="13361"/>
                    <a:pt x="18693" y="13324"/>
                    <a:pt x="18809" y="13286"/>
                  </a:cubicBezTo>
                  <a:cubicBezTo>
                    <a:pt x="18829" y="13279"/>
                    <a:pt x="18850" y="13273"/>
                    <a:pt x="18870" y="13266"/>
                  </a:cubicBezTo>
                  <a:cubicBezTo>
                    <a:pt x="19007" y="13218"/>
                    <a:pt x="19143" y="13171"/>
                    <a:pt x="19279" y="13119"/>
                  </a:cubicBezTo>
                  <a:cubicBezTo>
                    <a:pt x="19281" y="13118"/>
                    <a:pt x="19284" y="13118"/>
                    <a:pt x="19285" y="13117"/>
                  </a:cubicBezTo>
                  <a:cubicBezTo>
                    <a:pt x="19414" y="13068"/>
                    <a:pt x="19543" y="13017"/>
                    <a:pt x="19670" y="12965"/>
                  </a:cubicBezTo>
                  <a:cubicBezTo>
                    <a:pt x="19691" y="12956"/>
                    <a:pt x="19713" y="12949"/>
                    <a:pt x="19734" y="12939"/>
                  </a:cubicBezTo>
                  <a:cubicBezTo>
                    <a:pt x="20000" y="12828"/>
                    <a:pt x="20263" y="12710"/>
                    <a:pt x="20520" y="12583"/>
                  </a:cubicBezTo>
                  <a:cubicBezTo>
                    <a:pt x="20527" y="12581"/>
                    <a:pt x="20533" y="12577"/>
                    <a:pt x="20539" y="12575"/>
                  </a:cubicBezTo>
                  <a:cubicBezTo>
                    <a:pt x="20663" y="12514"/>
                    <a:pt x="20786" y="12450"/>
                    <a:pt x="20909" y="12387"/>
                  </a:cubicBezTo>
                  <a:cubicBezTo>
                    <a:pt x="20919" y="12382"/>
                    <a:pt x="20931" y="12376"/>
                    <a:pt x="20941" y="12370"/>
                  </a:cubicBezTo>
                  <a:cubicBezTo>
                    <a:pt x="21199" y="12232"/>
                    <a:pt x="21454" y="12087"/>
                    <a:pt x="21704" y="11936"/>
                  </a:cubicBezTo>
                  <a:cubicBezTo>
                    <a:pt x="21707" y="11933"/>
                    <a:pt x="21711" y="11931"/>
                    <a:pt x="21716" y="11927"/>
                  </a:cubicBezTo>
                  <a:cubicBezTo>
                    <a:pt x="21835" y="11855"/>
                    <a:pt x="21952" y="11779"/>
                    <a:pt x="22070" y="11702"/>
                  </a:cubicBezTo>
                  <a:cubicBezTo>
                    <a:pt x="22077" y="11698"/>
                    <a:pt x="22083" y="11693"/>
                    <a:pt x="22089" y="11690"/>
                  </a:cubicBezTo>
                  <a:cubicBezTo>
                    <a:pt x="22200" y="11616"/>
                    <a:pt x="22309" y="11544"/>
                    <a:pt x="22417" y="11467"/>
                  </a:cubicBezTo>
                  <a:cubicBezTo>
                    <a:pt x="22425" y="11462"/>
                    <a:pt x="22431" y="11457"/>
                    <a:pt x="22438" y="11452"/>
                  </a:cubicBezTo>
                  <a:cubicBezTo>
                    <a:pt x="22546" y="11376"/>
                    <a:pt x="22651" y="11301"/>
                    <a:pt x="22755" y="11222"/>
                  </a:cubicBezTo>
                  <a:cubicBezTo>
                    <a:pt x="22764" y="11217"/>
                    <a:pt x="22771" y="11211"/>
                    <a:pt x="22779" y="11205"/>
                  </a:cubicBezTo>
                  <a:cubicBezTo>
                    <a:pt x="22882" y="11127"/>
                    <a:pt x="22986" y="11049"/>
                    <a:pt x="23088" y="10969"/>
                  </a:cubicBezTo>
                  <a:cubicBezTo>
                    <a:pt x="23095" y="10964"/>
                    <a:pt x="23101" y="10956"/>
                    <a:pt x="23108" y="10951"/>
                  </a:cubicBezTo>
                  <a:cubicBezTo>
                    <a:pt x="23211" y="10872"/>
                    <a:pt x="23312" y="10788"/>
                    <a:pt x="23413" y="10705"/>
                  </a:cubicBezTo>
                  <a:cubicBezTo>
                    <a:pt x="23419" y="10700"/>
                    <a:pt x="23426" y="10693"/>
                    <a:pt x="23434" y="10687"/>
                  </a:cubicBezTo>
                  <a:cubicBezTo>
                    <a:pt x="23533" y="10602"/>
                    <a:pt x="23632" y="10519"/>
                    <a:pt x="23730" y="10432"/>
                  </a:cubicBezTo>
                  <a:cubicBezTo>
                    <a:pt x="23737" y="10426"/>
                    <a:pt x="23742" y="10419"/>
                    <a:pt x="23748" y="10414"/>
                  </a:cubicBezTo>
                  <a:cubicBezTo>
                    <a:pt x="23847" y="10328"/>
                    <a:pt x="23942" y="10239"/>
                    <a:pt x="24038" y="10149"/>
                  </a:cubicBezTo>
                  <a:cubicBezTo>
                    <a:pt x="24044" y="10144"/>
                    <a:pt x="24050" y="10139"/>
                    <a:pt x="24055" y="10132"/>
                  </a:cubicBezTo>
                  <a:cubicBezTo>
                    <a:pt x="24151" y="10042"/>
                    <a:pt x="24246" y="9951"/>
                    <a:pt x="24338" y="9858"/>
                  </a:cubicBezTo>
                  <a:lnTo>
                    <a:pt x="24354" y="9842"/>
                  </a:lnTo>
                  <a:cubicBezTo>
                    <a:pt x="24447" y="9748"/>
                    <a:pt x="24539" y="9654"/>
                    <a:pt x="24630" y="9558"/>
                  </a:cubicBezTo>
                  <a:cubicBezTo>
                    <a:pt x="24632" y="9552"/>
                    <a:pt x="24637" y="9544"/>
                    <a:pt x="24642" y="9540"/>
                  </a:cubicBezTo>
                  <a:cubicBezTo>
                    <a:pt x="24733" y="9444"/>
                    <a:pt x="24822" y="9347"/>
                    <a:pt x="24909" y="9249"/>
                  </a:cubicBezTo>
                  <a:cubicBezTo>
                    <a:pt x="24914" y="9244"/>
                    <a:pt x="24919" y="9236"/>
                    <a:pt x="24925" y="9231"/>
                  </a:cubicBezTo>
                  <a:cubicBezTo>
                    <a:pt x="25012" y="9133"/>
                    <a:pt x="25098" y="9034"/>
                    <a:pt x="25183" y="8934"/>
                  </a:cubicBezTo>
                  <a:cubicBezTo>
                    <a:pt x="25189" y="8927"/>
                    <a:pt x="25195" y="8921"/>
                    <a:pt x="25200" y="8913"/>
                  </a:cubicBezTo>
                  <a:cubicBezTo>
                    <a:pt x="25285" y="8814"/>
                    <a:pt x="25367" y="8713"/>
                    <a:pt x="25448" y="8610"/>
                  </a:cubicBezTo>
                  <a:cubicBezTo>
                    <a:pt x="25454" y="8602"/>
                    <a:pt x="25460" y="8596"/>
                    <a:pt x="25465" y="8589"/>
                  </a:cubicBezTo>
                  <a:cubicBezTo>
                    <a:pt x="25546" y="8486"/>
                    <a:pt x="25624" y="8384"/>
                    <a:pt x="25702" y="8279"/>
                  </a:cubicBezTo>
                  <a:cubicBezTo>
                    <a:pt x="25709" y="8271"/>
                    <a:pt x="25714" y="8262"/>
                    <a:pt x="25721" y="8254"/>
                  </a:cubicBezTo>
                  <a:cubicBezTo>
                    <a:pt x="25797" y="8151"/>
                    <a:pt x="25873" y="8046"/>
                    <a:pt x="25947" y="7941"/>
                  </a:cubicBezTo>
                  <a:cubicBezTo>
                    <a:pt x="25953" y="7932"/>
                    <a:pt x="25960" y="7922"/>
                    <a:pt x="25966" y="7912"/>
                  </a:cubicBezTo>
                  <a:cubicBezTo>
                    <a:pt x="26039" y="7808"/>
                    <a:pt x="26110" y="7702"/>
                    <a:pt x="26182" y="7596"/>
                  </a:cubicBezTo>
                  <a:cubicBezTo>
                    <a:pt x="26190" y="7584"/>
                    <a:pt x="26196" y="7574"/>
                    <a:pt x="26204" y="7563"/>
                  </a:cubicBezTo>
                  <a:cubicBezTo>
                    <a:pt x="26273" y="7456"/>
                    <a:pt x="26341" y="7350"/>
                    <a:pt x="26407" y="7242"/>
                  </a:cubicBezTo>
                  <a:cubicBezTo>
                    <a:pt x="26408" y="7240"/>
                    <a:pt x="26411" y="7238"/>
                    <a:pt x="26412" y="7234"/>
                  </a:cubicBezTo>
                  <a:cubicBezTo>
                    <a:pt x="27556" y="5379"/>
                    <a:pt x="28288" y="3242"/>
                    <a:pt x="28477" y="952"/>
                  </a:cubicBezTo>
                  <a:lnTo>
                    <a:pt x="27958" y="790"/>
                  </a:lnTo>
                  <a:cubicBezTo>
                    <a:pt x="27732" y="727"/>
                    <a:pt x="27543" y="585"/>
                    <a:pt x="27429" y="400"/>
                  </a:cubicBezTo>
                  <a:lnTo>
                    <a:pt x="271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3367622" y="2929421"/>
              <a:ext cx="230649" cy="557279"/>
            </a:xfrm>
            <a:custGeom>
              <a:rect b="b" l="l" r="r" t="t"/>
              <a:pathLst>
                <a:path extrusionOk="0" h="6678" w="2764">
                  <a:moveTo>
                    <a:pt x="1" y="0"/>
                  </a:moveTo>
                  <a:lnTo>
                    <a:pt x="1" y="0"/>
                  </a:lnTo>
                  <a:cubicBezTo>
                    <a:pt x="209" y="2457"/>
                    <a:pt x="1037" y="4736"/>
                    <a:pt x="2334" y="6678"/>
                  </a:cubicBezTo>
                  <a:lnTo>
                    <a:pt x="2731" y="3061"/>
                  </a:lnTo>
                  <a:cubicBezTo>
                    <a:pt x="2764" y="2777"/>
                    <a:pt x="2661" y="2495"/>
                    <a:pt x="2455" y="229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A2AE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3367622" y="2929421"/>
              <a:ext cx="230649" cy="557279"/>
            </a:xfrm>
            <a:custGeom>
              <a:rect b="b" l="l" r="r" t="t"/>
              <a:pathLst>
                <a:path extrusionOk="0" h="6678" w="2764">
                  <a:moveTo>
                    <a:pt x="1" y="0"/>
                  </a:moveTo>
                  <a:lnTo>
                    <a:pt x="1" y="0"/>
                  </a:lnTo>
                  <a:cubicBezTo>
                    <a:pt x="209" y="2457"/>
                    <a:pt x="1037" y="4736"/>
                    <a:pt x="2334" y="6678"/>
                  </a:cubicBezTo>
                  <a:lnTo>
                    <a:pt x="2731" y="3061"/>
                  </a:lnTo>
                  <a:cubicBezTo>
                    <a:pt x="2764" y="2777"/>
                    <a:pt x="2661" y="2495"/>
                    <a:pt x="2455" y="229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80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3360029" y="2830786"/>
              <a:ext cx="2382927" cy="42893"/>
            </a:xfrm>
            <a:custGeom>
              <a:rect b="b" l="l" r="r" t="t"/>
              <a:pathLst>
                <a:path extrusionOk="0" h="514" w="28556">
                  <a:moveTo>
                    <a:pt x="1" y="1"/>
                  </a:moveTo>
                  <a:lnTo>
                    <a:pt x="1" y="513"/>
                  </a:lnTo>
                  <a:lnTo>
                    <a:pt x="28556" y="513"/>
                  </a:lnTo>
                  <a:lnTo>
                    <a:pt x="285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3363116" y="2847392"/>
              <a:ext cx="2204099" cy="1170386"/>
            </a:xfrm>
            <a:custGeom>
              <a:rect b="b" l="l" r="r" t="t"/>
              <a:pathLst>
                <a:path extrusionOk="0" h="14025" w="26413">
                  <a:moveTo>
                    <a:pt x="1" y="0"/>
                  </a:moveTo>
                  <a:cubicBezTo>
                    <a:pt x="129" y="7767"/>
                    <a:pt x="6463" y="14025"/>
                    <a:pt x="14262" y="14025"/>
                  </a:cubicBezTo>
                  <a:cubicBezTo>
                    <a:pt x="14405" y="14025"/>
                    <a:pt x="14548" y="14023"/>
                    <a:pt x="14692" y="14018"/>
                  </a:cubicBezTo>
                  <a:cubicBezTo>
                    <a:pt x="14733" y="14016"/>
                    <a:pt x="14773" y="14015"/>
                    <a:pt x="14812" y="14014"/>
                  </a:cubicBezTo>
                  <a:cubicBezTo>
                    <a:pt x="14923" y="14010"/>
                    <a:pt x="15034" y="14003"/>
                    <a:pt x="15144" y="13997"/>
                  </a:cubicBezTo>
                  <a:cubicBezTo>
                    <a:pt x="15180" y="13994"/>
                    <a:pt x="15215" y="13993"/>
                    <a:pt x="15251" y="13991"/>
                  </a:cubicBezTo>
                  <a:cubicBezTo>
                    <a:pt x="15392" y="13981"/>
                    <a:pt x="15533" y="13969"/>
                    <a:pt x="15672" y="13956"/>
                  </a:cubicBezTo>
                  <a:cubicBezTo>
                    <a:pt x="15696" y="13953"/>
                    <a:pt x="15720" y="13951"/>
                    <a:pt x="15743" y="13948"/>
                  </a:cubicBezTo>
                  <a:cubicBezTo>
                    <a:pt x="15861" y="13936"/>
                    <a:pt x="15979" y="13923"/>
                    <a:pt x="16096" y="13907"/>
                  </a:cubicBezTo>
                  <a:cubicBezTo>
                    <a:pt x="16136" y="13902"/>
                    <a:pt x="16175" y="13897"/>
                    <a:pt x="16214" y="13892"/>
                  </a:cubicBezTo>
                  <a:cubicBezTo>
                    <a:pt x="16332" y="13876"/>
                    <a:pt x="16451" y="13859"/>
                    <a:pt x="16567" y="13840"/>
                  </a:cubicBezTo>
                  <a:cubicBezTo>
                    <a:pt x="16590" y="13836"/>
                    <a:pt x="16611" y="13834"/>
                    <a:pt x="16633" y="13830"/>
                  </a:cubicBezTo>
                  <a:cubicBezTo>
                    <a:pt x="16772" y="13806"/>
                    <a:pt x="16910" y="13780"/>
                    <a:pt x="17047" y="13754"/>
                  </a:cubicBezTo>
                  <a:cubicBezTo>
                    <a:pt x="17077" y="13748"/>
                    <a:pt x="17104" y="13743"/>
                    <a:pt x="17134" y="13736"/>
                  </a:cubicBezTo>
                  <a:cubicBezTo>
                    <a:pt x="17247" y="13713"/>
                    <a:pt x="17358" y="13688"/>
                    <a:pt x="17470" y="13663"/>
                  </a:cubicBezTo>
                  <a:cubicBezTo>
                    <a:pt x="17501" y="13656"/>
                    <a:pt x="17534" y="13647"/>
                    <a:pt x="17567" y="13640"/>
                  </a:cubicBezTo>
                  <a:cubicBezTo>
                    <a:pt x="17841" y="13575"/>
                    <a:pt x="18112" y="13502"/>
                    <a:pt x="18381" y="13421"/>
                  </a:cubicBezTo>
                  <a:cubicBezTo>
                    <a:pt x="18409" y="13414"/>
                    <a:pt x="18436" y="13405"/>
                    <a:pt x="18463" y="13396"/>
                  </a:cubicBezTo>
                  <a:cubicBezTo>
                    <a:pt x="18578" y="13360"/>
                    <a:pt x="18693" y="13323"/>
                    <a:pt x="18808" y="13284"/>
                  </a:cubicBezTo>
                  <a:cubicBezTo>
                    <a:pt x="18828" y="13278"/>
                    <a:pt x="18849" y="13272"/>
                    <a:pt x="18869" y="13264"/>
                  </a:cubicBezTo>
                  <a:cubicBezTo>
                    <a:pt x="19006" y="13217"/>
                    <a:pt x="19142" y="13170"/>
                    <a:pt x="19278" y="13118"/>
                  </a:cubicBezTo>
                  <a:cubicBezTo>
                    <a:pt x="19281" y="13117"/>
                    <a:pt x="19283" y="13117"/>
                    <a:pt x="19284" y="13115"/>
                  </a:cubicBezTo>
                  <a:cubicBezTo>
                    <a:pt x="19414" y="13067"/>
                    <a:pt x="19543" y="13016"/>
                    <a:pt x="19670" y="12964"/>
                  </a:cubicBezTo>
                  <a:cubicBezTo>
                    <a:pt x="19691" y="12955"/>
                    <a:pt x="19712" y="12947"/>
                    <a:pt x="19733" y="12938"/>
                  </a:cubicBezTo>
                  <a:cubicBezTo>
                    <a:pt x="19999" y="12827"/>
                    <a:pt x="20263" y="12709"/>
                    <a:pt x="20520" y="12582"/>
                  </a:cubicBezTo>
                  <a:cubicBezTo>
                    <a:pt x="20526" y="12580"/>
                    <a:pt x="20532" y="12576"/>
                    <a:pt x="20539" y="12573"/>
                  </a:cubicBezTo>
                  <a:cubicBezTo>
                    <a:pt x="20663" y="12512"/>
                    <a:pt x="20786" y="12449"/>
                    <a:pt x="20908" y="12386"/>
                  </a:cubicBezTo>
                  <a:cubicBezTo>
                    <a:pt x="20919" y="12381"/>
                    <a:pt x="20930" y="12374"/>
                    <a:pt x="20940" y="12368"/>
                  </a:cubicBezTo>
                  <a:cubicBezTo>
                    <a:pt x="21199" y="12230"/>
                    <a:pt x="21453" y="12086"/>
                    <a:pt x="21702" y="11934"/>
                  </a:cubicBezTo>
                  <a:cubicBezTo>
                    <a:pt x="21707" y="11932"/>
                    <a:pt x="21711" y="11928"/>
                    <a:pt x="21716" y="11926"/>
                  </a:cubicBezTo>
                  <a:cubicBezTo>
                    <a:pt x="23625" y="10754"/>
                    <a:pt x="25237" y="9143"/>
                    <a:pt x="26412" y="7236"/>
                  </a:cubicBezTo>
                  <a:lnTo>
                    <a:pt x="26412" y="7236"/>
                  </a:lnTo>
                  <a:cubicBezTo>
                    <a:pt x="24240" y="8572"/>
                    <a:pt x="21681" y="9347"/>
                    <a:pt x="18940" y="9347"/>
                  </a:cubicBezTo>
                  <a:cubicBezTo>
                    <a:pt x="12791" y="9347"/>
                    <a:pt x="7550" y="5455"/>
                    <a:pt x="55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5482442" y="3110418"/>
              <a:ext cx="653144" cy="316693"/>
            </a:xfrm>
            <a:custGeom>
              <a:rect b="b" l="l" r="r" t="t"/>
              <a:pathLst>
                <a:path extrusionOk="0" h="3795" w="7827">
                  <a:moveTo>
                    <a:pt x="4098" y="1"/>
                  </a:moveTo>
                  <a:cubicBezTo>
                    <a:pt x="3534" y="1"/>
                    <a:pt x="3056" y="365"/>
                    <a:pt x="2884" y="870"/>
                  </a:cubicBezTo>
                  <a:cubicBezTo>
                    <a:pt x="2711" y="769"/>
                    <a:pt x="2510" y="711"/>
                    <a:pt x="2296" y="711"/>
                  </a:cubicBezTo>
                  <a:cubicBezTo>
                    <a:pt x="1670" y="711"/>
                    <a:pt x="1161" y="1206"/>
                    <a:pt x="1134" y="1826"/>
                  </a:cubicBezTo>
                  <a:cubicBezTo>
                    <a:pt x="1087" y="1820"/>
                    <a:pt x="1039" y="1815"/>
                    <a:pt x="991" y="1815"/>
                  </a:cubicBezTo>
                  <a:cubicBezTo>
                    <a:pt x="443" y="1815"/>
                    <a:pt x="0" y="2258"/>
                    <a:pt x="0" y="2804"/>
                  </a:cubicBezTo>
                  <a:cubicBezTo>
                    <a:pt x="0" y="3352"/>
                    <a:pt x="444" y="3795"/>
                    <a:pt x="991" y="3795"/>
                  </a:cubicBezTo>
                  <a:cubicBezTo>
                    <a:pt x="997" y="3795"/>
                    <a:pt x="1005" y="3793"/>
                    <a:pt x="1011" y="3793"/>
                  </a:cubicBezTo>
                  <a:lnTo>
                    <a:pt x="1011" y="3795"/>
                  </a:lnTo>
                  <a:lnTo>
                    <a:pt x="5590" y="3795"/>
                  </a:lnTo>
                  <a:lnTo>
                    <a:pt x="6998" y="3793"/>
                  </a:lnTo>
                  <a:cubicBezTo>
                    <a:pt x="7007" y="3793"/>
                    <a:pt x="7014" y="3791"/>
                    <a:pt x="7023" y="3791"/>
                  </a:cubicBezTo>
                  <a:cubicBezTo>
                    <a:pt x="7030" y="3791"/>
                    <a:pt x="7038" y="3793"/>
                    <a:pt x="7044" y="3793"/>
                  </a:cubicBezTo>
                  <a:cubicBezTo>
                    <a:pt x="7475" y="3793"/>
                    <a:pt x="7825" y="3444"/>
                    <a:pt x="7825" y="3013"/>
                  </a:cubicBezTo>
                  <a:cubicBezTo>
                    <a:pt x="7827" y="2580"/>
                    <a:pt x="7478" y="2231"/>
                    <a:pt x="7047" y="2231"/>
                  </a:cubicBezTo>
                  <a:cubicBezTo>
                    <a:pt x="6987" y="2231"/>
                    <a:pt x="6929" y="2239"/>
                    <a:pt x="6873" y="2252"/>
                  </a:cubicBezTo>
                  <a:cubicBezTo>
                    <a:pt x="6772" y="1615"/>
                    <a:pt x="6221" y="1127"/>
                    <a:pt x="5556" y="1127"/>
                  </a:cubicBezTo>
                  <a:cubicBezTo>
                    <a:pt x="5495" y="1127"/>
                    <a:pt x="5435" y="1132"/>
                    <a:pt x="5375" y="1141"/>
                  </a:cubicBezTo>
                  <a:cubicBezTo>
                    <a:pt x="5303" y="500"/>
                    <a:pt x="4760" y="1"/>
                    <a:pt x="4098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5278996" y="2598051"/>
              <a:ext cx="186839" cy="186845"/>
            </a:xfrm>
            <a:custGeom>
              <a:rect b="b" l="l" r="r" t="t"/>
              <a:pathLst>
                <a:path extrusionOk="0" h="2239" w="2239">
                  <a:moveTo>
                    <a:pt x="1120" y="0"/>
                  </a:moveTo>
                  <a:cubicBezTo>
                    <a:pt x="501" y="0"/>
                    <a:pt x="1" y="501"/>
                    <a:pt x="1" y="1119"/>
                  </a:cubicBezTo>
                  <a:cubicBezTo>
                    <a:pt x="1" y="1738"/>
                    <a:pt x="501" y="2238"/>
                    <a:pt x="1120" y="2238"/>
                  </a:cubicBezTo>
                  <a:cubicBezTo>
                    <a:pt x="1738" y="2238"/>
                    <a:pt x="2239" y="1738"/>
                    <a:pt x="2239" y="1119"/>
                  </a:cubicBezTo>
                  <a:cubicBezTo>
                    <a:pt x="2239" y="501"/>
                    <a:pt x="1738" y="0"/>
                    <a:pt x="11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5294017" y="2488485"/>
              <a:ext cx="156881" cy="157053"/>
            </a:xfrm>
            <a:custGeom>
              <a:rect b="b" l="l" r="r" t="t"/>
              <a:pathLst>
                <a:path extrusionOk="0" h="1882" w="1880">
                  <a:moveTo>
                    <a:pt x="940" y="1"/>
                  </a:moveTo>
                  <a:cubicBezTo>
                    <a:pt x="421" y="1"/>
                    <a:pt x="0" y="422"/>
                    <a:pt x="0" y="941"/>
                  </a:cubicBezTo>
                  <a:cubicBezTo>
                    <a:pt x="0" y="1460"/>
                    <a:pt x="421" y="1881"/>
                    <a:pt x="940" y="1881"/>
                  </a:cubicBezTo>
                  <a:cubicBezTo>
                    <a:pt x="1459" y="1881"/>
                    <a:pt x="1880" y="1460"/>
                    <a:pt x="1880" y="941"/>
                  </a:cubicBezTo>
                  <a:cubicBezTo>
                    <a:pt x="1880" y="422"/>
                    <a:pt x="1459" y="1"/>
                    <a:pt x="9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5363111" y="2728563"/>
              <a:ext cx="18609" cy="112491"/>
            </a:xfrm>
            <a:custGeom>
              <a:rect b="b" l="l" r="r" t="t"/>
              <a:pathLst>
                <a:path extrusionOk="0" h="1348" w="223">
                  <a:moveTo>
                    <a:pt x="112" y="1"/>
                  </a:moveTo>
                  <a:cubicBezTo>
                    <a:pt x="51" y="1"/>
                    <a:pt x="1" y="50"/>
                    <a:pt x="1" y="111"/>
                  </a:cubicBezTo>
                  <a:lnTo>
                    <a:pt x="1" y="1236"/>
                  </a:lnTo>
                  <a:cubicBezTo>
                    <a:pt x="1" y="1297"/>
                    <a:pt x="51" y="1347"/>
                    <a:pt x="112" y="1347"/>
                  </a:cubicBezTo>
                  <a:cubicBezTo>
                    <a:pt x="174" y="1347"/>
                    <a:pt x="223" y="1297"/>
                    <a:pt x="223" y="1236"/>
                  </a:cubicBezTo>
                  <a:lnTo>
                    <a:pt x="223" y="111"/>
                  </a:lnTo>
                  <a:cubicBezTo>
                    <a:pt x="223" y="50"/>
                    <a:pt x="174" y="1"/>
                    <a:pt x="1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5478520" y="2598051"/>
              <a:ext cx="186839" cy="186845"/>
            </a:xfrm>
            <a:custGeom>
              <a:rect b="b" l="l" r="r" t="t"/>
              <a:pathLst>
                <a:path extrusionOk="0" h="2239" w="2239">
                  <a:moveTo>
                    <a:pt x="1120" y="0"/>
                  </a:moveTo>
                  <a:cubicBezTo>
                    <a:pt x="502" y="0"/>
                    <a:pt x="0" y="501"/>
                    <a:pt x="0" y="1119"/>
                  </a:cubicBezTo>
                  <a:cubicBezTo>
                    <a:pt x="0" y="1738"/>
                    <a:pt x="502" y="2238"/>
                    <a:pt x="1120" y="2238"/>
                  </a:cubicBezTo>
                  <a:cubicBezTo>
                    <a:pt x="1738" y="2238"/>
                    <a:pt x="2239" y="1738"/>
                    <a:pt x="2239" y="1119"/>
                  </a:cubicBezTo>
                  <a:cubicBezTo>
                    <a:pt x="2239" y="501"/>
                    <a:pt x="1738" y="0"/>
                    <a:pt x="1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5482609" y="2488735"/>
              <a:ext cx="177743" cy="157053"/>
            </a:xfrm>
            <a:custGeom>
              <a:rect b="b" l="l" r="r" t="t"/>
              <a:pathLst>
                <a:path extrusionOk="0" h="1882" w="2130">
                  <a:moveTo>
                    <a:pt x="1064" y="1"/>
                  </a:moveTo>
                  <a:cubicBezTo>
                    <a:pt x="951" y="1"/>
                    <a:pt x="836" y="22"/>
                    <a:pt x="724" y="65"/>
                  </a:cubicBezTo>
                  <a:cubicBezTo>
                    <a:pt x="240" y="253"/>
                    <a:pt x="0" y="799"/>
                    <a:pt x="189" y="1283"/>
                  </a:cubicBezTo>
                  <a:cubicBezTo>
                    <a:pt x="333" y="1654"/>
                    <a:pt x="689" y="1881"/>
                    <a:pt x="1065" y="1881"/>
                  </a:cubicBezTo>
                  <a:cubicBezTo>
                    <a:pt x="1179" y="1881"/>
                    <a:pt x="1294" y="1861"/>
                    <a:pt x="1406" y="1817"/>
                  </a:cubicBezTo>
                  <a:cubicBezTo>
                    <a:pt x="1890" y="1629"/>
                    <a:pt x="2130" y="1084"/>
                    <a:pt x="1940" y="600"/>
                  </a:cubicBezTo>
                  <a:cubicBezTo>
                    <a:pt x="1796" y="228"/>
                    <a:pt x="1441" y="1"/>
                    <a:pt x="10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5562552" y="2728563"/>
              <a:ext cx="18859" cy="112491"/>
            </a:xfrm>
            <a:custGeom>
              <a:rect b="b" l="l" r="r" t="t"/>
              <a:pathLst>
                <a:path extrusionOk="0" h="1348" w="226">
                  <a:moveTo>
                    <a:pt x="113" y="1"/>
                  </a:moveTo>
                  <a:cubicBezTo>
                    <a:pt x="51" y="1"/>
                    <a:pt x="1" y="50"/>
                    <a:pt x="1" y="111"/>
                  </a:cubicBezTo>
                  <a:lnTo>
                    <a:pt x="1" y="1236"/>
                  </a:lnTo>
                  <a:cubicBezTo>
                    <a:pt x="1" y="1297"/>
                    <a:pt x="51" y="1347"/>
                    <a:pt x="113" y="1347"/>
                  </a:cubicBezTo>
                  <a:cubicBezTo>
                    <a:pt x="175" y="1347"/>
                    <a:pt x="225" y="1297"/>
                    <a:pt x="224" y="1236"/>
                  </a:cubicBezTo>
                  <a:lnTo>
                    <a:pt x="224" y="111"/>
                  </a:lnTo>
                  <a:cubicBezTo>
                    <a:pt x="224" y="50"/>
                    <a:pt x="174" y="1"/>
                    <a:pt x="1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4959140" y="2600805"/>
              <a:ext cx="186839" cy="186845"/>
            </a:xfrm>
            <a:custGeom>
              <a:rect b="b" l="l" r="r" t="t"/>
              <a:pathLst>
                <a:path extrusionOk="0" h="2239" w="2239">
                  <a:moveTo>
                    <a:pt x="1119" y="0"/>
                  </a:moveTo>
                  <a:cubicBezTo>
                    <a:pt x="501" y="0"/>
                    <a:pt x="0" y="502"/>
                    <a:pt x="0" y="1120"/>
                  </a:cubicBezTo>
                  <a:cubicBezTo>
                    <a:pt x="0" y="1738"/>
                    <a:pt x="501" y="2239"/>
                    <a:pt x="1119" y="2239"/>
                  </a:cubicBezTo>
                  <a:cubicBezTo>
                    <a:pt x="1737" y="2239"/>
                    <a:pt x="2239" y="1738"/>
                    <a:pt x="2239" y="1120"/>
                  </a:cubicBezTo>
                  <a:cubicBezTo>
                    <a:pt x="2239" y="502"/>
                    <a:pt x="1737" y="0"/>
                    <a:pt x="11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4974077" y="2491322"/>
              <a:ext cx="156965" cy="156969"/>
            </a:xfrm>
            <a:custGeom>
              <a:rect b="b" l="l" r="r" t="t"/>
              <a:pathLst>
                <a:path extrusionOk="0" h="1881" w="1881">
                  <a:moveTo>
                    <a:pt x="940" y="0"/>
                  </a:moveTo>
                  <a:cubicBezTo>
                    <a:pt x="422" y="0"/>
                    <a:pt x="0" y="421"/>
                    <a:pt x="0" y="940"/>
                  </a:cubicBezTo>
                  <a:cubicBezTo>
                    <a:pt x="0" y="1460"/>
                    <a:pt x="422" y="1880"/>
                    <a:pt x="940" y="1880"/>
                  </a:cubicBezTo>
                  <a:cubicBezTo>
                    <a:pt x="1460" y="1880"/>
                    <a:pt x="1881" y="1460"/>
                    <a:pt x="1881" y="940"/>
                  </a:cubicBezTo>
                  <a:cubicBezTo>
                    <a:pt x="1881" y="421"/>
                    <a:pt x="1460" y="0"/>
                    <a:pt x="9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5043172" y="2731400"/>
              <a:ext cx="18692" cy="112574"/>
            </a:xfrm>
            <a:custGeom>
              <a:rect b="b" l="l" r="r" t="t"/>
              <a:pathLst>
                <a:path extrusionOk="0" h="1349" w="224">
                  <a:moveTo>
                    <a:pt x="112" y="1"/>
                  </a:moveTo>
                  <a:cubicBezTo>
                    <a:pt x="51" y="1"/>
                    <a:pt x="1" y="51"/>
                    <a:pt x="1" y="112"/>
                  </a:cubicBezTo>
                  <a:lnTo>
                    <a:pt x="1" y="1237"/>
                  </a:lnTo>
                  <a:cubicBezTo>
                    <a:pt x="1" y="1298"/>
                    <a:pt x="51" y="1348"/>
                    <a:pt x="112" y="1348"/>
                  </a:cubicBezTo>
                  <a:cubicBezTo>
                    <a:pt x="174" y="1348"/>
                    <a:pt x="224" y="1298"/>
                    <a:pt x="224" y="1237"/>
                  </a:cubicBezTo>
                  <a:lnTo>
                    <a:pt x="224" y="112"/>
                  </a:lnTo>
                  <a:cubicBezTo>
                    <a:pt x="224" y="51"/>
                    <a:pt x="174" y="1"/>
                    <a:pt x="1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4472982" y="1495761"/>
              <a:ext cx="449865" cy="451882"/>
            </a:xfrm>
            <a:custGeom>
              <a:rect b="b" l="l" r="r" t="t"/>
              <a:pathLst>
                <a:path extrusionOk="0" h="5415" w="5391">
                  <a:moveTo>
                    <a:pt x="2187" y="1"/>
                  </a:moveTo>
                  <a:cubicBezTo>
                    <a:pt x="1513" y="1"/>
                    <a:pt x="966" y="546"/>
                    <a:pt x="966" y="1220"/>
                  </a:cubicBezTo>
                  <a:cubicBezTo>
                    <a:pt x="966" y="1515"/>
                    <a:pt x="1072" y="1785"/>
                    <a:pt x="1245" y="1997"/>
                  </a:cubicBezTo>
                  <a:cubicBezTo>
                    <a:pt x="1205" y="1989"/>
                    <a:pt x="1164" y="1984"/>
                    <a:pt x="1120" y="1984"/>
                  </a:cubicBezTo>
                  <a:cubicBezTo>
                    <a:pt x="760" y="1984"/>
                    <a:pt x="469" y="2275"/>
                    <a:pt x="469" y="2634"/>
                  </a:cubicBezTo>
                  <a:cubicBezTo>
                    <a:pt x="469" y="2721"/>
                    <a:pt x="486" y="2805"/>
                    <a:pt x="517" y="2880"/>
                  </a:cubicBezTo>
                  <a:cubicBezTo>
                    <a:pt x="222" y="2946"/>
                    <a:pt x="0" y="3207"/>
                    <a:pt x="0" y="3523"/>
                  </a:cubicBezTo>
                  <a:cubicBezTo>
                    <a:pt x="0" y="3722"/>
                    <a:pt x="89" y="3900"/>
                    <a:pt x="229" y="4020"/>
                  </a:cubicBezTo>
                  <a:cubicBezTo>
                    <a:pt x="130" y="4163"/>
                    <a:pt x="71" y="4337"/>
                    <a:pt x="71" y="4525"/>
                  </a:cubicBezTo>
                  <a:cubicBezTo>
                    <a:pt x="71" y="5016"/>
                    <a:pt x="469" y="5414"/>
                    <a:pt x="960" y="5414"/>
                  </a:cubicBezTo>
                  <a:cubicBezTo>
                    <a:pt x="1414" y="5414"/>
                    <a:pt x="1788" y="5074"/>
                    <a:pt x="1841" y="4635"/>
                  </a:cubicBezTo>
                  <a:cubicBezTo>
                    <a:pt x="1941" y="4698"/>
                    <a:pt x="2060" y="4735"/>
                    <a:pt x="2187" y="4735"/>
                  </a:cubicBezTo>
                  <a:cubicBezTo>
                    <a:pt x="2458" y="4735"/>
                    <a:pt x="2690" y="4568"/>
                    <a:pt x="2787" y="4332"/>
                  </a:cubicBezTo>
                  <a:cubicBezTo>
                    <a:pt x="2997" y="4502"/>
                    <a:pt x="3264" y="4606"/>
                    <a:pt x="3556" y="4606"/>
                  </a:cubicBezTo>
                  <a:cubicBezTo>
                    <a:pt x="4230" y="4606"/>
                    <a:pt x="4777" y="4060"/>
                    <a:pt x="4777" y="3385"/>
                  </a:cubicBezTo>
                  <a:cubicBezTo>
                    <a:pt x="4777" y="3351"/>
                    <a:pt x="4773" y="3317"/>
                    <a:pt x="4771" y="3283"/>
                  </a:cubicBezTo>
                  <a:cubicBezTo>
                    <a:pt x="5116" y="3270"/>
                    <a:pt x="5390" y="2985"/>
                    <a:pt x="5390" y="2636"/>
                  </a:cubicBezTo>
                  <a:cubicBezTo>
                    <a:pt x="5390" y="2294"/>
                    <a:pt x="5125" y="2013"/>
                    <a:pt x="4789" y="1988"/>
                  </a:cubicBezTo>
                  <a:cubicBezTo>
                    <a:pt x="4905" y="1835"/>
                    <a:pt x="4976" y="1646"/>
                    <a:pt x="4976" y="1440"/>
                  </a:cubicBezTo>
                  <a:cubicBezTo>
                    <a:pt x="4976" y="943"/>
                    <a:pt x="4573" y="539"/>
                    <a:pt x="4075" y="539"/>
                  </a:cubicBezTo>
                  <a:cubicBezTo>
                    <a:pt x="3784" y="539"/>
                    <a:pt x="3525" y="677"/>
                    <a:pt x="3360" y="891"/>
                  </a:cubicBezTo>
                  <a:cubicBezTo>
                    <a:pt x="3216" y="377"/>
                    <a:pt x="2745" y="1"/>
                    <a:pt x="2187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4052479" y="1981291"/>
              <a:ext cx="293485" cy="251852"/>
            </a:xfrm>
            <a:custGeom>
              <a:rect b="b" l="l" r="r" t="t"/>
              <a:pathLst>
                <a:path extrusionOk="0" h="3018" w="3517">
                  <a:moveTo>
                    <a:pt x="294" y="1"/>
                  </a:moveTo>
                  <a:lnTo>
                    <a:pt x="294" y="1"/>
                  </a:lnTo>
                  <a:cubicBezTo>
                    <a:pt x="1" y="2687"/>
                    <a:pt x="1340" y="3018"/>
                    <a:pt x="2018" y="3018"/>
                  </a:cubicBezTo>
                  <a:cubicBezTo>
                    <a:pt x="2240" y="3018"/>
                    <a:pt x="2391" y="2983"/>
                    <a:pt x="2391" y="2983"/>
                  </a:cubicBezTo>
                  <a:cubicBezTo>
                    <a:pt x="3517" y="558"/>
                    <a:pt x="294" y="1"/>
                    <a:pt x="294" y="1"/>
                  </a:cubicBezTo>
                  <a:close/>
                </a:path>
              </a:pathLst>
            </a:custGeom>
            <a:solidFill>
              <a:srgbClr val="D0E1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4075594" y="1981208"/>
              <a:ext cx="188675" cy="262867"/>
            </a:xfrm>
            <a:custGeom>
              <a:rect b="b" l="l" r="r" t="t"/>
              <a:pathLst>
                <a:path extrusionOk="0" h="3150" w="2261">
                  <a:moveTo>
                    <a:pt x="16" y="1"/>
                  </a:moveTo>
                  <a:lnTo>
                    <a:pt x="0" y="165"/>
                  </a:lnTo>
                  <a:lnTo>
                    <a:pt x="321" y="620"/>
                  </a:lnTo>
                  <a:lnTo>
                    <a:pt x="135" y="605"/>
                  </a:lnTo>
                  <a:cubicBezTo>
                    <a:pt x="133" y="604"/>
                    <a:pt x="130" y="604"/>
                    <a:pt x="128" y="604"/>
                  </a:cubicBezTo>
                  <a:cubicBezTo>
                    <a:pt x="79" y="604"/>
                    <a:pt x="38" y="642"/>
                    <a:pt x="33" y="691"/>
                  </a:cubicBezTo>
                  <a:cubicBezTo>
                    <a:pt x="30" y="743"/>
                    <a:pt x="68" y="788"/>
                    <a:pt x="119" y="793"/>
                  </a:cubicBezTo>
                  <a:lnTo>
                    <a:pt x="462" y="823"/>
                  </a:lnTo>
                  <a:lnTo>
                    <a:pt x="716" y="1184"/>
                  </a:lnTo>
                  <a:lnTo>
                    <a:pt x="716" y="1184"/>
                  </a:lnTo>
                  <a:lnTo>
                    <a:pt x="371" y="1155"/>
                  </a:lnTo>
                  <a:cubicBezTo>
                    <a:pt x="368" y="1155"/>
                    <a:pt x="365" y="1155"/>
                    <a:pt x="363" y="1155"/>
                  </a:cubicBezTo>
                  <a:cubicBezTo>
                    <a:pt x="314" y="1155"/>
                    <a:pt x="273" y="1191"/>
                    <a:pt x="268" y="1240"/>
                  </a:cubicBezTo>
                  <a:cubicBezTo>
                    <a:pt x="265" y="1293"/>
                    <a:pt x="303" y="1337"/>
                    <a:pt x="354" y="1342"/>
                  </a:cubicBezTo>
                  <a:lnTo>
                    <a:pt x="857" y="1385"/>
                  </a:lnTo>
                  <a:lnTo>
                    <a:pt x="1111" y="1746"/>
                  </a:lnTo>
                  <a:lnTo>
                    <a:pt x="594" y="1703"/>
                  </a:lnTo>
                  <a:cubicBezTo>
                    <a:pt x="591" y="1703"/>
                    <a:pt x="589" y="1703"/>
                    <a:pt x="586" y="1703"/>
                  </a:cubicBezTo>
                  <a:cubicBezTo>
                    <a:pt x="537" y="1703"/>
                    <a:pt x="496" y="1741"/>
                    <a:pt x="491" y="1789"/>
                  </a:cubicBezTo>
                  <a:cubicBezTo>
                    <a:pt x="487" y="1842"/>
                    <a:pt x="526" y="1887"/>
                    <a:pt x="577" y="1892"/>
                  </a:cubicBezTo>
                  <a:lnTo>
                    <a:pt x="1253" y="1948"/>
                  </a:lnTo>
                  <a:lnTo>
                    <a:pt x="1506" y="2309"/>
                  </a:lnTo>
                  <a:lnTo>
                    <a:pt x="1506" y="2309"/>
                  </a:lnTo>
                  <a:lnTo>
                    <a:pt x="792" y="2250"/>
                  </a:lnTo>
                  <a:cubicBezTo>
                    <a:pt x="789" y="2250"/>
                    <a:pt x="787" y="2250"/>
                    <a:pt x="784" y="2250"/>
                  </a:cubicBezTo>
                  <a:cubicBezTo>
                    <a:pt x="735" y="2250"/>
                    <a:pt x="695" y="2286"/>
                    <a:pt x="690" y="2335"/>
                  </a:cubicBezTo>
                  <a:cubicBezTo>
                    <a:pt x="686" y="2388"/>
                    <a:pt x="724" y="2432"/>
                    <a:pt x="775" y="2437"/>
                  </a:cubicBezTo>
                  <a:lnTo>
                    <a:pt x="1647" y="2511"/>
                  </a:lnTo>
                  <a:lnTo>
                    <a:pt x="2069" y="3110"/>
                  </a:lnTo>
                  <a:cubicBezTo>
                    <a:pt x="2087" y="3136"/>
                    <a:pt x="2117" y="3150"/>
                    <a:pt x="2146" y="3150"/>
                  </a:cubicBezTo>
                  <a:cubicBezTo>
                    <a:pt x="2165" y="3150"/>
                    <a:pt x="2184" y="3144"/>
                    <a:pt x="2201" y="3133"/>
                  </a:cubicBezTo>
                  <a:cubicBezTo>
                    <a:pt x="2250" y="3105"/>
                    <a:pt x="2260" y="3046"/>
                    <a:pt x="2230" y="3004"/>
                  </a:cubicBezTo>
                  <a:lnTo>
                    <a:pt x="1807" y="2404"/>
                  </a:lnTo>
                  <a:lnTo>
                    <a:pt x="2022" y="1581"/>
                  </a:lnTo>
                  <a:cubicBezTo>
                    <a:pt x="2035" y="1531"/>
                    <a:pt x="2006" y="1478"/>
                    <a:pt x="1954" y="1465"/>
                  </a:cubicBezTo>
                  <a:cubicBezTo>
                    <a:pt x="1947" y="1463"/>
                    <a:pt x="1939" y="1462"/>
                    <a:pt x="1932" y="1462"/>
                  </a:cubicBezTo>
                  <a:cubicBezTo>
                    <a:pt x="1889" y="1462"/>
                    <a:pt x="1850" y="1490"/>
                    <a:pt x="1839" y="1534"/>
                  </a:cubicBezTo>
                  <a:lnTo>
                    <a:pt x="1664" y="2202"/>
                  </a:lnTo>
                  <a:lnTo>
                    <a:pt x="1409" y="1841"/>
                  </a:lnTo>
                  <a:lnTo>
                    <a:pt x="1586" y="1165"/>
                  </a:lnTo>
                  <a:cubicBezTo>
                    <a:pt x="1598" y="1115"/>
                    <a:pt x="1570" y="1063"/>
                    <a:pt x="1519" y="1050"/>
                  </a:cubicBezTo>
                  <a:cubicBezTo>
                    <a:pt x="1511" y="1048"/>
                    <a:pt x="1503" y="1047"/>
                    <a:pt x="1495" y="1047"/>
                  </a:cubicBezTo>
                  <a:cubicBezTo>
                    <a:pt x="1453" y="1047"/>
                    <a:pt x="1414" y="1074"/>
                    <a:pt x="1403" y="1117"/>
                  </a:cubicBezTo>
                  <a:lnTo>
                    <a:pt x="1268" y="1638"/>
                  </a:lnTo>
                  <a:lnTo>
                    <a:pt x="1013" y="1276"/>
                  </a:lnTo>
                  <a:lnTo>
                    <a:pt x="1155" y="734"/>
                  </a:lnTo>
                  <a:cubicBezTo>
                    <a:pt x="1168" y="684"/>
                    <a:pt x="1138" y="631"/>
                    <a:pt x="1087" y="619"/>
                  </a:cubicBezTo>
                  <a:cubicBezTo>
                    <a:pt x="1079" y="617"/>
                    <a:pt x="1071" y="616"/>
                    <a:pt x="1063" y="616"/>
                  </a:cubicBezTo>
                  <a:cubicBezTo>
                    <a:pt x="1022" y="616"/>
                    <a:pt x="982" y="644"/>
                    <a:pt x="972" y="686"/>
                  </a:cubicBezTo>
                  <a:lnTo>
                    <a:pt x="871" y="1074"/>
                  </a:lnTo>
                  <a:lnTo>
                    <a:pt x="616" y="712"/>
                  </a:lnTo>
                  <a:lnTo>
                    <a:pt x="703" y="381"/>
                  </a:lnTo>
                  <a:cubicBezTo>
                    <a:pt x="716" y="331"/>
                    <a:pt x="687" y="278"/>
                    <a:pt x="636" y="266"/>
                  </a:cubicBezTo>
                  <a:cubicBezTo>
                    <a:pt x="627" y="264"/>
                    <a:pt x="619" y="263"/>
                    <a:pt x="611" y="263"/>
                  </a:cubicBezTo>
                  <a:cubicBezTo>
                    <a:pt x="570" y="263"/>
                    <a:pt x="531" y="291"/>
                    <a:pt x="521" y="333"/>
                  </a:cubicBezTo>
                  <a:lnTo>
                    <a:pt x="475" y="510"/>
                  </a:lnTo>
                  <a:lnTo>
                    <a:pt x="133" y="25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4108973" y="1867219"/>
              <a:ext cx="482827" cy="364593"/>
            </a:xfrm>
            <a:custGeom>
              <a:rect b="b" l="l" r="r" t="t"/>
              <a:pathLst>
                <a:path extrusionOk="0" h="4369" w="5786">
                  <a:moveTo>
                    <a:pt x="4057" y="1"/>
                  </a:moveTo>
                  <a:lnTo>
                    <a:pt x="4057" y="1"/>
                  </a:lnTo>
                  <a:cubicBezTo>
                    <a:pt x="0" y="2153"/>
                    <a:pt x="2406" y="4369"/>
                    <a:pt x="2406" y="4369"/>
                  </a:cubicBezTo>
                  <a:cubicBezTo>
                    <a:pt x="5785" y="3816"/>
                    <a:pt x="4057" y="1"/>
                    <a:pt x="40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4274784" y="1867302"/>
              <a:ext cx="188424" cy="382702"/>
            </a:xfrm>
            <a:custGeom>
              <a:rect b="b" l="l" r="r" t="t"/>
              <a:pathLst>
                <a:path extrusionOk="0" h="4586" w="2258">
                  <a:moveTo>
                    <a:pt x="2069" y="1"/>
                  </a:moveTo>
                  <a:lnTo>
                    <a:pt x="1885" y="102"/>
                  </a:lnTo>
                  <a:lnTo>
                    <a:pt x="1633" y="770"/>
                  </a:lnTo>
                  <a:lnTo>
                    <a:pt x="1517" y="563"/>
                  </a:lnTo>
                  <a:cubicBezTo>
                    <a:pt x="1494" y="524"/>
                    <a:pt x="1453" y="502"/>
                    <a:pt x="1410" y="502"/>
                  </a:cubicBezTo>
                  <a:cubicBezTo>
                    <a:pt x="1391" y="502"/>
                    <a:pt x="1370" y="507"/>
                    <a:pt x="1352" y="517"/>
                  </a:cubicBezTo>
                  <a:cubicBezTo>
                    <a:pt x="1294" y="550"/>
                    <a:pt x="1272" y="623"/>
                    <a:pt x="1305" y="681"/>
                  </a:cubicBezTo>
                  <a:lnTo>
                    <a:pt x="1522" y="1065"/>
                  </a:lnTo>
                  <a:lnTo>
                    <a:pt x="1320" y="1596"/>
                  </a:lnTo>
                  <a:lnTo>
                    <a:pt x="1103" y="1209"/>
                  </a:lnTo>
                  <a:cubicBezTo>
                    <a:pt x="1080" y="1170"/>
                    <a:pt x="1039" y="1148"/>
                    <a:pt x="997" y="1148"/>
                  </a:cubicBezTo>
                  <a:cubicBezTo>
                    <a:pt x="977" y="1148"/>
                    <a:pt x="957" y="1153"/>
                    <a:pt x="939" y="1163"/>
                  </a:cubicBezTo>
                  <a:cubicBezTo>
                    <a:pt x="880" y="1197"/>
                    <a:pt x="859" y="1270"/>
                    <a:pt x="892" y="1329"/>
                  </a:cubicBezTo>
                  <a:lnTo>
                    <a:pt x="1208" y="1892"/>
                  </a:lnTo>
                  <a:lnTo>
                    <a:pt x="1007" y="2422"/>
                  </a:lnTo>
                  <a:lnTo>
                    <a:pt x="681" y="1842"/>
                  </a:lnTo>
                  <a:cubicBezTo>
                    <a:pt x="658" y="1803"/>
                    <a:pt x="618" y="1781"/>
                    <a:pt x="575" y="1781"/>
                  </a:cubicBezTo>
                  <a:cubicBezTo>
                    <a:pt x="555" y="1781"/>
                    <a:pt x="535" y="1786"/>
                    <a:pt x="516" y="1796"/>
                  </a:cubicBezTo>
                  <a:cubicBezTo>
                    <a:pt x="459" y="1828"/>
                    <a:pt x="437" y="1902"/>
                    <a:pt x="470" y="1960"/>
                  </a:cubicBezTo>
                  <a:lnTo>
                    <a:pt x="896" y="2718"/>
                  </a:lnTo>
                  <a:lnTo>
                    <a:pt x="695" y="3249"/>
                  </a:lnTo>
                  <a:lnTo>
                    <a:pt x="245" y="2447"/>
                  </a:lnTo>
                  <a:cubicBezTo>
                    <a:pt x="222" y="2408"/>
                    <a:pt x="181" y="2386"/>
                    <a:pt x="139" y="2386"/>
                  </a:cubicBezTo>
                  <a:cubicBezTo>
                    <a:pt x="119" y="2386"/>
                    <a:pt x="99" y="2391"/>
                    <a:pt x="80" y="2401"/>
                  </a:cubicBezTo>
                  <a:cubicBezTo>
                    <a:pt x="23" y="2435"/>
                    <a:pt x="0" y="2508"/>
                    <a:pt x="34" y="2567"/>
                  </a:cubicBezTo>
                  <a:lnTo>
                    <a:pt x="583" y="3544"/>
                  </a:lnTo>
                  <a:lnTo>
                    <a:pt x="253" y="4421"/>
                  </a:lnTo>
                  <a:cubicBezTo>
                    <a:pt x="229" y="4484"/>
                    <a:pt x="260" y="4553"/>
                    <a:pt x="323" y="4578"/>
                  </a:cubicBezTo>
                  <a:cubicBezTo>
                    <a:pt x="337" y="4583"/>
                    <a:pt x="351" y="4585"/>
                    <a:pt x="365" y="4585"/>
                  </a:cubicBezTo>
                  <a:cubicBezTo>
                    <a:pt x="414" y="4585"/>
                    <a:pt x="460" y="4556"/>
                    <a:pt x="479" y="4507"/>
                  </a:cubicBezTo>
                  <a:lnTo>
                    <a:pt x="812" y="3628"/>
                  </a:lnTo>
                  <a:lnTo>
                    <a:pt x="1840" y="3264"/>
                  </a:lnTo>
                  <a:cubicBezTo>
                    <a:pt x="1902" y="3242"/>
                    <a:pt x="1936" y="3173"/>
                    <a:pt x="1913" y="3110"/>
                  </a:cubicBezTo>
                  <a:cubicBezTo>
                    <a:pt x="1896" y="3062"/>
                    <a:pt x="1849" y="3030"/>
                    <a:pt x="1800" y="3030"/>
                  </a:cubicBezTo>
                  <a:cubicBezTo>
                    <a:pt x="1786" y="3030"/>
                    <a:pt x="1772" y="3033"/>
                    <a:pt x="1758" y="3038"/>
                  </a:cubicBezTo>
                  <a:lnTo>
                    <a:pt x="923" y="3332"/>
                  </a:lnTo>
                  <a:lnTo>
                    <a:pt x="1124" y="2803"/>
                  </a:lnTo>
                  <a:lnTo>
                    <a:pt x="1965" y="2506"/>
                  </a:lnTo>
                  <a:cubicBezTo>
                    <a:pt x="2028" y="2483"/>
                    <a:pt x="2061" y="2415"/>
                    <a:pt x="2038" y="2352"/>
                  </a:cubicBezTo>
                  <a:cubicBezTo>
                    <a:pt x="2021" y="2302"/>
                    <a:pt x="1975" y="2271"/>
                    <a:pt x="1924" y="2271"/>
                  </a:cubicBezTo>
                  <a:cubicBezTo>
                    <a:pt x="1911" y="2271"/>
                    <a:pt x="1897" y="2274"/>
                    <a:pt x="1883" y="2279"/>
                  </a:cubicBezTo>
                  <a:lnTo>
                    <a:pt x="1233" y="2509"/>
                  </a:lnTo>
                  <a:lnTo>
                    <a:pt x="1435" y="1980"/>
                  </a:lnTo>
                  <a:lnTo>
                    <a:pt x="2110" y="1740"/>
                  </a:lnTo>
                  <a:cubicBezTo>
                    <a:pt x="2172" y="1719"/>
                    <a:pt x="2205" y="1649"/>
                    <a:pt x="2183" y="1586"/>
                  </a:cubicBezTo>
                  <a:cubicBezTo>
                    <a:pt x="2166" y="1536"/>
                    <a:pt x="2118" y="1505"/>
                    <a:pt x="2067" y="1505"/>
                  </a:cubicBezTo>
                  <a:cubicBezTo>
                    <a:pt x="2054" y="1505"/>
                    <a:pt x="2041" y="1507"/>
                    <a:pt x="2028" y="1511"/>
                  </a:cubicBezTo>
                  <a:lnTo>
                    <a:pt x="1544" y="1683"/>
                  </a:lnTo>
                  <a:lnTo>
                    <a:pt x="1746" y="1153"/>
                  </a:lnTo>
                  <a:lnTo>
                    <a:pt x="2161" y="1003"/>
                  </a:lnTo>
                  <a:cubicBezTo>
                    <a:pt x="2224" y="981"/>
                    <a:pt x="2257" y="912"/>
                    <a:pt x="2234" y="849"/>
                  </a:cubicBezTo>
                  <a:cubicBezTo>
                    <a:pt x="2217" y="800"/>
                    <a:pt x="2171" y="769"/>
                    <a:pt x="2121" y="769"/>
                  </a:cubicBezTo>
                  <a:cubicBezTo>
                    <a:pt x="2107" y="769"/>
                    <a:pt x="2093" y="771"/>
                    <a:pt x="2079" y="777"/>
                  </a:cubicBezTo>
                  <a:lnTo>
                    <a:pt x="1859" y="854"/>
                  </a:lnTo>
                  <a:lnTo>
                    <a:pt x="1859" y="854"/>
                  </a:lnTo>
                  <a:lnTo>
                    <a:pt x="2127" y="143"/>
                  </a:lnTo>
                  <a:lnTo>
                    <a:pt x="20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4153785" y="2234304"/>
              <a:ext cx="244334" cy="30543"/>
            </a:xfrm>
            <a:custGeom>
              <a:rect b="b" l="l" r="r" t="t"/>
              <a:pathLst>
                <a:path extrusionOk="0" h="366" w="2928">
                  <a:moveTo>
                    <a:pt x="184" y="1"/>
                  </a:moveTo>
                  <a:cubicBezTo>
                    <a:pt x="82" y="1"/>
                    <a:pt x="0" y="82"/>
                    <a:pt x="0" y="184"/>
                  </a:cubicBezTo>
                  <a:cubicBezTo>
                    <a:pt x="0" y="284"/>
                    <a:pt x="82" y="366"/>
                    <a:pt x="184" y="366"/>
                  </a:cubicBezTo>
                  <a:lnTo>
                    <a:pt x="2746" y="366"/>
                  </a:lnTo>
                  <a:cubicBezTo>
                    <a:pt x="2846" y="366"/>
                    <a:pt x="2928" y="284"/>
                    <a:pt x="2928" y="184"/>
                  </a:cubicBezTo>
                  <a:cubicBezTo>
                    <a:pt x="2928" y="82"/>
                    <a:pt x="2846" y="1"/>
                    <a:pt x="2746" y="1"/>
                  </a:cubicBezTo>
                  <a:close/>
                </a:path>
              </a:pathLst>
            </a:custGeom>
            <a:solidFill>
              <a:srgbClr val="2C61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5050016" y="2140581"/>
              <a:ext cx="444608" cy="244842"/>
            </a:xfrm>
            <a:custGeom>
              <a:rect b="b" l="l" r="r" t="t"/>
              <a:pathLst>
                <a:path extrusionOk="0" h="2934" w="5328">
                  <a:moveTo>
                    <a:pt x="3170" y="1"/>
                  </a:moveTo>
                  <a:cubicBezTo>
                    <a:pt x="2734" y="1"/>
                    <a:pt x="2364" y="282"/>
                    <a:pt x="2231" y="673"/>
                  </a:cubicBezTo>
                  <a:cubicBezTo>
                    <a:pt x="2098" y="595"/>
                    <a:pt x="1944" y="549"/>
                    <a:pt x="1777" y="549"/>
                  </a:cubicBezTo>
                  <a:cubicBezTo>
                    <a:pt x="1293" y="549"/>
                    <a:pt x="899" y="932"/>
                    <a:pt x="878" y="1412"/>
                  </a:cubicBezTo>
                  <a:cubicBezTo>
                    <a:pt x="841" y="1407"/>
                    <a:pt x="805" y="1402"/>
                    <a:pt x="767" y="1402"/>
                  </a:cubicBezTo>
                  <a:cubicBezTo>
                    <a:pt x="344" y="1402"/>
                    <a:pt x="2" y="1745"/>
                    <a:pt x="1" y="2167"/>
                  </a:cubicBezTo>
                  <a:cubicBezTo>
                    <a:pt x="1" y="2590"/>
                    <a:pt x="343" y="2933"/>
                    <a:pt x="767" y="2933"/>
                  </a:cubicBezTo>
                  <a:cubicBezTo>
                    <a:pt x="772" y="2933"/>
                    <a:pt x="777" y="2932"/>
                    <a:pt x="782" y="2932"/>
                  </a:cubicBezTo>
                  <a:lnTo>
                    <a:pt x="782" y="2933"/>
                  </a:lnTo>
                  <a:lnTo>
                    <a:pt x="4323" y="2933"/>
                  </a:lnTo>
                  <a:lnTo>
                    <a:pt x="4323" y="2932"/>
                  </a:lnTo>
                  <a:cubicBezTo>
                    <a:pt x="4880" y="2918"/>
                    <a:pt x="5327" y="2462"/>
                    <a:pt x="5327" y="1902"/>
                  </a:cubicBezTo>
                  <a:cubicBezTo>
                    <a:pt x="5327" y="1333"/>
                    <a:pt x="4866" y="871"/>
                    <a:pt x="4297" y="871"/>
                  </a:cubicBezTo>
                  <a:cubicBezTo>
                    <a:pt x="4248" y="871"/>
                    <a:pt x="4202" y="875"/>
                    <a:pt x="4156" y="882"/>
                  </a:cubicBezTo>
                  <a:cubicBezTo>
                    <a:pt x="4102" y="386"/>
                    <a:pt x="3680" y="1"/>
                    <a:pt x="3170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5254388" y="1817856"/>
              <a:ext cx="63420" cy="97219"/>
            </a:xfrm>
            <a:custGeom>
              <a:rect b="b" l="l" r="r" t="t"/>
              <a:pathLst>
                <a:path extrusionOk="0" h="1165" w="760">
                  <a:moveTo>
                    <a:pt x="379" y="0"/>
                  </a:moveTo>
                  <a:cubicBezTo>
                    <a:pt x="365" y="0"/>
                    <a:pt x="350" y="8"/>
                    <a:pt x="342" y="22"/>
                  </a:cubicBezTo>
                  <a:lnTo>
                    <a:pt x="40" y="615"/>
                  </a:lnTo>
                  <a:lnTo>
                    <a:pt x="42" y="615"/>
                  </a:lnTo>
                  <a:cubicBezTo>
                    <a:pt x="17" y="666"/>
                    <a:pt x="0" y="723"/>
                    <a:pt x="0" y="785"/>
                  </a:cubicBezTo>
                  <a:cubicBezTo>
                    <a:pt x="0" y="994"/>
                    <a:pt x="170" y="1164"/>
                    <a:pt x="380" y="1164"/>
                  </a:cubicBezTo>
                  <a:cubicBezTo>
                    <a:pt x="590" y="1164"/>
                    <a:pt x="760" y="994"/>
                    <a:pt x="760" y="785"/>
                  </a:cubicBezTo>
                  <a:cubicBezTo>
                    <a:pt x="759" y="723"/>
                    <a:pt x="743" y="666"/>
                    <a:pt x="717" y="615"/>
                  </a:cubicBezTo>
                  <a:lnTo>
                    <a:pt x="718" y="615"/>
                  </a:lnTo>
                  <a:lnTo>
                    <a:pt x="416" y="22"/>
                  </a:lnTo>
                  <a:cubicBezTo>
                    <a:pt x="408" y="8"/>
                    <a:pt x="394" y="0"/>
                    <a:pt x="3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5254388" y="1679584"/>
              <a:ext cx="63420" cy="97219"/>
            </a:xfrm>
            <a:custGeom>
              <a:rect b="b" l="l" r="r" t="t"/>
              <a:pathLst>
                <a:path extrusionOk="0" h="1165" w="760">
                  <a:moveTo>
                    <a:pt x="379" y="1"/>
                  </a:moveTo>
                  <a:cubicBezTo>
                    <a:pt x="365" y="1"/>
                    <a:pt x="350" y="8"/>
                    <a:pt x="342" y="23"/>
                  </a:cubicBezTo>
                  <a:lnTo>
                    <a:pt x="40" y="615"/>
                  </a:lnTo>
                  <a:lnTo>
                    <a:pt x="42" y="615"/>
                  </a:lnTo>
                  <a:cubicBezTo>
                    <a:pt x="17" y="666"/>
                    <a:pt x="0" y="724"/>
                    <a:pt x="0" y="785"/>
                  </a:cubicBezTo>
                  <a:cubicBezTo>
                    <a:pt x="0" y="995"/>
                    <a:pt x="170" y="1165"/>
                    <a:pt x="380" y="1165"/>
                  </a:cubicBezTo>
                  <a:cubicBezTo>
                    <a:pt x="590" y="1165"/>
                    <a:pt x="760" y="995"/>
                    <a:pt x="760" y="785"/>
                  </a:cubicBezTo>
                  <a:cubicBezTo>
                    <a:pt x="759" y="724"/>
                    <a:pt x="743" y="666"/>
                    <a:pt x="717" y="615"/>
                  </a:cubicBezTo>
                  <a:lnTo>
                    <a:pt x="718" y="615"/>
                  </a:lnTo>
                  <a:lnTo>
                    <a:pt x="416" y="23"/>
                  </a:lnTo>
                  <a:cubicBezTo>
                    <a:pt x="408" y="8"/>
                    <a:pt x="394" y="1"/>
                    <a:pt x="3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5144654" y="1728150"/>
              <a:ext cx="63420" cy="97219"/>
            </a:xfrm>
            <a:custGeom>
              <a:rect b="b" l="l" r="r" t="t"/>
              <a:pathLst>
                <a:path extrusionOk="0" h="1165" w="760">
                  <a:moveTo>
                    <a:pt x="380" y="1"/>
                  </a:moveTo>
                  <a:cubicBezTo>
                    <a:pt x="365" y="1"/>
                    <a:pt x="351" y="8"/>
                    <a:pt x="343" y="23"/>
                  </a:cubicBezTo>
                  <a:lnTo>
                    <a:pt x="42" y="616"/>
                  </a:lnTo>
                  <a:lnTo>
                    <a:pt x="43" y="616"/>
                  </a:lnTo>
                  <a:cubicBezTo>
                    <a:pt x="17" y="667"/>
                    <a:pt x="1" y="724"/>
                    <a:pt x="1" y="785"/>
                  </a:cubicBezTo>
                  <a:cubicBezTo>
                    <a:pt x="1" y="995"/>
                    <a:pt x="171" y="1165"/>
                    <a:pt x="380" y="1165"/>
                  </a:cubicBezTo>
                  <a:cubicBezTo>
                    <a:pt x="590" y="1165"/>
                    <a:pt x="760" y="995"/>
                    <a:pt x="760" y="785"/>
                  </a:cubicBezTo>
                  <a:cubicBezTo>
                    <a:pt x="759" y="724"/>
                    <a:pt x="742" y="667"/>
                    <a:pt x="717" y="616"/>
                  </a:cubicBezTo>
                  <a:lnTo>
                    <a:pt x="718" y="616"/>
                  </a:lnTo>
                  <a:lnTo>
                    <a:pt x="416" y="23"/>
                  </a:lnTo>
                  <a:cubicBezTo>
                    <a:pt x="408" y="8"/>
                    <a:pt x="394" y="1"/>
                    <a:pt x="3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5362870" y="1769206"/>
              <a:ext cx="63504" cy="97303"/>
            </a:xfrm>
            <a:custGeom>
              <a:rect b="b" l="l" r="r" t="t"/>
              <a:pathLst>
                <a:path extrusionOk="0" h="1166" w="761">
                  <a:moveTo>
                    <a:pt x="380" y="1"/>
                  </a:moveTo>
                  <a:cubicBezTo>
                    <a:pt x="366" y="1"/>
                    <a:pt x="351" y="8"/>
                    <a:pt x="344" y="23"/>
                  </a:cubicBezTo>
                  <a:lnTo>
                    <a:pt x="42" y="616"/>
                  </a:lnTo>
                  <a:lnTo>
                    <a:pt x="43" y="616"/>
                  </a:lnTo>
                  <a:cubicBezTo>
                    <a:pt x="17" y="667"/>
                    <a:pt x="1" y="724"/>
                    <a:pt x="1" y="786"/>
                  </a:cubicBezTo>
                  <a:cubicBezTo>
                    <a:pt x="1" y="995"/>
                    <a:pt x="171" y="1165"/>
                    <a:pt x="381" y="1165"/>
                  </a:cubicBezTo>
                  <a:cubicBezTo>
                    <a:pt x="590" y="1165"/>
                    <a:pt x="760" y="995"/>
                    <a:pt x="760" y="786"/>
                  </a:cubicBezTo>
                  <a:cubicBezTo>
                    <a:pt x="759" y="724"/>
                    <a:pt x="743" y="667"/>
                    <a:pt x="717" y="616"/>
                  </a:cubicBezTo>
                  <a:lnTo>
                    <a:pt x="718" y="616"/>
                  </a:lnTo>
                  <a:lnTo>
                    <a:pt x="416" y="23"/>
                  </a:lnTo>
                  <a:cubicBezTo>
                    <a:pt x="409" y="8"/>
                    <a:pt x="394" y="1"/>
                    <a:pt x="3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3438970" y="2546814"/>
              <a:ext cx="350563" cy="240670"/>
            </a:xfrm>
            <a:custGeom>
              <a:rect b="b" l="l" r="r" t="t"/>
              <a:pathLst>
                <a:path extrusionOk="0" h="2884" w="4201">
                  <a:moveTo>
                    <a:pt x="0" y="1"/>
                  </a:moveTo>
                  <a:lnTo>
                    <a:pt x="0" y="2884"/>
                  </a:lnTo>
                  <a:lnTo>
                    <a:pt x="4200" y="2884"/>
                  </a:lnTo>
                  <a:lnTo>
                    <a:pt x="4200" y="1"/>
                  </a:lnTo>
                  <a:close/>
                </a:path>
              </a:pathLst>
            </a:custGeom>
            <a:solidFill>
              <a:srgbClr val="000000">
                <a:alpha val="150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3458497" y="2567593"/>
              <a:ext cx="89623" cy="89625"/>
            </a:xfrm>
            <a:custGeom>
              <a:rect b="b" l="l" r="r" t="t"/>
              <a:pathLst>
                <a:path extrusionOk="0" h="1074" w="1074">
                  <a:moveTo>
                    <a:pt x="1" y="0"/>
                  </a:moveTo>
                  <a:lnTo>
                    <a:pt x="1" y="1073"/>
                  </a:lnTo>
                  <a:lnTo>
                    <a:pt x="1074" y="1073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3569399" y="2567593"/>
              <a:ext cx="89706" cy="89625"/>
            </a:xfrm>
            <a:custGeom>
              <a:rect b="b" l="l" r="r" t="t"/>
              <a:pathLst>
                <a:path extrusionOk="0" h="1074" w="1075">
                  <a:moveTo>
                    <a:pt x="1" y="0"/>
                  </a:moveTo>
                  <a:lnTo>
                    <a:pt x="1" y="1073"/>
                  </a:lnTo>
                  <a:lnTo>
                    <a:pt x="1074" y="1073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3680301" y="2567593"/>
              <a:ext cx="89706" cy="89625"/>
            </a:xfrm>
            <a:custGeom>
              <a:rect b="b" l="l" r="r" t="t"/>
              <a:pathLst>
                <a:path extrusionOk="0" h="1074" w="1075">
                  <a:moveTo>
                    <a:pt x="1" y="0"/>
                  </a:moveTo>
                  <a:lnTo>
                    <a:pt x="1" y="1073"/>
                  </a:lnTo>
                  <a:lnTo>
                    <a:pt x="1074" y="1073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3458497" y="2680163"/>
              <a:ext cx="89623" cy="89709"/>
            </a:xfrm>
            <a:custGeom>
              <a:rect b="b" l="l" r="r" t="t"/>
              <a:pathLst>
                <a:path extrusionOk="0" h="1075" w="1074">
                  <a:moveTo>
                    <a:pt x="1" y="1"/>
                  </a:moveTo>
                  <a:lnTo>
                    <a:pt x="1" y="1074"/>
                  </a:lnTo>
                  <a:lnTo>
                    <a:pt x="1074" y="1074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3569399" y="2680163"/>
              <a:ext cx="89706" cy="89709"/>
            </a:xfrm>
            <a:custGeom>
              <a:rect b="b" l="l" r="r" t="t"/>
              <a:pathLst>
                <a:path extrusionOk="0" h="1075" w="1075">
                  <a:moveTo>
                    <a:pt x="1" y="1"/>
                  </a:moveTo>
                  <a:lnTo>
                    <a:pt x="1" y="1074"/>
                  </a:lnTo>
                  <a:lnTo>
                    <a:pt x="1074" y="1074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3680301" y="2680163"/>
              <a:ext cx="89706" cy="89709"/>
            </a:xfrm>
            <a:custGeom>
              <a:rect b="b" l="l" r="r" t="t"/>
              <a:pathLst>
                <a:path extrusionOk="0" h="1075" w="1075">
                  <a:moveTo>
                    <a:pt x="1" y="1"/>
                  </a:moveTo>
                  <a:lnTo>
                    <a:pt x="1" y="1074"/>
                  </a:lnTo>
                  <a:lnTo>
                    <a:pt x="1074" y="1074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3458580" y="2567676"/>
              <a:ext cx="89539" cy="89709"/>
            </a:xfrm>
            <a:custGeom>
              <a:rect b="b" l="l" r="r" t="t"/>
              <a:pathLst>
                <a:path extrusionOk="0" h="1075" w="1073">
                  <a:moveTo>
                    <a:pt x="1073" y="0"/>
                  </a:moveTo>
                  <a:lnTo>
                    <a:pt x="1" y="1075"/>
                  </a:lnTo>
                  <a:lnTo>
                    <a:pt x="1073" y="1075"/>
                  </a:lnTo>
                  <a:lnTo>
                    <a:pt x="10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3569399" y="2567676"/>
              <a:ext cx="89706" cy="89709"/>
            </a:xfrm>
            <a:custGeom>
              <a:rect b="b" l="l" r="r" t="t"/>
              <a:pathLst>
                <a:path extrusionOk="0" h="1075" w="1075">
                  <a:moveTo>
                    <a:pt x="1074" y="0"/>
                  </a:moveTo>
                  <a:lnTo>
                    <a:pt x="1" y="1075"/>
                  </a:lnTo>
                  <a:lnTo>
                    <a:pt x="1074" y="1075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3680301" y="2567676"/>
              <a:ext cx="89706" cy="89709"/>
            </a:xfrm>
            <a:custGeom>
              <a:rect b="b" l="l" r="r" t="t"/>
              <a:pathLst>
                <a:path extrusionOk="0" h="1075" w="1075">
                  <a:moveTo>
                    <a:pt x="1074" y="0"/>
                  </a:moveTo>
                  <a:lnTo>
                    <a:pt x="1" y="1075"/>
                  </a:lnTo>
                  <a:lnTo>
                    <a:pt x="1074" y="1075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3458580" y="2680163"/>
              <a:ext cx="89539" cy="89792"/>
            </a:xfrm>
            <a:custGeom>
              <a:rect b="b" l="l" r="r" t="t"/>
              <a:pathLst>
                <a:path extrusionOk="0" h="1076" w="1073">
                  <a:moveTo>
                    <a:pt x="1073" y="1"/>
                  </a:moveTo>
                  <a:lnTo>
                    <a:pt x="1" y="1075"/>
                  </a:lnTo>
                  <a:lnTo>
                    <a:pt x="1073" y="1075"/>
                  </a:lnTo>
                  <a:lnTo>
                    <a:pt x="1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3569399" y="2680163"/>
              <a:ext cx="89706" cy="89792"/>
            </a:xfrm>
            <a:custGeom>
              <a:rect b="b" l="l" r="r" t="t"/>
              <a:pathLst>
                <a:path extrusionOk="0" h="1076" w="1075">
                  <a:moveTo>
                    <a:pt x="1074" y="1"/>
                  </a:moveTo>
                  <a:lnTo>
                    <a:pt x="1" y="1075"/>
                  </a:lnTo>
                  <a:lnTo>
                    <a:pt x="1074" y="1075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3680301" y="2680163"/>
              <a:ext cx="89706" cy="89792"/>
            </a:xfrm>
            <a:custGeom>
              <a:rect b="b" l="l" r="r" t="t"/>
              <a:pathLst>
                <a:path extrusionOk="0" h="1076" w="1075">
                  <a:moveTo>
                    <a:pt x="1074" y="1"/>
                  </a:moveTo>
                  <a:lnTo>
                    <a:pt x="1" y="1075"/>
                  </a:lnTo>
                  <a:lnTo>
                    <a:pt x="1074" y="1075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3597271" y="2780884"/>
              <a:ext cx="33796" cy="49987"/>
            </a:xfrm>
            <a:custGeom>
              <a:rect b="b" l="l" r="r" t="t"/>
              <a:pathLst>
                <a:path extrusionOk="0" h="599" w="405">
                  <a:moveTo>
                    <a:pt x="0" y="0"/>
                  </a:moveTo>
                  <a:lnTo>
                    <a:pt x="0" y="599"/>
                  </a:lnTo>
                  <a:lnTo>
                    <a:pt x="404" y="599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5C99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3597271" y="2787393"/>
              <a:ext cx="33796" cy="15522"/>
            </a:xfrm>
            <a:custGeom>
              <a:rect b="b" l="l" r="r" t="t"/>
              <a:pathLst>
                <a:path extrusionOk="0" h="186" w="405">
                  <a:moveTo>
                    <a:pt x="0" y="1"/>
                  </a:moveTo>
                  <a:lnTo>
                    <a:pt x="0" y="185"/>
                  </a:lnTo>
                  <a:lnTo>
                    <a:pt x="404" y="185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4D87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3819242" y="2546814"/>
              <a:ext cx="350563" cy="240670"/>
            </a:xfrm>
            <a:custGeom>
              <a:rect b="b" l="l" r="r" t="t"/>
              <a:pathLst>
                <a:path extrusionOk="0" h="2884" w="4201">
                  <a:moveTo>
                    <a:pt x="1" y="1"/>
                  </a:moveTo>
                  <a:lnTo>
                    <a:pt x="1" y="2884"/>
                  </a:lnTo>
                  <a:lnTo>
                    <a:pt x="4201" y="2884"/>
                  </a:lnTo>
                  <a:lnTo>
                    <a:pt x="4201" y="1"/>
                  </a:lnTo>
                  <a:close/>
                </a:path>
              </a:pathLst>
            </a:custGeom>
            <a:solidFill>
              <a:srgbClr val="000000">
                <a:alpha val="150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3838769" y="2567593"/>
              <a:ext cx="89706" cy="89625"/>
            </a:xfrm>
            <a:custGeom>
              <a:rect b="b" l="l" r="r" t="t"/>
              <a:pathLst>
                <a:path extrusionOk="0" h="1074" w="1075">
                  <a:moveTo>
                    <a:pt x="1" y="0"/>
                  </a:moveTo>
                  <a:lnTo>
                    <a:pt x="1" y="1073"/>
                  </a:lnTo>
                  <a:lnTo>
                    <a:pt x="1074" y="1073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3949671" y="2567593"/>
              <a:ext cx="89706" cy="89625"/>
            </a:xfrm>
            <a:custGeom>
              <a:rect b="b" l="l" r="r" t="t"/>
              <a:pathLst>
                <a:path extrusionOk="0" h="1074" w="1075">
                  <a:moveTo>
                    <a:pt x="1" y="0"/>
                  </a:moveTo>
                  <a:lnTo>
                    <a:pt x="1" y="1073"/>
                  </a:lnTo>
                  <a:lnTo>
                    <a:pt x="1074" y="1073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4060657" y="2567593"/>
              <a:ext cx="89623" cy="89625"/>
            </a:xfrm>
            <a:custGeom>
              <a:rect b="b" l="l" r="r" t="t"/>
              <a:pathLst>
                <a:path extrusionOk="0" h="1074" w="1074">
                  <a:moveTo>
                    <a:pt x="0" y="0"/>
                  </a:moveTo>
                  <a:lnTo>
                    <a:pt x="0" y="1073"/>
                  </a:lnTo>
                  <a:lnTo>
                    <a:pt x="1073" y="1073"/>
                  </a:lnTo>
                  <a:lnTo>
                    <a:pt x="10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3838769" y="2680163"/>
              <a:ext cx="89706" cy="89709"/>
            </a:xfrm>
            <a:custGeom>
              <a:rect b="b" l="l" r="r" t="t"/>
              <a:pathLst>
                <a:path extrusionOk="0" h="1075" w="1075">
                  <a:moveTo>
                    <a:pt x="1" y="1"/>
                  </a:moveTo>
                  <a:lnTo>
                    <a:pt x="1" y="1074"/>
                  </a:lnTo>
                  <a:lnTo>
                    <a:pt x="1074" y="1074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3949671" y="2680163"/>
              <a:ext cx="89706" cy="89709"/>
            </a:xfrm>
            <a:custGeom>
              <a:rect b="b" l="l" r="r" t="t"/>
              <a:pathLst>
                <a:path extrusionOk="0" h="1075" w="1075">
                  <a:moveTo>
                    <a:pt x="1" y="1"/>
                  </a:moveTo>
                  <a:lnTo>
                    <a:pt x="1" y="1074"/>
                  </a:lnTo>
                  <a:lnTo>
                    <a:pt x="1074" y="1074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4060657" y="2680163"/>
              <a:ext cx="89623" cy="89709"/>
            </a:xfrm>
            <a:custGeom>
              <a:rect b="b" l="l" r="r" t="t"/>
              <a:pathLst>
                <a:path extrusionOk="0" h="1075" w="1074">
                  <a:moveTo>
                    <a:pt x="0" y="1"/>
                  </a:moveTo>
                  <a:lnTo>
                    <a:pt x="0" y="1074"/>
                  </a:lnTo>
                  <a:lnTo>
                    <a:pt x="1073" y="1074"/>
                  </a:lnTo>
                  <a:lnTo>
                    <a:pt x="10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3838769" y="2567676"/>
              <a:ext cx="89790" cy="89709"/>
            </a:xfrm>
            <a:custGeom>
              <a:rect b="b" l="l" r="r" t="t"/>
              <a:pathLst>
                <a:path extrusionOk="0" h="1075" w="1076">
                  <a:moveTo>
                    <a:pt x="1075" y="0"/>
                  </a:moveTo>
                  <a:lnTo>
                    <a:pt x="1" y="1075"/>
                  </a:lnTo>
                  <a:lnTo>
                    <a:pt x="1075" y="1075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3949671" y="2567676"/>
              <a:ext cx="89790" cy="89709"/>
            </a:xfrm>
            <a:custGeom>
              <a:rect b="b" l="l" r="r" t="t"/>
              <a:pathLst>
                <a:path extrusionOk="0" h="1075" w="1076">
                  <a:moveTo>
                    <a:pt x="1075" y="0"/>
                  </a:moveTo>
                  <a:lnTo>
                    <a:pt x="1" y="1075"/>
                  </a:lnTo>
                  <a:lnTo>
                    <a:pt x="1075" y="1075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4060657" y="2567676"/>
              <a:ext cx="89623" cy="89709"/>
            </a:xfrm>
            <a:custGeom>
              <a:rect b="b" l="l" r="r" t="t"/>
              <a:pathLst>
                <a:path extrusionOk="0" h="1075" w="1074">
                  <a:moveTo>
                    <a:pt x="1073" y="0"/>
                  </a:moveTo>
                  <a:lnTo>
                    <a:pt x="0" y="1075"/>
                  </a:lnTo>
                  <a:lnTo>
                    <a:pt x="1073" y="1075"/>
                  </a:lnTo>
                  <a:lnTo>
                    <a:pt x="10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3838769" y="2680163"/>
              <a:ext cx="89790" cy="89792"/>
            </a:xfrm>
            <a:custGeom>
              <a:rect b="b" l="l" r="r" t="t"/>
              <a:pathLst>
                <a:path extrusionOk="0" h="1076" w="1076">
                  <a:moveTo>
                    <a:pt x="1075" y="1"/>
                  </a:moveTo>
                  <a:lnTo>
                    <a:pt x="1" y="1075"/>
                  </a:lnTo>
                  <a:lnTo>
                    <a:pt x="1075" y="1075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3949671" y="2680163"/>
              <a:ext cx="89790" cy="89792"/>
            </a:xfrm>
            <a:custGeom>
              <a:rect b="b" l="l" r="r" t="t"/>
              <a:pathLst>
                <a:path extrusionOk="0" h="1076" w="1076">
                  <a:moveTo>
                    <a:pt x="1075" y="1"/>
                  </a:moveTo>
                  <a:lnTo>
                    <a:pt x="1" y="1075"/>
                  </a:lnTo>
                  <a:lnTo>
                    <a:pt x="1075" y="1075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4060657" y="2680163"/>
              <a:ext cx="89623" cy="89792"/>
            </a:xfrm>
            <a:custGeom>
              <a:rect b="b" l="l" r="r" t="t"/>
              <a:pathLst>
                <a:path extrusionOk="0" h="1076" w="1074">
                  <a:moveTo>
                    <a:pt x="1073" y="1"/>
                  </a:moveTo>
                  <a:lnTo>
                    <a:pt x="0" y="1075"/>
                  </a:lnTo>
                  <a:lnTo>
                    <a:pt x="1073" y="1075"/>
                  </a:lnTo>
                  <a:lnTo>
                    <a:pt x="1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3977710" y="2780884"/>
              <a:ext cx="33796" cy="49987"/>
            </a:xfrm>
            <a:custGeom>
              <a:rect b="b" l="l" r="r" t="t"/>
              <a:pathLst>
                <a:path extrusionOk="0" h="599" w="405">
                  <a:moveTo>
                    <a:pt x="1" y="0"/>
                  </a:moveTo>
                  <a:lnTo>
                    <a:pt x="1" y="599"/>
                  </a:lnTo>
                  <a:lnTo>
                    <a:pt x="405" y="599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5C99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3977710" y="2787393"/>
              <a:ext cx="33796" cy="15522"/>
            </a:xfrm>
            <a:custGeom>
              <a:rect b="b" l="l" r="r" t="t"/>
              <a:pathLst>
                <a:path extrusionOk="0" h="186" w="405">
                  <a:moveTo>
                    <a:pt x="1" y="1"/>
                  </a:moveTo>
                  <a:lnTo>
                    <a:pt x="1" y="185"/>
                  </a:lnTo>
                  <a:lnTo>
                    <a:pt x="405" y="18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4D87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3639746" y="2168130"/>
              <a:ext cx="120915" cy="120919"/>
            </a:xfrm>
            <a:custGeom>
              <a:rect b="b" l="l" r="r" t="t"/>
              <a:pathLst>
                <a:path extrusionOk="0" h="1449" w="1449">
                  <a:moveTo>
                    <a:pt x="725" y="1"/>
                  </a:moveTo>
                  <a:cubicBezTo>
                    <a:pt x="324" y="1"/>
                    <a:pt x="1" y="325"/>
                    <a:pt x="1" y="724"/>
                  </a:cubicBezTo>
                  <a:cubicBezTo>
                    <a:pt x="1" y="1125"/>
                    <a:pt x="325" y="1448"/>
                    <a:pt x="725" y="1448"/>
                  </a:cubicBezTo>
                  <a:cubicBezTo>
                    <a:pt x="1125" y="1448"/>
                    <a:pt x="1449" y="1123"/>
                    <a:pt x="1449" y="724"/>
                  </a:cubicBezTo>
                  <a:cubicBezTo>
                    <a:pt x="1449" y="324"/>
                    <a:pt x="1124" y="1"/>
                    <a:pt x="7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3639746" y="2167963"/>
              <a:ext cx="60583" cy="121003"/>
            </a:xfrm>
            <a:custGeom>
              <a:rect b="b" l="l" r="r" t="t"/>
              <a:pathLst>
                <a:path extrusionOk="0" h="1450" w="726">
                  <a:moveTo>
                    <a:pt x="725" y="1"/>
                  </a:moveTo>
                  <a:cubicBezTo>
                    <a:pt x="324" y="1"/>
                    <a:pt x="1" y="326"/>
                    <a:pt x="1" y="725"/>
                  </a:cubicBezTo>
                  <a:cubicBezTo>
                    <a:pt x="1" y="1125"/>
                    <a:pt x="326" y="1449"/>
                    <a:pt x="725" y="1449"/>
                  </a:cubicBezTo>
                  <a:lnTo>
                    <a:pt x="725" y="1"/>
                  </a:lnTo>
                  <a:close/>
                </a:path>
              </a:pathLst>
            </a:custGeom>
            <a:solidFill>
              <a:srgbClr val="000000">
                <a:alpha val="150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3" name="Google Shape;173;p15"/>
            <p:cNvGrpSpPr/>
            <p:nvPr/>
          </p:nvGrpSpPr>
          <p:grpSpPr>
            <a:xfrm>
              <a:off x="3598439" y="2126740"/>
              <a:ext cx="203529" cy="203612"/>
              <a:chOff x="3598439" y="2126740"/>
              <a:chExt cx="203529" cy="203612"/>
            </a:xfrm>
          </p:grpSpPr>
          <p:sp>
            <p:nvSpPr>
              <p:cNvPr id="174" name="Google Shape;174;p15"/>
              <p:cNvSpPr/>
              <p:nvPr/>
            </p:nvSpPr>
            <p:spPr>
              <a:xfrm>
                <a:off x="3696657" y="2126740"/>
                <a:ext cx="7176" cy="26036"/>
              </a:xfrm>
              <a:custGeom>
                <a:rect b="b" l="l" r="r" t="t"/>
                <a:pathLst>
                  <a:path extrusionOk="0" h="312" w="86">
                    <a:moveTo>
                      <a:pt x="43" y="0"/>
                    </a:moveTo>
                    <a:cubicBezTo>
                      <a:pt x="20" y="0"/>
                      <a:pt x="0" y="20"/>
                      <a:pt x="0" y="42"/>
                    </a:cubicBezTo>
                    <a:lnTo>
                      <a:pt x="0" y="269"/>
                    </a:lnTo>
                    <a:cubicBezTo>
                      <a:pt x="0" y="292"/>
                      <a:pt x="20" y="311"/>
                      <a:pt x="43" y="311"/>
                    </a:cubicBezTo>
                    <a:cubicBezTo>
                      <a:pt x="66" y="311"/>
                      <a:pt x="85" y="293"/>
                      <a:pt x="85" y="269"/>
                    </a:cubicBezTo>
                    <a:lnTo>
                      <a:pt x="85" y="42"/>
                    </a:lnTo>
                    <a:cubicBezTo>
                      <a:pt x="85" y="20"/>
                      <a:pt x="66" y="0"/>
                      <a:pt x="4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5"/>
              <p:cNvSpPr/>
              <p:nvPr/>
            </p:nvSpPr>
            <p:spPr>
              <a:xfrm>
                <a:off x="3696657" y="2304316"/>
                <a:ext cx="7176" cy="26036"/>
              </a:xfrm>
              <a:custGeom>
                <a:rect b="b" l="l" r="r" t="t"/>
                <a:pathLst>
                  <a:path extrusionOk="0" h="312" w="86">
                    <a:moveTo>
                      <a:pt x="43" y="1"/>
                    </a:moveTo>
                    <a:cubicBezTo>
                      <a:pt x="20" y="1"/>
                      <a:pt x="0" y="20"/>
                      <a:pt x="0" y="43"/>
                    </a:cubicBezTo>
                    <a:lnTo>
                      <a:pt x="0" y="269"/>
                    </a:lnTo>
                    <a:cubicBezTo>
                      <a:pt x="0" y="292"/>
                      <a:pt x="20" y="312"/>
                      <a:pt x="43" y="312"/>
                    </a:cubicBezTo>
                    <a:cubicBezTo>
                      <a:pt x="66" y="312"/>
                      <a:pt x="85" y="292"/>
                      <a:pt x="85" y="269"/>
                    </a:cubicBezTo>
                    <a:lnTo>
                      <a:pt x="85" y="43"/>
                    </a:lnTo>
                    <a:cubicBezTo>
                      <a:pt x="85" y="20"/>
                      <a:pt x="66" y="1"/>
                      <a:pt x="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5"/>
              <p:cNvSpPr/>
              <p:nvPr/>
            </p:nvSpPr>
            <p:spPr>
              <a:xfrm>
                <a:off x="3775933" y="2224958"/>
                <a:ext cx="26036" cy="7010"/>
              </a:xfrm>
              <a:custGeom>
                <a:rect b="b" l="l" r="r" t="t"/>
                <a:pathLst>
                  <a:path extrusionOk="0" h="84" w="312">
                    <a:moveTo>
                      <a:pt x="43" y="0"/>
                    </a:moveTo>
                    <a:cubicBezTo>
                      <a:pt x="20" y="0"/>
                      <a:pt x="1" y="19"/>
                      <a:pt x="1" y="42"/>
                    </a:cubicBezTo>
                    <a:cubicBezTo>
                      <a:pt x="1" y="66"/>
                      <a:pt x="20" y="84"/>
                      <a:pt x="43" y="84"/>
                    </a:cubicBezTo>
                    <a:lnTo>
                      <a:pt x="270" y="84"/>
                    </a:lnTo>
                    <a:cubicBezTo>
                      <a:pt x="292" y="84"/>
                      <a:pt x="312" y="67"/>
                      <a:pt x="312" y="42"/>
                    </a:cubicBezTo>
                    <a:cubicBezTo>
                      <a:pt x="312" y="19"/>
                      <a:pt x="292" y="0"/>
                      <a:pt x="2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5"/>
              <p:cNvSpPr/>
              <p:nvPr/>
            </p:nvSpPr>
            <p:spPr>
              <a:xfrm>
                <a:off x="3598439" y="2224958"/>
                <a:ext cx="26036" cy="7010"/>
              </a:xfrm>
              <a:custGeom>
                <a:rect b="b" l="l" r="r" t="t"/>
                <a:pathLst>
                  <a:path extrusionOk="0" h="84" w="312">
                    <a:moveTo>
                      <a:pt x="44" y="0"/>
                    </a:moveTo>
                    <a:cubicBezTo>
                      <a:pt x="20" y="0"/>
                      <a:pt x="1" y="19"/>
                      <a:pt x="1" y="42"/>
                    </a:cubicBezTo>
                    <a:cubicBezTo>
                      <a:pt x="1" y="66"/>
                      <a:pt x="20" y="84"/>
                      <a:pt x="44" y="84"/>
                    </a:cubicBezTo>
                    <a:lnTo>
                      <a:pt x="270" y="84"/>
                    </a:lnTo>
                    <a:cubicBezTo>
                      <a:pt x="292" y="84"/>
                      <a:pt x="312" y="67"/>
                      <a:pt x="312" y="42"/>
                    </a:cubicBezTo>
                    <a:cubicBezTo>
                      <a:pt x="312" y="19"/>
                      <a:pt x="292" y="0"/>
                      <a:pt x="2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5"/>
              <p:cNvSpPr/>
              <p:nvPr/>
            </p:nvSpPr>
            <p:spPr>
              <a:xfrm>
                <a:off x="3752400" y="2155530"/>
                <a:ext cx="21112" cy="20445"/>
              </a:xfrm>
              <a:custGeom>
                <a:rect b="b" l="l" r="r" t="t"/>
                <a:pathLst>
                  <a:path extrusionOk="0" h="245" w="253">
                    <a:moveTo>
                      <a:pt x="206" y="0"/>
                    </a:moveTo>
                    <a:cubicBezTo>
                      <a:pt x="196" y="0"/>
                      <a:pt x="185" y="5"/>
                      <a:pt x="176" y="14"/>
                    </a:cubicBezTo>
                    <a:lnTo>
                      <a:pt x="17" y="173"/>
                    </a:lnTo>
                    <a:cubicBezTo>
                      <a:pt x="0" y="190"/>
                      <a:pt x="0" y="215"/>
                      <a:pt x="17" y="233"/>
                    </a:cubicBezTo>
                    <a:cubicBezTo>
                      <a:pt x="25" y="241"/>
                      <a:pt x="36" y="245"/>
                      <a:pt x="46" y="245"/>
                    </a:cubicBezTo>
                    <a:cubicBezTo>
                      <a:pt x="58" y="245"/>
                      <a:pt x="68" y="241"/>
                      <a:pt x="76" y="233"/>
                    </a:cubicBezTo>
                    <a:lnTo>
                      <a:pt x="236" y="72"/>
                    </a:lnTo>
                    <a:cubicBezTo>
                      <a:pt x="252" y="55"/>
                      <a:pt x="252" y="30"/>
                      <a:pt x="236" y="14"/>
                    </a:cubicBezTo>
                    <a:cubicBezTo>
                      <a:pt x="228" y="5"/>
                      <a:pt x="217" y="0"/>
                      <a:pt x="20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5"/>
              <p:cNvSpPr/>
              <p:nvPr/>
            </p:nvSpPr>
            <p:spPr>
              <a:xfrm>
                <a:off x="3626895" y="2281118"/>
                <a:ext cx="21029" cy="20362"/>
              </a:xfrm>
              <a:custGeom>
                <a:rect b="b" l="l" r="r" t="t"/>
                <a:pathLst>
                  <a:path extrusionOk="0" h="244" w="252">
                    <a:moveTo>
                      <a:pt x="206" y="0"/>
                    </a:moveTo>
                    <a:cubicBezTo>
                      <a:pt x="196" y="0"/>
                      <a:pt x="185" y="4"/>
                      <a:pt x="176" y="13"/>
                    </a:cubicBezTo>
                    <a:lnTo>
                      <a:pt x="17" y="172"/>
                    </a:lnTo>
                    <a:cubicBezTo>
                      <a:pt x="0" y="189"/>
                      <a:pt x="0" y="214"/>
                      <a:pt x="17" y="232"/>
                    </a:cubicBezTo>
                    <a:cubicBezTo>
                      <a:pt x="25" y="240"/>
                      <a:pt x="36" y="244"/>
                      <a:pt x="46" y="244"/>
                    </a:cubicBezTo>
                    <a:cubicBezTo>
                      <a:pt x="58" y="244"/>
                      <a:pt x="68" y="240"/>
                      <a:pt x="76" y="232"/>
                    </a:cubicBezTo>
                    <a:lnTo>
                      <a:pt x="236" y="71"/>
                    </a:lnTo>
                    <a:cubicBezTo>
                      <a:pt x="252" y="55"/>
                      <a:pt x="252" y="29"/>
                      <a:pt x="236" y="13"/>
                    </a:cubicBezTo>
                    <a:cubicBezTo>
                      <a:pt x="227" y="4"/>
                      <a:pt x="217" y="0"/>
                      <a:pt x="20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5"/>
              <p:cNvSpPr/>
              <p:nvPr/>
            </p:nvSpPr>
            <p:spPr>
              <a:xfrm>
                <a:off x="3752484" y="2281118"/>
                <a:ext cx="21112" cy="20362"/>
              </a:xfrm>
              <a:custGeom>
                <a:rect b="b" l="l" r="r" t="t"/>
                <a:pathLst>
                  <a:path extrusionOk="0" h="244" w="253">
                    <a:moveTo>
                      <a:pt x="47" y="0"/>
                    </a:moveTo>
                    <a:cubicBezTo>
                      <a:pt x="36" y="0"/>
                      <a:pt x="25" y="4"/>
                      <a:pt x="17" y="13"/>
                    </a:cubicBezTo>
                    <a:cubicBezTo>
                      <a:pt x="0" y="29"/>
                      <a:pt x="0" y="55"/>
                      <a:pt x="17" y="71"/>
                    </a:cubicBezTo>
                    <a:lnTo>
                      <a:pt x="177" y="232"/>
                    </a:lnTo>
                    <a:cubicBezTo>
                      <a:pt x="185" y="240"/>
                      <a:pt x="196" y="244"/>
                      <a:pt x="206" y="244"/>
                    </a:cubicBezTo>
                    <a:cubicBezTo>
                      <a:pt x="216" y="244"/>
                      <a:pt x="229" y="240"/>
                      <a:pt x="236" y="232"/>
                    </a:cubicBezTo>
                    <a:cubicBezTo>
                      <a:pt x="252" y="214"/>
                      <a:pt x="252" y="189"/>
                      <a:pt x="236" y="172"/>
                    </a:cubicBezTo>
                    <a:lnTo>
                      <a:pt x="76" y="13"/>
                    </a:lnTo>
                    <a:cubicBezTo>
                      <a:pt x="68" y="4"/>
                      <a:pt x="57" y="0"/>
                      <a:pt x="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5"/>
              <p:cNvSpPr/>
              <p:nvPr/>
            </p:nvSpPr>
            <p:spPr>
              <a:xfrm>
                <a:off x="3626978" y="2155530"/>
                <a:ext cx="21112" cy="20445"/>
              </a:xfrm>
              <a:custGeom>
                <a:rect b="b" l="l" r="r" t="t"/>
                <a:pathLst>
                  <a:path extrusionOk="0" h="245" w="253">
                    <a:moveTo>
                      <a:pt x="47" y="0"/>
                    </a:moveTo>
                    <a:cubicBezTo>
                      <a:pt x="36" y="0"/>
                      <a:pt x="25" y="5"/>
                      <a:pt x="17" y="14"/>
                    </a:cubicBezTo>
                    <a:cubicBezTo>
                      <a:pt x="0" y="30"/>
                      <a:pt x="0" y="55"/>
                      <a:pt x="17" y="72"/>
                    </a:cubicBezTo>
                    <a:lnTo>
                      <a:pt x="177" y="233"/>
                    </a:lnTo>
                    <a:cubicBezTo>
                      <a:pt x="184" y="241"/>
                      <a:pt x="196" y="245"/>
                      <a:pt x="206" y="245"/>
                    </a:cubicBezTo>
                    <a:cubicBezTo>
                      <a:pt x="216" y="245"/>
                      <a:pt x="226" y="241"/>
                      <a:pt x="236" y="233"/>
                    </a:cubicBezTo>
                    <a:cubicBezTo>
                      <a:pt x="252" y="215"/>
                      <a:pt x="252" y="190"/>
                      <a:pt x="236" y="173"/>
                    </a:cubicBezTo>
                    <a:lnTo>
                      <a:pt x="76" y="14"/>
                    </a:lnTo>
                    <a:cubicBezTo>
                      <a:pt x="68" y="5"/>
                      <a:pt x="57" y="0"/>
                      <a:pt x="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2" name="Google Shape;182;p15"/>
            <p:cNvSpPr/>
            <p:nvPr/>
          </p:nvSpPr>
          <p:spPr>
            <a:xfrm>
              <a:off x="4649799" y="2598051"/>
              <a:ext cx="186756" cy="186845"/>
            </a:xfrm>
            <a:custGeom>
              <a:rect b="b" l="l" r="r" t="t"/>
              <a:pathLst>
                <a:path extrusionOk="0" h="2239" w="2238">
                  <a:moveTo>
                    <a:pt x="1119" y="0"/>
                  </a:moveTo>
                  <a:cubicBezTo>
                    <a:pt x="500" y="0"/>
                    <a:pt x="0" y="501"/>
                    <a:pt x="0" y="1119"/>
                  </a:cubicBezTo>
                  <a:cubicBezTo>
                    <a:pt x="0" y="1738"/>
                    <a:pt x="500" y="2238"/>
                    <a:pt x="1119" y="2238"/>
                  </a:cubicBezTo>
                  <a:cubicBezTo>
                    <a:pt x="1737" y="2238"/>
                    <a:pt x="2238" y="1738"/>
                    <a:pt x="2238" y="1119"/>
                  </a:cubicBezTo>
                  <a:cubicBezTo>
                    <a:pt x="2238" y="501"/>
                    <a:pt x="1737" y="0"/>
                    <a:pt x="1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4664736" y="2488485"/>
              <a:ext cx="156881" cy="157053"/>
            </a:xfrm>
            <a:custGeom>
              <a:rect b="b" l="l" r="r" t="t"/>
              <a:pathLst>
                <a:path extrusionOk="0" h="1882" w="1880">
                  <a:moveTo>
                    <a:pt x="940" y="1"/>
                  </a:moveTo>
                  <a:cubicBezTo>
                    <a:pt x="421" y="1"/>
                    <a:pt x="0" y="422"/>
                    <a:pt x="0" y="941"/>
                  </a:cubicBezTo>
                  <a:cubicBezTo>
                    <a:pt x="0" y="1460"/>
                    <a:pt x="421" y="1881"/>
                    <a:pt x="940" y="1881"/>
                  </a:cubicBezTo>
                  <a:cubicBezTo>
                    <a:pt x="1459" y="1881"/>
                    <a:pt x="1880" y="1460"/>
                    <a:pt x="1880" y="941"/>
                  </a:cubicBezTo>
                  <a:cubicBezTo>
                    <a:pt x="1880" y="422"/>
                    <a:pt x="1459" y="1"/>
                    <a:pt x="9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4733831" y="2728563"/>
              <a:ext cx="18609" cy="112491"/>
            </a:xfrm>
            <a:custGeom>
              <a:rect b="b" l="l" r="r" t="t"/>
              <a:pathLst>
                <a:path extrusionOk="0" h="1348" w="223">
                  <a:moveTo>
                    <a:pt x="112" y="1"/>
                  </a:moveTo>
                  <a:cubicBezTo>
                    <a:pt x="50" y="1"/>
                    <a:pt x="1" y="50"/>
                    <a:pt x="1" y="111"/>
                  </a:cubicBezTo>
                  <a:lnTo>
                    <a:pt x="1" y="1236"/>
                  </a:lnTo>
                  <a:cubicBezTo>
                    <a:pt x="1" y="1297"/>
                    <a:pt x="51" y="1347"/>
                    <a:pt x="112" y="1347"/>
                  </a:cubicBezTo>
                  <a:cubicBezTo>
                    <a:pt x="174" y="1347"/>
                    <a:pt x="223" y="1297"/>
                    <a:pt x="223" y="1236"/>
                  </a:cubicBezTo>
                  <a:lnTo>
                    <a:pt x="223" y="111"/>
                  </a:lnTo>
                  <a:cubicBezTo>
                    <a:pt x="223" y="50"/>
                    <a:pt x="174" y="1"/>
                    <a:pt x="1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4104550" y="3671519"/>
              <a:ext cx="239578" cy="147456"/>
            </a:xfrm>
            <a:custGeom>
              <a:rect b="b" l="l" r="r" t="t"/>
              <a:pathLst>
                <a:path extrusionOk="0" h="1767" w="2871">
                  <a:moveTo>
                    <a:pt x="1310" y="1"/>
                  </a:moveTo>
                  <a:lnTo>
                    <a:pt x="0" y="952"/>
                  </a:lnTo>
                  <a:cubicBezTo>
                    <a:pt x="300" y="1462"/>
                    <a:pt x="832" y="1767"/>
                    <a:pt x="1425" y="1767"/>
                  </a:cubicBezTo>
                  <a:lnTo>
                    <a:pt x="2529" y="1767"/>
                  </a:lnTo>
                  <a:cubicBezTo>
                    <a:pt x="2718" y="1767"/>
                    <a:pt x="2870" y="1615"/>
                    <a:pt x="2870" y="1426"/>
                  </a:cubicBezTo>
                  <a:lnTo>
                    <a:pt x="2870" y="609"/>
                  </a:lnTo>
                  <a:cubicBezTo>
                    <a:pt x="2870" y="422"/>
                    <a:pt x="2718" y="269"/>
                    <a:pt x="2529" y="269"/>
                  </a:cubicBezTo>
                  <a:lnTo>
                    <a:pt x="1425" y="269"/>
                  </a:lnTo>
                  <a:cubicBezTo>
                    <a:pt x="1351" y="269"/>
                    <a:pt x="1311" y="227"/>
                    <a:pt x="1290" y="191"/>
                  </a:cubicBezTo>
                  <a:cubicBezTo>
                    <a:pt x="1270" y="154"/>
                    <a:pt x="1253" y="99"/>
                    <a:pt x="1290" y="35"/>
                  </a:cubicBezTo>
                  <a:lnTo>
                    <a:pt x="131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4078765" y="3320372"/>
              <a:ext cx="275877" cy="497028"/>
            </a:xfrm>
            <a:custGeom>
              <a:rect b="b" l="l" r="r" t="t"/>
              <a:pathLst>
                <a:path extrusionOk="0" h="5956" w="3306">
                  <a:moveTo>
                    <a:pt x="2772" y="1"/>
                  </a:moveTo>
                  <a:cubicBezTo>
                    <a:pt x="2701" y="1"/>
                    <a:pt x="2629" y="21"/>
                    <a:pt x="2562" y="64"/>
                  </a:cubicBezTo>
                  <a:lnTo>
                    <a:pt x="553" y="1381"/>
                  </a:lnTo>
                  <a:cubicBezTo>
                    <a:pt x="305" y="1543"/>
                    <a:pt x="326" y="1913"/>
                    <a:pt x="590" y="2046"/>
                  </a:cubicBezTo>
                  <a:lnTo>
                    <a:pt x="1013" y="2259"/>
                  </a:lnTo>
                  <a:lnTo>
                    <a:pt x="316" y="3466"/>
                  </a:lnTo>
                  <a:cubicBezTo>
                    <a:pt x="14" y="3990"/>
                    <a:pt x="0" y="4641"/>
                    <a:pt x="307" y="5162"/>
                  </a:cubicBezTo>
                  <a:cubicBezTo>
                    <a:pt x="562" y="5594"/>
                    <a:pt x="985" y="5880"/>
                    <a:pt x="1470" y="5956"/>
                  </a:cubicBezTo>
                  <a:cubicBezTo>
                    <a:pt x="806" y="5486"/>
                    <a:pt x="1284" y="4735"/>
                    <a:pt x="1492" y="4406"/>
                  </a:cubicBezTo>
                  <a:cubicBezTo>
                    <a:pt x="1549" y="4314"/>
                    <a:pt x="1617" y="4210"/>
                    <a:pt x="1617" y="4210"/>
                  </a:cubicBezTo>
                  <a:lnTo>
                    <a:pt x="2353" y="2934"/>
                  </a:lnTo>
                  <a:lnTo>
                    <a:pt x="2735" y="3126"/>
                  </a:lnTo>
                  <a:cubicBezTo>
                    <a:pt x="2792" y="3155"/>
                    <a:pt x="2851" y="3168"/>
                    <a:pt x="2908" y="3168"/>
                  </a:cubicBezTo>
                  <a:cubicBezTo>
                    <a:pt x="3118" y="3168"/>
                    <a:pt x="3305" y="2994"/>
                    <a:pt x="3292" y="2762"/>
                  </a:cubicBezTo>
                  <a:lnTo>
                    <a:pt x="3157" y="364"/>
                  </a:lnTo>
                  <a:cubicBezTo>
                    <a:pt x="3145" y="148"/>
                    <a:pt x="2965" y="1"/>
                    <a:pt x="27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4312419" y="3089139"/>
              <a:ext cx="186672" cy="225482"/>
            </a:xfrm>
            <a:custGeom>
              <a:rect b="b" l="l" r="r" t="t"/>
              <a:pathLst>
                <a:path extrusionOk="0" h="2702" w="2237">
                  <a:moveTo>
                    <a:pt x="2070" y="1"/>
                  </a:moveTo>
                  <a:cubicBezTo>
                    <a:pt x="1479" y="4"/>
                    <a:pt x="948" y="311"/>
                    <a:pt x="650" y="823"/>
                  </a:cubicBezTo>
                  <a:lnTo>
                    <a:pt x="95" y="1778"/>
                  </a:lnTo>
                  <a:cubicBezTo>
                    <a:pt x="0" y="1940"/>
                    <a:pt x="55" y="2148"/>
                    <a:pt x="217" y="2244"/>
                  </a:cubicBezTo>
                  <a:lnTo>
                    <a:pt x="924" y="2655"/>
                  </a:lnTo>
                  <a:cubicBezTo>
                    <a:pt x="978" y="2687"/>
                    <a:pt x="1038" y="2702"/>
                    <a:pt x="1096" y="2702"/>
                  </a:cubicBezTo>
                  <a:cubicBezTo>
                    <a:pt x="1213" y="2702"/>
                    <a:pt x="1327" y="2641"/>
                    <a:pt x="1390" y="2532"/>
                  </a:cubicBezTo>
                  <a:lnTo>
                    <a:pt x="1946" y="1579"/>
                  </a:lnTo>
                  <a:cubicBezTo>
                    <a:pt x="1982" y="1513"/>
                    <a:pt x="2040" y="1500"/>
                    <a:pt x="2081" y="1500"/>
                  </a:cubicBezTo>
                  <a:cubicBezTo>
                    <a:pt x="2124" y="1500"/>
                    <a:pt x="2180" y="1513"/>
                    <a:pt x="2217" y="1579"/>
                  </a:cubicBezTo>
                  <a:lnTo>
                    <a:pt x="2236" y="1611"/>
                  </a:lnTo>
                  <a:lnTo>
                    <a:pt x="207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4379177" y="3089139"/>
              <a:ext cx="380187" cy="410407"/>
            </a:xfrm>
            <a:custGeom>
              <a:rect b="b" l="l" r="r" t="t"/>
              <a:pathLst>
                <a:path extrusionOk="0" h="4918" w="4556">
                  <a:moveTo>
                    <a:pt x="1278" y="1"/>
                  </a:moveTo>
                  <a:cubicBezTo>
                    <a:pt x="1276" y="1"/>
                    <a:pt x="1274" y="1"/>
                    <a:pt x="1272" y="1"/>
                  </a:cubicBezTo>
                  <a:cubicBezTo>
                    <a:pt x="769" y="4"/>
                    <a:pt x="310" y="225"/>
                    <a:pt x="1" y="607"/>
                  </a:cubicBezTo>
                  <a:cubicBezTo>
                    <a:pt x="126" y="549"/>
                    <a:pt x="242" y="524"/>
                    <a:pt x="349" y="524"/>
                  </a:cubicBezTo>
                  <a:cubicBezTo>
                    <a:pt x="873" y="524"/>
                    <a:pt x="1180" y="1117"/>
                    <a:pt x="1329" y="1404"/>
                  </a:cubicBezTo>
                  <a:cubicBezTo>
                    <a:pt x="1378" y="1500"/>
                    <a:pt x="1434" y="1611"/>
                    <a:pt x="1434" y="1611"/>
                  </a:cubicBezTo>
                  <a:lnTo>
                    <a:pt x="2166" y="2889"/>
                  </a:lnTo>
                  <a:lnTo>
                    <a:pt x="1808" y="3122"/>
                  </a:lnTo>
                  <a:cubicBezTo>
                    <a:pt x="1560" y="3283"/>
                    <a:pt x="1579" y="3653"/>
                    <a:pt x="1843" y="3787"/>
                  </a:cubicBezTo>
                  <a:lnTo>
                    <a:pt x="3985" y="4875"/>
                  </a:lnTo>
                  <a:cubicBezTo>
                    <a:pt x="4042" y="4904"/>
                    <a:pt x="4101" y="4918"/>
                    <a:pt x="4159" y="4918"/>
                  </a:cubicBezTo>
                  <a:cubicBezTo>
                    <a:pt x="4367" y="4918"/>
                    <a:pt x="4555" y="4744"/>
                    <a:pt x="4543" y="4512"/>
                  </a:cubicBezTo>
                  <a:lnTo>
                    <a:pt x="4417" y="2114"/>
                  </a:lnTo>
                  <a:cubicBezTo>
                    <a:pt x="4405" y="1897"/>
                    <a:pt x="4225" y="1749"/>
                    <a:pt x="4032" y="1749"/>
                  </a:cubicBezTo>
                  <a:cubicBezTo>
                    <a:pt x="3962" y="1749"/>
                    <a:pt x="3890" y="1769"/>
                    <a:pt x="3823" y="1812"/>
                  </a:cubicBezTo>
                  <a:lnTo>
                    <a:pt x="3426" y="2071"/>
                  </a:lnTo>
                  <a:lnTo>
                    <a:pt x="2733" y="862"/>
                  </a:lnTo>
                  <a:cubicBezTo>
                    <a:pt x="2433" y="339"/>
                    <a:pt x="1880" y="1"/>
                    <a:pt x="12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4714221" y="3519394"/>
              <a:ext cx="183251" cy="234077"/>
            </a:xfrm>
            <a:custGeom>
              <a:rect b="b" l="l" r="r" t="t"/>
              <a:pathLst>
                <a:path extrusionOk="0" h="2805" w="2196">
                  <a:moveTo>
                    <a:pt x="1114" y="0"/>
                  </a:moveTo>
                  <a:cubicBezTo>
                    <a:pt x="1062" y="0"/>
                    <a:pt x="1008" y="12"/>
                    <a:pt x="958" y="37"/>
                  </a:cubicBezTo>
                  <a:lnTo>
                    <a:pt x="232" y="414"/>
                  </a:lnTo>
                  <a:cubicBezTo>
                    <a:pt x="66" y="499"/>
                    <a:pt x="1" y="706"/>
                    <a:pt x="87" y="871"/>
                  </a:cubicBezTo>
                  <a:lnTo>
                    <a:pt x="593" y="1852"/>
                  </a:lnTo>
                  <a:cubicBezTo>
                    <a:pt x="626" y="1918"/>
                    <a:pt x="606" y="1973"/>
                    <a:pt x="585" y="2007"/>
                  </a:cubicBezTo>
                  <a:cubicBezTo>
                    <a:pt x="563" y="2040"/>
                    <a:pt x="523" y="2079"/>
                    <a:pt x="456" y="2079"/>
                  </a:cubicBezTo>
                  <a:cubicBezTo>
                    <a:pt x="452" y="2079"/>
                    <a:pt x="449" y="2079"/>
                    <a:pt x="446" y="2079"/>
                  </a:cubicBezTo>
                  <a:lnTo>
                    <a:pt x="407" y="2078"/>
                  </a:lnTo>
                  <a:lnTo>
                    <a:pt x="1854" y="2804"/>
                  </a:lnTo>
                  <a:cubicBezTo>
                    <a:pt x="2170" y="2303"/>
                    <a:pt x="2195" y="1690"/>
                    <a:pt x="1922" y="1163"/>
                  </a:cubicBezTo>
                  <a:lnTo>
                    <a:pt x="1416" y="184"/>
                  </a:lnTo>
                  <a:cubicBezTo>
                    <a:pt x="1356" y="67"/>
                    <a:pt x="1238" y="0"/>
                    <a:pt x="1114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4382849" y="3619614"/>
              <a:ext cx="513369" cy="264870"/>
            </a:xfrm>
            <a:custGeom>
              <a:rect b="b" l="l" r="r" t="t"/>
              <a:pathLst>
                <a:path extrusionOk="0" h="3174" w="6152">
                  <a:moveTo>
                    <a:pt x="2517" y="1"/>
                  </a:moveTo>
                  <a:cubicBezTo>
                    <a:pt x="2452" y="1"/>
                    <a:pt x="2385" y="17"/>
                    <a:pt x="2323" y="54"/>
                  </a:cubicBezTo>
                  <a:lnTo>
                    <a:pt x="254" y="1276"/>
                  </a:lnTo>
                  <a:cubicBezTo>
                    <a:pt x="1" y="1427"/>
                    <a:pt x="4" y="1797"/>
                    <a:pt x="262" y="1942"/>
                  </a:cubicBezTo>
                  <a:lnTo>
                    <a:pt x="2354" y="3123"/>
                  </a:lnTo>
                  <a:cubicBezTo>
                    <a:pt x="2415" y="3157"/>
                    <a:pt x="2480" y="3173"/>
                    <a:pt x="2543" y="3173"/>
                  </a:cubicBezTo>
                  <a:cubicBezTo>
                    <a:pt x="2745" y="3173"/>
                    <a:pt x="2929" y="3010"/>
                    <a:pt x="2927" y="2784"/>
                  </a:cubicBezTo>
                  <a:lnTo>
                    <a:pt x="2922" y="2309"/>
                  </a:lnTo>
                  <a:lnTo>
                    <a:pt x="2922" y="2309"/>
                  </a:lnTo>
                  <a:lnTo>
                    <a:pt x="4313" y="2375"/>
                  </a:lnTo>
                  <a:cubicBezTo>
                    <a:pt x="4340" y="2376"/>
                    <a:pt x="4367" y="2377"/>
                    <a:pt x="4393" y="2377"/>
                  </a:cubicBezTo>
                  <a:cubicBezTo>
                    <a:pt x="4968" y="2377"/>
                    <a:pt x="5516" y="2093"/>
                    <a:pt x="5824" y="1604"/>
                  </a:cubicBezTo>
                  <a:cubicBezTo>
                    <a:pt x="6092" y="1178"/>
                    <a:pt x="6152" y="672"/>
                    <a:pt x="5996" y="207"/>
                  </a:cubicBezTo>
                  <a:lnTo>
                    <a:pt x="5996" y="207"/>
                  </a:lnTo>
                  <a:cubicBezTo>
                    <a:pt x="5912" y="813"/>
                    <a:pt x="5386" y="918"/>
                    <a:pt x="4967" y="918"/>
                  </a:cubicBezTo>
                  <a:cubicBezTo>
                    <a:pt x="4831" y="918"/>
                    <a:pt x="4705" y="907"/>
                    <a:pt x="4610" y="898"/>
                  </a:cubicBezTo>
                  <a:cubicBezTo>
                    <a:pt x="4501" y="890"/>
                    <a:pt x="4377" y="877"/>
                    <a:pt x="4377" y="877"/>
                  </a:cubicBezTo>
                  <a:lnTo>
                    <a:pt x="2906" y="809"/>
                  </a:lnTo>
                  <a:lnTo>
                    <a:pt x="2902" y="382"/>
                  </a:lnTo>
                  <a:cubicBezTo>
                    <a:pt x="2900" y="159"/>
                    <a:pt x="2716" y="1"/>
                    <a:pt x="25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4366744" y="1966605"/>
              <a:ext cx="332705" cy="870968"/>
            </a:xfrm>
            <a:custGeom>
              <a:rect b="b" l="l" r="r" t="t"/>
              <a:pathLst>
                <a:path extrusionOk="0" h="10437" w="3987">
                  <a:moveTo>
                    <a:pt x="775" y="1"/>
                  </a:moveTo>
                  <a:lnTo>
                    <a:pt x="0" y="10436"/>
                  </a:lnTo>
                  <a:lnTo>
                    <a:pt x="3987" y="10436"/>
                  </a:lnTo>
                  <a:lnTo>
                    <a:pt x="31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4368365" y="1966605"/>
              <a:ext cx="332705" cy="870968"/>
            </a:xfrm>
            <a:custGeom>
              <a:rect b="b" l="l" r="r" t="t"/>
              <a:pathLst>
                <a:path extrusionOk="0" h="10437" w="3987">
                  <a:moveTo>
                    <a:pt x="775" y="1"/>
                  </a:moveTo>
                  <a:lnTo>
                    <a:pt x="0" y="10436"/>
                  </a:lnTo>
                  <a:lnTo>
                    <a:pt x="3987" y="10436"/>
                  </a:lnTo>
                  <a:lnTo>
                    <a:pt x="3111" y="1"/>
                  </a:lnTo>
                  <a:close/>
                </a:path>
              </a:pathLst>
            </a:custGeom>
            <a:solidFill>
              <a:srgbClr val="B7B7B7">
                <a:alpha val="137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4526546" y="2600805"/>
              <a:ext cx="186922" cy="186845"/>
            </a:xfrm>
            <a:custGeom>
              <a:rect b="b" l="l" r="r" t="t"/>
              <a:pathLst>
                <a:path extrusionOk="0" h="2239" w="2240">
                  <a:moveTo>
                    <a:pt x="1120" y="0"/>
                  </a:moveTo>
                  <a:cubicBezTo>
                    <a:pt x="502" y="0"/>
                    <a:pt x="1" y="502"/>
                    <a:pt x="1" y="1120"/>
                  </a:cubicBezTo>
                  <a:cubicBezTo>
                    <a:pt x="1" y="1738"/>
                    <a:pt x="502" y="2239"/>
                    <a:pt x="1120" y="2239"/>
                  </a:cubicBezTo>
                  <a:cubicBezTo>
                    <a:pt x="1738" y="2239"/>
                    <a:pt x="2239" y="1738"/>
                    <a:pt x="2239" y="1120"/>
                  </a:cubicBezTo>
                  <a:cubicBezTo>
                    <a:pt x="2239" y="502"/>
                    <a:pt x="1738" y="0"/>
                    <a:pt x="1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4541484" y="2491322"/>
              <a:ext cx="157048" cy="156969"/>
            </a:xfrm>
            <a:custGeom>
              <a:rect b="b" l="l" r="r" t="t"/>
              <a:pathLst>
                <a:path extrusionOk="0" h="1881" w="1882">
                  <a:moveTo>
                    <a:pt x="941" y="0"/>
                  </a:moveTo>
                  <a:cubicBezTo>
                    <a:pt x="422" y="0"/>
                    <a:pt x="1" y="421"/>
                    <a:pt x="1" y="940"/>
                  </a:cubicBezTo>
                  <a:cubicBezTo>
                    <a:pt x="1" y="1460"/>
                    <a:pt x="422" y="1880"/>
                    <a:pt x="941" y="1880"/>
                  </a:cubicBezTo>
                  <a:cubicBezTo>
                    <a:pt x="1460" y="1880"/>
                    <a:pt x="1881" y="1460"/>
                    <a:pt x="1881" y="940"/>
                  </a:cubicBezTo>
                  <a:cubicBezTo>
                    <a:pt x="1881" y="421"/>
                    <a:pt x="1460" y="0"/>
                    <a:pt x="9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4610662" y="2731400"/>
              <a:ext cx="18692" cy="112574"/>
            </a:xfrm>
            <a:custGeom>
              <a:rect b="b" l="l" r="r" t="t"/>
              <a:pathLst>
                <a:path extrusionOk="0" h="1349" w="224">
                  <a:moveTo>
                    <a:pt x="112" y="1"/>
                  </a:moveTo>
                  <a:cubicBezTo>
                    <a:pt x="51" y="1"/>
                    <a:pt x="0" y="51"/>
                    <a:pt x="0" y="112"/>
                  </a:cubicBezTo>
                  <a:lnTo>
                    <a:pt x="0" y="1237"/>
                  </a:lnTo>
                  <a:cubicBezTo>
                    <a:pt x="0" y="1298"/>
                    <a:pt x="51" y="1348"/>
                    <a:pt x="112" y="1348"/>
                  </a:cubicBezTo>
                  <a:cubicBezTo>
                    <a:pt x="173" y="1348"/>
                    <a:pt x="224" y="1298"/>
                    <a:pt x="224" y="1237"/>
                  </a:cubicBezTo>
                  <a:lnTo>
                    <a:pt x="224" y="112"/>
                  </a:lnTo>
                  <a:cubicBezTo>
                    <a:pt x="224" y="51"/>
                    <a:pt x="173" y="1"/>
                    <a:pt x="1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4432593" y="1949766"/>
              <a:ext cx="230148" cy="20612"/>
            </a:xfrm>
            <a:custGeom>
              <a:rect b="b" l="l" r="r" t="t"/>
              <a:pathLst>
                <a:path extrusionOk="0" h="247" w="2758">
                  <a:moveTo>
                    <a:pt x="123" y="0"/>
                  </a:moveTo>
                  <a:cubicBezTo>
                    <a:pt x="55" y="0"/>
                    <a:pt x="0" y="55"/>
                    <a:pt x="0" y="124"/>
                  </a:cubicBezTo>
                  <a:cubicBezTo>
                    <a:pt x="0" y="191"/>
                    <a:pt x="55" y="247"/>
                    <a:pt x="123" y="247"/>
                  </a:cubicBezTo>
                  <a:lnTo>
                    <a:pt x="2635" y="247"/>
                  </a:lnTo>
                  <a:cubicBezTo>
                    <a:pt x="2703" y="247"/>
                    <a:pt x="2758" y="191"/>
                    <a:pt x="2758" y="124"/>
                  </a:cubicBezTo>
                  <a:cubicBezTo>
                    <a:pt x="2758" y="55"/>
                    <a:pt x="2703" y="0"/>
                    <a:pt x="2635" y="0"/>
                  </a:cubicBezTo>
                  <a:close/>
                </a:path>
              </a:pathLst>
            </a:custGeom>
            <a:solidFill>
              <a:srgbClr val="2C61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4117485" y="2260506"/>
              <a:ext cx="313763" cy="573218"/>
            </a:xfrm>
            <a:custGeom>
              <a:rect b="b" l="l" r="r" t="t"/>
              <a:pathLst>
                <a:path extrusionOk="0" h="6869" w="3760">
                  <a:moveTo>
                    <a:pt x="730" y="1"/>
                  </a:moveTo>
                  <a:lnTo>
                    <a:pt x="1" y="6868"/>
                  </a:lnTo>
                  <a:lnTo>
                    <a:pt x="3760" y="6868"/>
                  </a:lnTo>
                  <a:lnTo>
                    <a:pt x="30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/>
          <p:nvPr/>
        </p:nvSpPr>
        <p:spPr>
          <a:xfrm>
            <a:off x="2301458" y="3360257"/>
            <a:ext cx="1143299" cy="1144236"/>
          </a:xfrm>
          <a:custGeom>
            <a:rect b="b" l="l" r="r" t="t"/>
            <a:pathLst>
              <a:path extrusionOk="0" h="12213" w="12203">
                <a:moveTo>
                  <a:pt x="5897" y="1"/>
                </a:moveTo>
                <a:cubicBezTo>
                  <a:pt x="5649" y="1"/>
                  <a:pt x="5511" y="20"/>
                  <a:pt x="5511" y="20"/>
                </a:cubicBezTo>
                <a:cubicBezTo>
                  <a:pt x="5848" y="333"/>
                  <a:pt x="6161" y="1752"/>
                  <a:pt x="6318" y="2494"/>
                </a:cubicBezTo>
                <a:cubicBezTo>
                  <a:pt x="6357" y="2680"/>
                  <a:pt x="6387" y="2834"/>
                  <a:pt x="6405" y="2930"/>
                </a:cubicBezTo>
                <a:lnTo>
                  <a:pt x="6405" y="2931"/>
                </a:lnTo>
                <a:cubicBezTo>
                  <a:pt x="6625" y="4132"/>
                  <a:pt x="7318" y="4497"/>
                  <a:pt x="7897" y="4497"/>
                </a:cubicBezTo>
                <a:cubicBezTo>
                  <a:pt x="8342" y="4497"/>
                  <a:pt x="8721" y="4281"/>
                  <a:pt x="8766" y="4064"/>
                </a:cubicBezTo>
                <a:cubicBezTo>
                  <a:pt x="9046" y="2707"/>
                  <a:pt x="7894" y="1499"/>
                  <a:pt x="6781" y="673"/>
                </a:cubicBezTo>
                <a:lnTo>
                  <a:pt x="6781" y="673"/>
                </a:lnTo>
                <a:cubicBezTo>
                  <a:pt x="6970" y="766"/>
                  <a:pt x="9026" y="950"/>
                  <a:pt x="10358" y="2519"/>
                </a:cubicBezTo>
                <a:lnTo>
                  <a:pt x="10357" y="2519"/>
                </a:lnTo>
                <a:cubicBezTo>
                  <a:pt x="10636" y="2845"/>
                  <a:pt x="10817" y="3203"/>
                  <a:pt x="11016" y="3589"/>
                </a:cubicBezTo>
                <a:cubicBezTo>
                  <a:pt x="11405" y="4346"/>
                  <a:pt x="11625" y="5202"/>
                  <a:pt x="11625" y="6113"/>
                </a:cubicBezTo>
                <a:cubicBezTo>
                  <a:pt x="11625" y="9165"/>
                  <a:pt x="9152" y="11638"/>
                  <a:pt x="6100" y="11638"/>
                </a:cubicBezTo>
                <a:cubicBezTo>
                  <a:pt x="3049" y="11638"/>
                  <a:pt x="575" y="9165"/>
                  <a:pt x="575" y="6113"/>
                </a:cubicBezTo>
                <a:cubicBezTo>
                  <a:pt x="575" y="3440"/>
                  <a:pt x="2473" y="1211"/>
                  <a:pt x="4994" y="698"/>
                </a:cubicBezTo>
                <a:cubicBezTo>
                  <a:pt x="4970" y="645"/>
                  <a:pt x="4952" y="611"/>
                  <a:pt x="4937" y="589"/>
                </a:cubicBezTo>
                <a:lnTo>
                  <a:pt x="4535" y="215"/>
                </a:lnTo>
                <a:cubicBezTo>
                  <a:pt x="1925" y="908"/>
                  <a:pt x="1" y="3285"/>
                  <a:pt x="1" y="6112"/>
                </a:cubicBezTo>
                <a:cubicBezTo>
                  <a:pt x="1" y="9480"/>
                  <a:pt x="2733" y="12212"/>
                  <a:pt x="6101" y="12212"/>
                </a:cubicBezTo>
                <a:cubicBezTo>
                  <a:pt x="9471" y="12212"/>
                  <a:pt x="12202" y="9480"/>
                  <a:pt x="12202" y="6112"/>
                </a:cubicBezTo>
                <a:cubicBezTo>
                  <a:pt x="12201" y="5218"/>
                  <a:pt x="12007" y="4367"/>
                  <a:pt x="11660" y="3601"/>
                </a:cubicBezTo>
                <a:cubicBezTo>
                  <a:pt x="11531" y="3315"/>
                  <a:pt x="11381" y="3043"/>
                  <a:pt x="11211" y="2785"/>
                </a:cubicBezTo>
                <a:lnTo>
                  <a:pt x="11212" y="2785"/>
                </a:lnTo>
                <a:cubicBezTo>
                  <a:pt x="11163" y="2709"/>
                  <a:pt x="11112" y="2634"/>
                  <a:pt x="11057" y="2561"/>
                </a:cubicBezTo>
                <a:cubicBezTo>
                  <a:pt x="11047" y="2547"/>
                  <a:pt x="11038" y="2534"/>
                  <a:pt x="11028" y="2519"/>
                </a:cubicBezTo>
                <a:lnTo>
                  <a:pt x="11027" y="2519"/>
                </a:lnTo>
                <a:cubicBezTo>
                  <a:pt x="10069" y="1242"/>
                  <a:pt x="8561" y="496"/>
                  <a:pt x="8030" y="372"/>
                </a:cubicBezTo>
                <a:cubicBezTo>
                  <a:pt x="7085" y="58"/>
                  <a:pt x="6326" y="1"/>
                  <a:pt x="589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2188091" y="3237803"/>
            <a:ext cx="1369748" cy="1369841"/>
          </a:xfrm>
          <a:custGeom>
            <a:rect b="b" l="l" r="r" t="t"/>
            <a:pathLst>
              <a:path extrusionOk="0" h="14621" w="14620">
                <a:moveTo>
                  <a:pt x="7310" y="385"/>
                </a:moveTo>
                <a:cubicBezTo>
                  <a:pt x="11130" y="385"/>
                  <a:pt x="14235" y="3493"/>
                  <a:pt x="14235" y="7310"/>
                </a:cubicBezTo>
                <a:cubicBezTo>
                  <a:pt x="14235" y="11128"/>
                  <a:pt x="11128" y="14234"/>
                  <a:pt x="7310" y="14234"/>
                </a:cubicBezTo>
                <a:cubicBezTo>
                  <a:pt x="3493" y="14234"/>
                  <a:pt x="385" y="11128"/>
                  <a:pt x="385" y="7310"/>
                </a:cubicBezTo>
                <a:cubicBezTo>
                  <a:pt x="385" y="3493"/>
                  <a:pt x="3493" y="385"/>
                  <a:pt x="7310" y="385"/>
                </a:cubicBezTo>
                <a:close/>
                <a:moveTo>
                  <a:pt x="7310" y="1"/>
                </a:moveTo>
                <a:cubicBezTo>
                  <a:pt x="3280" y="1"/>
                  <a:pt x="0" y="3280"/>
                  <a:pt x="0" y="7310"/>
                </a:cubicBezTo>
                <a:cubicBezTo>
                  <a:pt x="0" y="11341"/>
                  <a:pt x="3280" y="14620"/>
                  <a:pt x="7310" y="14620"/>
                </a:cubicBezTo>
                <a:cubicBezTo>
                  <a:pt x="11342" y="14620"/>
                  <a:pt x="14620" y="11341"/>
                  <a:pt x="14620" y="7310"/>
                </a:cubicBezTo>
                <a:cubicBezTo>
                  <a:pt x="14620" y="3280"/>
                  <a:pt x="11340" y="1"/>
                  <a:pt x="731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"/>
          <p:cNvSpPr/>
          <p:nvPr/>
        </p:nvSpPr>
        <p:spPr>
          <a:xfrm>
            <a:off x="2842809" y="2950359"/>
            <a:ext cx="36352" cy="321544"/>
          </a:xfrm>
          <a:custGeom>
            <a:rect b="b" l="l" r="r" t="t"/>
            <a:pathLst>
              <a:path extrusionOk="0" h="3432" w="388">
                <a:moveTo>
                  <a:pt x="194" y="0"/>
                </a:moveTo>
                <a:cubicBezTo>
                  <a:pt x="87" y="0"/>
                  <a:pt x="1" y="87"/>
                  <a:pt x="1" y="194"/>
                </a:cubicBezTo>
                <a:lnTo>
                  <a:pt x="1" y="3241"/>
                </a:lnTo>
                <a:cubicBezTo>
                  <a:pt x="1" y="3346"/>
                  <a:pt x="88" y="3432"/>
                  <a:pt x="194" y="3432"/>
                </a:cubicBezTo>
                <a:cubicBezTo>
                  <a:pt x="301" y="3432"/>
                  <a:pt x="388" y="3346"/>
                  <a:pt x="387" y="3241"/>
                </a:cubicBezTo>
                <a:lnTo>
                  <a:pt x="387" y="194"/>
                </a:lnTo>
                <a:cubicBezTo>
                  <a:pt x="387" y="86"/>
                  <a:pt x="302" y="0"/>
                  <a:pt x="19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"/>
          <p:cNvSpPr/>
          <p:nvPr/>
        </p:nvSpPr>
        <p:spPr>
          <a:xfrm>
            <a:off x="2693277" y="2950171"/>
            <a:ext cx="335317" cy="184007"/>
          </a:xfrm>
          <a:custGeom>
            <a:rect b="b" l="l" r="r" t="t"/>
            <a:pathLst>
              <a:path extrusionOk="0" h="1964" w="3579">
                <a:moveTo>
                  <a:pt x="1790" y="1"/>
                </a:moveTo>
                <a:cubicBezTo>
                  <a:pt x="1740" y="1"/>
                  <a:pt x="1691" y="20"/>
                  <a:pt x="1653" y="57"/>
                </a:cubicBezTo>
                <a:lnTo>
                  <a:pt x="76" y="1634"/>
                </a:lnTo>
                <a:cubicBezTo>
                  <a:pt x="1" y="1710"/>
                  <a:pt x="1" y="1832"/>
                  <a:pt x="76" y="1907"/>
                </a:cubicBezTo>
                <a:cubicBezTo>
                  <a:pt x="114" y="1945"/>
                  <a:pt x="164" y="1963"/>
                  <a:pt x="213" y="1963"/>
                </a:cubicBezTo>
                <a:cubicBezTo>
                  <a:pt x="262" y="1963"/>
                  <a:pt x="311" y="1945"/>
                  <a:pt x="349" y="1907"/>
                </a:cubicBezTo>
                <a:lnTo>
                  <a:pt x="1790" y="466"/>
                </a:lnTo>
                <a:lnTo>
                  <a:pt x="3232" y="1907"/>
                </a:lnTo>
                <a:cubicBezTo>
                  <a:pt x="3269" y="1944"/>
                  <a:pt x="3318" y="1964"/>
                  <a:pt x="3367" y="1964"/>
                </a:cubicBezTo>
                <a:cubicBezTo>
                  <a:pt x="3417" y="1964"/>
                  <a:pt x="3466" y="1944"/>
                  <a:pt x="3503" y="1907"/>
                </a:cubicBezTo>
                <a:cubicBezTo>
                  <a:pt x="3579" y="1832"/>
                  <a:pt x="3579" y="1710"/>
                  <a:pt x="3503" y="1634"/>
                </a:cubicBezTo>
                <a:lnTo>
                  <a:pt x="1926" y="57"/>
                </a:lnTo>
                <a:cubicBezTo>
                  <a:pt x="1888" y="20"/>
                  <a:pt x="1839" y="1"/>
                  <a:pt x="179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" name="Google Shape;206;p16"/>
          <p:cNvGrpSpPr/>
          <p:nvPr/>
        </p:nvGrpSpPr>
        <p:grpSpPr>
          <a:xfrm>
            <a:off x="2637943" y="3850874"/>
            <a:ext cx="446081" cy="415701"/>
            <a:chOff x="2565106" y="1110718"/>
            <a:chExt cx="503591" cy="469295"/>
          </a:xfrm>
        </p:grpSpPr>
        <p:sp>
          <p:nvSpPr>
            <p:cNvPr id="207" name="Google Shape;207;p16"/>
            <p:cNvSpPr/>
            <p:nvPr/>
          </p:nvSpPr>
          <p:spPr>
            <a:xfrm>
              <a:off x="2601459" y="1246477"/>
              <a:ext cx="436502" cy="333536"/>
            </a:xfrm>
            <a:custGeom>
              <a:rect b="b" l="l" r="r" t="t"/>
              <a:pathLst>
                <a:path extrusionOk="0" h="3560" w="4659">
                  <a:moveTo>
                    <a:pt x="2329" y="0"/>
                  </a:moveTo>
                  <a:cubicBezTo>
                    <a:pt x="1043" y="0"/>
                    <a:pt x="0" y="797"/>
                    <a:pt x="0" y="1780"/>
                  </a:cubicBezTo>
                  <a:cubicBezTo>
                    <a:pt x="0" y="2762"/>
                    <a:pt x="1043" y="3559"/>
                    <a:pt x="2329" y="3559"/>
                  </a:cubicBezTo>
                  <a:cubicBezTo>
                    <a:pt x="3615" y="3559"/>
                    <a:pt x="4658" y="2762"/>
                    <a:pt x="4658" y="1780"/>
                  </a:cubicBezTo>
                  <a:cubicBezTo>
                    <a:pt x="4658" y="797"/>
                    <a:pt x="3615" y="0"/>
                    <a:pt x="23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6"/>
            <p:cNvSpPr/>
            <p:nvPr/>
          </p:nvSpPr>
          <p:spPr>
            <a:xfrm>
              <a:off x="2565106" y="1200568"/>
              <a:ext cx="83946" cy="83946"/>
            </a:xfrm>
            <a:custGeom>
              <a:rect b="b" l="l" r="r" t="t"/>
              <a:pathLst>
                <a:path extrusionOk="0" h="896" w="896">
                  <a:moveTo>
                    <a:pt x="448" y="0"/>
                  </a:moveTo>
                  <a:cubicBezTo>
                    <a:pt x="201" y="0"/>
                    <a:pt x="1" y="201"/>
                    <a:pt x="1" y="449"/>
                  </a:cubicBezTo>
                  <a:cubicBezTo>
                    <a:pt x="1" y="695"/>
                    <a:pt x="201" y="896"/>
                    <a:pt x="448" y="896"/>
                  </a:cubicBezTo>
                  <a:cubicBezTo>
                    <a:pt x="695" y="896"/>
                    <a:pt x="896" y="695"/>
                    <a:pt x="896" y="449"/>
                  </a:cubicBezTo>
                  <a:cubicBezTo>
                    <a:pt x="896" y="201"/>
                    <a:pt x="695" y="0"/>
                    <a:pt x="4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2681003" y="1110718"/>
              <a:ext cx="102872" cy="102872"/>
            </a:xfrm>
            <a:custGeom>
              <a:rect b="b" l="l" r="r" t="t"/>
              <a:pathLst>
                <a:path extrusionOk="0" h="1098" w="1098">
                  <a:moveTo>
                    <a:pt x="549" y="1"/>
                  </a:moveTo>
                  <a:cubicBezTo>
                    <a:pt x="246" y="1"/>
                    <a:pt x="1" y="246"/>
                    <a:pt x="1" y="549"/>
                  </a:cubicBezTo>
                  <a:cubicBezTo>
                    <a:pt x="1" y="852"/>
                    <a:pt x="246" y="1098"/>
                    <a:pt x="549" y="1098"/>
                  </a:cubicBezTo>
                  <a:cubicBezTo>
                    <a:pt x="852" y="1098"/>
                    <a:pt x="1098" y="852"/>
                    <a:pt x="1098" y="549"/>
                  </a:cubicBezTo>
                  <a:cubicBezTo>
                    <a:pt x="1098" y="246"/>
                    <a:pt x="852" y="1"/>
                    <a:pt x="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2826413" y="1110718"/>
              <a:ext cx="102872" cy="102872"/>
            </a:xfrm>
            <a:custGeom>
              <a:rect b="b" l="l" r="r" t="t"/>
              <a:pathLst>
                <a:path extrusionOk="0" h="1098" w="1098">
                  <a:moveTo>
                    <a:pt x="549" y="1"/>
                  </a:moveTo>
                  <a:cubicBezTo>
                    <a:pt x="246" y="1"/>
                    <a:pt x="1" y="246"/>
                    <a:pt x="1" y="549"/>
                  </a:cubicBezTo>
                  <a:cubicBezTo>
                    <a:pt x="1" y="852"/>
                    <a:pt x="246" y="1098"/>
                    <a:pt x="549" y="1098"/>
                  </a:cubicBezTo>
                  <a:cubicBezTo>
                    <a:pt x="852" y="1098"/>
                    <a:pt x="1098" y="852"/>
                    <a:pt x="1098" y="549"/>
                  </a:cubicBezTo>
                  <a:cubicBezTo>
                    <a:pt x="1098" y="246"/>
                    <a:pt x="852" y="1"/>
                    <a:pt x="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2978006" y="1189419"/>
              <a:ext cx="90692" cy="90692"/>
            </a:xfrm>
            <a:custGeom>
              <a:rect b="b" l="l" r="r" t="t"/>
              <a:pathLst>
                <a:path extrusionOk="0" h="968" w="968">
                  <a:moveTo>
                    <a:pt x="485" y="1"/>
                  </a:moveTo>
                  <a:cubicBezTo>
                    <a:pt x="217" y="1"/>
                    <a:pt x="1" y="217"/>
                    <a:pt x="1" y="485"/>
                  </a:cubicBezTo>
                  <a:cubicBezTo>
                    <a:pt x="1" y="752"/>
                    <a:pt x="217" y="968"/>
                    <a:pt x="485" y="968"/>
                  </a:cubicBezTo>
                  <a:cubicBezTo>
                    <a:pt x="752" y="968"/>
                    <a:pt x="967" y="752"/>
                    <a:pt x="967" y="485"/>
                  </a:cubicBezTo>
                  <a:cubicBezTo>
                    <a:pt x="967" y="217"/>
                    <a:pt x="752" y="1"/>
                    <a:pt x="4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16"/>
          <p:cNvSpPr/>
          <p:nvPr/>
        </p:nvSpPr>
        <p:spPr>
          <a:xfrm>
            <a:off x="651265" y="1280785"/>
            <a:ext cx="1143299" cy="1144236"/>
          </a:xfrm>
          <a:custGeom>
            <a:rect b="b" l="l" r="r" t="t"/>
            <a:pathLst>
              <a:path extrusionOk="0" h="12213" w="12203">
                <a:moveTo>
                  <a:pt x="5897" y="1"/>
                </a:moveTo>
                <a:cubicBezTo>
                  <a:pt x="5649" y="1"/>
                  <a:pt x="5511" y="20"/>
                  <a:pt x="5511" y="20"/>
                </a:cubicBezTo>
                <a:cubicBezTo>
                  <a:pt x="5848" y="333"/>
                  <a:pt x="6160" y="1751"/>
                  <a:pt x="6318" y="2493"/>
                </a:cubicBezTo>
                <a:cubicBezTo>
                  <a:pt x="6358" y="2680"/>
                  <a:pt x="6386" y="2834"/>
                  <a:pt x="6405" y="2930"/>
                </a:cubicBezTo>
                <a:lnTo>
                  <a:pt x="6405" y="2931"/>
                </a:lnTo>
                <a:cubicBezTo>
                  <a:pt x="6625" y="4132"/>
                  <a:pt x="7318" y="4496"/>
                  <a:pt x="7897" y="4496"/>
                </a:cubicBezTo>
                <a:cubicBezTo>
                  <a:pt x="8342" y="4496"/>
                  <a:pt x="8721" y="4280"/>
                  <a:pt x="8765" y="4063"/>
                </a:cubicBezTo>
                <a:cubicBezTo>
                  <a:pt x="9046" y="2707"/>
                  <a:pt x="7894" y="1499"/>
                  <a:pt x="6780" y="672"/>
                </a:cubicBezTo>
                <a:lnTo>
                  <a:pt x="6780" y="672"/>
                </a:lnTo>
                <a:cubicBezTo>
                  <a:pt x="6970" y="765"/>
                  <a:pt x="9026" y="949"/>
                  <a:pt x="10359" y="2518"/>
                </a:cubicBezTo>
                <a:lnTo>
                  <a:pt x="10356" y="2518"/>
                </a:lnTo>
                <a:cubicBezTo>
                  <a:pt x="10636" y="2845"/>
                  <a:pt x="10817" y="3203"/>
                  <a:pt x="11015" y="3588"/>
                </a:cubicBezTo>
                <a:cubicBezTo>
                  <a:pt x="11405" y="4345"/>
                  <a:pt x="11625" y="5202"/>
                  <a:pt x="11625" y="6113"/>
                </a:cubicBezTo>
                <a:cubicBezTo>
                  <a:pt x="11625" y="9164"/>
                  <a:pt x="9152" y="11638"/>
                  <a:pt x="6100" y="11638"/>
                </a:cubicBezTo>
                <a:cubicBezTo>
                  <a:pt x="3049" y="11638"/>
                  <a:pt x="575" y="9164"/>
                  <a:pt x="575" y="6113"/>
                </a:cubicBezTo>
                <a:cubicBezTo>
                  <a:pt x="575" y="3439"/>
                  <a:pt x="2473" y="1211"/>
                  <a:pt x="4994" y="697"/>
                </a:cubicBezTo>
                <a:cubicBezTo>
                  <a:pt x="4969" y="645"/>
                  <a:pt x="4952" y="610"/>
                  <a:pt x="4937" y="589"/>
                </a:cubicBezTo>
                <a:lnTo>
                  <a:pt x="4535" y="215"/>
                </a:lnTo>
                <a:cubicBezTo>
                  <a:pt x="1924" y="907"/>
                  <a:pt x="1" y="3285"/>
                  <a:pt x="1" y="6111"/>
                </a:cubicBezTo>
                <a:cubicBezTo>
                  <a:pt x="1" y="9480"/>
                  <a:pt x="2733" y="12212"/>
                  <a:pt x="6102" y="12212"/>
                </a:cubicBezTo>
                <a:cubicBezTo>
                  <a:pt x="9470" y="12212"/>
                  <a:pt x="12202" y="9480"/>
                  <a:pt x="12202" y="6111"/>
                </a:cubicBezTo>
                <a:cubicBezTo>
                  <a:pt x="12201" y="5217"/>
                  <a:pt x="12007" y="4367"/>
                  <a:pt x="11660" y="3601"/>
                </a:cubicBezTo>
                <a:cubicBezTo>
                  <a:pt x="11531" y="3315"/>
                  <a:pt x="11382" y="3043"/>
                  <a:pt x="11211" y="2784"/>
                </a:cubicBezTo>
                <a:lnTo>
                  <a:pt x="11213" y="2784"/>
                </a:lnTo>
                <a:cubicBezTo>
                  <a:pt x="11163" y="2708"/>
                  <a:pt x="11112" y="2634"/>
                  <a:pt x="11057" y="2561"/>
                </a:cubicBezTo>
                <a:cubicBezTo>
                  <a:pt x="11047" y="2547"/>
                  <a:pt x="11039" y="2533"/>
                  <a:pt x="11029" y="2518"/>
                </a:cubicBezTo>
                <a:lnTo>
                  <a:pt x="11027" y="2518"/>
                </a:lnTo>
                <a:cubicBezTo>
                  <a:pt x="10069" y="1242"/>
                  <a:pt x="8561" y="496"/>
                  <a:pt x="8031" y="372"/>
                </a:cubicBezTo>
                <a:cubicBezTo>
                  <a:pt x="7085" y="58"/>
                  <a:pt x="6326" y="1"/>
                  <a:pt x="58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537992" y="1158144"/>
            <a:ext cx="1369654" cy="1369748"/>
          </a:xfrm>
          <a:custGeom>
            <a:rect b="b" l="l" r="r" t="t"/>
            <a:pathLst>
              <a:path extrusionOk="0" h="14620" w="14619">
                <a:moveTo>
                  <a:pt x="7309" y="385"/>
                </a:moveTo>
                <a:cubicBezTo>
                  <a:pt x="11129" y="385"/>
                  <a:pt x="14234" y="3493"/>
                  <a:pt x="14234" y="7310"/>
                </a:cubicBezTo>
                <a:cubicBezTo>
                  <a:pt x="14234" y="11128"/>
                  <a:pt x="11128" y="14235"/>
                  <a:pt x="7309" y="14235"/>
                </a:cubicBezTo>
                <a:cubicBezTo>
                  <a:pt x="3491" y="14235"/>
                  <a:pt x="385" y="11128"/>
                  <a:pt x="385" y="7310"/>
                </a:cubicBezTo>
                <a:cubicBezTo>
                  <a:pt x="385" y="3493"/>
                  <a:pt x="3491" y="385"/>
                  <a:pt x="7309" y="385"/>
                </a:cubicBezTo>
                <a:close/>
                <a:moveTo>
                  <a:pt x="7309" y="1"/>
                </a:moveTo>
                <a:cubicBezTo>
                  <a:pt x="3280" y="1"/>
                  <a:pt x="0" y="3280"/>
                  <a:pt x="0" y="7310"/>
                </a:cubicBezTo>
                <a:cubicBezTo>
                  <a:pt x="0" y="11341"/>
                  <a:pt x="3280" y="14620"/>
                  <a:pt x="7309" y="14620"/>
                </a:cubicBezTo>
                <a:cubicBezTo>
                  <a:pt x="11340" y="14620"/>
                  <a:pt x="14619" y="11341"/>
                  <a:pt x="14619" y="7310"/>
                </a:cubicBezTo>
                <a:cubicBezTo>
                  <a:pt x="14619" y="3280"/>
                  <a:pt x="11339" y="1"/>
                  <a:pt x="73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4" name="Google Shape;214;p16"/>
          <p:cNvGrpSpPr/>
          <p:nvPr/>
        </p:nvGrpSpPr>
        <p:grpSpPr>
          <a:xfrm>
            <a:off x="1067350" y="2494182"/>
            <a:ext cx="335410" cy="343001"/>
            <a:chOff x="1067350" y="2397313"/>
            <a:chExt cx="335410" cy="343001"/>
          </a:xfrm>
        </p:grpSpPr>
        <p:sp>
          <p:nvSpPr>
            <p:cNvPr id="215" name="Google Shape;215;p16"/>
            <p:cNvSpPr/>
            <p:nvPr/>
          </p:nvSpPr>
          <p:spPr>
            <a:xfrm>
              <a:off x="1216882" y="2397313"/>
              <a:ext cx="36071" cy="321638"/>
            </a:xfrm>
            <a:custGeom>
              <a:rect b="b" l="l" r="r" t="t"/>
              <a:pathLst>
                <a:path extrusionOk="0" h="3433" w="385">
                  <a:moveTo>
                    <a:pt x="193" y="0"/>
                  </a:moveTo>
                  <a:cubicBezTo>
                    <a:pt x="87" y="0"/>
                    <a:pt x="1" y="86"/>
                    <a:pt x="1" y="192"/>
                  </a:cubicBezTo>
                  <a:lnTo>
                    <a:pt x="1" y="3239"/>
                  </a:lnTo>
                  <a:cubicBezTo>
                    <a:pt x="1" y="3346"/>
                    <a:pt x="87" y="3432"/>
                    <a:pt x="193" y="3432"/>
                  </a:cubicBezTo>
                  <a:cubicBezTo>
                    <a:pt x="298" y="3432"/>
                    <a:pt x="384" y="3345"/>
                    <a:pt x="384" y="3239"/>
                  </a:cubicBezTo>
                  <a:lnTo>
                    <a:pt x="384" y="192"/>
                  </a:lnTo>
                  <a:cubicBezTo>
                    <a:pt x="384" y="86"/>
                    <a:pt x="298" y="0"/>
                    <a:pt x="1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6"/>
            <p:cNvSpPr/>
            <p:nvPr/>
          </p:nvSpPr>
          <p:spPr>
            <a:xfrm>
              <a:off x="1067350" y="2556400"/>
              <a:ext cx="335410" cy="183913"/>
            </a:xfrm>
            <a:custGeom>
              <a:rect b="b" l="l" r="r" t="t"/>
              <a:pathLst>
                <a:path extrusionOk="0" h="1963" w="3580">
                  <a:moveTo>
                    <a:pt x="212" y="0"/>
                  </a:moveTo>
                  <a:cubicBezTo>
                    <a:pt x="163" y="0"/>
                    <a:pt x="114" y="19"/>
                    <a:pt x="76" y="57"/>
                  </a:cubicBezTo>
                  <a:cubicBezTo>
                    <a:pt x="0" y="132"/>
                    <a:pt x="0" y="254"/>
                    <a:pt x="76" y="329"/>
                  </a:cubicBezTo>
                  <a:lnTo>
                    <a:pt x="1653" y="1906"/>
                  </a:lnTo>
                  <a:cubicBezTo>
                    <a:pt x="1689" y="1942"/>
                    <a:pt x="1738" y="1962"/>
                    <a:pt x="1789" y="1962"/>
                  </a:cubicBezTo>
                  <a:cubicBezTo>
                    <a:pt x="1840" y="1962"/>
                    <a:pt x="1888" y="1942"/>
                    <a:pt x="1927" y="1906"/>
                  </a:cubicBezTo>
                  <a:lnTo>
                    <a:pt x="3504" y="329"/>
                  </a:lnTo>
                  <a:cubicBezTo>
                    <a:pt x="3580" y="254"/>
                    <a:pt x="3580" y="132"/>
                    <a:pt x="3504" y="57"/>
                  </a:cubicBezTo>
                  <a:cubicBezTo>
                    <a:pt x="3466" y="19"/>
                    <a:pt x="3417" y="0"/>
                    <a:pt x="3367" y="0"/>
                  </a:cubicBezTo>
                  <a:cubicBezTo>
                    <a:pt x="3318" y="0"/>
                    <a:pt x="3269" y="19"/>
                    <a:pt x="3232" y="57"/>
                  </a:cubicBezTo>
                  <a:lnTo>
                    <a:pt x="1790" y="1498"/>
                  </a:lnTo>
                  <a:lnTo>
                    <a:pt x="348" y="57"/>
                  </a:lnTo>
                  <a:cubicBezTo>
                    <a:pt x="310" y="19"/>
                    <a:pt x="261" y="0"/>
                    <a:pt x="2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" name="Google Shape;217;p16"/>
          <p:cNvGrpSpPr/>
          <p:nvPr/>
        </p:nvGrpSpPr>
        <p:grpSpPr>
          <a:xfrm>
            <a:off x="1006706" y="1767412"/>
            <a:ext cx="432253" cy="384953"/>
            <a:chOff x="974221" y="3894559"/>
            <a:chExt cx="506863" cy="451398"/>
          </a:xfrm>
        </p:grpSpPr>
        <p:sp>
          <p:nvSpPr>
            <p:cNvPr id="218" name="Google Shape;218;p16"/>
            <p:cNvSpPr/>
            <p:nvPr/>
          </p:nvSpPr>
          <p:spPr>
            <a:xfrm>
              <a:off x="974221" y="3894559"/>
              <a:ext cx="506863" cy="451398"/>
            </a:xfrm>
            <a:custGeom>
              <a:rect b="b" l="l" r="r" t="t"/>
              <a:pathLst>
                <a:path extrusionOk="0" h="4818" w="5410">
                  <a:moveTo>
                    <a:pt x="1174" y="693"/>
                  </a:moveTo>
                  <a:lnTo>
                    <a:pt x="1174" y="1259"/>
                  </a:lnTo>
                  <a:lnTo>
                    <a:pt x="610" y="1259"/>
                  </a:lnTo>
                  <a:lnTo>
                    <a:pt x="610" y="693"/>
                  </a:lnTo>
                  <a:close/>
                  <a:moveTo>
                    <a:pt x="2491" y="693"/>
                  </a:moveTo>
                  <a:lnTo>
                    <a:pt x="2491" y="1259"/>
                  </a:lnTo>
                  <a:lnTo>
                    <a:pt x="1926" y="1259"/>
                  </a:lnTo>
                  <a:lnTo>
                    <a:pt x="1926" y="693"/>
                  </a:lnTo>
                  <a:close/>
                  <a:moveTo>
                    <a:pt x="1174" y="2048"/>
                  </a:moveTo>
                  <a:lnTo>
                    <a:pt x="1174" y="2614"/>
                  </a:lnTo>
                  <a:lnTo>
                    <a:pt x="610" y="2614"/>
                  </a:lnTo>
                  <a:lnTo>
                    <a:pt x="610" y="2048"/>
                  </a:lnTo>
                  <a:close/>
                  <a:moveTo>
                    <a:pt x="2491" y="2048"/>
                  </a:moveTo>
                  <a:lnTo>
                    <a:pt x="2491" y="2614"/>
                  </a:lnTo>
                  <a:lnTo>
                    <a:pt x="1926" y="2614"/>
                  </a:lnTo>
                  <a:lnTo>
                    <a:pt x="1926" y="2048"/>
                  </a:lnTo>
                  <a:close/>
                  <a:moveTo>
                    <a:pt x="1174" y="3403"/>
                  </a:moveTo>
                  <a:lnTo>
                    <a:pt x="1174" y="3968"/>
                  </a:lnTo>
                  <a:lnTo>
                    <a:pt x="610" y="3968"/>
                  </a:lnTo>
                  <a:lnTo>
                    <a:pt x="610" y="3403"/>
                  </a:lnTo>
                  <a:close/>
                  <a:moveTo>
                    <a:pt x="2491" y="3403"/>
                  </a:moveTo>
                  <a:lnTo>
                    <a:pt x="2491" y="3968"/>
                  </a:lnTo>
                  <a:lnTo>
                    <a:pt x="1926" y="3968"/>
                  </a:lnTo>
                  <a:lnTo>
                    <a:pt x="1926" y="3403"/>
                  </a:lnTo>
                  <a:close/>
                  <a:moveTo>
                    <a:pt x="1" y="0"/>
                  </a:moveTo>
                  <a:lnTo>
                    <a:pt x="1" y="4817"/>
                  </a:lnTo>
                  <a:lnTo>
                    <a:pt x="3098" y="4817"/>
                  </a:lnTo>
                  <a:lnTo>
                    <a:pt x="3098" y="1709"/>
                  </a:lnTo>
                  <a:lnTo>
                    <a:pt x="4952" y="1709"/>
                  </a:lnTo>
                  <a:lnTo>
                    <a:pt x="4952" y="4783"/>
                  </a:lnTo>
                  <a:lnTo>
                    <a:pt x="5409" y="4783"/>
                  </a:lnTo>
                  <a:lnTo>
                    <a:pt x="5409" y="1250"/>
                  </a:lnTo>
                  <a:lnTo>
                    <a:pt x="3098" y="1250"/>
                  </a:lnTo>
                  <a:lnTo>
                    <a:pt x="30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6"/>
            <p:cNvSpPr/>
            <p:nvPr/>
          </p:nvSpPr>
          <p:spPr>
            <a:xfrm>
              <a:off x="1308794" y="4094121"/>
              <a:ext cx="72610" cy="43941"/>
            </a:xfrm>
            <a:custGeom>
              <a:rect b="b" l="l" r="r" t="t"/>
              <a:pathLst>
                <a:path extrusionOk="0" h="469" w="775">
                  <a:moveTo>
                    <a:pt x="1" y="0"/>
                  </a:moveTo>
                  <a:lnTo>
                    <a:pt x="1" y="469"/>
                  </a:lnTo>
                  <a:lnTo>
                    <a:pt x="774" y="469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6"/>
            <p:cNvSpPr/>
            <p:nvPr/>
          </p:nvSpPr>
          <p:spPr>
            <a:xfrm>
              <a:off x="1308794" y="4220322"/>
              <a:ext cx="72610" cy="44034"/>
            </a:xfrm>
            <a:custGeom>
              <a:rect b="b" l="l" r="r" t="t"/>
              <a:pathLst>
                <a:path extrusionOk="0" h="470" w="775">
                  <a:moveTo>
                    <a:pt x="1" y="1"/>
                  </a:moveTo>
                  <a:lnTo>
                    <a:pt x="1" y="469"/>
                  </a:lnTo>
                  <a:lnTo>
                    <a:pt x="774" y="469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" name="Google Shape;221;p16"/>
          <p:cNvSpPr/>
          <p:nvPr/>
        </p:nvSpPr>
        <p:spPr>
          <a:xfrm>
            <a:off x="3979477" y="1280785"/>
            <a:ext cx="1143299" cy="1144236"/>
          </a:xfrm>
          <a:custGeom>
            <a:rect b="b" l="l" r="r" t="t"/>
            <a:pathLst>
              <a:path extrusionOk="0" h="12213" w="12203">
                <a:moveTo>
                  <a:pt x="5896" y="1"/>
                </a:moveTo>
                <a:cubicBezTo>
                  <a:pt x="5648" y="1"/>
                  <a:pt x="5510" y="20"/>
                  <a:pt x="5510" y="20"/>
                </a:cubicBezTo>
                <a:cubicBezTo>
                  <a:pt x="5847" y="333"/>
                  <a:pt x="6159" y="1751"/>
                  <a:pt x="6317" y="2493"/>
                </a:cubicBezTo>
                <a:cubicBezTo>
                  <a:pt x="6357" y="2680"/>
                  <a:pt x="6387" y="2834"/>
                  <a:pt x="6404" y="2930"/>
                </a:cubicBezTo>
                <a:lnTo>
                  <a:pt x="6404" y="2931"/>
                </a:lnTo>
                <a:cubicBezTo>
                  <a:pt x="6625" y="4132"/>
                  <a:pt x="7317" y="4496"/>
                  <a:pt x="7897" y="4496"/>
                </a:cubicBezTo>
                <a:cubicBezTo>
                  <a:pt x="8342" y="4496"/>
                  <a:pt x="8721" y="4280"/>
                  <a:pt x="8765" y="4063"/>
                </a:cubicBezTo>
                <a:cubicBezTo>
                  <a:pt x="9046" y="2707"/>
                  <a:pt x="7893" y="1499"/>
                  <a:pt x="6780" y="672"/>
                </a:cubicBezTo>
                <a:lnTo>
                  <a:pt x="6780" y="672"/>
                </a:lnTo>
                <a:cubicBezTo>
                  <a:pt x="6970" y="765"/>
                  <a:pt x="9026" y="949"/>
                  <a:pt x="10358" y="2518"/>
                </a:cubicBezTo>
                <a:lnTo>
                  <a:pt x="10356" y="2518"/>
                </a:lnTo>
                <a:cubicBezTo>
                  <a:pt x="10635" y="2845"/>
                  <a:pt x="10817" y="3203"/>
                  <a:pt x="11015" y="3588"/>
                </a:cubicBezTo>
                <a:cubicBezTo>
                  <a:pt x="11405" y="4345"/>
                  <a:pt x="11625" y="5202"/>
                  <a:pt x="11625" y="6113"/>
                </a:cubicBezTo>
                <a:cubicBezTo>
                  <a:pt x="11625" y="9164"/>
                  <a:pt x="9151" y="11638"/>
                  <a:pt x="6100" y="11638"/>
                </a:cubicBezTo>
                <a:cubicBezTo>
                  <a:pt x="3048" y="11638"/>
                  <a:pt x="575" y="9164"/>
                  <a:pt x="575" y="6113"/>
                </a:cubicBezTo>
                <a:cubicBezTo>
                  <a:pt x="575" y="3439"/>
                  <a:pt x="2473" y="1211"/>
                  <a:pt x="4993" y="697"/>
                </a:cubicBezTo>
                <a:cubicBezTo>
                  <a:pt x="4969" y="645"/>
                  <a:pt x="4951" y="610"/>
                  <a:pt x="4936" y="589"/>
                </a:cubicBezTo>
                <a:lnTo>
                  <a:pt x="4535" y="215"/>
                </a:lnTo>
                <a:cubicBezTo>
                  <a:pt x="1924" y="907"/>
                  <a:pt x="1" y="3285"/>
                  <a:pt x="1" y="6111"/>
                </a:cubicBezTo>
                <a:cubicBezTo>
                  <a:pt x="1" y="9480"/>
                  <a:pt x="2733" y="12212"/>
                  <a:pt x="6101" y="12212"/>
                </a:cubicBezTo>
                <a:cubicBezTo>
                  <a:pt x="9469" y="12212"/>
                  <a:pt x="12202" y="9480"/>
                  <a:pt x="12202" y="6111"/>
                </a:cubicBezTo>
                <a:cubicBezTo>
                  <a:pt x="12200" y="5217"/>
                  <a:pt x="12006" y="4367"/>
                  <a:pt x="11660" y="3601"/>
                </a:cubicBezTo>
                <a:cubicBezTo>
                  <a:pt x="11530" y="3315"/>
                  <a:pt x="11381" y="3043"/>
                  <a:pt x="11211" y="2784"/>
                </a:cubicBezTo>
                <a:lnTo>
                  <a:pt x="11212" y="2784"/>
                </a:lnTo>
                <a:cubicBezTo>
                  <a:pt x="11162" y="2708"/>
                  <a:pt x="11111" y="2634"/>
                  <a:pt x="11057" y="2561"/>
                </a:cubicBezTo>
                <a:cubicBezTo>
                  <a:pt x="11047" y="2547"/>
                  <a:pt x="11038" y="2533"/>
                  <a:pt x="11028" y="2518"/>
                </a:cubicBezTo>
                <a:lnTo>
                  <a:pt x="11027" y="2518"/>
                </a:lnTo>
                <a:cubicBezTo>
                  <a:pt x="10069" y="1242"/>
                  <a:pt x="8561" y="496"/>
                  <a:pt x="8030" y="372"/>
                </a:cubicBezTo>
                <a:cubicBezTo>
                  <a:pt x="7084" y="58"/>
                  <a:pt x="6325" y="1"/>
                  <a:pt x="589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6"/>
          <p:cNvSpPr/>
          <p:nvPr/>
        </p:nvSpPr>
        <p:spPr>
          <a:xfrm>
            <a:off x="3866110" y="1158144"/>
            <a:ext cx="1369654" cy="1369748"/>
          </a:xfrm>
          <a:custGeom>
            <a:rect b="b" l="l" r="r" t="t"/>
            <a:pathLst>
              <a:path extrusionOk="0" h="14620" w="14619">
                <a:moveTo>
                  <a:pt x="7310" y="385"/>
                </a:moveTo>
                <a:cubicBezTo>
                  <a:pt x="11129" y="385"/>
                  <a:pt x="14234" y="3493"/>
                  <a:pt x="14234" y="7310"/>
                </a:cubicBezTo>
                <a:cubicBezTo>
                  <a:pt x="14234" y="11128"/>
                  <a:pt x="11128" y="14235"/>
                  <a:pt x="7310" y="14235"/>
                </a:cubicBezTo>
                <a:cubicBezTo>
                  <a:pt x="3491" y="14235"/>
                  <a:pt x="385" y="11128"/>
                  <a:pt x="385" y="7310"/>
                </a:cubicBezTo>
                <a:cubicBezTo>
                  <a:pt x="385" y="3493"/>
                  <a:pt x="3491" y="385"/>
                  <a:pt x="7310" y="385"/>
                </a:cubicBezTo>
                <a:close/>
                <a:moveTo>
                  <a:pt x="7310" y="1"/>
                </a:moveTo>
                <a:cubicBezTo>
                  <a:pt x="3280" y="1"/>
                  <a:pt x="0" y="3280"/>
                  <a:pt x="0" y="7310"/>
                </a:cubicBezTo>
                <a:cubicBezTo>
                  <a:pt x="0" y="11341"/>
                  <a:pt x="3280" y="14620"/>
                  <a:pt x="7310" y="14620"/>
                </a:cubicBezTo>
                <a:cubicBezTo>
                  <a:pt x="11340" y="14620"/>
                  <a:pt x="14619" y="11341"/>
                  <a:pt x="14619" y="7310"/>
                </a:cubicBezTo>
                <a:cubicBezTo>
                  <a:pt x="14619" y="3280"/>
                  <a:pt x="11340" y="1"/>
                  <a:pt x="731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3" name="Google Shape;223;p16"/>
          <p:cNvGrpSpPr/>
          <p:nvPr/>
        </p:nvGrpSpPr>
        <p:grpSpPr>
          <a:xfrm>
            <a:off x="4395375" y="2493709"/>
            <a:ext cx="335410" cy="321827"/>
            <a:chOff x="4395375" y="2376015"/>
            <a:chExt cx="335410" cy="321827"/>
          </a:xfrm>
        </p:grpSpPr>
        <p:sp>
          <p:nvSpPr>
            <p:cNvPr id="224" name="Google Shape;224;p16"/>
            <p:cNvSpPr/>
            <p:nvPr/>
          </p:nvSpPr>
          <p:spPr>
            <a:xfrm>
              <a:off x="4545094" y="2376015"/>
              <a:ext cx="36071" cy="321544"/>
            </a:xfrm>
            <a:custGeom>
              <a:rect b="b" l="l" r="r" t="t"/>
              <a:pathLst>
                <a:path extrusionOk="0" h="3432" w="385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lnTo>
                    <a:pt x="1" y="3239"/>
                  </a:lnTo>
                  <a:cubicBezTo>
                    <a:pt x="1" y="3347"/>
                    <a:pt x="86" y="3431"/>
                    <a:pt x="192" y="3431"/>
                  </a:cubicBezTo>
                  <a:cubicBezTo>
                    <a:pt x="298" y="3431"/>
                    <a:pt x="384" y="3347"/>
                    <a:pt x="384" y="3239"/>
                  </a:cubicBezTo>
                  <a:lnTo>
                    <a:pt x="384" y="192"/>
                  </a:ln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4395375" y="2513928"/>
              <a:ext cx="335410" cy="183913"/>
            </a:xfrm>
            <a:custGeom>
              <a:rect b="b" l="l" r="r" t="t"/>
              <a:pathLst>
                <a:path extrusionOk="0" h="1963" w="3580">
                  <a:moveTo>
                    <a:pt x="212" y="0"/>
                  </a:moveTo>
                  <a:cubicBezTo>
                    <a:pt x="163" y="0"/>
                    <a:pt x="114" y="19"/>
                    <a:pt x="76" y="56"/>
                  </a:cubicBezTo>
                  <a:cubicBezTo>
                    <a:pt x="0" y="132"/>
                    <a:pt x="0" y="254"/>
                    <a:pt x="76" y="330"/>
                  </a:cubicBezTo>
                  <a:lnTo>
                    <a:pt x="1654" y="1906"/>
                  </a:lnTo>
                  <a:cubicBezTo>
                    <a:pt x="1691" y="1942"/>
                    <a:pt x="1739" y="1963"/>
                    <a:pt x="1790" y="1963"/>
                  </a:cubicBezTo>
                  <a:cubicBezTo>
                    <a:pt x="1840" y="1963"/>
                    <a:pt x="1890" y="1942"/>
                    <a:pt x="1927" y="1906"/>
                  </a:cubicBezTo>
                  <a:lnTo>
                    <a:pt x="3504" y="330"/>
                  </a:lnTo>
                  <a:cubicBezTo>
                    <a:pt x="3580" y="254"/>
                    <a:pt x="3580" y="132"/>
                    <a:pt x="3504" y="56"/>
                  </a:cubicBezTo>
                  <a:cubicBezTo>
                    <a:pt x="3466" y="19"/>
                    <a:pt x="3417" y="0"/>
                    <a:pt x="3367" y="0"/>
                  </a:cubicBezTo>
                  <a:cubicBezTo>
                    <a:pt x="3318" y="0"/>
                    <a:pt x="3269" y="19"/>
                    <a:pt x="3232" y="56"/>
                  </a:cubicBezTo>
                  <a:lnTo>
                    <a:pt x="1790" y="1498"/>
                  </a:lnTo>
                  <a:lnTo>
                    <a:pt x="348" y="56"/>
                  </a:lnTo>
                  <a:cubicBezTo>
                    <a:pt x="310" y="19"/>
                    <a:pt x="261" y="0"/>
                    <a:pt x="2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" name="Google Shape;226;p16"/>
          <p:cNvGrpSpPr/>
          <p:nvPr/>
        </p:nvGrpSpPr>
        <p:grpSpPr>
          <a:xfrm>
            <a:off x="4269913" y="1780486"/>
            <a:ext cx="557684" cy="406570"/>
            <a:chOff x="4154118" y="3868888"/>
            <a:chExt cx="736411" cy="536939"/>
          </a:xfrm>
        </p:grpSpPr>
        <p:sp>
          <p:nvSpPr>
            <p:cNvPr id="227" name="Google Shape;227;p16"/>
            <p:cNvSpPr/>
            <p:nvPr/>
          </p:nvSpPr>
          <p:spPr>
            <a:xfrm>
              <a:off x="4154118" y="4006426"/>
              <a:ext cx="352087" cy="399400"/>
            </a:xfrm>
            <a:custGeom>
              <a:rect b="b" l="l" r="r" t="t"/>
              <a:pathLst>
                <a:path extrusionOk="0" h="4263" w="3758">
                  <a:moveTo>
                    <a:pt x="142" y="0"/>
                  </a:moveTo>
                  <a:cubicBezTo>
                    <a:pt x="132" y="0"/>
                    <a:pt x="122" y="0"/>
                    <a:pt x="112" y="1"/>
                  </a:cubicBezTo>
                  <a:cubicBezTo>
                    <a:pt x="46" y="5"/>
                    <a:pt x="0" y="67"/>
                    <a:pt x="14" y="131"/>
                  </a:cubicBezTo>
                  <a:lnTo>
                    <a:pt x="522" y="2415"/>
                  </a:lnTo>
                  <a:cubicBezTo>
                    <a:pt x="569" y="2640"/>
                    <a:pt x="720" y="2828"/>
                    <a:pt x="927" y="2926"/>
                  </a:cubicBezTo>
                  <a:lnTo>
                    <a:pt x="1848" y="3360"/>
                  </a:lnTo>
                  <a:cubicBezTo>
                    <a:pt x="2040" y="3451"/>
                    <a:pt x="2163" y="3643"/>
                    <a:pt x="2163" y="3855"/>
                  </a:cubicBezTo>
                  <a:lnTo>
                    <a:pt x="2163" y="4263"/>
                  </a:lnTo>
                  <a:lnTo>
                    <a:pt x="3757" y="4263"/>
                  </a:lnTo>
                  <a:lnTo>
                    <a:pt x="3757" y="2526"/>
                  </a:lnTo>
                  <a:cubicBezTo>
                    <a:pt x="3757" y="2352"/>
                    <a:pt x="3677" y="2188"/>
                    <a:pt x="3538" y="2081"/>
                  </a:cubicBezTo>
                  <a:lnTo>
                    <a:pt x="2621" y="1373"/>
                  </a:lnTo>
                  <a:cubicBezTo>
                    <a:pt x="2569" y="1333"/>
                    <a:pt x="2510" y="1315"/>
                    <a:pt x="2451" y="1315"/>
                  </a:cubicBezTo>
                  <a:cubicBezTo>
                    <a:pt x="2330" y="1315"/>
                    <a:pt x="2213" y="1394"/>
                    <a:pt x="2178" y="1525"/>
                  </a:cubicBezTo>
                  <a:cubicBezTo>
                    <a:pt x="2150" y="1629"/>
                    <a:pt x="2186" y="1743"/>
                    <a:pt x="2268" y="1811"/>
                  </a:cubicBezTo>
                  <a:lnTo>
                    <a:pt x="2623" y="2109"/>
                  </a:lnTo>
                  <a:cubicBezTo>
                    <a:pt x="2682" y="2159"/>
                    <a:pt x="2717" y="2232"/>
                    <a:pt x="2717" y="2308"/>
                  </a:cubicBezTo>
                  <a:lnTo>
                    <a:pt x="2717" y="2709"/>
                  </a:lnTo>
                  <a:lnTo>
                    <a:pt x="1275" y="2065"/>
                  </a:lnTo>
                  <a:lnTo>
                    <a:pt x="609" y="321"/>
                  </a:lnTo>
                  <a:cubicBezTo>
                    <a:pt x="535" y="126"/>
                    <a:pt x="347" y="0"/>
                    <a:pt x="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4538254" y="4006426"/>
              <a:ext cx="352274" cy="399400"/>
            </a:xfrm>
            <a:custGeom>
              <a:rect b="b" l="l" r="r" t="t"/>
              <a:pathLst>
                <a:path extrusionOk="0" h="4263" w="3760">
                  <a:moveTo>
                    <a:pt x="3617" y="0"/>
                  </a:moveTo>
                  <a:cubicBezTo>
                    <a:pt x="3412" y="0"/>
                    <a:pt x="3224" y="126"/>
                    <a:pt x="3150" y="321"/>
                  </a:cubicBezTo>
                  <a:lnTo>
                    <a:pt x="2484" y="2065"/>
                  </a:lnTo>
                  <a:lnTo>
                    <a:pt x="1043" y="2709"/>
                  </a:lnTo>
                  <a:lnTo>
                    <a:pt x="1043" y="2308"/>
                  </a:lnTo>
                  <a:cubicBezTo>
                    <a:pt x="1043" y="2232"/>
                    <a:pt x="1077" y="2159"/>
                    <a:pt x="1136" y="2109"/>
                  </a:cubicBezTo>
                  <a:lnTo>
                    <a:pt x="1490" y="1811"/>
                  </a:lnTo>
                  <a:cubicBezTo>
                    <a:pt x="1574" y="1743"/>
                    <a:pt x="1609" y="1629"/>
                    <a:pt x="1581" y="1525"/>
                  </a:cubicBezTo>
                  <a:cubicBezTo>
                    <a:pt x="1546" y="1394"/>
                    <a:pt x="1430" y="1315"/>
                    <a:pt x="1308" y="1315"/>
                  </a:cubicBezTo>
                  <a:cubicBezTo>
                    <a:pt x="1250" y="1315"/>
                    <a:pt x="1190" y="1333"/>
                    <a:pt x="1138" y="1373"/>
                  </a:cubicBezTo>
                  <a:lnTo>
                    <a:pt x="220" y="2081"/>
                  </a:lnTo>
                  <a:cubicBezTo>
                    <a:pt x="82" y="2188"/>
                    <a:pt x="1" y="2352"/>
                    <a:pt x="1" y="2526"/>
                  </a:cubicBezTo>
                  <a:lnTo>
                    <a:pt x="1" y="4263"/>
                  </a:lnTo>
                  <a:lnTo>
                    <a:pt x="1596" y="4263"/>
                  </a:lnTo>
                  <a:lnTo>
                    <a:pt x="1596" y="3855"/>
                  </a:lnTo>
                  <a:cubicBezTo>
                    <a:pt x="1596" y="3643"/>
                    <a:pt x="1719" y="3451"/>
                    <a:pt x="1911" y="3360"/>
                  </a:cubicBezTo>
                  <a:lnTo>
                    <a:pt x="2832" y="2926"/>
                  </a:lnTo>
                  <a:cubicBezTo>
                    <a:pt x="3039" y="2828"/>
                    <a:pt x="3190" y="2640"/>
                    <a:pt x="3237" y="2415"/>
                  </a:cubicBezTo>
                  <a:lnTo>
                    <a:pt x="3745" y="131"/>
                  </a:lnTo>
                  <a:cubicBezTo>
                    <a:pt x="3759" y="67"/>
                    <a:pt x="3713" y="5"/>
                    <a:pt x="3648" y="1"/>
                  </a:cubicBezTo>
                  <a:cubicBezTo>
                    <a:pt x="3637" y="0"/>
                    <a:pt x="3627" y="0"/>
                    <a:pt x="36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4436599" y="3868888"/>
              <a:ext cx="171172" cy="249403"/>
            </a:xfrm>
            <a:custGeom>
              <a:rect b="b" l="l" r="r" t="t"/>
              <a:pathLst>
                <a:path extrusionOk="0" h="2662" w="1827">
                  <a:moveTo>
                    <a:pt x="914" y="1"/>
                  </a:moveTo>
                  <a:cubicBezTo>
                    <a:pt x="914" y="1"/>
                    <a:pt x="0" y="599"/>
                    <a:pt x="0" y="1339"/>
                  </a:cubicBezTo>
                  <a:cubicBezTo>
                    <a:pt x="0" y="2009"/>
                    <a:pt x="337" y="2564"/>
                    <a:pt x="776" y="2661"/>
                  </a:cubicBezTo>
                  <a:cubicBezTo>
                    <a:pt x="724" y="2490"/>
                    <a:pt x="690" y="2225"/>
                    <a:pt x="690" y="1926"/>
                  </a:cubicBezTo>
                  <a:cubicBezTo>
                    <a:pt x="690" y="1411"/>
                    <a:pt x="913" y="991"/>
                    <a:pt x="913" y="991"/>
                  </a:cubicBezTo>
                  <a:cubicBezTo>
                    <a:pt x="913" y="991"/>
                    <a:pt x="1135" y="1410"/>
                    <a:pt x="1135" y="1926"/>
                  </a:cubicBezTo>
                  <a:cubicBezTo>
                    <a:pt x="1135" y="2224"/>
                    <a:pt x="1101" y="2490"/>
                    <a:pt x="1049" y="2661"/>
                  </a:cubicBezTo>
                  <a:cubicBezTo>
                    <a:pt x="1488" y="2564"/>
                    <a:pt x="1825" y="2009"/>
                    <a:pt x="1825" y="1339"/>
                  </a:cubicBezTo>
                  <a:cubicBezTo>
                    <a:pt x="1827" y="599"/>
                    <a:pt x="914" y="1"/>
                    <a:pt x="9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" name="Google Shape;230;p16"/>
          <p:cNvSpPr/>
          <p:nvPr/>
        </p:nvSpPr>
        <p:spPr>
          <a:xfrm>
            <a:off x="5629576" y="3360257"/>
            <a:ext cx="1143299" cy="1144236"/>
          </a:xfrm>
          <a:custGeom>
            <a:rect b="b" l="l" r="r" t="t"/>
            <a:pathLst>
              <a:path extrusionOk="0" h="12213" w="12203">
                <a:moveTo>
                  <a:pt x="5897" y="1"/>
                </a:moveTo>
                <a:cubicBezTo>
                  <a:pt x="5649" y="1"/>
                  <a:pt x="5511" y="20"/>
                  <a:pt x="5511" y="20"/>
                </a:cubicBezTo>
                <a:cubicBezTo>
                  <a:pt x="5848" y="333"/>
                  <a:pt x="6161" y="1752"/>
                  <a:pt x="6318" y="2494"/>
                </a:cubicBezTo>
                <a:cubicBezTo>
                  <a:pt x="6358" y="2680"/>
                  <a:pt x="6387" y="2834"/>
                  <a:pt x="6405" y="2930"/>
                </a:cubicBezTo>
                <a:lnTo>
                  <a:pt x="6405" y="2931"/>
                </a:lnTo>
                <a:cubicBezTo>
                  <a:pt x="6625" y="4132"/>
                  <a:pt x="7318" y="4497"/>
                  <a:pt x="7897" y="4497"/>
                </a:cubicBezTo>
                <a:cubicBezTo>
                  <a:pt x="8343" y="4497"/>
                  <a:pt x="8722" y="4281"/>
                  <a:pt x="8767" y="4064"/>
                </a:cubicBezTo>
                <a:cubicBezTo>
                  <a:pt x="9046" y="2707"/>
                  <a:pt x="7894" y="1499"/>
                  <a:pt x="6782" y="673"/>
                </a:cubicBezTo>
                <a:lnTo>
                  <a:pt x="6782" y="673"/>
                </a:lnTo>
                <a:cubicBezTo>
                  <a:pt x="6971" y="766"/>
                  <a:pt x="9027" y="950"/>
                  <a:pt x="10359" y="2519"/>
                </a:cubicBezTo>
                <a:lnTo>
                  <a:pt x="10357" y="2519"/>
                </a:lnTo>
                <a:cubicBezTo>
                  <a:pt x="10636" y="2845"/>
                  <a:pt x="10817" y="3203"/>
                  <a:pt x="11016" y="3589"/>
                </a:cubicBezTo>
                <a:cubicBezTo>
                  <a:pt x="11405" y="4346"/>
                  <a:pt x="11625" y="5202"/>
                  <a:pt x="11625" y="6113"/>
                </a:cubicBezTo>
                <a:cubicBezTo>
                  <a:pt x="11625" y="9165"/>
                  <a:pt x="9152" y="11638"/>
                  <a:pt x="6100" y="11638"/>
                </a:cubicBezTo>
                <a:cubicBezTo>
                  <a:pt x="3049" y="11638"/>
                  <a:pt x="575" y="9165"/>
                  <a:pt x="575" y="6113"/>
                </a:cubicBezTo>
                <a:cubicBezTo>
                  <a:pt x="575" y="3440"/>
                  <a:pt x="2473" y="1211"/>
                  <a:pt x="4994" y="698"/>
                </a:cubicBezTo>
                <a:cubicBezTo>
                  <a:pt x="4971" y="645"/>
                  <a:pt x="4952" y="611"/>
                  <a:pt x="4937" y="589"/>
                </a:cubicBezTo>
                <a:lnTo>
                  <a:pt x="4536" y="215"/>
                </a:lnTo>
                <a:cubicBezTo>
                  <a:pt x="1925" y="908"/>
                  <a:pt x="1" y="3285"/>
                  <a:pt x="1" y="6112"/>
                </a:cubicBezTo>
                <a:cubicBezTo>
                  <a:pt x="1" y="9480"/>
                  <a:pt x="2733" y="12212"/>
                  <a:pt x="6102" y="12212"/>
                </a:cubicBezTo>
                <a:cubicBezTo>
                  <a:pt x="9471" y="12212"/>
                  <a:pt x="12202" y="9480"/>
                  <a:pt x="12202" y="6112"/>
                </a:cubicBezTo>
                <a:cubicBezTo>
                  <a:pt x="12201" y="5218"/>
                  <a:pt x="12007" y="4367"/>
                  <a:pt x="11660" y="3601"/>
                </a:cubicBezTo>
                <a:cubicBezTo>
                  <a:pt x="11531" y="3315"/>
                  <a:pt x="11382" y="3043"/>
                  <a:pt x="11212" y="2785"/>
                </a:cubicBezTo>
                <a:lnTo>
                  <a:pt x="11213" y="2785"/>
                </a:lnTo>
                <a:cubicBezTo>
                  <a:pt x="11163" y="2709"/>
                  <a:pt x="11112" y="2634"/>
                  <a:pt x="11059" y="2561"/>
                </a:cubicBezTo>
                <a:cubicBezTo>
                  <a:pt x="11047" y="2547"/>
                  <a:pt x="11039" y="2534"/>
                  <a:pt x="11029" y="2519"/>
                </a:cubicBezTo>
                <a:lnTo>
                  <a:pt x="11027" y="2519"/>
                </a:lnTo>
                <a:cubicBezTo>
                  <a:pt x="10069" y="1242"/>
                  <a:pt x="8561" y="496"/>
                  <a:pt x="8031" y="372"/>
                </a:cubicBezTo>
                <a:cubicBezTo>
                  <a:pt x="7085" y="58"/>
                  <a:pt x="6326" y="1"/>
                  <a:pt x="58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6"/>
          <p:cNvSpPr/>
          <p:nvPr/>
        </p:nvSpPr>
        <p:spPr>
          <a:xfrm>
            <a:off x="5516302" y="3237803"/>
            <a:ext cx="1369654" cy="1369841"/>
          </a:xfrm>
          <a:custGeom>
            <a:rect b="b" l="l" r="r" t="t"/>
            <a:pathLst>
              <a:path extrusionOk="0" h="14621" w="14619">
                <a:moveTo>
                  <a:pt x="7310" y="385"/>
                </a:moveTo>
                <a:cubicBezTo>
                  <a:pt x="11128" y="385"/>
                  <a:pt x="14234" y="3493"/>
                  <a:pt x="14234" y="7310"/>
                </a:cubicBezTo>
                <a:cubicBezTo>
                  <a:pt x="14234" y="11128"/>
                  <a:pt x="11128" y="14234"/>
                  <a:pt x="7310" y="14234"/>
                </a:cubicBezTo>
                <a:cubicBezTo>
                  <a:pt x="3492" y="14234"/>
                  <a:pt x="385" y="11128"/>
                  <a:pt x="385" y="7310"/>
                </a:cubicBezTo>
                <a:cubicBezTo>
                  <a:pt x="385" y="3493"/>
                  <a:pt x="3492" y="385"/>
                  <a:pt x="7310" y="385"/>
                </a:cubicBezTo>
                <a:close/>
                <a:moveTo>
                  <a:pt x="7310" y="1"/>
                </a:moveTo>
                <a:cubicBezTo>
                  <a:pt x="3280" y="1"/>
                  <a:pt x="1" y="3280"/>
                  <a:pt x="1" y="7310"/>
                </a:cubicBezTo>
                <a:cubicBezTo>
                  <a:pt x="1" y="11341"/>
                  <a:pt x="3280" y="14620"/>
                  <a:pt x="7310" y="14620"/>
                </a:cubicBezTo>
                <a:cubicBezTo>
                  <a:pt x="11339" y="14620"/>
                  <a:pt x="14619" y="11341"/>
                  <a:pt x="14619" y="7310"/>
                </a:cubicBezTo>
                <a:cubicBezTo>
                  <a:pt x="14619" y="3280"/>
                  <a:pt x="11339" y="1"/>
                  <a:pt x="73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6"/>
          <p:cNvSpPr/>
          <p:nvPr/>
        </p:nvSpPr>
        <p:spPr>
          <a:xfrm>
            <a:off x="5428139" y="2444726"/>
            <a:ext cx="1555067" cy="380662"/>
          </a:xfrm>
          <a:custGeom>
            <a:rect b="b" l="l" r="r" t="t"/>
            <a:pathLst>
              <a:path extrusionOk="0" h="4063" w="16598">
                <a:moveTo>
                  <a:pt x="2031" y="1"/>
                </a:moveTo>
                <a:cubicBezTo>
                  <a:pt x="910" y="1"/>
                  <a:pt x="0" y="909"/>
                  <a:pt x="0" y="2032"/>
                </a:cubicBezTo>
                <a:cubicBezTo>
                  <a:pt x="0" y="3153"/>
                  <a:pt x="910" y="4063"/>
                  <a:pt x="2031" y="4063"/>
                </a:cubicBezTo>
                <a:lnTo>
                  <a:pt x="14566" y="4063"/>
                </a:lnTo>
                <a:cubicBezTo>
                  <a:pt x="15688" y="4063"/>
                  <a:pt x="16597" y="3153"/>
                  <a:pt x="16597" y="2032"/>
                </a:cubicBezTo>
                <a:cubicBezTo>
                  <a:pt x="16597" y="909"/>
                  <a:pt x="15688" y="1"/>
                  <a:pt x="1456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6"/>
          <p:cNvSpPr/>
          <p:nvPr/>
        </p:nvSpPr>
        <p:spPr>
          <a:xfrm>
            <a:off x="6171114" y="2950359"/>
            <a:ext cx="36071" cy="321544"/>
          </a:xfrm>
          <a:custGeom>
            <a:rect b="b" l="l" r="r" t="t"/>
            <a:pathLst>
              <a:path extrusionOk="0" h="3432" w="385">
                <a:moveTo>
                  <a:pt x="193" y="0"/>
                </a:moveTo>
                <a:cubicBezTo>
                  <a:pt x="87" y="0"/>
                  <a:pt x="1" y="87"/>
                  <a:pt x="1" y="194"/>
                </a:cubicBezTo>
                <a:lnTo>
                  <a:pt x="1" y="3241"/>
                </a:lnTo>
                <a:cubicBezTo>
                  <a:pt x="1" y="3346"/>
                  <a:pt x="87" y="3432"/>
                  <a:pt x="193" y="3432"/>
                </a:cubicBezTo>
                <a:cubicBezTo>
                  <a:pt x="299" y="3432"/>
                  <a:pt x="385" y="3346"/>
                  <a:pt x="385" y="3241"/>
                </a:cubicBezTo>
                <a:lnTo>
                  <a:pt x="385" y="194"/>
                </a:lnTo>
                <a:cubicBezTo>
                  <a:pt x="385" y="86"/>
                  <a:pt x="299" y="0"/>
                  <a:pt x="19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6"/>
          <p:cNvSpPr/>
          <p:nvPr/>
        </p:nvSpPr>
        <p:spPr>
          <a:xfrm>
            <a:off x="6021488" y="2950171"/>
            <a:ext cx="335223" cy="184007"/>
          </a:xfrm>
          <a:custGeom>
            <a:rect b="b" l="l" r="r" t="t"/>
            <a:pathLst>
              <a:path extrusionOk="0" h="1964" w="3578">
                <a:moveTo>
                  <a:pt x="1789" y="1"/>
                </a:moveTo>
                <a:cubicBezTo>
                  <a:pt x="1740" y="1"/>
                  <a:pt x="1691" y="20"/>
                  <a:pt x="1653" y="57"/>
                </a:cubicBezTo>
                <a:lnTo>
                  <a:pt x="76" y="1634"/>
                </a:lnTo>
                <a:cubicBezTo>
                  <a:pt x="1" y="1710"/>
                  <a:pt x="1" y="1832"/>
                  <a:pt x="76" y="1907"/>
                </a:cubicBezTo>
                <a:cubicBezTo>
                  <a:pt x="114" y="1945"/>
                  <a:pt x="163" y="1963"/>
                  <a:pt x="212" y="1963"/>
                </a:cubicBezTo>
                <a:cubicBezTo>
                  <a:pt x="261" y="1963"/>
                  <a:pt x="311" y="1945"/>
                  <a:pt x="349" y="1907"/>
                </a:cubicBezTo>
                <a:lnTo>
                  <a:pt x="1790" y="466"/>
                </a:lnTo>
                <a:lnTo>
                  <a:pt x="3231" y="1907"/>
                </a:lnTo>
                <a:cubicBezTo>
                  <a:pt x="3269" y="1944"/>
                  <a:pt x="3317" y="1964"/>
                  <a:pt x="3367" y="1964"/>
                </a:cubicBezTo>
                <a:cubicBezTo>
                  <a:pt x="3417" y="1964"/>
                  <a:pt x="3465" y="1944"/>
                  <a:pt x="3502" y="1907"/>
                </a:cubicBezTo>
                <a:cubicBezTo>
                  <a:pt x="3578" y="1832"/>
                  <a:pt x="3578" y="1710"/>
                  <a:pt x="3502" y="1634"/>
                </a:cubicBezTo>
                <a:lnTo>
                  <a:pt x="1925" y="57"/>
                </a:lnTo>
                <a:cubicBezTo>
                  <a:pt x="1887" y="20"/>
                  <a:pt x="1838" y="1"/>
                  <a:pt x="17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" name="Google Shape;235;p16"/>
          <p:cNvGrpSpPr/>
          <p:nvPr/>
        </p:nvGrpSpPr>
        <p:grpSpPr>
          <a:xfrm>
            <a:off x="5923048" y="3793433"/>
            <a:ext cx="565380" cy="530544"/>
            <a:chOff x="5888259" y="1011031"/>
            <a:chExt cx="632699" cy="593715"/>
          </a:xfrm>
        </p:grpSpPr>
        <p:sp>
          <p:nvSpPr>
            <p:cNvPr id="236" name="Google Shape;236;p16"/>
            <p:cNvSpPr/>
            <p:nvPr/>
          </p:nvSpPr>
          <p:spPr>
            <a:xfrm>
              <a:off x="6026641" y="1148851"/>
              <a:ext cx="355554" cy="455896"/>
            </a:xfrm>
            <a:custGeom>
              <a:rect b="b" l="l" r="r" t="t"/>
              <a:pathLst>
                <a:path extrusionOk="0" h="4866" w="3795">
                  <a:moveTo>
                    <a:pt x="2264" y="1161"/>
                  </a:moveTo>
                  <a:lnTo>
                    <a:pt x="1952" y="1590"/>
                  </a:lnTo>
                  <a:lnTo>
                    <a:pt x="2595" y="1596"/>
                  </a:lnTo>
                  <a:lnTo>
                    <a:pt x="1584" y="2814"/>
                  </a:lnTo>
                  <a:lnTo>
                    <a:pt x="1963" y="1957"/>
                  </a:lnTo>
                  <a:lnTo>
                    <a:pt x="1219" y="1957"/>
                  </a:lnTo>
                  <a:lnTo>
                    <a:pt x="1631" y="1161"/>
                  </a:lnTo>
                  <a:close/>
                  <a:moveTo>
                    <a:pt x="1900" y="0"/>
                  </a:moveTo>
                  <a:cubicBezTo>
                    <a:pt x="1866" y="0"/>
                    <a:pt x="1832" y="1"/>
                    <a:pt x="1798" y="3"/>
                  </a:cubicBezTo>
                  <a:cubicBezTo>
                    <a:pt x="799" y="56"/>
                    <a:pt x="1" y="907"/>
                    <a:pt x="7" y="1907"/>
                  </a:cubicBezTo>
                  <a:cubicBezTo>
                    <a:pt x="12" y="2597"/>
                    <a:pt x="385" y="3197"/>
                    <a:pt x="939" y="3525"/>
                  </a:cubicBezTo>
                  <a:cubicBezTo>
                    <a:pt x="1096" y="3617"/>
                    <a:pt x="1193" y="3784"/>
                    <a:pt x="1193" y="3964"/>
                  </a:cubicBezTo>
                  <a:lnTo>
                    <a:pt x="1193" y="4163"/>
                  </a:lnTo>
                  <a:lnTo>
                    <a:pt x="928" y="4163"/>
                  </a:lnTo>
                  <a:lnTo>
                    <a:pt x="928" y="4405"/>
                  </a:lnTo>
                  <a:lnTo>
                    <a:pt x="1639" y="4405"/>
                  </a:lnTo>
                  <a:lnTo>
                    <a:pt x="1639" y="4603"/>
                  </a:lnTo>
                  <a:cubicBezTo>
                    <a:pt x="1639" y="4747"/>
                    <a:pt x="1757" y="4865"/>
                    <a:pt x="1901" y="4865"/>
                  </a:cubicBezTo>
                  <a:cubicBezTo>
                    <a:pt x="2045" y="4865"/>
                    <a:pt x="2163" y="4747"/>
                    <a:pt x="2163" y="4603"/>
                  </a:cubicBezTo>
                  <a:lnTo>
                    <a:pt x="2163" y="4405"/>
                  </a:lnTo>
                  <a:lnTo>
                    <a:pt x="2874" y="4405"/>
                  </a:lnTo>
                  <a:lnTo>
                    <a:pt x="2874" y="4163"/>
                  </a:lnTo>
                  <a:lnTo>
                    <a:pt x="2610" y="4163"/>
                  </a:lnTo>
                  <a:lnTo>
                    <a:pt x="2610" y="3964"/>
                  </a:lnTo>
                  <a:cubicBezTo>
                    <a:pt x="2611" y="3785"/>
                    <a:pt x="2707" y="3619"/>
                    <a:pt x="2862" y="3527"/>
                  </a:cubicBezTo>
                  <a:cubicBezTo>
                    <a:pt x="3420" y="3197"/>
                    <a:pt x="3795" y="2591"/>
                    <a:pt x="3795" y="1895"/>
                  </a:cubicBezTo>
                  <a:cubicBezTo>
                    <a:pt x="3795" y="847"/>
                    <a:pt x="2947" y="0"/>
                    <a:pt x="19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6179078" y="1011031"/>
              <a:ext cx="47595" cy="47595"/>
            </a:xfrm>
            <a:custGeom>
              <a:rect b="b" l="l" r="r" t="t"/>
              <a:pathLst>
                <a:path extrusionOk="0" h="508" w="508">
                  <a:moveTo>
                    <a:pt x="254" y="1"/>
                  </a:moveTo>
                  <a:cubicBezTo>
                    <a:pt x="114" y="1"/>
                    <a:pt x="1" y="114"/>
                    <a:pt x="1" y="253"/>
                  </a:cubicBezTo>
                  <a:cubicBezTo>
                    <a:pt x="1" y="392"/>
                    <a:pt x="114" y="507"/>
                    <a:pt x="254" y="507"/>
                  </a:cubicBezTo>
                  <a:cubicBezTo>
                    <a:pt x="393" y="507"/>
                    <a:pt x="507" y="393"/>
                    <a:pt x="507" y="253"/>
                  </a:cubicBezTo>
                  <a:cubicBezTo>
                    <a:pt x="507" y="114"/>
                    <a:pt x="393" y="1"/>
                    <a:pt x="2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5972675" y="1097976"/>
              <a:ext cx="47595" cy="47595"/>
            </a:xfrm>
            <a:custGeom>
              <a:rect b="b" l="l" r="r" t="t"/>
              <a:pathLst>
                <a:path extrusionOk="0" h="508" w="508">
                  <a:moveTo>
                    <a:pt x="255" y="1"/>
                  </a:moveTo>
                  <a:cubicBezTo>
                    <a:pt x="114" y="1"/>
                    <a:pt x="1" y="114"/>
                    <a:pt x="1" y="254"/>
                  </a:cubicBezTo>
                  <a:cubicBezTo>
                    <a:pt x="1" y="393"/>
                    <a:pt x="114" y="507"/>
                    <a:pt x="255" y="507"/>
                  </a:cubicBezTo>
                  <a:cubicBezTo>
                    <a:pt x="394" y="507"/>
                    <a:pt x="507" y="393"/>
                    <a:pt x="507" y="254"/>
                  </a:cubicBezTo>
                  <a:cubicBezTo>
                    <a:pt x="507" y="114"/>
                    <a:pt x="394" y="1"/>
                    <a:pt x="2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5888259" y="1305315"/>
              <a:ext cx="47501" cy="47595"/>
            </a:xfrm>
            <a:custGeom>
              <a:rect b="b" l="l" r="r" t="t"/>
              <a:pathLst>
                <a:path extrusionOk="0" h="508" w="507">
                  <a:moveTo>
                    <a:pt x="253" y="1"/>
                  </a:moveTo>
                  <a:cubicBezTo>
                    <a:pt x="114" y="1"/>
                    <a:pt x="0" y="114"/>
                    <a:pt x="0" y="253"/>
                  </a:cubicBezTo>
                  <a:cubicBezTo>
                    <a:pt x="0" y="393"/>
                    <a:pt x="114" y="507"/>
                    <a:pt x="253" y="507"/>
                  </a:cubicBezTo>
                  <a:cubicBezTo>
                    <a:pt x="393" y="507"/>
                    <a:pt x="507" y="394"/>
                    <a:pt x="507" y="253"/>
                  </a:cubicBezTo>
                  <a:cubicBezTo>
                    <a:pt x="507" y="114"/>
                    <a:pt x="393" y="1"/>
                    <a:pt x="2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6"/>
            <p:cNvSpPr/>
            <p:nvPr/>
          </p:nvSpPr>
          <p:spPr>
            <a:xfrm>
              <a:off x="5975205" y="1511622"/>
              <a:ext cx="47501" cy="47595"/>
            </a:xfrm>
            <a:custGeom>
              <a:rect b="b" l="l" r="r" t="t"/>
              <a:pathLst>
                <a:path extrusionOk="0" h="508" w="507">
                  <a:moveTo>
                    <a:pt x="254" y="1"/>
                  </a:moveTo>
                  <a:cubicBezTo>
                    <a:pt x="114" y="1"/>
                    <a:pt x="1" y="114"/>
                    <a:pt x="1" y="254"/>
                  </a:cubicBezTo>
                  <a:cubicBezTo>
                    <a:pt x="1" y="394"/>
                    <a:pt x="114" y="507"/>
                    <a:pt x="254" y="507"/>
                  </a:cubicBezTo>
                  <a:cubicBezTo>
                    <a:pt x="393" y="507"/>
                    <a:pt x="507" y="394"/>
                    <a:pt x="507" y="254"/>
                  </a:cubicBezTo>
                  <a:cubicBezTo>
                    <a:pt x="507" y="114"/>
                    <a:pt x="393" y="1"/>
                    <a:pt x="2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6386699" y="1509374"/>
              <a:ext cx="51998" cy="47407"/>
            </a:xfrm>
            <a:custGeom>
              <a:rect b="b" l="l" r="r" t="t"/>
              <a:pathLst>
                <a:path extrusionOk="0" h="506" w="555">
                  <a:moveTo>
                    <a:pt x="277" y="0"/>
                  </a:moveTo>
                  <a:cubicBezTo>
                    <a:pt x="212" y="0"/>
                    <a:pt x="147" y="25"/>
                    <a:pt x="98" y="74"/>
                  </a:cubicBezTo>
                  <a:cubicBezTo>
                    <a:pt x="0" y="172"/>
                    <a:pt x="0" y="334"/>
                    <a:pt x="98" y="432"/>
                  </a:cubicBezTo>
                  <a:cubicBezTo>
                    <a:pt x="147" y="481"/>
                    <a:pt x="212" y="506"/>
                    <a:pt x="277" y="506"/>
                  </a:cubicBezTo>
                  <a:cubicBezTo>
                    <a:pt x="342" y="506"/>
                    <a:pt x="407" y="481"/>
                    <a:pt x="456" y="432"/>
                  </a:cubicBezTo>
                  <a:cubicBezTo>
                    <a:pt x="555" y="334"/>
                    <a:pt x="555" y="172"/>
                    <a:pt x="456" y="74"/>
                  </a:cubicBezTo>
                  <a:cubicBezTo>
                    <a:pt x="407" y="25"/>
                    <a:pt x="342" y="0"/>
                    <a:pt x="2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6473457" y="1301848"/>
              <a:ext cx="47501" cy="47595"/>
            </a:xfrm>
            <a:custGeom>
              <a:rect b="b" l="l" r="r" t="t"/>
              <a:pathLst>
                <a:path extrusionOk="0" h="508" w="507">
                  <a:moveTo>
                    <a:pt x="253" y="1"/>
                  </a:moveTo>
                  <a:cubicBezTo>
                    <a:pt x="114" y="1"/>
                    <a:pt x="0" y="114"/>
                    <a:pt x="0" y="254"/>
                  </a:cubicBezTo>
                  <a:cubicBezTo>
                    <a:pt x="0" y="393"/>
                    <a:pt x="114" y="507"/>
                    <a:pt x="253" y="507"/>
                  </a:cubicBezTo>
                  <a:cubicBezTo>
                    <a:pt x="392" y="507"/>
                    <a:pt x="507" y="393"/>
                    <a:pt x="507" y="254"/>
                  </a:cubicBezTo>
                  <a:cubicBezTo>
                    <a:pt x="507" y="114"/>
                    <a:pt x="392" y="1"/>
                    <a:pt x="2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6384075" y="1095541"/>
              <a:ext cx="52279" cy="47501"/>
            </a:xfrm>
            <a:custGeom>
              <a:rect b="b" l="l" r="r" t="t"/>
              <a:pathLst>
                <a:path extrusionOk="0" h="507" w="558">
                  <a:moveTo>
                    <a:pt x="278" y="0"/>
                  </a:moveTo>
                  <a:cubicBezTo>
                    <a:pt x="213" y="0"/>
                    <a:pt x="149" y="25"/>
                    <a:pt x="100" y="75"/>
                  </a:cubicBezTo>
                  <a:cubicBezTo>
                    <a:pt x="0" y="173"/>
                    <a:pt x="0" y="334"/>
                    <a:pt x="100" y="433"/>
                  </a:cubicBezTo>
                  <a:cubicBezTo>
                    <a:pt x="149" y="482"/>
                    <a:pt x="213" y="506"/>
                    <a:pt x="278" y="506"/>
                  </a:cubicBezTo>
                  <a:cubicBezTo>
                    <a:pt x="343" y="506"/>
                    <a:pt x="408" y="482"/>
                    <a:pt x="458" y="433"/>
                  </a:cubicBezTo>
                  <a:cubicBezTo>
                    <a:pt x="557" y="334"/>
                    <a:pt x="557" y="173"/>
                    <a:pt x="458" y="75"/>
                  </a:cubicBezTo>
                  <a:cubicBezTo>
                    <a:pt x="408" y="25"/>
                    <a:pt x="343" y="0"/>
                    <a:pt x="2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4" name="Google Shape;244;p16"/>
          <p:cNvSpPr/>
          <p:nvPr/>
        </p:nvSpPr>
        <p:spPr>
          <a:xfrm>
            <a:off x="7310874" y="1280785"/>
            <a:ext cx="1143299" cy="1144236"/>
          </a:xfrm>
          <a:custGeom>
            <a:rect b="b" l="l" r="r" t="t"/>
            <a:pathLst>
              <a:path extrusionOk="0" h="12213" w="12203">
                <a:moveTo>
                  <a:pt x="5896" y="1"/>
                </a:moveTo>
                <a:cubicBezTo>
                  <a:pt x="5648" y="1"/>
                  <a:pt x="5510" y="20"/>
                  <a:pt x="5510" y="20"/>
                </a:cubicBezTo>
                <a:cubicBezTo>
                  <a:pt x="5848" y="333"/>
                  <a:pt x="6160" y="1751"/>
                  <a:pt x="6317" y="2493"/>
                </a:cubicBezTo>
                <a:cubicBezTo>
                  <a:pt x="6357" y="2680"/>
                  <a:pt x="6386" y="2834"/>
                  <a:pt x="6404" y="2930"/>
                </a:cubicBezTo>
                <a:lnTo>
                  <a:pt x="6404" y="2931"/>
                </a:lnTo>
                <a:cubicBezTo>
                  <a:pt x="6625" y="4132"/>
                  <a:pt x="7317" y="4496"/>
                  <a:pt x="7896" y="4496"/>
                </a:cubicBezTo>
                <a:cubicBezTo>
                  <a:pt x="8342" y="4496"/>
                  <a:pt x="8721" y="4280"/>
                  <a:pt x="8765" y="4063"/>
                </a:cubicBezTo>
                <a:cubicBezTo>
                  <a:pt x="9046" y="2707"/>
                  <a:pt x="7893" y="1499"/>
                  <a:pt x="6780" y="672"/>
                </a:cubicBezTo>
                <a:lnTo>
                  <a:pt x="6780" y="672"/>
                </a:lnTo>
                <a:cubicBezTo>
                  <a:pt x="6970" y="765"/>
                  <a:pt x="9026" y="949"/>
                  <a:pt x="10357" y="2518"/>
                </a:cubicBezTo>
                <a:lnTo>
                  <a:pt x="10356" y="2518"/>
                </a:lnTo>
                <a:cubicBezTo>
                  <a:pt x="10636" y="2845"/>
                  <a:pt x="10817" y="3203"/>
                  <a:pt x="11015" y="3588"/>
                </a:cubicBezTo>
                <a:cubicBezTo>
                  <a:pt x="11405" y="4345"/>
                  <a:pt x="11625" y="5202"/>
                  <a:pt x="11625" y="6113"/>
                </a:cubicBezTo>
                <a:cubicBezTo>
                  <a:pt x="11625" y="9164"/>
                  <a:pt x="9152" y="11638"/>
                  <a:pt x="6100" y="11638"/>
                </a:cubicBezTo>
                <a:cubicBezTo>
                  <a:pt x="3048" y="11638"/>
                  <a:pt x="575" y="9164"/>
                  <a:pt x="575" y="6113"/>
                </a:cubicBezTo>
                <a:cubicBezTo>
                  <a:pt x="575" y="3439"/>
                  <a:pt x="2473" y="1211"/>
                  <a:pt x="4994" y="697"/>
                </a:cubicBezTo>
                <a:cubicBezTo>
                  <a:pt x="4969" y="645"/>
                  <a:pt x="4951" y="610"/>
                  <a:pt x="4935" y="589"/>
                </a:cubicBezTo>
                <a:lnTo>
                  <a:pt x="4534" y="215"/>
                </a:lnTo>
                <a:cubicBezTo>
                  <a:pt x="1924" y="907"/>
                  <a:pt x="1" y="3285"/>
                  <a:pt x="1" y="6111"/>
                </a:cubicBezTo>
                <a:cubicBezTo>
                  <a:pt x="1" y="9480"/>
                  <a:pt x="2733" y="12212"/>
                  <a:pt x="6101" y="12212"/>
                </a:cubicBezTo>
                <a:cubicBezTo>
                  <a:pt x="9470" y="12212"/>
                  <a:pt x="12202" y="9480"/>
                  <a:pt x="12202" y="6111"/>
                </a:cubicBezTo>
                <a:cubicBezTo>
                  <a:pt x="12201" y="5217"/>
                  <a:pt x="12007" y="4367"/>
                  <a:pt x="11660" y="3601"/>
                </a:cubicBezTo>
                <a:cubicBezTo>
                  <a:pt x="11531" y="3315"/>
                  <a:pt x="11380" y="3043"/>
                  <a:pt x="11211" y="2784"/>
                </a:cubicBezTo>
                <a:lnTo>
                  <a:pt x="11212" y="2784"/>
                </a:lnTo>
                <a:cubicBezTo>
                  <a:pt x="11163" y="2708"/>
                  <a:pt x="11111" y="2634"/>
                  <a:pt x="11057" y="2561"/>
                </a:cubicBezTo>
                <a:cubicBezTo>
                  <a:pt x="11047" y="2547"/>
                  <a:pt x="11038" y="2533"/>
                  <a:pt x="11027" y="2518"/>
                </a:cubicBezTo>
                <a:lnTo>
                  <a:pt x="11026" y="2518"/>
                </a:lnTo>
                <a:cubicBezTo>
                  <a:pt x="10069" y="1242"/>
                  <a:pt x="8561" y="496"/>
                  <a:pt x="8030" y="372"/>
                </a:cubicBezTo>
                <a:cubicBezTo>
                  <a:pt x="7084" y="58"/>
                  <a:pt x="6325" y="1"/>
                  <a:pt x="589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6"/>
          <p:cNvSpPr/>
          <p:nvPr/>
        </p:nvSpPr>
        <p:spPr>
          <a:xfrm>
            <a:off x="7197507" y="1158144"/>
            <a:ext cx="1369748" cy="1369748"/>
          </a:xfrm>
          <a:custGeom>
            <a:rect b="b" l="l" r="r" t="t"/>
            <a:pathLst>
              <a:path extrusionOk="0" h="14620" w="14620">
                <a:moveTo>
                  <a:pt x="7310" y="385"/>
                </a:moveTo>
                <a:cubicBezTo>
                  <a:pt x="11129" y="385"/>
                  <a:pt x="14235" y="3493"/>
                  <a:pt x="14235" y="7310"/>
                </a:cubicBezTo>
                <a:cubicBezTo>
                  <a:pt x="14235" y="11128"/>
                  <a:pt x="11127" y="14235"/>
                  <a:pt x="7310" y="14235"/>
                </a:cubicBezTo>
                <a:cubicBezTo>
                  <a:pt x="3492" y="14235"/>
                  <a:pt x="386" y="11128"/>
                  <a:pt x="386" y="7310"/>
                </a:cubicBezTo>
                <a:cubicBezTo>
                  <a:pt x="386" y="3493"/>
                  <a:pt x="3492" y="385"/>
                  <a:pt x="7310" y="385"/>
                </a:cubicBezTo>
                <a:close/>
                <a:moveTo>
                  <a:pt x="7310" y="1"/>
                </a:moveTo>
                <a:cubicBezTo>
                  <a:pt x="3279" y="1"/>
                  <a:pt x="0" y="3280"/>
                  <a:pt x="0" y="7310"/>
                </a:cubicBezTo>
                <a:cubicBezTo>
                  <a:pt x="0" y="11341"/>
                  <a:pt x="3279" y="14620"/>
                  <a:pt x="7310" y="14620"/>
                </a:cubicBezTo>
                <a:cubicBezTo>
                  <a:pt x="11341" y="14620"/>
                  <a:pt x="14619" y="11341"/>
                  <a:pt x="14619" y="7310"/>
                </a:cubicBezTo>
                <a:cubicBezTo>
                  <a:pt x="14619" y="3280"/>
                  <a:pt x="11340" y="1"/>
                  <a:pt x="731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6" name="Google Shape;246;p16"/>
          <p:cNvGrpSpPr/>
          <p:nvPr/>
        </p:nvGrpSpPr>
        <p:grpSpPr>
          <a:xfrm>
            <a:off x="7726959" y="2493709"/>
            <a:ext cx="335317" cy="321827"/>
            <a:chOff x="7726959" y="2376015"/>
            <a:chExt cx="335317" cy="321827"/>
          </a:xfrm>
        </p:grpSpPr>
        <p:sp>
          <p:nvSpPr>
            <p:cNvPr id="247" name="Google Shape;247;p16"/>
            <p:cNvSpPr/>
            <p:nvPr/>
          </p:nvSpPr>
          <p:spPr>
            <a:xfrm>
              <a:off x="7876491" y="2376015"/>
              <a:ext cx="36071" cy="321544"/>
            </a:xfrm>
            <a:custGeom>
              <a:rect b="b" l="l" r="r" t="t"/>
              <a:pathLst>
                <a:path extrusionOk="0" h="3432" w="385">
                  <a:moveTo>
                    <a:pt x="192" y="1"/>
                  </a:moveTo>
                  <a:cubicBezTo>
                    <a:pt x="86" y="1"/>
                    <a:pt x="0" y="86"/>
                    <a:pt x="0" y="192"/>
                  </a:cubicBezTo>
                  <a:lnTo>
                    <a:pt x="0" y="3239"/>
                  </a:lnTo>
                  <a:cubicBezTo>
                    <a:pt x="0" y="3347"/>
                    <a:pt x="86" y="3431"/>
                    <a:pt x="192" y="3431"/>
                  </a:cubicBezTo>
                  <a:cubicBezTo>
                    <a:pt x="298" y="3431"/>
                    <a:pt x="384" y="3347"/>
                    <a:pt x="384" y="3239"/>
                  </a:cubicBezTo>
                  <a:lnTo>
                    <a:pt x="384" y="192"/>
                  </a:ln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7726959" y="2513835"/>
              <a:ext cx="335317" cy="184007"/>
            </a:xfrm>
            <a:custGeom>
              <a:rect b="b" l="l" r="r" t="t"/>
              <a:pathLst>
                <a:path extrusionOk="0" h="1964" w="3579">
                  <a:moveTo>
                    <a:pt x="212" y="1"/>
                  </a:moveTo>
                  <a:cubicBezTo>
                    <a:pt x="162" y="1"/>
                    <a:pt x="113" y="19"/>
                    <a:pt x="76" y="57"/>
                  </a:cubicBezTo>
                  <a:cubicBezTo>
                    <a:pt x="0" y="133"/>
                    <a:pt x="0" y="255"/>
                    <a:pt x="76" y="330"/>
                  </a:cubicBezTo>
                  <a:lnTo>
                    <a:pt x="1653" y="1907"/>
                  </a:lnTo>
                  <a:cubicBezTo>
                    <a:pt x="1688" y="1943"/>
                    <a:pt x="1737" y="1964"/>
                    <a:pt x="1788" y="1964"/>
                  </a:cubicBezTo>
                  <a:cubicBezTo>
                    <a:pt x="1839" y="1964"/>
                    <a:pt x="1888" y="1943"/>
                    <a:pt x="1926" y="1907"/>
                  </a:cubicBezTo>
                  <a:lnTo>
                    <a:pt x="3504" y="330"/>
                  </a:lnTo>
                  <a:cubicBezTo>
                    <a:pt x="3578" y="255"/>
                    <a:pt x="3578" y="133"/>
                    <a:pt x="3504" y="57"/>
                  </a:cubicBezTo>
                  <a:cubicBezTo>
                    <a:pt x="3466" y="19"/>
                    <a:pt x="3416" y="1"/>
                    <a:pt x="3367" y="1"/>
                  </a:cubicBezTo>
                  <a:cubicBezTo>
                    <a:pt x="3318" y="1"/>
                    <a:pt x="3268" y="19"/>
                    <a:pt x="3230" y="57"/>
                  </a:cubicBezTo>
                  <a:lnTo>
                    <a:pt x="1790" y="1499"/>
                  </a:lnTo>
                  <a:lnTo>
                    <a:pt x="348" y="57"/>
                  </a:lnTo>
                  <a:cubicBezTo>
                    <a:pt x="310" y="19"/>
                    <a:pt x="261" y="1"/>
                    <a:pt x="2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" name="Google Shape;249;p16"/>
          <p:cNvSpPr/>
          <p:nvPr/>
        </p:nvSpPr>
        <p:spPr>
          <a:xfrm>
            <a:off x="7677299" y="1800421"/>
            <a:ext cx="438857" cy="366650"/>
          </a:xfrm>
          <a:custGeom>
            <a:rect b="b" l="l" r="r" t="t"/>
            <a:pathLst>
              <a:path extrusionOk="0" h="4835" w="5787">
                <a:moveTo>
                  <a:pt x="2049" y="155"/>
                </a:moveTo>
                <a:lnTo>
                  <a:pt x="1998" y="855"/>
                </a:lnTo>
                <a:lnTo>
                  <a:pt x="737" y="855"/>
                </a:lnTo>
                <a:lnTo>
                  <a:pt x="861" y="155"/>
                </a:lnTo>
                <a:close/>
                <a:moveTo>
                  <a:pt x="3487" y="155"/>
                </a:moveTo>
                <a:lnTo>
                  <a:pt x="3524" y="855"/>
                </a:lnTo>
                <a:lnTo>
                  <a:pt x="2262" y="855"/>
                </a:lnTo>
                <a:lnTo>
                  <a:pt x="2298" y="155"/>
                </a:lnTo>
                <a:close/>
                <a:moveTo>
                  <a:pt x="4923" y="155"/>
                </a:moveTo>
                <a:lnTo>
                  <a:pt x="5047" y="855"/>
                </a:lnTo>
                <a:lnTo>
                  <a:pt x="3786" y="855"/>
                </a:lnTo>
                <a:lnTo>
                  <a:pt x="3735" y="155"/>
                </a:lnTo>
                <a:close/>
                <a:moveTo>
                  <a:pt x="1986" y="1012"/>
                </a:moveTo>
                <a:lnTo>
                  <a:pt x="1927" y="1826"/>
                </a:lnTo>
                <a:lnTo>
                  <a:pt x="564" y="1826"/>
                </a:lnTo>
                <a:lnTo>
                  <a:pt x="709" y="1012"/>
                </a:lnTo>
                <a:close/>
                <a:moveTo>
                  <a:pt x="3530" y="1013"/>
                </a:moveTo>
                <a:lnTo>
                  <a:pt x="3572" y="1827"/>
                </a:lnTo>
                <a:lnTo>
                  <a:pt x="2211" y="1827"/>
                </a:lnTo>
                <a:lnTo>
                  <a:pt x="2254" y="1013"/>
                </a:lnTo>
                <a:close/>
                <a:moveTo>
                  <a:pt x="5075" y="1013"/>
                </a:moveTo>
                <a:lnTo>
                  <a:pt x="5219" y="1827"/>
                </a:lnTo>
                <a:lnTo>
                  <a:pt x="3859" y="1827"/>
                </a:lnTo>
                <a:lnTo>
                  <a:pt x="3799" y="1013"/>
                </a:lnTo>
                <a:close/>
                <a:moveTo>
                  <a:pt x="1913" y="2011"/>
                </a:moveTo>
                <a:lnTo>
                  <a:pt x="1842" y="2966"/>
                </a:lnTo>
                <a:lnTo>
                  <a:pt x="362" y="2966"/>
                </a:lnTo>
                <a:lnTo>
                  <a:pt x="532" y="2011"/>
                </a:lnTo>
                <a:close/>
                <a:moveTo>
                  <a:pt x="3583" y="2011"/>
                </a:moveTo>
                <a:lnTo>
                  <a:pt x="3633" y="2966"/>
                </a:lnTo>
                <a:lnTo>
                  <a:pt x="2153" y="2966"/>
                </a:lnTo>
                <a:lnTo>
                  <a:pt x="2202" y="2011"/>
                </a:lnTo>
                <a:close/>
                <a:moveTo>
                  <a:pt x="5254" y="2011"/>
                </a:moveTo>
                <a:lnTo>
                  <a:pt x="5424" y="2966"/>
                </a:lnTo>
                <a:lnTo>
                  <a:pt x="3943" y="2966"/>
                </a:lnTo>
                <a:lnTo>
                  <a:pt x="3873" y="2011"/>
                </a:lnTo>
                <a:close/>
                <a:moveTo>
                  <a:pt x="866" y="0"/>
                </a:moveTo>
                <a:cubicBezTo>
                  <a:pt x="719" y="0"/>
                  <a:pt x="593" y="104"/>
                  <a:pt x="563" y="248"/>
                </a:cubicBezTo>
                <a:lnTo>
                  <a:pt x="39" y="2841"/>
                </a:lnTo>
                <a:cubicBezTo>
                  <a:pt x="0" y="3033"/>
                  <a:pt x="146" y="3212"/>
                  <a:pt x="342" y="3212"/>
                </a:cubicBezTo>
                <a:lnTo>
                  <a:pt x="1795" y="3212"/>
                </a:lnTo>
                <a:cubicBezTo>
                  <a:pt x="1995" y="3212"/>
                  <a:pt x="2158" y="3374"/>
                  <a:pt x="2158" y="3575"/>
                </a:cubicBezTo>
                <a:lnTo>
                  <a:pt x="2158" y="3797"/>
                </a:lnTo>
                <a:cubicBezTo>
                  <a:pt x="2158" y="3975"/>
                  <a:pt x="2014" y="4120"/>
                  <a:pt x="1836" y="4120"/>
                </a:cubicBezTo>
                <a:lnTo>
                  <a:pt x="1707" y="4120"/>
                </a:lnTo>
                <a:cubicBezTo>
                  <a:pt x="1636" y="4120"/>
                  <a:pt x="1570" y="4149"/>
                  <a:pt x="1523" y="4199"/>
                </a:cubicBezTo>
                <a:lnTo>
                  <a:pt x="1325" y="4407"/>
                </a:lnTo>
                <a:cubicBezTo>
                  <a:pt x="1173" y="4569"/>
                  <a:pt x="1288" y="4835"/>
                  <a:pt x="1509" y="4835"/>
                </a:cubicBezTo>
                <a:lnTo>
                  <a:pt x="4276" y="4835"/>
                </a:lnTo>
                <a:cubicBezTo>
                  <a:pt x="4498" y="4835"/>
                  <a:pt x="4613" y="4570"/>
                  <a:pt x="4460" y="4407"/>
                </a:cubicBezTo>
                <a:lnTo>
                  <a:pt x="4263" y="4199"/>
                </a:lnTo>
                <a:cubicBezTo>
                  <a:pt x="4216" y="4148"/>
                  <a:pt x="4148" y="4120"/>
                  <a:pt x="4079" y="4120"/>
                </a:cubicBezTo>
                <a:lnTo>
                  <a:pt x="3950" y="4120"/>
                </a:lnTo>
                <a:cubicBezTo>
                  <a:pt x="3772" y="4120"/>
                  <a:pt x="3627" y="3975"/>
                  <a:pt x="3627" y="3797"/>
                </a:cubicBezTo>
                <a:lnTo>
                  <a:pt x="3627" y="3575"/>
                </a:lnTo>
                <a:cubicBezTo>
                  <a:pt x="3627" y="3374"/>
                  <a:pt x="3790" y="3212"/>
                  <a:pt x="3991" y="3212"/>
                </a:cubicBezTo>
                <a:lnTo>
                  <a:pt x="5443" y="3212"/>
                </a:lnTo>
                <a:cubicBezTo>
                  <a:pt x="5639" y="3212"/>
                  <a:pt x="5786" y="3033"/>
                  <a:pt x="5748" y="2841"/>
                </a:cubicBezTo>
                <a:lnTo>
                  <a:pt x="5223" y="248"/>
                </a:lnTo>
                <a:cubicBezTo>
                  <a:pt x="5194" y="104"/>
                  <a:pt x="5068" y="0"/>
                  <a:pt x="492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6"/>
          <p:cNvSpPr/>
          <p:nvPr/>
        </p:nvSpPr>
        <p:spPr>
          <a:xfrm>
            <a:off x="2042025" y="2444726"/>
            <a:ext cx="1555160" cy="380662"/>
          </a:xfrm>
          <a:custGeom>
            <a:rect b="b" l="l" r="r" t="t"/>
            <a:pathLst>
              <a:path extrusionOk="0" h="4063" w="16599">
                <a:moveTo>
                  <a:pt x="2032" y="0"/>
                </a:moveTo>
                <a:cubicBezTo>
                  <a:pt x="910" y="0"/>
                  <a:pt x="0" y="910"/>
                  <a:pt x="0" y="2031"/>
                </a:cubicBezTo>
                <a:cubicBezTo>
                  <a:pt x="0" y="3153"/>
                  <a:pt x="910" y="4062"/>
                  <a:pt x="2032" y="4062"/>
                </a:cubicBezTo>
                <a:lnTo>
                  <a:pt x="14567" y="4062"/>
                </a:lnTo>
                <a:cubicBezTo>
                  <a:pt x="15689" y="4062"/>
                  <a:pt x="16598" y="3153"/>
                  <a:pt x="16598" y="2031"/>
                </a:cubicBezTo>
                <a:cubicBezTo>
                  <a:pt x="16598" y="910"/>
                  <a:pt x="15689" y="0"/>
                  <a:pt x="145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6"/>
          <p:cNvSpPr/>
          <p:nvPr/>
        </p:nvSpPr>
        <p:spPr>
          <a:xfrm>
            <a:off x="3794623" y="2888699"/>
            <a:ext cx="1555067" cy="380662"/>
          </a:xfrm>
          <a:custGeom>
            <a:rect b="b" l="l" r="r" t="t"/>
            <a:pathLst>
              <a:path extrusionOk="0" h="4063" w="16598">
                <a:moveTo>
                  <a:pt x="2031" y="0"/>
                </a:moveTo>
                <a:cubicBezTo>
                  <a:pt x="910" y="0"/>
                  <a:pt x="0" y="910"/>
                  <a:pt x="0" y="2031"/>
                </a:cubicBezTo>
                <a:cubicBezTo>
                  <a:pt x="0" y="3153"/>
                  <a:pt x="910" y="4062"/>
                  <a:pt x="2031" y="4062"/>
                </a:cubicBezTo>
                <a:lnTo>
                  <a:pt x="14566" y="4062"/>
                </a:lnTo>
                <a:cubicBezTo>
                  <a:pt x="15688" y="4062"/>
                  <a:pt x="16597" y="3153"/>
                  <a:pt x="16597" y="2031"/>
                </a:cubicBezTo>
                <a:cubicBezTo>
                  <a:pt x="16597" y="910"/>
                  <a:pt x="15688" y="0"/>
                  <a:pt x="145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457230" y="2888699"/>
            <a:ext cx="1555160" cy="380662"/>
          </a:xfrm>
          <a:custGeom>
            <a:rect b="b" l="l" r="r" t="t"/>
            <a:pathLst>
              <a:path extrusionOk="0" h="4063" w="16599">
                <a:moveTo>
                  <a:pt x="2032" y="1"/>
                </a:moveTo>
                <a:cubicBezTo>
                  <a:pt x="910" y="1"/>
                  <a:pt x="1" y="910"/>
                  <a:pt x="1" y="2032"/>
                </a:cubicBezTo>
                <a:cubicBezTo>
                  <a:pt x="1" y="3153"/>
                  <a:pt x="910" y="4063"/>
                  <a:pt x="2032" y="4063"/>
                </a:cubicBezTo>
                <a:lnTo>
                  <a:pt x="14568" y="4063"/>
                </a:lnTo>
                <a:cubicBezTo>
                  <a:pt x="15689" y="4063"/>
                  <a:pt x="16599" y="3153"/>
                  <a:pt x="16599" y="2032"/>
                </a:cubicBezTo>
                <a:cubicBezTo>
                  <a:pt x="16599" y="910"/>
                  <a:pt x="15689" y="1"/>
                  <a:pt x="1456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"/>
          <p:cNvSpPr/>
          <p:nvPr/>
        </p:nvSpPr>
        <p:spPr>
          <a:xfrm>
            <a:off x="7131735" y="2888699"/>
            <a:ext cx="1555067" cy="380662"/>
          </a:xfrm>
          <a:custGeom>
            <a:rect b="b" l="l" r="r" t="t"/>
            <a:pathLst>
              <a:path extrusionOk="0" h="4063" w="16598">
                <a:moveTo>
                  <a:pt x="2031" y="0"/>
                </a:moveTo>
                <a:cubicBezTo>
                  <a:pt x="910" y="0"/>
                  <a:pt x="0" y="910"/>
                  <a:pt x="0" y="2031"/>
                </a:cubicBezTo>
                <a:cubicBezTo>
                  <a:pt x="0" y="3153"/>
                  <a:pt x="910" y="4062"/>
                  <a:pt x="2031" y="4062"/>
                </a:cubicBezTo>
                <a:lnTo>
                  <a:pt x="14566" y="4062"/>
                </a:lnTo>
                <a:cubicBezTo>
                  <a:pt x="15689" y="4062"/>
                  <a:pt x="16597" y="3153"/>
                  <a:pt x="16597" y="2031"/>
                </a:cubicBezTo>
                <a:cubicBezTo>
                  <a:pt x="16597" y="910"/>
                  <a:pt x="15689" y="0"/>
                  <a:pt x="1456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6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5" name="Google Shape;255;p16"/>
          <p:cNvSpPr txBox="1"/>
          <p:nvPr>
            <p:ph idx="1" type="body"/>
          </p:nvPr>
        </p:nvSpPr>
        <p:spPr>
          <a:xfrm>
            <a:off x="580383" y="2887930"/>
            <a:ext cx="1308900" cy="3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MERCURY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56" name="Google Shape;256;p16"/>
          <p:cNvSpPr txBox="1"/>
          <p:nvPr>
            <p:ph idx="1" type="body"/>
          </p:nvPr>
        </p:nvSpPr>
        <p:spPr>
          <a:xfrm>
            <a:off x="2216395" y="2443957"/>
            <a:ext cx="1308900" cy="3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VENUS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57" name="Google Shape;257;p16"/>
          <p:cNvSpPr txBox="1"/>
          <p:nvPr>
            <p:ph idx="1" type="body"/>
          </p:nvPr>
        </p:nvSpPr>
        <p:spPr>
          <a:xfrm>
            <a:off x="410951" y="3501605"/>
            <a:ext cx="16482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 is the closest planet to the Sun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58" name="Google Shape;258;p16"/>
          <p:cNvSpPr txBox="1"/>
          <p:nvPr>
            <p:ph idx="1" type="body"/>
          </p:nvPr>
        </p:nvSpPr>
        <p:spPr>
          <a:xfrm>
            <a:off x="2062774" y="1654405"/>
            <a:ext cx="16482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Venus is the second planet from the Sun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59" name="Google Shape;259;p16"/>
          <p:cNvSpPr txBox="1"/>
          <p:nvPr>
            <p:ph idx="1" type="body"/>
          </p:nvPr>
        </p:nvSpPr>
        <p:spPr>
          <a:xfrm>
            <a:off x="3926883" y="2887930"/>
            <a:ext cx="1308900" cy="3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JUPITER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60" name="Google Shape;260;p16"/>
          <p:cNvSpPr txBox="1"/>
          <p:nvPr>
            <p:ph idx="1" type="body"/>
          </p:nvPr>
        </p:nvSpPr>
        <p:spPr>
          <a:xfrm>
            <a:off x="3769614" y="3501605"/>
            <a:ext cx="16482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Jupiter is the biggest planet of them all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61" name="Google Shape;261;p16"/>
          <p:cNvSpPr txBox="1"/>
          <p:nvPr>
            <p:ph idx="1" type="body"/>
          </p:nvPr>
        </p:nvSpPr>
        <p:spPr>
          <a:xfrm>
            <a:off x="5531190" y="2443957"/>
            <a:ext cx="1308900" cy="3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SATURN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62" name="Google Shape;262;p16"/>
          <p:cNvSpPr txBox="1"/>
          <p:nvPr>
            <p:ph idx="1" type="body"/>
          </p:nvPr>
        </p:nvSpPr>
        <p:spPr>
          <a:xfrm>
            <a:off x="5392539" y="1540606"/>
            <a:ext cx="16482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Saturn is the ringed and a gas giant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63" name="Google Shape;263;p16"/>
          <p:cNvSpPr txBox="1"/>
          <p:nvPr/>
        </p:nvSpPr>
        <p:spPr>
          <a:xfrm>
            <a:off x="7058275" y="3366294"/>
            <a:ext cx="1648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cold and</a:t>
            </a: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4" name="Google Shape;264;p16"/>
          <p:cNvSpPr txBox="1"/>
          <p:nvPr/>
        </p:nvSpPr>
        <p:spPr>
          <a:xfrm>
            <a:off x="7230797" y="288793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5383208" y="4648568"/>
            <a:ext cx="39804" cy="9931"/>
          </a:xfrm>
          <a:custGeom>
            <a:rect b="b" l="l" r="r" t="t"/>
            <a:pathLst>
              <a:path extrusionOk="0" h="119" w="477">
                <a:moveTo>
                  <a:pt x="1" y="1"/>
                </a:moveTo>
                <a:lnTo>
                  <a:pt x="1" y="118"/>
                </a:lnTo>
                <a:lnTo>
                  <a:pt x="476" y="118"/>
                </a:lnTo>
                <a:lnTo>
                  <a:pt x="476" y="1"/>
                </a:lnTo>
                <a:close/>
              </a:path>
            </a:pathLst>
          </a:custGeom>
          <a:solidFill>
            <a:srgbClr val="FC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7"/>
          <p:cNvSpPr/>
          <p:nvPr/>
        </p:nvSpPr>
        <p:spPr>
          <a:xfrm>
            <a:off x="5383208" y="4574216"/>
            <a:ext cx="39804" cy="9931"/>
          </a:xfrm>
          <a:custGeom>
            <a:rect b="b" l="l" r="r" t="t"/>
            <a:pathLst>
              <a:path extrusionOk="0" h="119" w="477">
                <a:moveTo>
                  <a:pt x="1" y="0"/>
                </a:moveTo>
                <a:lnTo>
                  <a:pt x="1" y="118"/>
                </a:lnTo>
                <a:lnTo>
                  <a:pt x="476" y="118"/>
                </a:lnTo>
                <a:lnTo>
                  <a:pt x="476" y="0"/>
                </a:lnTo>
                <a:close/>
              </a:path>
            </a:pathLst>
          </a:custGeom>
          <a:solidFill>
            <a:srgbClr val="FC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7"/>
          <p:cNvSpPr/>
          <p:nvPr/>
        </p:nvSpPr>
        <p:spPr>
          <a:xfrm>
            <a:off x="5383208" y="4499864"/>
            <a:ext cx="39804" cy="9847"/>
          </a:xfrm>
          <a:custGeom>
            <a:rect b="b" l="l" r="r" t="t"/>
            <a:pathLst>
              <a:path extrusionOk="0" h="118" w="477">
                <a:moveTo>
                  <a:pt x="1" y="0"/>
                </a:moveTo>
                <a:lnTo>
                  <a:pt x="1" y="118"/>
                </a:lnTo>
                <a:lnTo>
                  <a:pt x="476" y="118"/>
                </a:lnTo>
                <a:lnTo>
                  <a:pt x="476" y="0"/>
                </a:lnTo>
                <a:close/>
              </a:path>
            </a:pathLst>
          </a:custGeom>
          <a:solidFill>
            <a:srgbClr val="FC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7"/>
          <p:cNvSpPr/>
          <p:nvPr/>
        </p:nvSpPr>
        <p:spPr>
          <a:xfrm>
            <a:off x="457194" y="1281846"/>
            <a:ext cx="505024" cy="407236"/>
          </a:xfrm>
          <a:custGeom>
            <a:rect b="b" l="l" r="r" t="t"/>
            <a:pathLst>
              <a:path extrusionOk="0" h="4880" w="6052">
                <a:moveTo>
                  <a:pt x="272" y="0"/>
                </a:moveTo>
                <a:cubicBezTo>
                  <a:pt x="122" y="0"/>
                  <a:pt x="0" y="122"/>
                  <a:pt x="0" y="271"/>
                </a:cubicBezTo>
                <a:lnTo>
                  <a:pt x="0" y="4880"/>
                </a:lnTo>
                <a:lnTo>
                  <a:pt x="4880" y="4880"/>
                </a:lnTo>
                <a:lnTo>
                  <a:pt x="4880" y="3245"/>
                </a:lnTo>
                <a:lnTo>
                  <a:pt x="5868" y="2674"/>
                </a:lnTo>
                <a:cubicBezTo>
                  <a:pt x="6052" y="2569"/>
                  <a:pt x="6052" y="2309"/>
                  <a:pt x="5870" y="2205"/>
                </a:cubicBezTo>
                <a:lnTo>
                  <a:pt x="4881" y="1634"/>
                </a:lnTo>
                <a:lnTo>
                  <a:pt x="4881" y="271"/>
                </a:lnTo>
                <a:cubicBezTo>
                  <a:pt x="4881" y="122"/>
                  <a:pt x="4760" y="0"/>
                  <a:pt x="46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457286" y="2521411"/>
            <a:ext cx="504857" cy="407236"/>
          </a:xfrm>
          <a:custGeom>
            <a:rect b="b" l="l" r="r" t="t"/>
            <a:pathLst>
              <a:path extrusionOk="0" h="4880" w="6050">
                <a:moveTo>
                  <a:pt x="1" y="1"/>
                </a:moveTo>
                <a:lnTo>
                  <a:pt x="1" y="4879"/>
                </a:lnTo>
                <a:lnTo>
                  <a:pt x="4879" y="4879"/>
                </a:lnTo>
                <a:lnTo>
                  <a:pt x="4879" y="3245"/>
                </a:lnTo>
                <a:lnTo>
                  <a:pt x="5868" y="2674"/>
                </a:lnTo>
                <a:cubicBezTo>
                  <a:pt x="6050" y="2570"/>
                  <a:pt x="6050" y="2309"/>
                  <a:pt x="5868" y="2206"/>
                </a:cubicBezTo>
                <a:lnTo>
                  <a:pt x="4879" y="1635"/>
                </a:lnTo>
                <a:lnTo>
                  <a:pt x="487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7"/>
          <p:cNvSpPr/>
          <p:nvPr/>
        </p:nvSpPr>
        <p:spPr>
          <a:xfrm>
            <a:off x="457286" y="3905301"/>
            <a:ext cx="504857" cy="407236"/>
          </a:xfrm>
          <a:custGeom>
            <a:rect b="b" l="l" r="r" t="t"/>
            <a:pathLst>
              <a:path extrusionOk="0" h="4880" w="6050">
                <a:moveTo>
                  <a:pt x="1" y="0"/>
                </a:moveTo>
                <a:lnTo>
                  <a:pt x="1" y="4880"/>
                </a:lnTo>
                <a:lnTo>
                  <a:pt x="4879" y="4880"/>
                </a:lnTo>
                <a:lnTo>
                  <a:pt x="4879" y="3246"/>
                </a:lnTo>
                <a:lnTo>
                  <a:pt x="5868" y="2675"/>
                </a:lnTo>
                <a:cubicBezTo>
                  <a:pt x="6050" y="2571"/>
                  <a:pt x="6050" y="2311"/>
                  <a:pt x="5868" y="2205"/>
                </a:cubicBezTo>
                <a:lnTo>
                  <a:pt x="4879" y="1635"/>
                </a:lnTo>
                <a:lnTo>
                  <a:pt x="487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7"/>
          <p:cNvSpPr/>
          <p:nvPr/>
        </p:nvSpPr>
        <p:spPr>
          <a:xfrm flipH="1">
            <a:off x="8172601" y="1936103"/>
            <a:ext cx="504857" cy="407319"/>
          </a:xfrm>
          <a:custGeom>
            <a:rect b="b" l="l" r="r" t="t"/>
            <a:pathLst>
              <a:path extrusionOk="0" h="4881" w="6050">
                <a:moveTo>
                  <a:pt x="1" y="1"/>
                </a:moveTo>
                <a:lnTo>
                  <a:pt x="1" y="4609"/>
                </a:lnTo>
                <a:cubicBezTo>
                  <a:pt x="1" y="4759"/>
                  <a:pt x="121" y="4881"/>
                  <a:pt x="272" y="4881"/>
                </a:cubicBezTo>
                <a:lnTo>
                  <a:pt x="4610" y="4881"/>
                </a:lnTo>
                <a:cubicBezTo>
                  <a:pt x="4759" y="4881"/>
                  <a:pt x="4881" y="4759"/>
                  <a:pt x="4881" y="4609"/>
                </a:cubicBezTo>
                <a:lnTo>
                  <a:pt x="4881" y="3245"/>
                </a:lnTo>
                <a:lnTo>
                  <a:pt x="5870" y="2676"/>
                </a:lnTo>
                <a:cubicBezTo>
                  <a:pt x="6050" y="2570"/>
                  <a:pt x="6050" y="2310"/>
                  <a:pt x="5868" y="2206"/>
                </a:cubicBezTo>
                <a:lnTo>
                  <a:pt x="4879" y="1636"/>
                </a:lnTo>
                <a:lnTo>
                  <a:pt x="487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"/>
          <p:cNvSpPr txBox="1"/>
          <p:nvPr/>
        </p:nvSpPr>
        <p:spPr>
          <a:xfrm>
            <a:off x="1027267" y="263321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8" name="Google Shape;278;p17"/>
          <p:cNvSpPr txBox="1"/>
          <p:nvPr/>
        </p:nvSpPr>
        <p:spPr>
          <a:xfrm>
            <a:off x="1027267" y="394397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9" name="Google Shape;279;p17"/>
          <p:cNvSpPr txBox="1"/>
          <p:nvPr/>
        </p:nvSpPr>
        <p:spPr>
          <a:xfrm>
            <a:off x="1027267" y="133875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0" name="Google Shape;280;p17"/>
          <p:cNvSpPr txBox="1"/>
          <p:nvPr/>
        </p:nvSpPr>
        <p:spPr>
          <a:xfrm>
            <a:off x="1065367" y="102724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 sz="1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1" name="Google Shape;281;p17"/>
          <p:cNvSpPr txBox="1"/>
          <p:nvPr/>
        </p:nvSpPr>
        <p:spPr>
          <a:xfrm>
            <a:off x="1027267" y="363246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" name="Google Shape;282;p17"/>
          <p:cNvSpPr txBox="1"/>
          <p:nvPr/>
        </p:nvSpPr>
        <p:spPr>
          <a:xfrm>
            <a:off x="1027267" y="2325093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3" name="Google Shape;283;p17"/>
          <p:cNvSpPr txBox="1"/>
          <p:nvPr/>
        </p:nvSpPr>
        <p:spPr>
          <a:xfrm>
            <a:off x="6196120" y="1983677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4" name="Google Shape;284;p17"/>
          <p:cNvSpPr txBox="1"/>
          <p:nvPr/>
        </p:nvSpPr>
        <p:spPr>
          <a:xfrm>
            <a:off x="6813820" y="166242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6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" name="Google Shape;285;p17"/>
          <p:cNvSpPr txBox="1"/>
          <p:nvPr/>
        </p:nvSpPr>
        <p:spPr>
          <a:xfrm>
            <a:off x="6813820" y="3257444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 sz="160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" name="Google Shape;286;p17"/>
          <p:cNvSpPr txBox="1"/>
          <p:nvPr/>
        </p:nvSpPr>
        <p:spPr>
          <a:xfrm>
            <a:off x="6135220" y="3551830"/>
            <a:ext cx="1987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 and the biggest planet in the Solar System</a:t>
            </a:r>
            <a:endParaRPr sz="1200">
              <a:solidFill>
                <a:srgbClr val="434343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7" name="Google Shape;287;p17"/>
          <p:cNvSpPr/>
          <p:nvPr/>
        </p:nvSpPr>
        <p:spPr>
          <a:xfrm flipH="1">
            <a:off x="8172601" y="3541590"/>
            <a:ext cx="504857" cy="407319"/>
          </a:xfrm>
          <a:custGeom>
            <a:rect b="b" l="l" r="r" t="t"/>
            <a:pathLst>
              <a:path extrusionOk="0" h="4881" w="6050">
                <a:moveTo>
                  <a:pt x="1" y="1"/>
                </a:moveTo>
                <a:lnTo>
                  <a:pt x="1" y="4609"/>
                </a:lnTo>
                <a:cubicBezTo>
                  <a:pt x="1" y="4759"/>
                  <a:pt x="121" y="4881"/>
                  <a:pt x="272" y="4881"/>
                </a:cubicBezTo>
                <a:lnTo>
                  <a:pt x="4610" y="4881"/>
                </a:lnTo>
                <a:cubicBezTo>
                  <a:pt x="4759" y="4881"/>
                  <a:pt x="4881" y="4759"/>
                  <a:pt x="4881" y="4609"/>
                </a:cubicBezTo>
                <a:lnTo>
                  <a:pt x="4881" y="3245"/>
                </a:lnTo>
                <a:lnTo>
                  <a:pt x="5870" y="2676"/>
                </a:lnTo>
                <a:cubicBezTo>
                  <a:pt x="6050" y="2570"/>
                  <a:pt x="6050" y="2310"/>
                  <a:pt x="5868" y="2206"/>
                </a:cubicBezTo>
                <a:lnTo>
                  <a:pt x="4879" y="1636"/>
                </a:lnTo>
                <a:lnTo>
                  <a:pt x="48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8" name="Google Shape;288;p17"/>
          <p:cNvGrpSpPr/>
          <p:nvPr/>
        </p:nvGrpSpPr>
        <p:grpSpPr>
          <a:xfrm>
            <a:off x="3313214" y="1495761"/>
            <a:ext cx="2822371" cy="2594209"/>
            <a:chOff x="3313214" y="1495761"/>
            <a:chExt cx="2822371" cy="2594209"/>
          </a:xfrm>
        </p:grpSpPr>
        <p:sp>
          <p:nvSpPr>
            <p:cNvPr id="289" name="Google Shape;289;p17"/>
            <p:cNvSpPr/>
            <p:nvPr/>
          </p:nvSpPr>
          <p:spPr>
            <a:xfrm>
              <a:off x="3313214" y="1943490"/>
              <a:ext cx="920009" cy="506792"/>
            </a:xfrm>
            <a:custGeom>
              <a:rect b="b" l="l" r="r" t="t"/>
              <a:pathLst>
                <a:path extrusionOk="0" h="6073" w="11025">
                  <a:moveTo>
                    <a:pt x="6559" y="1"/>
                  </a:moveTo>
                  <a:cubicBezTo>
                    <a:pt x="5656" y="1"/>
                    <a:pt x="4891" y="582"/>
                    <a:pt x="4615" y="1392"/>
                  </a:cubicBezTo>
                  <a:cubicBezTo>
                    <a:pt x="4338" y="1231"/>
                    <a:pt x="4017" y="1136"/>
                    <a:pt x="3674" y="1136"/>
                  </a:cubicBezTo>
                  <a:cubicBezTo>
                    <a:pt x="2672" y="1136"/>
                    <a:pt x="1856" y="1929"/>
                    <a:pt x="1815" y="2922"/>
                  </a:cubicBezTo>
                  <a:cubicBezTo>
                    <a:pt x="1740" y="2912"/>
                    <a:pt x="1663" y="2903"/>
                    <a:pt x="1585" y="2903"/>
                  </a:cubicBezTo>
                  <a:cubicBezTo>
                    <a:pt x="710" y="2903"/>
                    <a:pt x="0" y="3614"/>
                    <a:pt x="0" y="4488"/>
                  </a:cubicBezTo>
                  <a:cubicBezTo>
                    <a:pt x="0" y="5363"/>
                    <a:pt x="710" y="6072"/>
                    <a:pt x="1585" y="6072"/>
                  </a:cubicBezTo>
                  <a:cubicBezTo>
                    <a:pt x="1595" y="6072"/>
                    <a:pt x="1605" y="6071"/>
                    <a:pt x="1617" y="6071"/>
                  </a:cubicBezTo>
                  <a:lnTo>
                    <a:pt x="1617" y="6072"/>
                  </a:lnTo>
                  <a:lnTo>
                    <a:pt x="8946" y="6072"/>
                  </a:lnTo>
                  <a:lnTo>
                    <a:pt x="8946" y="6070"/>
                  </a:lnTo>
                  <a:cubicBezTo>
                    <a:pt x="10099" y="6041"/>
                    <a:pt x="11025" y="5098"/>
                    <a:pt x="11025" y="3938"/>
                  </a:cubicBezTo>
                  <a:cubicBezTo>
                    <a:pt x="11025" y="2759"/>
                    <a:pt x="10069" y="1804"/>
                    <a:pt x="8891" y="1804"/>
                  </a:cubicBezTo>
                  <a:cubicBezTo>
                    <a:pt x="8792" y="1804"/>
                    <a:pt x="8695" y="1813"/>
                    <a:pt x="8600" y="1825"/>
                  </a:cubicBezTo>
                  <a:cubicBezTo>
                    <a:pt x="8486" y="798"/>
                    <a:pt x="7617" y="1"/>
                    <a:pt x="6559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7"/>
            <p:cNvSpPr/>
            <p:nvPr/>
          </p:nvSpPr>
          <p:spPr>
            <a:xfrm>
              <a:off x="3357024" y="2085267"/>
              <a:ext cx="2371828" cy="762733"/>
            </a:xfrm>
            <a:custGeom>
              <a:rect b="b" l="l" r="r" t="t"/>
              <a:pathLst>
                <a:path extrusionOk="0" h="9140" w="28423">
                  <a:moveTo>
                    <a:pt x="15162" y="0"/>
                  </a:moveTo>
                  <a:lnTo>
                    <a:pt x="10669" y="4493"/>
                  </a:lnTo>
                  <a:lnTo>
                    <a:pt x="7154" y="1230"/>
                  </a:lnTo>
                  <a:lnTo>
                    <a:pt x="0" y="9098"/>
                  </a:lnTo>
                  <a:lnTo>
                    <a:pt x="6047" y="9115"/>
                  </a:lnTo>
                  <a:lnTo>
                    <a:pt x="6022" y="9139"/>
                  </a:lnTo>
                  <a:lnTo>
                    <a:pt x="25438" y="9139"/>
                  </a:lnTo>
                  <a:lnTo>
                    <a:pt x="25429" y="9132"/>
                  </a:lnTo>
                  <a:lnTo>
                    <a:pt x="28422" y="9139"/>
                  </a:lnTo>
                  <a:lnTo>
                    <a:pt x="21252" y="2063"/>
                  </a:lnTo>
                  <a:lnTo>
                    <a:pt x="19292" y="3671"/>
                  </a:lnTo>
                  <a:lnTo>
                    <a:pt x="151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7"/>
            <p:cNvSpPr/>
            <p:nvPr/>
          </p:nvSpPr>
          <p:spPr>
            <a:xfrm>
              <a:off x="3357024" y="2187907"/>
              <a:ext cx="757787" cy="675778"/>
            </a:xfrm>
            <a:custGeom>
              <a:rect b="b" l="l" r="r" t="t"/>
              <a:pathLst>
                <a:path extrusionOk="0" h="8098" w="9081">
                  <a:moveTo>
                    <a:pt x="7150" y="0"/>
                  </a:moveTo>
                  <a:lnTo>
                    <a:pt x="0" y="7868"/>
                  </a:lnTo>
                  <a:lnTo>
                    <a:pt x="3198" y="6736"/>
                  </a:lnTo>
                  <a:lnTo>
                    <a:pt x="2474" y="7970"/>
                  </a:lnTo>
                  <a:lnTo>
                    <a:pt x="9081" y="8098"/>
                  </a:lnTo>
                  <a:lnTo>
                    <a:pt x="7825" y="6115"/>
                  </a:lnTo>
                  <a:lnTo>
                    <a:pt x="6646" y="4445"/>
                  </a:lnTo>
                  <a:lnTo>
                    <a:pt x="7915" y="2676"/>
                  </a:lnTo>
                  <a:lnTo>
                    <a:pt x="71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7"/>
            <p:cNvSpPr/>
            <p:nvPr/>
          </p:nvSpPr>
          <p:spPr>
            <a:xfrm>
              <a:off x="3438970" y="2546814"/>
              <a:ext cx="350563" cy="240670"/>
            </a:xfrm>
            <a:custGeom>
              <a:rect b="b" l="l" r="r" t="t"/>
              <a:pathLst>
                <a:path extrusionOk="0" h="2884" w="4201">
                  <a:moveTo>
                    <a:pt x="0" y="1"/>
                  </a:moveTo>
                  <a:lnTo>
                    <a:pt x="0" y="2884"/>
                  </a:lnTo>
                  <a:lnTo>
                    <a:pt x="4200" y="2884"/>
                  </a:lnTo>
                  <a:lnTo>
                    <a:pt x="42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7"/>
            <p:cNvSpPr/>
            <p:nvPr/>
          </p:nvSpPr>
          <p:spPr>
            <a:xfrm>
              <a:off x="3819242" y="2546814"/>
              <a:ext cx="350563" cy="240670"/>
            </a:xfrm>
            <a:custGeom>
              <a:rect b="b" l="l" r="r" t="t"/>
              <a:pathLst>
                <a:path extrusionOk="0" h="2884" w="4201">
                  <a:moveTo>
                    <a:pt x="1" y="1"/>
                  </a:moveTo>
                  <a:lnTo>
                    <a:pt x="1" y="2884"/>
                  </a:lnTo>
                  <a:lnTo>
                    <a:pt x="4201" y="2884"/>
                  </a:lnTo>
                  <a:lnTo>
                    <a:pt x="42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7"/>
            <p:cNvSpPr/>
            <p:nvPr/>
          </p:nvSpPr>
          <p:spPr>
            <a:xfrm>
              <a:off x="4233561" y="2085267"/>
              <a:ext cx="418155" cy="717837"/>
            </a:xfrm>
            <a:custGeom>
              <a:rect b="b" l="l" r="r" t="t"/>
              <a:pathLst>
                <a:path extrusionOk="0" h="8602" w="5011">
                  <a:moveTo>
                    <a:pt x="4658" y="0"/>
                  </a:moveTo>
                  <a:lnTo>
                    <a:pt x="2833" y="1825"/>
                  </a:lnTo>
                  <a:lnTo>
                    <a:pt x="165" y="4493"/>
                  </a:lnTo>
                  <a:lnTo>
                    <a:pt x="1095" y="5501"/>
                  </a:lnTo>
                  <a:lnTo>
                    <a:pt x="0" y="6981"/>
                  </a:lnTo>
                  <a:lnTo>
                    <a:pt x="2389" y="8601"/>
                  </a:lnTo>
                  <a:lnTo>
                    <a:pt x="2577" y="6620"/>
                  </a:lnTo>
                  <a:lnTo>
                    <a:pt x="5011" y="4971"/>
                  </a:lnTo>
                  <a:lnTo>
                    <a:pt x="3243" y="3701"/>
                  </a:lnTo>
                  <a:lnTo>
                    <a:pt x="4658" y="0"/>
                  </a:lnTo>
                  <a:close/>
                </a:path>
              </a:pathLst>
            </a:custGeom>
            <a:solidFill>
              <a:srgbClr val="006D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7"/>
            <p:cNvSpPr/>
            <p:nvPr/>
          </p:nvSpPr>
          <p:spPr>
            <a:xfrm>
              <a:off x="4740173" y="2257252"/>
              <a:ext cx="551421" cy="675778"/>
            </a:xfrm>
            <a:custGeom>
              <a:rect b="b" l="l" r="r" t="t"/>
              <a:pathLst>
                <a:path extrusionOk="0" h="8098" w="6608">
                  <a:moveTo>
                    <a:pt x="4678" y="1"/>
                  </a:moveTo>
                  <a:lnTo>
                    <a:pt x="2717" y="1610"/>
                  </a:lnTo>
                  <a:lnTo>
                    <a:pt x="1889" y="2442"/>
                  </a:lnTo>
                  <a:lnTo>
                    <a:pt x="377" y="4049"/>
                  </a:lnTo>
                  <a:lnTo>
                    <a:pt x="2468" y="5383"/>
                  </a:lnTo>
                  <a:lnTo>
                    <a:pt x="1" y="7968"/>
                  </a:lnTo>
                  <a:lnTo>
                    <a:pt x="6607" y="8097"/>
                  </a:lnTo>
                  <a:lnTo>
                    <a:pt x="4678" y="5935"/>
                  </a:lnTo>
                  <a:lnTo>
                    <a:pt x="4678" y="4105"/>
                  </a:lnTo>
                  <a:lnTo>
                    <a:pt x="3689" y="3092"/>
                  </a:lnTo>
                  <a:lnTo>
                    <a:pt x="46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7"/>
            <p:cNvSpPr/>
            <p:nvPr/>
          </p:nvSpPr>
          <p:spPr>
            <a:xfrm>
              <a:off x="5504472" y="2203929"/>
              <a:ext cx="78608" cy="656918"/>
            </a:xfrm>
            <a:custGeom>
              <a:rect b="b" l="l" r="r" t="t"/>
              <a:pathLst>
                <a:path extrusionOk="0" h="7872" w="942">
                  <a:moveTo>
                    <a:pt x="302" y="0"/>
                  </a:moveTo>
                  <a:lnTo>
                    <a:pt x="0" y="7872"/>
                  </a:lnTo>
                  <a:lnTo>
                    <a:pt x="942" y="7872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7"/>
            <p:cNvSpPr/>
            <p:nvPr/>
          </p:nvSpPr>
          <p:spPr>
            <a:xfrm>
              <a:off x="5543693" y="2203929"/>
              <a:ext cx="39387" cy="656918"/>
            </a:xfrm>
            <a:custGeom>
              <a:rect b="b" l="l" r="r" t="t"/>
              <a:pathLst>
                <a:path extrusionOk="0" h="7872" w="472">
                  <a:moveTo>
                    <a:pt x="195" y="0"/>
                  </a:moveTo>
                  <a:lnTo>
                    <a:pt x="1" y="53"/>
                  </a:lnTo>
                  <a:lnTo>
                    <a:pt x="1" y="7872"/>
                  </a:lnTo>
                  <a:lnTo>
                    <a:pt x="472" y="7872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7"/>
            <p:cNvSpPr/>
            <p:nvPr/>
          </p:nvSpPr>
          <p:spPr>
            <a:xfrm>
              <a:off x="5515988" y="1892420"/>
              <a:ext cx="27788" cy="271129"/>
            </a:xfrm>
            <a:custGeom>
              <a:rect b="b" l="l" r="r" t="t"/>
              <a:pathLst>
                <a:path extrusionOk="0" h="3249" w="333">
                  <a:moveTo>
                    <a:pt x="333" y="1"/>
                  </a:moveTo>
                  <a:lnTo>
                    <a:pt x="125" y="122"/>
                  </a:lnTo>
                  <a:lnTo>
                    <a:pt x="0" y="2830"/>
                  </a:lnTo>
                  <a:lnTo>
                    <a:pt x="333" y="3248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7"/>
            <p:cNvSpPr/>
            <p:nvPr/>
          </p:nvSpPr>
          <p:spPr>
            <a:xfrm>
              <a:off x="5543693" y="1892420"/>
              <a:ext cx="27788" cy="271129"/>
            </a:xfrm>
            <a:custGeom>
              <a:rect b="b" l="l" r="r" t="t"/>
              <a:pathLst>
                <a:path extrusionOk="0" h="3249" w="333">
                  <a:moveTo>
                    <a:pt x="1" y="1"/>
                  </a:moveTo>
                  <a:lnTo>
                    <a:pt x="1" y="3248"/>
                  </a:lnTo>
                  <a:lnTo>
                    <a:pt x="332" y="2830"/>
                  </a:lnTo>
                  <a:lnTo>
                    <a:pt x="207" y="1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7"/>
            <p:cNvSpPr/>
            <p:nvPr/>
          </p:nvSpPr>
          <p:spPr>
            <a:xfrm>
              <a:off x="5278996" y="2189910"/>
              <a:ext cx="245336" cy="126510"/>
            </a:xfrm>
            <a:custGeom>
              <a:rect b="b" l="l" r="r" t="t"/>
              <a:pathLst>
                <a:path extrusionOk="0" h="1516" w="2940">
                  <a:moveTo>
                    <a:pt x="2940" y="1"/>
                  </a:moveTo>
                  <a:lnTo>
                    <a:pt x="1" y="1381"/>
                  </a:lnTo>
                  <a:lnTo>
                    <a:pt x="196" y="1516"/>
                  </a:lnTo>
                  <a:lnTo>
                    <a:pt x="2702" y="478"/>
                  </a:lnTo>
                  <a:lnTo>
                    <a:pt x="294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7"/>
            <p:cNvSpPr/>
            <p:nvPr/>
          </p:nvSpPr>
          <p:spPr>
            <a:xfrm>
              <a:off x="5278996" y="2179646"/>
              <a:ext cx="245336" cy="125509"/>
            </a:xfrm>
            <a:custGeom>
              <a:rect b="b" l="l" r="r" t="t"/>
              <a:pathLst>
                <a:path extrusionOk="0" h="1504" w="2940">
                  <a:moveTo>
                    <a:pt x="2421" y="1"/>
                  </a:moveTo>
                  <a:lnTo>
                    <a:pt x="21" y="1264"/>
                  </a:lnTo>
                  <a:lnTo>
                    <a:pt x="1" y="1504"/>
                  </a:lnTo>
                  <a:lnTo>
                    <a:pt x="2940" y="124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7"/>
            <p:cNvSpPr/>
            <p:nvPr/>
          </p:nvSpPr>
          <p:spPr>
            <a:xfrm>
              <a:off x="5563470" y="2179646"/>
              <a:ext cx="254849" cy="106315"/>
            </a:xfrm>
            <a:custGeom>
              <a:rect b="b" l="l" r="r" t="t"/>
              <a:pathLst>
                <a:path extrusionOk="0" h="1274" w="3054">
                  <a:moveTo>
                    <a:pt x="507" y="1"/>
                  </a:moveTo>
                  <a:lnTo>
                    <a:pt x="0" y="171"/>
                  </a:lnTo>
                  <a:lnTo>
                    <a:pt x="3053" y="1274"/>
                  </a:lnTo>
                  <a:lnTo>
                    <a:pt x="3012" y="1038"/>
                  </a:lnTo>
                  <a:lnTo>
                    <a:pt x="507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7"/>
            <p:cNvSpPr/>
            <p:nvPr/>
          </p:nvSpPr>
          <p:spPr>
            <a:xfrm>
              <a:off x="5563470" y="2193832"/>
              <a:ext cx="254849" cy="105064"/>
            </a:xfrm>
            <a:custGeom>
              <a:rect b="b" l="l" r="r" t="t"/>
              <a:pathLst>
                <a:path extrusionOk="0" h="1259" w="3054">
                  <a:moveTo>
                    <a:pt x="0" y="1"/>
                  </a:moveTo>
                  <a:lnTo>
                    <a:pt x="282" y="455"/>
                  </a:lnTo>
                  <a:lnTo>
                    <a:pt x="2871" y="1258"/>
                  </a:lnTo>
                  <a:lnTo>
                    <a:pt x="3053" y="11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7"/>
            <p:cNvSpPr/>
            <p:nvPr/>
          </p:nvSpPr>
          <p:spPr>
            <a:xfrm>
              <a:off x="5515487" y="2158116"/>
              <a:ext cx="56577" cy="56746"/>
            </a:xfrm>
            <a:custGeom>
              <a:rect b="b" l="l" r="r" t="t"/>
              <a:pathLst>
                <a:path extrusionOk="0" h="680" w="678">
                  <a:moveTo>
                    <a:pt x="339" y="1"/>
                  </a:moveTo>
                  <a:cubicBezTo>
                    <a:pt x="152" y="1"/>
                    <a:pt x="0" y="153"/>
                    <a:pt x="0" y="341"/>
                  </a:cubicBezTo>
                  <a:cubicBezTo>
                    <a:pt x="0" y="528"/>
                    <a:pt x="152" y="679"/>
                    <a:pt x="339" y="679"/>
                  </a:cubicBezTo>
                  <a:cubicBezTo>
                    <a:pt x="526" y="679"/>
                    <a:pt x="678" y="528"/>
                    <a:pt x="678" y="341"/>
                  </a:cubicBezTo>
                  <a:cubicBezTo>
                    <a:pt x="678" y="153"/>
                    <a:pt x="526" y="1"/>
                    <a:pt x="339" y="1"/>
                  </a:cubicBezTo>
                  <a:close/>
                </a:path>
              </a:pathLst>
            </a:custGeom>
            <a:solidFill>
              <a:srgbClr val="FFFA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7"/>
            <p:cNvSpPr/>
            <p:nvPr/>
          </p:nvSpPr>
          <p:spPr>
            <a:xfrm>
              <a:off x="5527587" y="2170467"/>
              <a:ext cx="32127" cy="32045"/>
            </a:xfrm>
            <a:custGeom>
              <a:rect b="b" l="l" r="r" t="t"/>
              <a:pathLst>
                <a:path extrusionOk="0" h="384" w="385">
                  <a:moveTo>
                    <a:pt x="193" y="0"/>
                  </a:moveTo>
                  <a:cubicBezTo>
                    <a:pt x="86" y="0"/>
                    <a:pt x="0" y="86"/>
                    <a:pt x="0" y="193"/>
                  </a:cubicBezTo>
                  <a:cubicBezTo>
                    <a:pt x="0" y="299"/>
                    <a:pt x="86" y="384"/>
                    <a:pt x="193" y="384"/>
                  </a:cubicBezTo>
                  <a:cubicBezTo>
                    <a:pt x="298" y="384"/>
                    <a:pt x="384" y="299"/>
                    <a:pt x="384" y="193"/>
                  </a:cubicBezTo>
                  <a:cubicBezTo>
                    <a:pt x="384" y="86"/>
                    <a:pt x="298" y="0"/>
                    <a:pt x="1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7"/>
            <p:cNvSpPr/>
            <p:nvPr/>
          </p:nvSpPr>
          <p:spPr>
            <a:xfrm>
              <a:off x="5188038" y="2216863"/>
              <a:ext cx="54491" cy="80362"/>
            </a:xfrm>
            <a:custGeom>
              <a:rect b="b" l="l" r="r" t="t"/>
              <a:pathLst>
                <a:path extrusionOk="0" h="963" w="653">
                  <a:moveTo>
                    <a:pt x="38" y="1"/>
                  </a:moveTo>
                  <a:lnTo>
                    <a:pt x="0" y="780"/>
                  </a:lnTo>
                  <a:lnTo>
                    <a:pt x="652" y="963"/>
                  </a:lnTo>
                  <a:lnTo>
                    <a:pt x="617" y="242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2656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7"/>
            <p:cNvSpPr/>
            <p:nvPr/>
          </p:nvSpPr>
          <p:spPr>
            <a:xfrm>
              <a:off x="4945371" y="2372743"/>
              <a:ext cx="162472" cy="102059"/>
            </a:xfrm>
            <a:custGeom>
              <a:rect b="b" l="l" r="r" t="t"/>
              <a:pathLst>
                <a:path extrusionOk="0" h="1223" w="1947">
                  <a:moveTo>
                    <a:pt x="30" y="0"/>
                  </a:moveTo>
                  <a:lnTo>
                    <a:pt x="0" y="628"/>
                  </a:lnTo>
                  <a:lnTo>
                    <a:pt x="120" y="665"/>
                  </a:lnTo>
                  <a:lnTo>
                    <a:pt x="714" y="1223"/>
                  </a:lnTo>
                  <a:lnTo>
                    <a:pt x="823" y="1177"/>
                  </a:lnTo>
                  <a:lnTo>
                    <a:pt x="1228" y="1009"/>
                  </a:lnTo>
                  <a:lnTo>
                    <a:pt x="1346" y="1045"/>
                  </a:lnTo>
                  <a:lnTo>
                    <a:pt x="1946" y="796"/>
                  </a:lnTo>
                  <a:lnTo>
                    <a:pt x="1160" y="469"/>
                  </a:lnTo>
                  <a:lnTo>
                    <a:pt x="1053" y="425"/>
                  </a:lnTo>
                  <a:lnTo>
                    <a:pt x="803" y="559"/>
                  </a:lnTo>
                  <a:lnTo>
                    <a:pt x="793" y="317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2656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7"/>
            <p:cNvSpPr/>
            <p:nvPr/>
          </p:nvSpPr>
          <p:spPr>
            <a:xfrm>
              <a:off x="5175604" y="2378084"/>
              <a:ext cx="78691" cy="468989"/>
            </a:xfrm>
            <a:custGeom>
              <a:rect b="b" l="l" r="r" t="t"/>
              <a:pathLst>
                <a:path extrusionOk="0" h="5620" w="943">
                  <a:moveTo>
                    <a:pt x="303" y="1"/>
                  </a:moveTo>
                  <a:lnTo>
                    <a:pt x="1" y="5619"/>
                  </a:lnTo>
                  <a:lnTo>
                    <a:pt x="942" y="5619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7"/>
            <p:cNvSpPr/>
            <p:nvPr/>
          </p:nvSpPr>
          <p:spPr>
            <a:xfrm>
              <a:off x="5214908" y="2378084"/>
              <a:ext cx="39387" cy="468989"/>
            </a:xfrm>
            <a:custGeom>
              <a:rect b="b" l="l" r="r" t="t"/>
              <a:pathLst>
                <a:path extrusionOk="0" h="5620" w="472">
                  <a:moveTo>
                    <a:pt x="195" y="1"/>
                  </a:moveTo>
                  <a:lnTo>
                    <a:pt x="1" y="53"/>
                  </a:lnTo>
                  <a:lnTo>
                    <a:pt x="1" y="5619"/>
                  </a:lnTo>
                  <a:lnTo>
                    <a:pt x="471" y="5619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7"/>
            <p:cNvSpPr/>
            <p:nvPr/>
          </p:nvSpPr>
          <p:spPr>
            <a:xfrm>
              <a:off x="5187203" y="2066742"/>
              <a:ext cx="27788" cy="270962"/>
            </a:xfrm>
            <a:custGeom>
              <a:rect b="b" l="l" r="r" t="t"/>
              <a:pathLst>
                <a:path extrusionOk="0" h="3247" w="333">
                  <a:moveTo>
                    <a:pt x="333" y="0"/>
                  </a:moveTo>
                  <a:lnTo>
                    <a:pt x="125" y="120"/>
                  </a:lnTo>
                  <a:lnTo>
                    <a:pt x="0" y="2828"/>
                  </a:lnTo>
                  <a:lnTo>
                    <a:pt x="333" y="3247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7"/>
            <p:cNvSpPr/>
            <p:nvPr/>
          </p:nvSpPr>
          <p:spPr>
            <a:xfrm>
              <a:off x="5214908" y="2066742"/>
              <a:ext cx="27705" cy="270962"/>
            </a:xfrm>
            <a:custGeom>
              <a:rect b="b" l="l" r="r" t="t"/>
              <a:pathLst>
                <a:path extrusionOk="0" h="3247" w="332">
                  <a:moveTo>
                    <a:pt x="1" y="0"/>
                  </a:moveTo>
                  <a:lnTo>
                    <a:pt x="1" y="3247"/>
                  </a:lnTo>
                  <a:lnTo>
                    <a:pt x="331" y="2828"/>
                  </a:lnTo>
                  <a:lnTo>
                    <a:pt x="206" y="1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7"/>
            <p:cNvSpPr/>
            <p:nvPr/>
          </p:nvSpPr>
          <p:spPr>
            <a:xfrm>
              <a:off x="4950211" y="2364065"/>
              <a:ext cx="245336" cy="126594"/>
            </a:xfrm>
            <a:custGeom>
              <a:rect b="b" l="l" r="r" t="t"/>
              <a:pathLst>
                <a:path extrusionOk="0" h="1517" w="2940">
                  <a:moveTo>
                    <a:pt x="2939" y="1"/>
                  </a:moveTo>
                  <a:lnTo>
                    <a:pt x="1" y="1381"/>
                  </a:lnTo>
                  <a:lnTo>
                    <a:pt x="196" y="1516"/>
                  </a:lnTo>
                  <a:lnTo>
                    <a:pt x="2702" y="479"/>
                  </a:lnTo>
                  <a:lnTo>
                    <a:pt x="2939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7"/>
            <p:cNvSpPr/>
            <p:nvPr/>
          </p:nvSpPr>
          <p:spPr>
            <a:xfrm>
              <a:off x="4950211" y="2353884"/>
              <a:ext cx="245336" cy="125509"/>
            </a:xfrm>
            <a:custGeom>
              <a:rect b="b" l="l" r="r" t="t"/>
              <a:pathLst>
                <a:path extrusionOk="0" h="1504" w="2940">
                  <a:moveTo>
                    <a:pt x="2418" y="0"/>
                  </a:moveTo>
                  <a:lnTo>
                    <a:pt x="21" y="1265"/>
                  </a:lnTo>
                  <a:lnTo>
                    <a:pt x="1" y="1503"/>
                  </a:lnTo>
                  <a:lnTo>
                    <a:pt x="2939" y="123"/>
                  </a:lnTo>
                  <a:lnTo>
                    <a:pt x="241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7"/>
            <p:cNvSpPr/>
            <p:nvPr/>
          </p:nvSpPr>
          <p:spPr>
            <a:xfrm>
              <a:off x="5234602" y="2353884"/>
              <a:ext cx="254932" cy="106232"/>
            </a:xfrm>
            <a:custGeom>
              <a:rect b="b" l="l" r="r" t="t"/>
              <a:pathLst>
                <a:path extrusionOk="0" h="1273" w="3055">
                  <a:moveTo>
                    <a:pt x="507" y="0"/>
                  </a:moveTo>
                  <a:lnTo>
                    <a:pt x="1" y="170"/>
                  </a:lnTo>
                  <a:lnTo>
                    <a:pt x="3054" y="1273"/>
                  </a:lnTo>
                  <a:lnTo>
                    <a:pt x="3054" y="1273"/>
                  </a:lnTo>
                  <a:lnTo>
                    <a:pt x="3011" y="1038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7"/>
            <p:cNvSpPr/>
            <p:nvPr/>
          </p:nvSpPr>
          <p:spPr>
            <a:xfrm>
              <a:off x="5234602" y="2367987"/>
              <a:ext cx="254932" cy="105064"/>
            </a:xfrm>
            <a:custGeom>
              <a:rect b="b" l="l" r="r" t="t"/>
              <a:pathLst>
                <a:path extrusionOk="0" h="1259" w="3055">
                  <a:moveTo>
                    <a:pt x="1" y="1"/>
                  </a:moveTo>
                  <a:lnTo>
                    <a:pt x="282" y="455"/>
                  </a:lnTo>
                  <a:lnTo>
                    <a:pt x="2872" y="1258"/>
                  </a:lnTo>
                  <a:lnTo>
                    <a:pt x="3054" y="11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7"/>
            <p:cNvSpPr/>
            <p:nvPr/>
          </p:nvSpPr>
          <p:spPr>
            <a:xfrm>
              <a:off x="5186452" y="2332438"/>
              <a:ext cx="56744" cy="56579"/>
            </a:xfrm>
            <a:custGeom>
              <a:rect b="b" l="l" r="r" t="t"/>
              <a:pathLst>
                <a:path extrusionOk="0" h="678" w="680">
                  <a:moveTo>
                    <a:pt x="340" y="0"/>
                  </a:moveTo>
                  <a:cubicBezTo>
                    <a:pt x="153" y="0"/>
                    <a:pt x="1" y="152"/>
                    <a:pt x="1" y="339"/>
                  </a:cubicBezTo>
                  <a:cubicBezTo>
                    <a:pt x="1" y="525"/>
                    <a:pt x="153" y="678"/>
                    <a:pt x="340" y="678"/>
                  </a:cubicBezTo>
                  <a:cubicBezTo>
                    <a:pt x="527" y="678"/>
                    <a:pt x="679" y="525"/>
                    <a:pt x="679" y="339"/>
                  </a:cubicBezTo>
                  <a:cubicBezTo>
                    <a:pt x="679" y="152"/>
                    <a:pt x="528" y="0"/>
                    <a:pt x="340" y="0"/>
                  </a:cubicBezTo>
                  <a:close/>
                </a:path>
              </a:pathLst>
            </a:custGeom>
            <a:solidFill>
              <a:srgbClr val="FFFA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7"/>
            <p:cNvSpPr/>
            <p:nvPr/>
          </p:nvSpPr>
          <p:spPr>
            <a:xfrm>
              <a:off x="5198803" y="2344621"/>
              <a:ext cx="32044" cy="32128"/>
            </a:xfrm>
            <a:custGeom>
              <a:rect b="b" l="l" r="r" t="t"/>
              <a:pathLst>
                <a:path extrusionOk="0" h="385" w="384">
                  <a:moveTo>
                    <a:pt x="192" y="1"/>
                  </a:moveTo>
                  <a:cubicBezTo>
                    <a:pt x="86" y="1"/>
                    <a:pt x="0" y="87"/>
                    <a:pt x="0" y="193"/>
                  </a:cubicBezTo>
                  <a:cubicBezTo>
                    <a:pt x="0" y="299"/>
                    <a:pt x="86" y="384"/>
                    <a:pt x="192" y="384"/>
                  </a:cubicBezTo>
                  <a:cubicBezTo>
                    <a:pt x="298" y="384"/>
                    <a:pt x="384" y="299"/>
                    <a:pt x="384" y="193"/>
                  </a:cubicBezTo>
                  <a:cubicBezTo>
                    <a:pt x="384" y="87"/>
                    <a:pt x="298" y="1"/>
                    <a:pt x="192" y="1"/>
                  </a:cubicBezTo>
                  <a:close/>
                </a:path>
              </a:pathLst>
            </a:custGeom>
            <a:solidFill>
              <a:srgbClr val="0080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7"/>
            <p:cNvSpPr/>
            <p:nvPr/>
          </p:nvSpPr>
          <p:spPr>
            <a:xfrm>
              <a:off x="5003284" y="2427401"/>
              <a:ext cx="11933" cy="47400"/>
            </a:xfrm>
            <a:custGeom>
              <a:rect b="b" l="l" r="r" t="t"/>
              <a:pathLst>
                <a:path extrusionOk="0" h="568" w="143">
                  <a:moveTo>
                    <a:pt x="112" y="0"/>
                  </a:moveTo>
                  <a:lnTo>
                    <a:pt x="0" y="59"/>
                  </a:lnTo>
                  <a:lnTo>
                    <a:pt x="20" y="568"/>
                  </a:lnTo>
                  <a:lnTo>
                    <a:pt x="142" y="51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2656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7"/>
            <p:cNvSpPr/>
            <p:nvPr/>
          </p:nvSpPr>
          <p:spPr>
            <a:xfrm>
              <a:off x="5188205" y="2215111"/>
              <a:ext cx="54157" cy="83533"/>
            </a:xfrm>
            <a:custGeom>
              <a:rect b="b" l="l" r="r" t="t"/>
              <a:pathLst>
                <a:path extrusionOk="0" h="1001" w="649">
                  <a:moveTo>
                    <a:pt x="36" y="0"/>
                  </a:moveTo>
                  <a:lnTo>
                    <a:pt x="0" y="782"/>
                  </a:lnTo>
                  <a:lnTo>
                    <a:pt x="649" y="1000"/>
                  </a:lnTo>
                  <a:lnTo>
                    <a:pt x="614" y="251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2656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7"/>
            <p:cNvSpPr/>
            <p:nvPr/>
          </p:nvSpPr>
          <p:spPr>
            <a:xfrm>
              <a:off x="4939196" y="2189993"/>
              <a:ext cx="78691" cy="657085"/>
            </a:xfrm>
            <a:custGeom>
              <a:rect b="b" l="l" r="r" t="t"/>
              <a:pathLst>
                <a:path extrusionOk="0" h="7874" w="943">
                  <a:moveTo>
                    <a:pt x="303" y="1"/>
                  </a:moveTo>
                  <a:lnTo>
                    <a:pt x="1" y="7873"/>
                  </a:lnTo>
                  <a:lnTo>
                    <a:pt x="942" y="7873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7"/>
            <p:cNvSpPr/>
            <p:nvPr/>
          </p:nvSpPr>
          <p:spPr>
            <a:xfrm>
              <a:off x="4978500" y="2189993"/>
              <a:ext cx="39387" cy="657085"/>
            </a:xfrm>
            <a:custGeom>
              <a:rect b="b" l="l" r="r" t="t"/>
              <a:pathLst>
                <a:path extrusionOk="0" h="7874" w="472">
                  <a:moveTo>
                    <a:pt x="195" y="1"/>
                  </a:moveTo>
                  <a:lnTo>
                    <a:pt x="0" y="55"/>
                  </a:lnTo>
                  <a:lnTo>
                    <a:pt x="0" y="7873"/>
                  </a:lnTo>
                  <a:lnTo>
                    <a:pt x="471" y="7873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7"/>
            <p:cNvSpPr/>
            <p:nvPr/>
          </p:nvSpPr>
          <p:spPr>
            <a:xfrm>
              <a:off x="4950712" y="1878735"/>
              <a:ext cx="27871" cy="270879"/>
            </a:xfrm>
            <a:custGeom>
              <a:rect b="b" l="l" r="r" t="t"/>
              <a:pathLst>
                <a:path extrusionOk="0" h="3246" w="334">
                  <a:moveTo>
                    <a:pt x="333" y="0"/>
                  </a:moveTo>
                  <a:lnTo>
                    <a:pt x="126" y="119"/>
                  </a:lnTo>
                  <a:lnTo>
                    <a:pt x="1" y="2828"/>
                  </a:lnTo>
                  <a:lnTo>
                    <a:pt x="333" y="3246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7"/>
            <p:cNvSpPr/>
            <p:nvPr/>
          </p:nvSpPr>
          <p:spPr>
            <a:xfrm>
              <a:off x="4978500" y="1878735"/>
              <a:ext cx="27705" cy="270879"/>
            </a:xfrm>
            <a:custGeom>
              <a:rect b="b" l="l" r="r" t="t"/>
              <a:pathLst>
                <a:path extrusionOk="0" h="3246" w="332">
                  <a:moveTo>
                    <a:pt x="0" y="0"/>
                  </a:moveTo>
                  <a:lnTo>
                    <a:pt x="0" y="3246"/>
                  </a:lnTo>
                  <a:lnTo>
                    <a:pt x="332" y="2828"/>
                  </a:lnTo>
                  <a:lnTo>
                    <a:pt x="206" y="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7"/>
            <p:cNvSpPr/>
            <p:nvPr/>
          </p:nvSpPr>
          <p:spPr>
            <a:xfrm>
              <a:off x="4713803" y="2175974"/>
              <a:ext cx="245336" cy="126761"/>
            </a:xfrm>
            <a:custGeom>
              <a:rect b="b" l="l" r="r" t="t"/>
              <a:pathLst>
                <a:path extrusionOk="0" h="1519" w="2940">
                  <a:moveTo>
                    <a:pt x="2939" y="1"/>
                  </a:moveTo>
                  <a:lnTo>
                    <a:pt x="0" y="1381"/>
                  </a:lnTo>
                  <a:lnTo>
                    <a:pt x="196" y="1518"/>
                  </a:lnTo>
                  <a:lnTo>
                    <a:pt x="2702" y="480"/>
                  </a:lnTo>
                  <a:lnTo>
                    <a:pt x="2939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7"/>
            <p:cNvSpPr/>
            <p:nvPr/>
          </p:nvSpPr>
          <p:spPr>
            <a:xfrm>
              <a:off x="4713803" y="2165961"/>
              <a:ext cx="245336" cy="125342"/>
            </a:xfrm>
            <a:custGeom>
              <a:rect b="b" l="l" r="r" t="t"/>
              <a:pathLst>
                <a:path extrusionOk="0" h="1502" w="2940">
                  <a:moveTo>
                    <a:pt x="2420" y="0"/>
                  </a:moveTo>
                  <a:lnTo>
                    <a:pt x="21" y="1264"/>
                  </a:lnTo>
                  <a:lnTo>
                    <a:pt x="0" y="1501"/>
                  </a:lnTo>
                  <a:lnTo>
                    <a:pt x="2939" y="121"/>
                  </a:lnTo>
                  <a:lnTo>
                    <a:pt x="242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7"/>
            <p:cNvSpPr/>
            <p:nvPr/>
          </p:nvSpPr>
          <p:spPr>
            <a:xfrm>
              <a:off x="4998194" y="2165961"/>
              <a:ext cx="254849" cy="106148"/>
            </a:xfrm>
            <a:custGeom>
              <a:rect b="b" l="l" r="r" t="t"/>
              <a:pathLst>
                <a:path extrusionOk="0" h="1272" w="3054">
                  <a:moveTo>
                    <a:pt x="507" y="0"/>
                  </a:moveTo>
                  <a:lnTo>
                    <a:pt x="1" y="169"/>
                  </a:lnTo>
                  <a:lnTo>
                    <a:pt x="3054" y="1272"/>
                  </a:lnTo>
                  <a:lnTo>
                    <a:pt x="3013" y="1037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7"/>
            <p:cNvSpPr/>
            <p:nvPr/>
          </p:nvSpPr>
          <p:spPr>
            <a:xfrm>
              <a:off x="4998194" y="2179980"/>
              <a:ext cx="254849" cy="104980"/>
            </a:xfrm>
            <a:custGeom>
              <a:rect b="b" l="l" r="r" t="t"/>
              <a:pathLst>
                <a:path extrusionOk="0" h="1258" w="3054">
                  <a:moveTo>
                    <a:pt x="1" y="1"/>
                  </a:moveTo>
                  <a:lnTo>
                    <a:pt x="282" y="454"/>
                  </a:lnTo>
                  <a:lnTo>
                    <a:pt x="2872" y="1257"/>
                  </a:lnTo>
                  <a:lnTo>
                    <a:pt x="3054" y="11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7"/>
            <p:cNvSpPr/>
            <p:nvPr/>
          </p:nvSpPr>
          <p:spPr>
            <a:xfrm>
              <a:off x="4950211" y="2144348"/>
              <a:ext cx="56661" cy="56579"/>
            </a:xfrm>
            <a:custGeom>
              <a:rect b="b" l="l" r="r" t="t"/>
              <a:pathLst>
                <a:path extrusionOk="0" h="678" w="679">
                  <a:moveTo>
                    <a:pt x="339" y="0"/>
                  </a:moveTo>
                  <a:cubicBezTo>
                    <a:pt x="152" y="0"/>
                    <a:pt x="1" y="152"/>
                    <a:pt x="1" y="339"/>
                  </a:cubicBezTo>
                  <a:cubicBezTo>
                    <a:pt x="1" y="526"/>
                    <a:pt x="152" y="678"/>
                    <a:pt x="339" y="678"/>
                  </a:cubicBezTo>
                  <a:cubicBezTo>
                    <a:pt x="527" y="678"/>
                    <a:pt x="678" y="526"/>
                    <a:pt x="678" y="339"/>
                  </a:cubicBezTo>
                  <a:cubicBezTo>
                    <a:pt x="678" y="152"/>
                    <a:pt x="527" y="0"/>
                    <a:pt x="339" y="0"/>
                  </a:cubicBezTo>
                  <a:close/>
                </a:path>
              </a:pathLst>
            </a:custGeom>
            <a:solidFill>
              <a:srgbClr val="FFFA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7"/>
            <p:cNvSpPr/>
            <p:nvPr/>
          </p:nvSpPr>
          <p:spPr>
            <a:xfrm>
              <a:off x="4962311" y="2156614"/>
              <a:ext cx="32127" cy="32128"/>
            </a:xfrm>
            <a:custGeom>
              <a:rect b="b" l="l" r="r" t="t"/>
              <a:pathLst>
                <a:path extrusionOk="0" h="385" w="385">
                  <a:moveTo>
                    <a:pt x="193" y="1"/>
                  </a:moveTo>
                  <a:cubicBezTo>
                    <a:pt x="87" y="1"/>
                    <a:pt x="1" y="86"/>
                    <a:pt x="1" y="192"/>
                  </a:cubicBezTo>
                  <a:cubicBezTo>
                    <a:pt x="1" y="298"/>
                    <a:pt x="87" y="384"/>
                    <a:pt x="193" y="384"/>
                  </a:cubicBezTo>
                  <a:cubicBezTo>
                    <a:pt x="299" y="384"/>
                    <a:pt x="385" y="298"/>
                    <a:pt x="385" y="192"/>
                  </a:cubicBezTo>
                  <a:cubicBezTo>
                    <a:pt x="385" y="88"/>
                    <a:pt x="299" y="2"/>
                    <a:pt x="1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7"/>
            <p:cNvSpPr/>
            <p:nvPr/>
          </p:nvSpPr>
          <p:spPr>
            <a:xfrm>
              <a:off x="5009793" y="3897244"/>
              <a:ext cx="65757" cy="29792"/>
            </a:xfrm>
            <a:custGeom>
              <a:rect b="b" l="l" r="r" t="t"/>
              <a:pathLst>
                <a:path extrusionOk="0" h="357" w="788">
                  <a:moveTo>
                    <a:pt x="788" y="0"/>
                  </a:moveTo>
                  <a:cubicBezTo>
                    <a:pt x="529" y="127"/>
                    <a:pt x="267" y="245"/>
                    <a:pt x="1" y="356"/>
                  </a:cubicBezTo>
                  <a:cubicBezTo>
                    <a:pt x="267" y="245"/>
                    <a:pt x="530" y="127"/>
                    <a:pt x="788" y="0"/>
                  </a:cubicBezTo>
                  <a:close/>
                </a:path>
              </a:pathLst>
            </a:custGeom>
            <a:solidFill>
              <a:srgbClr val="A6E3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7"/>
            <p:cNvSpPr/>
            <p:nvPr/>
          </p:nvSpPr>
          <p:spPr>
            <a:xfrm>
              <a:off x="5077136" y="3880638"/>
              <a:ext cx="30876" cy="15856"/>
            </a:xfrm>
            <a:custGeom>
              <a:rect b="b" l="l" r="r" t="t"/>
              <a:pathLst>
                <a:path extrusionOk="0" h="190" w="370">
                  <a:moveTo>
                    <a:pt x="370" y="1"/>
                  </a:moveTo>
                  <a:lnTo>
                    <a:pt x="370" y="1"/>
                  </a:lnTo>
                  <a:cubicBezTo>
                    <a:pt x="247" y="65"/>
                    <a:pt x="124" y="129"/>
                    <a:pt x="0" y="189"/>
                  </a:cubicBezTo>
                  <a:cubicBezTo>
                    <a:pt x="124" y="129"/>
                    <a:pt x="247" y="66"/>
                    <a:pt x="370" y="1"/>
                  </a:cubicBezTo>
                  <a:close/>
                </a:path>
              </a:pathLst>
            </a:custGeom>
            <a:solidFill>
              <a:srgbClr val="A6E3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7"/>
            <p:cNvSpPr/>
            <p:nvPr/>
          </p:nvSpPr>
          <p:spPr>
            <a:xfrm>
              <a:off x="5741548" y="2847392"/>
              <a:ext cx="2003" cy="22615"/>
            </a:xfrm>
            <a:custGeom>
              <a:rect b="b" l="l" r="r" t="t"/>
              <a:pathLst>
                <a:path extrusionOk="0" h="271" w="24">
                  <a:moveTo>
                    <a:pt x="1" y="0"/>
                  </a:moveTo>
                  <a:cubicBezTo>
                    <a:pt x="6" y="89"/>
                    <a:pt x="11" y="179"/>
                    <a:pt x="15" y="270"/>
                  </a:cubicBezTo>
                  <a:cubicBezTo>
                    <a:pt x="18" y="180"/>
                    <a:pt x="20" y="91"/>
                    <a:pt x="23" y="0"/>
                  </a:cubicBezTo>
                  <a:close/>
                </a:path>
              </a:pathLst>
            </a:custGeom>
            <a:solidFill>
              <a:srgbClr val="A6E3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7"/>
            <p:cNvSpPr/>
            <p:nvPr/>
          </p:nvSpPr>
          <p:spPr>
            <a:xfrm>
              <a:off x="5110598" y="3843170"/>
              <a:ext cx="63504" cy="36217"/>
            </a:xfrm>
            <a:custGeom>
              <a:rect b="b" l="l" r="r" t="t"/>
              <a:pathLst>
                <a:path extrusionOk="0" h="434" w="761">
                  <a:moveTo>
                    <a:pt x="760" y="0"/>
                  </a:moveTo>
                  <a:lnTo>
                    <a:pt x="760" y="0"/>
                  </a:lnTo>
                  <a:cubicBezTo>
                    <a:pt x="512" y="152"/>
                    <a:pt x="259" y="296"/>
                    <a:pt x="0" y="433"/>
                  </a:cubicBezTo>
                  <a:cubicBezTo>
                    <a:pt x="258" y="297"/>
                    <a:pt x="512" y="152"/>
                    <a:pt x="760" y="0"/>
                  </a:cubicBezTo>
                  <a:close/>
                </a:path>
              </a:pathLst>
            </a:custGeom>
            <a:solidFill>
              <a:srgbClr val="A6E3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7"/>
            <p:cNvSpPr/>
            <p:nvPr/>
          </p:nvSpPr>
          <p:spPr>
            <a:xfrm>
              <a:off x="5739461" y="2869756"/>
              <a:ext cx="3672" cy="58081"/>
            </a:xfrm>
            <a:custGeom>
              <a:rect b="b" l="l" r="r" t="t"/>
              <a:pathLst>
                <a:path extrusionOk="0" h="696" w="44">
                  <a:moveTo>
                    <a:pt x="40" y="0"/>
                  </a:moveTo>
                  <a:lnTo>
                    <a:pt x="40" y="0"/>
                  </a:lnTo>
                  <a:cubicBezTo>
                    <a:pt x="35" y="154"/>
                    <a:pt x="27" y="308"/>
                    <a:pt x="17" y="460"/>
                  </a:cubicBezTo>
                  <a:lnTo>
                    <a:pt x="17" y="460"/>
                  </a:lnTo>
                  <a:cubicBezTo>
                    <a:pt x="29" y="295"/>
                    <a:pt x="44" y="91"/>
                    <a:pt x="40" y="0"/>
                  </a:cubicBezTo>
                  <a:close/>
                  <a:moveTo>
                    <a:pt x="17" y="460"/>
                  </a:moveTo>
                  <a:lnTo>
                    <a:pt x="17" y="460"/>
                  </a:lnTo>
                  <a:cubicBezTo>
                    <a:pt x="11" y="542"/>
                    <a:pt x="5" y="614"/>
                    <a:pt x="2" y="659"/>
                  </a:cubicBezTo>
                  <a:lnTo>
                    <a:pt x="2" y="659"/>
                  </a:lnTo>
                  <a:cubicBezTo>
                    <a:pt x="7" y="593"/>
                    <a:pt x="12" y="527"/>
                    <a:pt x="17" y="460"/>
                  </a:cubicBezTo>
                  <a:close/>
                  <a:moveTo>
                    <a:pt x="2" y="659"/>
                  </a:moveTo>
                  <a:cubicBezTo>
                    <a:pt x="1" y="667"/>
                    <a:pt x="1" y="675"/>
                    <a:pt x="0" y="683"/>
                  </a:cubicBezTo>
                  <a:lnTo>
                    <a:pt x="0" y="696"/>
                  </a:lnTo>
                  <a:cubicBezTo>
                    <a:pt x="0" y="688"/>
                    <a:pt x="1" y="675"/>
                    <a:pt x="2" y="659"/>
                  </a:cubicBezTo>
                  <a:close/>
                </a:path>
              </a:pathLst>
            </a:custGeom>
            <a:solidFill>
              <a:srgbClr val="A2AE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7"/>
            <p:cNvSpPr/>
            <p:nvPr/>
          </p:nvSpPr>
          <p:spPr>
            <a:xfrm>
              <a:off x="3888587" y="2847309"/>
              <a:ext cx="1316384" cy="701230"/>
            </a:xfrm>
            <a:custGeom>
              <a:rect b="b" l="l" r="r" t="t"/>
              <a:pathLst>
                <a:path extrusionOk="0" h="8403" w="15775">
                  <a:moveTo>
                    <a:pt x="0" y="0"/>
                  </a:moveTo>
                  <a:lnTo>
                    <a:pt x="210" y="749"/>
                  </a:lnTo>
                  <a:cubicBezTo>
                    <a:pt x="307" y="1098"/>
                    <a:pt x="650" y="1351"/>
                    <a:pt x="1054" y="1371"/>
                  </a:cubicBezTo>
                  <a:lnTo>
                    <a:pt x="4530" y="1537"/>
                  </a:lnTo>
                  <a:cubicBezTo>
                    <a:pt x="5215" y="1571"/>
                    <a:pt x="5768" y="2043"/>
                    <a:pt x="5832" y="2650"/>
                  </a:cubicBezTo>
                  <a:lnTo>
                    <a:pt x="6094" y="5194"/>
                  </a:lnTo>
                  <a:cubicBezTo>
                    <a:pt x="6114" y="5384"/>
                    <a:pt x="6171" y="5567"/>
                    <a:pt x="6263" y="5740"/>
                  </a:cubicBezTo>
                  <a:cubicBezTo>
                    <a:pt x="6556" y="6284"/>
                    <a:pt x="7239" y="7517"/>
                    <a:pt x="7619" y="7943"/>
                  </a:cubicBezTo>
                  <a:cubicBezTo>
                    <a:pt x="7901" y="8261"/>
                    <a:pt x="8421" y="8402"/>
                    <a:pt x="8888" y="8402"/>
                  </a:cubicBezTo>
                  <a:cubicBezTo>
                    <a:pt x="9231" y="8402"/>
                    <a:pt x="9546" y="8326"/>
                    <a:pt x="9718" y="8187"/>
                  </a:cubicBezTo>
                  <a:lnTo>
                    <a:pt x="12545" y="6131"/>
                  </a:lnTo>
                  <a:cubicBezTo>
                    <a:pt x="12781" y="5941"/>
                    <a:pt x="12934" y="5682"/>
                    <a:pt x="12981" y="5401"/>
                  </a:cubicBezTo>
                  <a:lnTo>
                    <a:pt x="13312" y="3383"/>
                  </a:lnTo>
                  <a:lnTo>
                    <a:pt x="15557" y="1184"/>
                  </a:lnTo>
                  <a:cubicBezTo>
                    <a:pt x="15775" y="970"/>
                    <a:pt x="15677" y="642"/>
                    <a:pt x="15399" y="535"/>
                  </a:cubicBezTo>
                  <a:lnTo>
                    <a:pt x="15359" y="560"/>
                  </a:lnTo>
                  <a:cubicBezTo>
                    <a:pt x="15190" y="661"/>
                    <a:pt x="14992" y="722"/>
                    <a:pt x="14790" y="739"/>
                  </a:cubicBezTo>
                  <a:cubicBezTo>
                    <a:pt x="14754" y="742"/>
                    <a:pt x="14718" y="743"/>
                    <a:pt x="14682" y="743"/>
                  </a:cubicBezTo>
                  <a:cubicBezTo>
                    <a:pt x="14266" y="743"/>
                    <a:pt x="13880" y="555"/>
                    <a:pt x="13656" y="237"/>
                  </a:cubicBezTo>
                  <a:lnTo>
                    <a:pt x="134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7"/>
            <p:cNvSpPr/>
            <p:nvPr/>
          </p:nvSpPr>
          <p:spPr>
            <a:xfrm>
              <a:off x="5631730" y="2847392"/>
              <a:ext cx="111152" cy="79444"/>
            </a:xfrm>
            <a:custGeom>
              <a:rect b="b" l="l" r="r" t="t"/>
              <a:pathLst>
                <a:path extrusionOk="0" h="952" w="1332">
                  <a:moveTo>
                    <a:pt x="1" y="0"/>
                  </a:moveTo>
                  <a:lnTo>
                    <a:pt x="245" y="400"/>
                  </a:lnTo>
                  <a:cubicBezTo>
                    <a:pt x="358" y="585"/>
                    <a:pt x="548" y="726"/>
                    <a:pt x="774" y="790"/>
                  </a:cubicBezTo>
                  <a:lnTo>
                    <a:pt x="1293" y="952"/>
                  </a:lnTo>
                  <a:cubicBezTo>
                    <a:pt x="1311" y="726"/>
                    <a:pt x="1325" y="498"/>
                    <a:pt x="1332" y="270"/>
                  </a:cubicBezTo>
                  <a:cubicBezTo>
                    <a:pt x="1329" y="179"/>
                    <a:pt x="1324" y="89"/>
                    <a:pt x="1319" y="0"/>
                  </a:cubicBezTo>
                  <a:close/>
                </a:path>
              </a:pathLst>
            </a:custGeom>
            <a:solidFill>
              <a:srgbClr val="0080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7"/>
            <p:cNvSpPr/>
            <p:nvPr/>
          </p:nvSpPr>
          <p:spPr>
            <a:xfrm>
              <a:off x="5028569" y="3260039"/>
              <a:ext cx="209453" cy="197526"/>
            </a:xfrm>
            <a:custGeom>
              <a:rect b="b" l="l" r="r" t="t"/>
              <a:pathLst>
                <a:path extrusionOk="0" h="2367" w="2510">
                  <a:moveTo>
                    <a:pt x="1711" y="1"/>
                  </a:moveTo>
                  <a:cubicBezTo>
                    <a:pt x="1584" y="1"/>
                    <a:pt x="1461" y="51"/>
                    <a:pt x="1372" y="157"/>
                  </a:cubicBezTo>
                  <a:lnTo>
                    <a:pt x="165" y="1594"/>
                  </a:lnTo>
                  <a:cubicBezTo>
                    <a:pt x="1" y="1789"/>
                    <a:pt x="27" y="2079"/>
                    <a:pt x="221" y="2243"/>
                  </a:cubicBezTo>
                  <a:cubicBezTo>
                    <a:pt x="307" y="2316"/>
                    <a:pt x="414" y="2334"/>
                    <a:pt x="517" y="2350"/>
                  </a:cubicBezTo>
                  <a:cubicBezTo>
                    <a:pt x="583" y="2361"/>
                    <a:pt x="649" y="2366"/>
                    <a:pt x="713" y="2366"/>
                  </a:cubicBezTo>
                  <a:cubicBezTo>
                    <a:pt x="1267" y="2366"/>
                    <a:pt x="1697" y="1990"/>
                    <a:pt x="1816" y="1845"/>
                  </a:cubicBezTo>
                  <a:cubicBezTo>
                    <a:pt x="1816" y="1845"/>
                    <a:pt x="2510" y="433"/>
                    <a:pt x="2021" y="100"/>
                  </a:cubicBezTo>
                  <a:cubicBezTo>
                    <a:pt x="1925" y="35"/>
                    <a:pt x="1817" y="1"/>
                    <a:pt x="17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7"/>
            <p:cNvSpPr/>
            <p:nvPr/>
          </p:nvSpPr>
          <p:spPr>
            <a:xfrm>
              <a:off x="5174185" y="3842335"/>
              <a:ext cx="1168" cy="751"/>
            </a:xfrm>
            <a:custGeom>
              <a:rect b="b" l="l" r="r" t="t"/>
              <a:pathLst>
                <a:path extrusionOk="0" h="9" w="14">
                  <a:moveTo>
                    <a:pt x="14" y="0"/>
                  </a:moveTo>
                  <a:cubicBezTo>
                    <a:pt x="10" y="3"/>
                    <a:pt x="6" y="5"/>
                    <a:pt x="1" y="9"/>
                  </a:cubicBezTo>
                  <a:cubicBezTo>
                    <a:pt x="5" y="6"/>
                    <a:pt x="10" y="3"/>
                    <a:pt x="14" y="0"/>
                  </a:cubicBezTo>
                  <a:close/>
                </a:path>
              </a:pathLst>
            </a:custGeom>
            <a:solidFill>
              <a:srgbClr val="2724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7"/>
            <p:cNvSpPr/>
            <p:nvPr/>
          </p:nvSpPr>
          <p:spPr>
            <a:xfrm>
              <a:off x="5015644" y="4087801"/>
              <a:ext cx="5257" cy="2170"/>
            </a:xfrm>
            <a:custGeom>
              <a:rect b="b" l="l" r="r" t="t"/>
              <a:pathLst>
                <a:path extrusionOk="0" h="26" w="63">
                  <a:moveTo>
                    <a:pt x="63" y="0"/>
                  </a:moveTo>
                  <a:cubicBezTo>
                    <a:pt x="41" y="9"/>
                    <a:pt x="21" y="17"/>
                    <a:pt x="0" y="26"/>
                  </a:cubicBezTo>
                  <a:cubicBezTo>
                    <a:pt x="21" y="18"/>
                    <a:pt x="42" y="9"/>
                    <a:pt x="63" y="0"/>
                  </a:cubicBezTo>
                  <a:close/>
                </a:path>
              </a:pathLst>
            </a:custGeom>
            <a:solidFill>
              <a:srgbClr val="2724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7"/>
            <p:cNvSpPr/>
            <p:nvPr/>
          </p:nvSpPr>
          <p:spPr>
            <a:xfrm>
              <a:off x="5075467" y="3896493"/>
              <a:ext cx="1752" cy="835"/>
            </a:xfrm>
            <a:custGeom>
              <a:rect b="b" l="l" r="r" t="t"/>
              <a:pathLst>
                <a:path extrusionOk="0" h="10" w="21">
                  <a:moveTo>
                    <a:pt x="20" y="0"/>
                  </a:moveTo>
                  <a:lnTo>
                    <a:pt x="20" y="0"/>
                  </a:lnTo>
                  <a:cubicBezTo>
                    <a:pt x="14" y="3"/>
                    <a:pt x="7" y="5"/>
                    <a:pt x="1" y="9"/>
                  </a:cubicBezTo>
                  <a:cubicBezTo>
                    <a:pt x="7" y="7"/>
                    <a:pt x="14" y="3"/>
                    <a:pt x="20" y="0"/>
                  </a:cubicBezTo>
                  <a:close/>
                </a:path>
              </a:pathLst>
            </a:custGeom>
            <a:solidFill>
              <a:srgbClr val="2724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7"/>
            <p:cNvSpPr/>
            <p:nvPr/>
          </p:nvSpPr>
          <p:spPr>
            <a:xfrm>
              <a:off x="5107928" y="3879303"/>
              <a:ext cx="2754" cy="1419"/>
            </a:xfrm>
            <a:custGeom>
              <a:rect b="b" l="l" r="r" t="t"/>
              <a:pathLst>
                <a:path extrusionOk="0" h="17" w="33">
                  <a:moveTo>
                    <a:pt x="32" y="0"/>
                  </a:moveTo>
                  <a:cubicBezTo>
                    <a:pt x="22" y="6"/>
                    <a:pt x="11" y="12"/>
                    <a:pt x="1" y="17"/>
                  </a:cubicBezTo>
                  <a:cubicBezTo>
                    <a:pt x="11" y="12"/>
                    <a:pt x="22" y="6"/>
                    <a:pt x="32" y="0"/>
                  </a:cubicBezTo>
                  <a:close/>
                </a:path>
              </a:pathLst>
            </a:custGeom>
            <a:solidFill>
              <a:srgbClr val="2724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7"/>
            <p:cNvSpPr/>
            <p:nvPr/>
          </p:nvSpPr>
          <p:spPr>
            <a:xfrm>
              <a:off x="3363116" y="2847392"/>
              <a:ext cx="2204182" cy="1170386"/>
            </a:xfrm>
            <a:custGeom>
              <a:rect b="b" l="l" r="r" t="t"/>
              <a:pathLst>
                <a:path extrusionOk="0" h="14025" w="26414">
                  <a:moveTo>
                    <a:pt x="55" y="984"/>
                  </a:moveTo>
                  <a:lnTo>
                    <a:pt x="2511" y="3280"/>
                  </a:lnTo>
                  <a:cubicBezTo>
                    <a:pt x="2715" y="3479"/>
                    <a:pt x="2818" y="3761"/>
                    <a:pt x="2785" y="4045"/>
                  </a:cubicBezTo>
                  <a:lnTo>
                    <a:pt x="2388" y="7662"/>
                  </a:lnTo>
                  <a:cubicBezTo>
                    <a:pt x="1091" y="5720"/>
                    <a:pt x="263" y="3440"/>
                    <a:pt x="55" y="984"/>
                  </a:cubicBezTo>
                  <a:close/>
                  <a:moveTo>
                    <a:pt x="1" y="0"/>
                  </a:moveTo>
                  <a:cubicBezTo>
                    <a:pt x="129" y="7767"/>
                    <a:pt x="6463" y="14025"/>
                    <a:pt x="14262" y="14025"/>
                  </a:cubicBezTo>
                  <a:cubicBezTo>
                    <a:pt x="14405" y="14025"/>
                    <a:pt x="14548" y="14023"/>
                    <a:pt x="14692" y="14018"/>
                  </a:cubicBezTo>
                  <a:cubicBezTo>
                    <a:pt x="14733" y="14016"/>
                    <a:pt x="14773" y="14015"/>
                    <a:pt x="14812" y="14014"/>
                  </a:cubicBezTo>
                  <a:cubicBezTo>
                    <a:pt x="14923" y="14010"/>
                    <a:pt x="15034" y="14003"/>
                    <a:pt x="15144" y="13997"/>
                  </a:cubicBezTo>
                  <a:cubicBezTo>
                    <a:pt x="15180" y="13994"/>
                    <a:pt x="15215" y="13993"/>
                    <a:pt x="15251" y="13991"/>
                  </a:cubicBezTo>
                  <a:cubicBezTo>
                    <a:pt x="15392" y="13981"/>
                    <a:pt x="15533" y="13969"/>
                    <a:pt x="15672" y="13956"/>
                  </a:cubicBezTo>
                  <a:cubicBezTo>
                    <a:pt x="15696" y="13953"/>
                    <a:pt x="15720" y="13951"/>
                    <a:pt x="15743" y="13948"/>
                  </a:cubicBezTo>
                  <a:cubicBezTo>
                    <a:pt x="15861" y="13936"/>
                    <a:pt x="15979" y="13923"/>
                    <a:pt x="16096" y="13907"/>
                  </a:cubicBezTo>
                  <a:cubicBezTo>
                    <a:pt x="16136" y="13902"/>
                    <a:pt x="16175" y="13897"/>
                    <a:pt x="16214" y="13892"/>
                  </a:cubicBezTo>
                  <a:cubicBezTo>
                    <a:pt x="16332" y="13876"/>
                    <a:pt x="16451" y="13859"/>
                    <a:pt x="16567" y="13840"/>
                  </a:cubicBezTo>
                  <a:cubicBezTo>
                    <a:pt x="16590" y="13836"/>
                    <a:pt x="16611" y="13834"/>
                    <a:pt x="16633" y="13830"/>
                  </a:cubicBezTo>
                  <a:cubicBezTo>
                    <a:pt x="16772" y="13806"/>
                    <a:pt x="16910" y="13780"/>
                    <a:pt x="17047" y="13754"/>
                  </a:cubicBezTo>
                  <a:cubicBezTo>
                    <a:pt x="17077" y="13748"/>
                    <a:pt x="17104" y="13743"/>
                    <a:pt x="17134" y="13736"/>
                  </a:cubicBezTo>
                  <a:cubicBezTo>
                    <a:pt x="17247" y="13713"/>
                    <a:pt x="17358" y="13688"/>
                    <a:pt x="17470" y="13663"/>
                  </a:cubicBezTo>
                  <a:cubicBezTo>
                    <a:pt x="17501" y="13656"/>
                    <a:pt x="17534" y="13647"/>
                    <a:pt x="17567" y="13640"/>
                  </a:cubicBezTo>
                  <a:cubicBezTo>
                    <a:pt x="17841" y="13575"/>
                    <a:pt x="18112" y="13502"/>
                    <a:pt x="18381" y="13421"/>
                  </a:cubicBezTo>
                  <a:cubicBezTo>
                    <a:pt x="18409" y="13414"/>
                    <a:pt x="18436" y="13405"/>
                    <a:pt x="18463" y="13396"/>
                  </a:cubicBezTo>
                  <a:cubicBezTo>
                    <a:pt x="18578" y="13360"/>
                    <a:pt x="18693" y="13323"/>
                    <a:pt x="18808" y="13284"/>
                  </a:cubicBezTo>
                  <a:cubicBezTo>
                    <a:pt x="18828" y="13278"/>
                    <a:pt x="18849" y="13272"/>
                    <a:pt x="18869" y="13264"/>
                  </a:cubicBezTo>
                  <a:cubicBezTo>
                    <a:pt x="19006" y="13217"/>
                    <a:pt x="19142" y="13170"/>
                    <a:pt x="19278" y="13118"/>
                  </a:cubicBezTo>
                  <a:cubicBezTo>
                    <a:pt x="19281" y="13117"/>
                    <a:pt x="19283" y="13117"/>
                    <a:pt x="19284" y="13115"/>
                  </a:cubicBezTo>
                  <a:cubicBezTo>
                    <a:pt x="19414" y="13067"/>
                    <a:pt x="19543" y="13016"/>
                    <a:pt x="19670" y="12964"/>
                  </a:cubicBezTo>
                  <a:cubicBezTo>
                    <a:pt x="19691" y="12955"/>
                    <a:pt x="19712" y="12947"/>
                    <a:pt x="19733" y="12938"/>
                  </a:cubicBezTo>
                  <a:cubicBezTo>
                    <a:pt x="19999" y="12827"/>
                    <a:pt x="20263" y="12709"/>
                    <a:pt x="20520" y="12582"/>
                  </a:cubicBezTo>
                  <a:cubicBezTo>
                    <a:pt x="20526" y="12580"/>
                    <a:pt x="20532" y="12576"/>
                    <a:pt x="20539" y="12573"/>
                  </a:cubicBezTo>
                  <a:cubicBezTo>
                    <a:pt x="20663" y="12512"/>
                    <a:pt x="20786" y="12449"/>
                    <a:pt x="20908" y="12386"/>
                  </a:cubicBezTo>
                  <a:cubicBezTo>
                    <a:pt x="20919" y="12381"/>
                    <a:pt x="20930" y="12374"/>
                    <a:pt x="20940" y="12368"/>
                  </a:cubicBezTo>
                  <a:cubicBezTo>
                    <a:pt x="21199" y="12230"/>
                    <a:pt x="21453" y="12086"/>
                    <a:pt x="21702" y="11934"/>
                  </a:cubicBezTo>
                  <a:cubicBezTo>
                    <a:pt x="21707" y="11932"/>
                    <a:pt x="21711" y="11928"/>
                    <a:pt x="21716" y="11926"/>
                  </a:cubicBezTo>
                  <a:cubicBezTo>
                    <a:pt x="23625" y="10750"/>
                    <a:pt x="25238" y="9141"/>
                    <a:pt x="26413" y="7233"/>
                  </a:cubicBezTo>
                  <a:lnTo>
                    <a:pt x="26413" y="7233"/>
                  </a:lnTo>
                  <a:cubicBezTo>
                    <a:pt x="24240" y="8571"/>
                    <a:pt x="21681" y="9347"/>
                    <a:pt x="18940" y="9347"/>
                  </a:cubicBezTo>
                  <a:cubicBezTo>
                    <a:pt x="12791" y="9347"/>
                    <a:pt x="7550" y="5455"/>
                    <a:pt x="5546" y="0"/>
                  </a:cubicBezTo>
                  <a:close/>
                </a:path>
              </a:pathLst>
            </a:custGeom>
            <a:solidFill>
              <a:srgbClr val="A6E3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7"/>
            <p:cNvSpPr/>
            <p:nvPr/>
          </p:nvSpPr>
          <p:spPr>
            <a:xfrm>
              <a:off x="3363283" y="2847392"/>
              <a:ext cx="2376418" cy="1170470"/>
            </a:xfrm>
            <a:custGeom>
              <a:rect b="b" l="l" r="r" t="t"/>
              <a:pathLst>
                <a:path extrusionOk="0" h="14026" w="28478">
                  <a:moveTo>
                    <a:pt x="21666" y="4946"/>
                  </a:moveTo>
                  <a:cubicBezTo>
                    <a:pt x="21772" y="4946"/>
                    <a:pt x="21880" y="4980"/>
                    <a:pt x="21976" y="5045"/>
                  </a:cubicBezTo>
                  <a:cubicBezTo>
                    <a:pt x="22466" y="5379"/>
                    <a:pt x="21771" y="6791"/>
                    <a:pt x="21771" y="6791"/>
                  </a:cubicBezTo>
                  <a:cubicBezTo>
                    <a:pt x="21651" y="6935"/>
                    <a:pt x="21221" y="7313"/>
                    <a:pt x="20668" y="7313"/>
                  </a:cubicBezTo>
                  <a:cubicBezTo>
                    <a:pt x="20604" y="7313"/>
                    <a:pt x="20539" y="7308"/>
                    <a:pt x="20472" y="7296"/>
                  </a:cubicBezTo>
                  <a:cubicBezTo>
                    <a:pt x="20369" y="7280"/>
                    <a:pt x="20262" y="7261"/>
                    <a:pt x="20176" y="7189"/>
                  </a:cubicBezTo>
                  <a:cubicBezTo>
                    <a:pt x="19982" y="7024"/>
                    <a:pt x="19956" y="6734"/>
                    <a:pt x="20120" y="6539"/>
                  </a:cubicBezTo>
                  <a:lnTo>
                    <a:pt x="21327" y="5102"/>
                  </a:lnTo>
                  <a:cubicBezTo>
                    <a:pt x="21416" y="4996"/>
                    <a:pt x="21539" y="4946"/>
                    <a:pt x="21666" y="4946"/>
                  </a:cubicBezTo>
                  <a:close/>
                  <a:moveTo>
                    <a:pt x="53" y="984"/>
                  </a:moveTo>
                  <a:lnTo>
                    <a:pt x="2509" y="3280"/>
                  </a:lnTo>
                  <a:cubicBezTo>
                    <a:pt x="2713" y="3479"/>
                    <a:pt x="2816" y="3761"/>
                    <a:pt x="2783" y="4045"/>
                  </a:cubicBezTo>
                  <a:lnTo>
                    <a:pt x="2386" y="7662"/>
                  </a:lnTo>
                  <a:cubicBezTo>
                    <a:pt x="1089" y="5720"/>
                    <a:pt x="261" y="3440"/>
                    <a:pt x="53" y="984"/>
                  </a:cubicBezTo>
                  <a:close/>
                  <a:moveTo>
                    <a:pt x="19785" y="0"/>
                  </a:moveTo>
                  <a:lnTo>
                    <a:pt x="19954" y="238"/>
                  </a:lnTo>
                  <a:cubicBezTo>
                    <a:pt x="20177" y="555"/>
                    <a:pt x="20564" y="743"/>
                    <a:pt x="20979" y="743"/>
                  </a:cubicBezTo>
                  <a:cubicBezTo>
                    <a:pt x="21015" y="743"/>
                    <a:pt x="21051" y="742"/>
                    <a:pt x="21087" y="739"/>
                  </a:cubicBezTo>
                  <a:cubicBezTo>
                    <a:pt x="21290" y="723"/>
                    <a:pt x="21486" y="661"/>
                    <a:pt x="21658" y="560"/>
                  </a:cubicBezTo>
                  <a:lnTo>
                    <a:pt x="21696" y="535"/>
                  </a:lnTo>
                  <a:cubicBezTo>
                    <a:pt x="21976" y="642"/>
                    <a:pt x="22073" y="970"/>
                    <a:pt x="21854" y="1184"/>
                  </a:cubicBezTo>
                  <a:lnTo>
                    <a:pt x="19609" y="3383"/>
                  </a:lnTo>
                  <a:lnTo>
                    <a:pt x="19279" y="5401"/>
                  </a:lnTo>
                  <a:cubicBezTo>
                    <a:pt x="19233" y="5682"/>
                    <a:pt x="19077" y="5940"/>
                    <a:pt x="18842" y="6131"/>
                  </a:cubicBezTo>
                  <a:lnTo>
                    <a:pt x="16016" y="8187"/>
                  </a:lnTo>
                  <a:cubicBezTo>
                    <a:pt x="15844" y="8326"/>
                    <a:pt x="15529" y="8402"/>
                    <a:pt x="15186" y="8402"/>
                  </a:cubicBezTo>
                  <a:cubicBezTo>
                    <a:pt x="14718" y="8402"/>
                    <a:pt x="14198" y="8261"/>
                    <a:pt x="13917" y="7943"/>
                  </a:cubicBezTo>
                  <a:cubicBezTo>
                    <a:pt x="13536" y="7516"/>
                    <a:pt x="12854" y="6283"/>
                    <a:pt x="12561" y="5740"/>
                  </a:cubicBezTo>
                  <a:cubicBezTo>
                    <a:pt x="12467" y="5567"/>
                    <a:pt x="12411" y="5384"/>
                    <a:pt x="12393" y="5194"/>
                  </a:cubicBezTo>
                  <a:lnTo>
                    <a:pt x="12129" y="2650"/>
                  </a:lnTo>
                  <a:cubicBezTo>
                    <a:pt x="12066" y="2043"/>
                    <a:pt x="11512" y="1571"/>
                    <a:pt x="10828" y="1537"/>
                  </a:cubicBezTo>
                  <a:lnTo>
                    <a:pt x="7351" y="1371"/>
                  </a:lnTo>
                  <a:cubicBezTo>
                    <a:pt x="6947" y="1352"/>
                    <a:pt x="6604" y="1100"/>
                    <a:pt x="6507" y="749"/>
                  </a:cubicBezTo>
                  <a:lnTo>
                    <a:pt x="6300" y="1"/>
                  </a:lnTo>
                  <a:lnTo>
                    <a:pt x="1" y="1"/>
                  </a:lnTo>
                  <a:cubicBezTo>
                    <a:pt x="129" y="7768"/>
                    <a:pt x="6464" y="14026"/>
                    <a:pt x="14262" y="14026"/>
                  </a:cubicBezTo>
                  <a:cubicBezTo>
                    <a:pt x="14405" y="14026"/>
                    <a:pt x="14548" y="14024"/>
                    <a:pt x="14692" y="14019"/>
                  </a:cubicBezTo>
                  <a:cubicBezTo>
                    <a:pt x="14733" y="14018"/>
                    <a:pt x="14774" y="14016"/>
                    <a:pt x="14813" y="14015"/>
                  </a:cubicBezTo>
                  <a:cubicBezTo>
                    <a:pt x="14923" y="14012"/>
                    <a:pt x="15034" y="14005"/>
                    <a:pt x="15144" y="13998"/>
                  </a:cubicBezTo>
                  <a:cubicBezTo>
                    <a:pt x="15180" y="13995"/>
                    <a:pt x="15217" y="13994"/>
                    <a:pt x="15251" y="13992"/>
                  </a:cubicBezTo>
                  <a:cubicBezTo>
                    <a:pt x="15393" y="13982"/>
                    <a:pt x="15533" y="13970"/>
                    <a:pt x="15673" y="13957"/>
                  </a:cubicBezTo>
                  <a:cubicBezTo>
                    <a:pt x="15696" y="13954"/>
                    <a:pt x="15720" y="13952"/>
                    <a:pt x="15745" y="13949"/>
                  </a:cubicBezTo>
                  <a:cubicBezTo>
                    <a:pt x="15862" y="13937"/>
                    <a:pt x="15980" y="13924"/>
                    <a:pt x="16098" y="13908"/>
                  </a:cubicBezTo>
                  <a:cubicBezTo>
                    <a:pt x="16137" y="13903"/>
                    <a:pt x="16175" y="13898"/>
                    <a:pt x="16215" y="13893"/>
                  </a:cubicBezTo>
                  <a:cubicBezTo>
                    <a:pt x="16333" y="13877"/>
                    <a:pt x="16452" y="13860"/>
                    <a:pt x="16568" y="13841"/>
                  </a:cubicBezTo>
                  <a:cubicBezTo>
                    <a:pt x="16590" y="13837"/>
                    <a:pt x="16611" y="13835"/>
                    <a:pt x="16634" y="13831"/>
                  </a:cubicBezTo>
                  <a:cubicBezTo>
                    <a:pt x="16773" y="13808"/>
                    <a:pt x="16911" y="13782"/>
                    <a:pt x="17048" y="13755"/>
                  </a:cubicBezTo>
                  <a:cubicBezTo>
                    <a:pt x="17077" y="13749"/>
                    <a:pt x="17105" y="13744"/>
                    <a:pt x="17135" y="13737"/>
                  </a:cubicBezTo>
                  <a:cubicBezTo>
                    <a:pt x="17247" y="13714"/>
                    <a:pt x="17358" y="13690"/>
                    <a:pt x="17470" y="13665"/>
                  </a:cubicBezTo>
                  <a:cubicBezTo>
                    <a:pt x="17501" y="13657"/>
                    <a:pt x="17535" y="13649"/>
                    <a:pt x="17567" y="13641"/>
                  </a:cubicBezTo>
                  <a:cubicBezTo>
                    <a:pt x="17842" y="13576"/>
                    <a:pt x="18113" y="13503"/>
                    <a:pt x="18381" y="13422"/>
                  </a:cubicBezTo>
                  <a:cubicBezTo>
                    <a:pt x="18410" y="13415"/>
                    <a:pt x="18437" y="13406"/>
                    <a:pt x="18463" y="13397"/>
                  </a:cubicBezTo>
                  <a:cubicBezTo>
                    <a:pt x="18579" y="13361"/>
                    <a:pt x="18693" y="13324"/>
                    <a:pt x="18809" y="13286"/>
                  </a:cubicBezTo>
                  <a:cubicBezTo>
                    <a:pt x="18829" y="13279"/>
                    <a:pt x="18850" y="13273"/>
                    <a:pt x="18870" y="13266"/>
                  </a:cubicBezTo>
                  <a:cubicBezTo>
                    <a:pt x="19007" y="13218"/>
                    <a:pt x="19143" y="13171"/>
                    <a:pt x="19279" y="13119"/>
                  </a:cubicBezTo>
                  <a:cubicBezTo>
                    <a:pt x="19281" y="13118"/>
                    <a:pt x="19284" y="13118"/>
                    <a:pt x="19285" y="13117"/>
                  </a:cubicBezTo>
                  <a:cubicBezTo>
                    <a:pt x="19414" y="13068"/>
                    <a:pt x="19543" y="13017"/>
                    <a:pt x="19670" y="12965"/>
                  </a:cubicBezTo>
                  <a:cubicBezTo>
                    <a:pt x="19691" y="12956"/>
                    <a:pt x="19713" y="12949"/>
                    <a:pt x="19734" y="12939"/>
                  </a:cubicBezTo>
                  <a:cubicBezTo>
                    <a:pt x="20000" y="12828"/>
                    <a:pt x="20263" y="12710"/>
                    <a:pt x="20520" y="12583"/>
                  </a:cubicBezTo>
                  <a:cubicBezTo>
                    <a:pt x="20527" y="12581"/>
                    <a:pt x="20533" y="12577"/>
                    <a:pt x="20539" y="12575"/>
                  </a:cubicBezTo>
                  <a:cubicBezTo>
                    <a:pt x="20663" y="12514"/>
                    <a:pt x="20786" y="12450"/>
                    <a:pt x="20909" y="12387"/>
                  </a:cubicBezTo>
                  <a:cubicBezTo>
                    <a:pt x="20919" y="12382"/>
                    <a:pt x="20931" y="12376"/>
                    <a:pt x="20941" y="12370"/>
                  </a:cubicBezTo>
                  <a:cubicBezTo>
                    <a:pt x="21199" y="12232"/>
                    <a:pt x="21454" y="12087"/>
                    <a:pt x="21704" y="11936"/>
                  </a:cubicBezTo>
                  <a:cubicBezTo>
                    <a:pt x="21707" y="11933"/>
                    <a:pt x="21711" y="11931"/>
                    <a:pt x="21716" y="11927"/>
                  </a:cubicBezTo>
                  <a:cubicBezTo>
                    <a:pt x="21835" y="11855"/>
                    <a:pt x="21952" y="11779"/>
                    <a:pt x="22070" y="11702"/>
                  </a:cubicBezTo>
                  <a:cubicBezTo>
                    <a:pt x="22077" y="11698"/>
                    <a:pt x="22083" y="11693"/>
                    <a:pt x="22089" y="11690"/>
                  </a:cubicBezTo>
                  <a:cubicBezTo>
                    <a:pt x="22200" y="11616"/>
                    <a:pt x="22309" y="11544"/>
                    <a:pt x="22417" y="11467"/>
                  </a:cubicBezTo>
                  <a:cubicBezTo>
                    <a:pt x="22425" y="11462"/>
                    <a:pt x="22431" y="11457"/>
                    <a:pt x="22438" y="11452"/>
                  </a:cubicBezTo>
                  <a:cubicBezTo>
                    <a:pt x="22546" y="11376"/>
                    <a:pt x="22651" y="11301"/>
                    <a:pt x="22755" y="11222"/>
                  </a:cubicBezTo>
                  <a:cubicBezTo>
                    <a:pt x="22764" y="11217"/>
                    <a:pt x="22771" y="11211"/>
                    <a:pt x="22779" y="11205"/>
                  </a:cubicBezTo>
                  <a:cubicBezTo>
                    <a:pt x="22882" y="11127"/>
                    <a:pt x="22986" y="11049"/>
                    <a:pt x="23088" y="10969"/>
                  </a:cubicBezTo>
                  <a:cubicBezTo>
                    <a:pt x="23095" y="10964"/>
                    <a:pt x="23101" y="10956"/>
                    <a:pt x="23108" y="10951"/>
                  </a:cubicBezTo>
                  <a:cubicBezTo>
                    <a:pt x="23211" y="10872"/>
                    <a:pt x="23312" y="10788"/>
                    <a:pt x="23413" y="10705"/>
                  </a:cubicBezTo>
                  <a:cubicBezTo>
                    <a:pt x="23419" y="10700"/>
                    <a:pt x="23426" y="10693"/>
                    <a:pt x="23434" y="10687"/>
                  </a:cubicBezTo>
                  <a:cubicBezTo>
                    <a:pt x="23533" y="10602"/>
                    <a:pt x="23632" y="10519"/>
                    <a:pt x="23730" y="10432"/>
                  </a:cubicBezTo>
                  <a:cubicBezTo>
                    <a:pt x="23737" y="10426"/>
                    <a:pt x="23742" y="10419"/>
                    <a:pt x="23748" y="10414"/>
                  </a:cubicBezTo>
                  <a:cubicBezTo>
                    <a:pt x="23847" y="10328"/>
                    <a:pt x="23942" y="10239"/>
                    <a:pt x="24038" y="10149"/>
                  </a:cubicBezTo>
                  <a:cubicBezTo>
                    <a:pt x="24044" y="10144"/>
                    <a:pt x="24050" y="10139"/>
                    <a:pt x="24055" y="10132"/>
                  </a:cubicBezTo>
                  <a:cubicBezTo>
                    <a:pt x="24151" y="10042"/>
                    <a:pt x="24246" y="9951"/>
                    <a:pt x="24338" y="9858"/>
                  </a:cubicBezTo>
                  <a:lnTo>
                    <a:pt x="24354" y="9842"/>
                  </a:lnTo>
                  <a:cubicBezTo>
                    <a:pt x="24447" y="9748"/>
                    <a:pt x="24539" y="9654"/>
                    <a:pt x="24630" y="9558"/>
                  </a:cubicBezTo>
                  <a:cubicBezTo>
                    <a:pt x="24632" y="9552"/>
                    <a:pt x="24637" y="9544"/>
                    <a:pt x="24642" y="9540"/>
                  </a:cubicBezTo>
                  <a:cubicBezTo>
                    <a:pt x="24733" y="9444"/>
                    <a:pt x="24822" y="9347"/>
                    <a:pt x="24909" y="9249"/>
                  </a:cubicBezTo>
                  <a:cubicBezTo>
                    <a:pt x="24914" y="9244"/>
                    <a:pt x="24919" y="9236"/>
                    <a:pt x="24925" y="9231"/>
                  </a:cubicBezTo>
                  <a:cubicBezTo>
                    <a:pt x="25012" y="9133"/>
                    <a:pt x="25098" y="9034"/>
                    <a:pt x="25183" y="8934"/>
                  </a:cubicBezTo>
                  <a:cubicBezTo>
                    <a:pt x="25189" y="8927"/>
                    <a:pt x="25195" y="8921"/>
                    <a:pt x="25200" y="8913"/>
                  </a:cubicBezTo>
                  <a:cubicBezTo>
                    <a:pt x="25285" y="8814"/>
                    <a:pt x="25367" y="8713"/>
                    <a:pt x="25448" y="8610"/>
                  </a:cubicBezTo>
                  <a:cubicBezTo>
                    <a:pt x="25454" y="8602"/>
                    <a:pt x="25460" y="8596"/>
                    <a:pt x="25465" y="8589"/>
                  </a:cubicBezTo>
                  <a:cubicBezTo>
                    <a:pt x="25546" y="8486"/>
                    <a:pt x="25624" y="8384"/>
                    <a:pt x="25702" y="8279"/>
                  </a:cubicBezTo>
                  <a:cubicBezTo>
                    <a:pt x="25709" y="8271"/>
                    <a:pt x="25714" y="8262"/>
                    <a:pt x="25721" y="8254"/>
                  </a:cubicBezTo>
                  <a:cubicBezTo>
                    <a:pt x="25797" y="8151"/>
                    <a:pt x="25873" y="8046"/>
                    <a:pt x="25947" y="7941"/>
                  </a:cubicBezTo>
                  <a:cubicBezTo>
                    <a:pt x="25953" y="7932"/>
                    <a:pt x="25960" y="7922"/>
                    <a:pt x="25966" y="7912"/>
                  </a:cubicBezTo>
                  <a:cubicBezTo>
                    <a:pt x="26039" y="7808"/>
                    <a:pt x="26110" y="7702"/>
                    <a:pt x="26182" y="7596"/>
                  </a:cubicBezTo>
                  <a:cubicBezTo>
                    <a:pt x="26190" y="7584"/>
                    <a:pt x="26196" y="7574"/>
                    <a:pt x="26204" y="7563"/>
                  </a:cubicBezTo>
                  <a:cubicBezTo>
                    <a:pt x="26273" y="7456"/>
                    <a:pt x="26341" y="7350"/>
                    <a:pt x="26407" y="7242"/>
                  </a:cubicBezTo>
                  <a:cubicBezTo>
                    <a:pt x="26408" y="7240"/>
                    <a:pt x="26411" y="7238"/>
                    <a:pt x="26412" y="7234"/>
                  </a:cubicBezTo>
                  <a:cubicBezTo>
                    <a:pt x="27556" y="5379"/>
                    <a:pt x="28288" y="3242"/>
                    <a:pt x="28477" y="952"/>
                  </a:cubicBezTo>
                  <a:lnTo>
                    <a:pt x="27958" y="790"/>
                  </a:lnTo>
                  <a:cubicBezTo>
                    <a:pt x="27732" y="727"/>
                    <a:pt x="27543" y="585"/>
                    <a:pt x="27429" y="400"/>
                  </a:cubicBezTo>
                  <a:lnTo>
                    <a:pt x="271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7"/>
            <p:cNvSpPr/>
            <p:nvPr/>
          </p:nvSpPr>
          <p:spPr>
            <a:xfrm>
              <a:off x="3367622" y="2929421"/>
              <a:ext cx="230649" cy="557279"/>
            </a:xfrm>
            <a:custGeom>
              <a:rect b="b" l="l" r="r" t="t"/>
              <a:pathLst>
                <a:path extrusionOk="0" h="6678" w="2764">
                  <a:moveTo>
                    <a:pt x="1" y="0"/>
                  </a:moveTo>
                  <a:lnTo>
                    <a:pt x="1" y="0"/>
                  </a:lnTo>
                  <a:cubicBezTo>
                    <a:pt x="209" y="2457"/>
                    <a:pt x="1037" y="4736"/>
                    <a:pt x="2334" y="6678"/>
                  </a:cubicBezTo>
                  <a:lnTo>
                    <a:pt x="2731" y="3061"/>
                  </a:lnTo>
                  <a:cubicBezTo>
                    <a:pt x="2764" y="2777"/>
                    <a:pt x="2661" y="2495"/>
                    <a:pt x="2455" y="229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A2AE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7"/>
            <p:cNvSpPr/>
            <p:nvPr/>
          </p:nvSpPr>
          <p:spPr>
            <a:xfrm>
              <a:off x="3367622" y="2929421"/>
              <a:ext cx="230649" cy="557279"/>
            </a:xfrm>
            <a:custGeom>
              <a:rect b="b" l="l" r="r" t="t"/>
              <a:pathLst>
                <a:path extrusionOk="0" h="6678" w="2764">
                  <a:moveTo>
                    <a:pt x="1" y="0"/>
                  </a:moveTo>
                  <a:lnTo>
                    <a:pt x="1" y="0"/>
                  </a:lnTo>
                  <a:cubicBezTo>
                    <a:pt x="209" y="2457"/>
                    <a:pt x="1037" y="4736"/>
                    <a:pt x="2334" y="6678"/>
                  </a:cubicBezTo>
                  <a:lnTo>
                    <a:pt x="2731" y="3061"/>
                  </a:lnTo>
                  <a:cubicBezTo>
                    <a:pt x="2764" y="2777"/>
                    <a:pt x="2661" y="2495"/>
                    <a:pt x="2455" y="229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80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3360029" y="2830786"/>
              <a:ext cx="2382927" cy="42893"/>
            </a:xfrm>
            <a:custGeom>
              <a:rect b="b" l="l" r="r" t="t"/>
              <a:pathLst>
                <a:path extrusionOk="0" h="514" w="28556">
                  <a:moveTo>
                    <a:pt x="1" y="1"/>
                  </a:moveTo>
                  <a:lnTo>
                    <a:pt x="1" y="513"/>
                  </a:lnTo>
                  <a:lnTo>
                    <a:pt x="28556" y="513"/>
                  </a:lnTo>
                  <a:lnTo>
                    <a:pt x="285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3363116" y="2847392"/>
              <a:ext cx="2204099" cy="1170386"/>
            </a:xfrm>
            <a:custGeom>
              <a:rect b="b" l="l" r="r" t="t"/>
              <a:pathLst>
                <a:path extrusionOk="0" h="14025" w="26413">
                  <a:moveTo>
                    <a:pt x="1" y="0"/>
                  </a:moveTo>
                  <a:cubicBezTo>
                    <a:pt x="129" y="7767"/>
                    <a:pt x="6463" y="14025"/>
                    <a:pt x="14262" y="14025"/>
                  </a:cubicBezTo>
                  <a:cubicBezTo>
                    <a:pt x="14405" y="14025"/>
                    <a:pt x="14548" y="14023"/>
                    <a:pt x="14692" y="14018"/>
                  </a:cubicBezTo>
                  <a:cubicBezTo>
                    <a:pt x="14733" y="14016"/>
                    <a:pt x="14773" y="14015"/>
                    <a:pt x="14812" y="14014"/>
                  </a:cubicBezTo>
                  <a:cubicBezTo>
                    <a:pt x="14923" y="14010"/>
                    <a:pt x="15034" y="14003"/>
                    <a:pt x="15144" y="13997"/>
                  </a:cubicBezTo>
                  <a:cubicBezTo>
                    <a:pt x="15180" y="13994"/>
                    <a:pt x="15215" y="13993"/>
                    <a:pt x="15251" y="13991"/>
                  </a:cubicBezTo>
                  <a:cubicBezTo>
                    <a:pt x="15392" y="13981"/>
                    <a:pt x="15533" y="13969"/>
                    <a:pt x="15672" y="13956"/>
                  </a:cubicBezTo>
                  <a:cubicBezTo>
                    <a:pt x="15696" y="13953"/>
                    <a:pt x="15720" y="13951"/>
                    <a:pt x="15743" y="13948"/>
                  </a:cubicBezTo>
                  <a:cubicBezTo>
                    <a:pt x="15861" y="13936"/>
                    <a:pt x="15979" y="13923"/>
                    <a:pt x="16096" y="13907"/>
                  </a:cubicBezTo>
                  <a:cubicBezTo>
                    <a:pt x="16136" y="13902"/>
                    <a:pt x="16175" y="13897"/>
                    <a:pt x="16214" y="13892"/>
                  </a:cubicBezTo>
                  <a:cubicBezTo>
                    <a:pt x="16332" y="13876"/>
                    <a:pt x="16451" y="13859"/>
                    <a:pt x="16567" y="13840"/>
                  </a:cubicBezTo>
                  <a:cubicBezTo>
                    <a:pt x="16590" y="13836"/>
                    <a:pt x="16611" y="13834"/>
                    <a:pt x="16633" y="13830"/>
                  </a:cubicBezTo>
                  <a:cubicBezTo>
                    <a:pt x="16772" y="13806"/>
                    <a:pt x="16910" y="13780"/>
                    <a:pt x="17047" y="13754"/>
                  </a:cubicBezTo>
                  <a:cubicBezTo>
                    <a:pt x="17077" y="13748"/>
                    <a:pt x="17104" y="13743"/>
                    <a:pt x="17134" y="13736"/>
                  </a:cubicBezTo>
                  <a:cubicBezTo>
                    <a:pt x="17247" y="13713"/>
                    <a:pt x="17358" y="13688"/>
                    <a:pt x="17470" y="13663"/>
                  </a:cubicBezTo>
                  <a:cubicBezTo>
                    <a:pt x="17501" y="13656"/>
                    <a:pt x="17534" y="13647"/>
                    <a:pt x="17567" y="13640"/>
                  </a:cubicBezTo>
                  <a:cubicBezTo>
                    <a:pt x="17841" y="13575"/>
                    <a:pt x="18112" y="13502"/>
                    <a:pt x="18381" y="13421"/>
                  </a:cubicBezTo>
                  <a:cubicBezTo>
                    <a:pt x="18409" y="13414"/>
                    <a:pt x="18436" y="13405"/>
                    <a:pt x="18463" y="13396"/>
                  </a:cubicBezTo>
                  <a:cubicBezTo>
                    <a:pt x="18578" y="13360"/>
                    <a:pt x="18693" y="13323"/>
                    <a:pt x="18808" y="13284"/>
                  </a:cubicBezTo>
                  <a:cubicBezTo>
                    <a:pt x="18828" y="13278"/>
                    <a:pt x="18849" y="13272"/>
                    <a:pt x="18869" y="13264"/>
                  </a:cubicBezTo>
                  <a:cubicBezTo>
                    <a:pt x="19006" y="13217"/>
                    <a:pt x="19142" y="13170"/>
                    <a:pt x="19278" y="13118"/>
                  </a:cubicBezTo>
                  <a:cubicBezTo>
                    <a:pt x="19281" y="13117"/>
                    <a:pt x="19283" y="13117"/>
                    <a:pt x="19284" y="13115"/>
                  </a:cubicBezTo>
                  <a:cubicBezTo>
                    <a:pt x="19414" y="13067"/>
                    <a:pt x="19543" y="13016"/>
                    <a:pt x="19670" y="12964"/>
                  </a:cubicBezTo>
                  <a:cubicBezTo>
                    <a:pt x="19691" y="12955"/>
                    <a:pt x="19712" y="12947"/>
                    <a:pt x="19733" y="12938"/>
                  </a:cubicBezTo>
                  <a:cubicBezTo>
                    <a:pt x="19999" y="12827"/>
                    <a:pt x="20263" y="12709"/>
                    <a:pt x="20520" y="12582"/>
                  </a:cubicBezTo>
                  <a:cubicBezTo>
                    <a:pt x="20526" y="12580"/>
                    <a:pt x="20532" y="12576"/>
                    <a:pt x="20539" y="12573"/>
                  </a:cubicBezTo>
                  <a:cubicBezTo>
                    <a:pt x="20663" y="12512"/>
                    <a:pt x="20786" y="12449"/>
                    <a:pt x="20908" y="12386"/>
                  </a:cubicBezTo>
                  <a:cubicBezTo>
                    <a:pt x="20919" y="12381"/>
                    <a:pt x="20930" y="12374"/>
                    <a:pt x="20940" y="12368"/>
                  </a:cubicBezTo>
                  <a:cubicBezTo>
                    <a:pt x="21199" y="12230"/>
                    <a:pt x="21453" y="12086"/>
                    <a:pt x="21702" y="11934"/>
                  </a:cubicBezTo>
                  <a:cubicBezTo>
                    <a:pt x="21707" y="11932"/>
                    <a:pt x="21711" y="11928"/>
                    <a:pt x="21716" y="11926"/>
                  </a:cubicBezTo>
                  <a:cubicBezTo>
                    <a:pt x="23625" y="10754"/>
                    <a:pt x="25237" y="9143"/>
                    <a:pt x="26412" y="7236"/>
                  </a:cubicBezTo>
                  <a:lnTo>
                    <a:pt x="26412" y="7236"/>
                  </a:lnTo>
                  <a:cubicBezTo>
                    <a:pt x="24240" y="8572"/>
                    <a:pt x="21681" y="9347"/>
                    <a:pt x="18940" y="9347"/>
                  </a:cubicBezTo>
                  <a:cubicBezTo>
                    <a:pt x="12791" y="9347"/>
                    <a:pt x="7550" y="5455"/>
                    <a:pt x="55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5482442" y="3110418"/>
              <a:ext cx="653144" cy="316693"/>
            </a:xfrm>
            <a:custGeom>
              <a:rect b="b" l="l" r="r" t="t"/>
              <a:pathLst>
                <a:path extrusionOk="0" h="3795" w="7827">
                  <a:moveTo>
                    <a:pt x="4098" y="1"/>
                  </a:moveTo>
                  <a:cubicBezTo>
                    <a:pt x="3534" y="1"/>
                    <a:pt x="3056" y="365"/>
                    <a:pt x="2884" y="870"/>
                  </a:cubicBezTo>
                  <a:cubicBezTo>
                    <a:pt x="2711" y="769"/>
                    <a:pt x="2510" y="711"/>
                    <a:pt x="2296" y="711"/>
                  </a:cubicBezTo>
                  <a:cubicBezTo>
                    <a:pt x="1670" y="711"/>
                    <a:pt x="1161" y="1206"/>
                    <a:pt x="1134" y="1826"/>
                  </a:cubicBezTo>
                  <a:cubicBezTo>
                    <a:pt x="1087" y="1820"/>
                    <a:pt x="1039" y="1815"/>
                    <a:pt x="991" y="1815"/>
                  </a:cubicBezTo>
                  <a:cubicBezTo>
                    <a:pt x="443" y="1815"/>
                    <a:pt x="0" y="2258"/>
                    <a:pt x="0" y="2804"/>
                  </a:cubicBezTo>
                  <a:cubicBezTo>
                    <a:pt x="0" y="3352"/>
                    <a:pt x="444" y="3795"/>
                    <a:pt x="991" y="3795"/>
                  </a:cubicBezTo>
                  <a:cubicBezTo>
                    <a:pt x="997" y="3795"/>
                    <a:pt x="1005" y="3793"/>
                    <a:pt x="1011" y="3793"/>
                  </a:cubicBezTo>
                  <a:lnTo>
                    <a:pt x="1011" y="3795"/>
                  </a:lnTo>
                  <a:lnTo>
                    <a:pt x="5590" y="3795"/>
                  </a:lnTo>
                  <a:lnTo>
                    <a:pt x="6998" y="3793"/>
                  </a:lnTo>
                  <a:cubicBezTo>
                    <a:pt x="7007" y="3793"/>
                    <a:pt x="7014" y="3791"/>
                    <a:pt x="7023" y="3791"/>
                  </a:cubicBezTo>
                  <a:cubicBezTo>
                    <a:pt x="7030" y="3791"/>
                    <a:pt x="7038" y="3793"/>
                    <a:pt x="7044" y="3793"/>
                  </a:cubicBezTo>
                  <a:cubicBezTo>
                    <a:pt x="7475" y="3793"/>
                    <a:pt x="7825" y="3444"/>
                    <a:pt x="7825" y="3013"/>
                  </a:cubicBezTo>
                  <a:cubicBezTo>
                    <a:pt x="7827" y="2580"/>
                    <a:pt x="7478" y="2231"/>
                    <a:pt x="7047" y="2231"/>
                  </a:cubicBezTo>
                  <a:cubicBezTo>
                    <a:pt x="6987" y="2231"/>
                    <a:pt x="6929" y="2239"/>
                    <a:pt x="6873" y="2252"/>
                  </a:cubicBezTo>
                  <a:cubicBezTo>
                    <a:pt x="6772" y="1615"/>
                    <a:pt x="6221" y="1127"/>
                    <a:pt x="5556" y="1127"/>
                  </a:cubicBezTo>
                  <a:cubicBezTo>
                    <a:pt x="5495" y="1127"/>
                    <a:pt x="5435" y="1132"/>
                    <a:pt x="5375" y="1141"/>
                  </a:cubicBezTo>
                  <a:cubicBezTo>
                    <a:pt x="5303" y="500"/>
                    <a:pt x="4760" y="1"/>
                    <a:pt x="4098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5278996" y="2598051"/>
              <a:ext cx="186839" cy="186845"/>
            </a:xfrm>
            <a:custGeom>
              <a:rect b="b" l="l" r="r" t="t"/>
              <a:pathLst>
                <a:path extrusionOk="0" h="2239" w="2239">
                  <a:moveTo>
                    <a:pt x="1120" y="0"/>
                  </a:moveTo>
                  <a:cubicBezTo>
                    <a:pt x="501" y="0"/>
                    <a:pt x="1" y="501"/>
                    <a:pt x="1" y="1119"/>
                  </a:cubicBezTo>
                  <a:cubicBezTo>
                    <a:pt x="1" y="1738"/>
                    <a:pt x="501" y="2238"/>
                    <a:pt x="1120" y="2238"/>
                  </a:cubicBezTo>
                  <a:cubicBezTo>
                    <a:pt x="1738" y="2238"/>
                    <a:pt x="2239" y="1738"/>
                    <a:pt x="2239" y="1119"/>
                  </a:cubicBezTo>
                  <a:cubicBezTo>
                    <a:pt x="2239" y="501"/>
                    <a:pt x="1738" y="0"/>
                    <a:pt x="11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5294017" y="2488485"/>
              <a:ext cx="156881" cy="157053"/>
            </a:xfrm>
            <a:custGeom>
              <a:rect b="b" l="l" r="r" t="t"/>
              <a:pathLst>
                <a:path extrusionOk="0" h="1882" w="1880">
                  <a:moveTo>
                    <a:pt x="940" y="1"/>
                  </a:moveTo>
                  <a:cubicBezTo>
                    <a:pt x="421" y="1"/>
                    <a:pt x="0" y="422"/>
                    <a:pt x="0" y="941"/>
                  </a:cubicBezTo>
                  <a:cubicBezTo>
                    <a:pt x="0" y="1460"/>
                    <a:pt x="421" y="1881"/>
                    <a:pt x="940" y="1881"/>
                  </a:cubicBezTo>
                  <a:cubicBezTo>
                    <a:pt x="1459" y="1881"/>
                    <a:pt x="1880" y="1460"/>
                    <a:pt x="1880" y="941"/>
                  </a:cubicBezTo>
                  <a:cubicBezTo>
                    <a:pt x="1880" y="422"/>
                    <a:pt x="1459" y="1"/>
                    <a:pt x="9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5363111" y="2728563"/>
              <a:ext cx="18609" cy="112491"/>
            </a:xfrm>
            <a:custGeom>
              <a:rect b="b" l="l" r="r" t="t"/>
              <a:pathLst>
                <a:path extrusionOk="0" h="1348" w="223">
                  <a:moveTo>
                    <a:pt x="112" y="1"/>
                  </a:moveTo>
                  <a:cubicBezTo>
                    <a:pt x="51" y="1"/>
                    <a:pt x="1" y="50"/>
                    <a:pt x="1" y="111"/>
                  </a:cubicBezTo>
                  <a:lnTo>
                    <a:pt x="1" y="1236"/>
                  </a:lnTo>
                  <a:cubicBezTo>
                    <a:pt x="1" y="1297"/>
                    <a:pt x="51" y="1347"/>
                    <a:pt x="112" y="1347"/>
                  </a:cubicBezTo>
                  <a:cubicBezTo>
                    <a:pt x="174" y="1347"/>
                    <a:pt x="223" y="1297"/>
                    <a:pt x="223" y="1236"/>
                  </a:cubicBezTo>
                  <a:lnTo>
                    <a:pt x="223" y="111"/>
                  </a:lnTo>
                  <a:cubicBezTo>
                    <a:pt x="223" y="50"/>
                    <a:pt x="174" y="1"/>
                    <a:pt x="1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5478520" y="2598051"/>
              <a:ext cx="186839" cy="186845"/>
            </a:xfrm>
            <a:custGeom>
              <a:rect b="b" l="l" r="r" t="t"/>
              <a:pathLst>
                <a:path extrusionOk="0" h="2239" w="2239">
                  <a:moveTo>
                    <a:pt x="1120" y="0"/>
                  </a:moveTo>
                  <a:cubicBezTo>
                    <a:pt x="502" y="0"/>
                    <a:pt x="0" y="501"/>
                    <a:pt x="0" y="1119"/>
                  </a:cubicBezTo>
                  <a:cubicBezTo>
                    <a:pt x="0" y="1738"/>
                    <a:pt x="502" y="2238"/>
                    <a:pt x="1120" y="2238"/>
                  </a:cubicBezTo>
                  <a:cubicBezTo>
                    <a:pt x="1738" y="2238"/>
                    <a:pt x="2239" y="1738"/>
                    <a:pt x="2239" y="1119"/>
                  </a:cubicBezTo>
                  <a:cubicBezTo>
                    <a:pt x="2239" y="501"/>
                    <a:pt x="1738" y="0"/>
                    <a:pt x="1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5482609" y="2488735"/>
              <a:ext cx="177743" cy="157053"/>
            </a:xfrm>
            <a:custGeom>
              <a:rect b="b" l="l" r="r" t="t"/>
              <a:pathLst>
                <a:path extrusionOk="0" h="1882" w="2130">
                  <a:moveTo>
                    <a:pt x="1064" y="1"/>
                  </a:moveTo>
                  <a:cubicBezTo>
                    <a:pt x="951" y="1"/>
                    <a:pt x="836" y="22"/>
                    <a:pt x="724" y="65"/>
                  </a:cubicBezTo>
                  <a:cubicBezTo>
                    <a:pt x="240" y="253"/>
                    <a:pt x="0" y="799"/>
                    <a:pt x="189" y="1283"/>
                  </a:cubicBezTo>
                  <a:cubicBezTo>
                    <a:pt x="333" y="1654"/>
                    <a:pt x="689" y="1881"/>
                    <a:pt x="1065" y="1881"/>
                  </a:cubicBezTo>
                  <a:cubicBezTo>
                    <a:pt x="1179" y="1881"/>
                    <a:pt x="1294" y="1861"/>
                    <a:pt x="1406" y="1817"/>
                  </a:cubicBezTo>
                  <a:cubicBezTo>
                    <a:pt x="1890" y="1629"/>
                    <a:pt x="2130" y="1084"/>
                    <a:pt x="1940" y="600"/>
                  </a:cubicBezTo>
                  <a:cubicBezTo>
                    <a:pt x="1796" y="228"/>
                    <a:pt x="1441" y="1"/>
                    <a:pt x="10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5562552" y="2728563"/>
              <a:ext cx="18859" cy="112491"/>
            </a:xfrm>
            <a:custGeom>
              <a:rect b="b" l="l" r="r" t="t"/>
              <a:pathLst>
                <a:path extrusionOk="0" h="1348" w="226">
                  <a:moveTo>
                    <a:pt x="113" y="1"/>
                  </a:moveTo>
                  <a:cubicBezTo>
                    <a:pt x="51" y="1"/>
                    <a:pt x="1" y="50"/>
                    <a:pt x="1" y="111"/>
                  </a:cubicBezTo>
                  <a:lnTo>
                    <a:pt x="1" y="1236"/>
                  </a:lnTo>
                  <a:cubicBezTo>
                    <a:pt x="1" y="1297"/>
                    <a:pt x="51" y="1347"/>
                    <a:pt x="113" y="1347"/>
                  </a:cubicBezTo>
                  <a:cubicBezTo>
                    <a:pt x="175" y="1347"/>
                    <a:pt x="225" y="1297"/>
                    <a:pt x="224" y="1236"/>
                  </a:cubicBezTo>
                  <a:lnTo>
                    <a:pt x="224" y="111"/>
                  </a:lnTo>
                  <a:cubicBezTo>
                    <a:pt x="224" y="50"/>
                    <a:pt x="174" y="1"/>
                    <a:pt x="1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4959140" y="2600805"/>
              <a:ext cx="186839" cy="186845"/>
            </a:xfrm>
            <a:custGeom>
              <a:rect b="b" l="l" r="r" t="t"/>
              <a:pathLst>
                <a:path extrusionOk="0" h="2239" w="2239">
                  <a:moveTo>
                    <a:pt x="1119" y="0"/>
                  </a:moveTo>
                  <a:cubicBezTo>
                    <a:pt x="501" y="0"/>
                    <a:pt x="0" y="502"/>
                    <a:pt x="0" y="1120"/>
                  </a:cubicBezTo>
                  <a:cubicBezTo>
                    <a:pt x="0" y="1738"/>
                    <a:pt x="501" y="2239"/>
                    <a:pt x="1119" y="2239"/>
                  </a:cubicBezTo>
                  <a:cubicBezTo>
                    <a:pt x="1737" y="2239"/>
                    <a:pt x="2239" y="1738"/>
                    <a:pt x="2239" y="1120"/>
                  </a:cubicBezTo>
                  <a:cubicBezTo>
                    <a:pt x="2239" y="502"/>
                    <a:pt x="1737" y="0"/>
                    <a:pt x="11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4974077" y="2491322"/>
              <a:ext cx="156965" cy="156969"/>
            </a:xfrm>
            <a:custGeom>
              <a:rect b="b" l="l" r="r" t="t"/>
              <a:pathLst>
                <a:path extrusionOk="0" h="1881" w="1881">
                  <a:moveTo>
                    <a:pt x="940" y="0"/>
                  </a:moveTo>
                  <a:cubicBezTo>
                    <a:pt x="422" y="0"/>
                    <a:pt x="0" y="421"/>
                    <a:pt x="0" y="940"/>
                  </a:cubicBezTo>
                  <a:cubicBezTo>
                    <a:pt x="0" y="1460"/>
                    <a:pt x="422" y="1880"/>
                    <a:pt x="940" y="1880"/>
                  </a:cubicBezTo>
                  <a:cubicBezTo>
                    <a:pt x="1460" y="1880"/>
                    <a:pt x="1881" y="1460"/>
                    <a:pt x="1881" y="940"/>
                  </a:cubicBezTo>
                  <a:cubicBezTo>
                    <a:pt x="1881" y="421"/>
                    <a:pt x="1460" y="0"/>
                    <a:pt x="9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5043172" y="2731400"/>
              <a:ext cx="18692" cy="112574"/>
            </a:xfrm>
            <a:custGeom>
              <a:rect b="b" l="l" r="r" t="t"/>
              <a:pathLst>
                <a:path extrusionOk="0" h="1349" w="224">
                  <a:moveTo>
                    <a:pt x="112" y="1"/>
                  </a:moveTo>
                  <a:cubicBezTo>
                    <a:pt x="51" y="1"/>
                    <a:pt x="1" y="51"/>
                    <a:pt x="1" y="112"/>
                  </a:cubicBezTo>
                  <a:lnTo>
                    <a:pt x="1" y="1237"/>
                  </a:lnTo>
                  <a:cubicBezTo>
                    <a:pt x="1" y="1298"/>
                    <a:pt x="51" y="1348"/>
                    <a:pt x="112" y="1348"/>
                  </a:cubicBezTo>
                  <a:cubicBezTo>
                    <a:pt x="174" y="1348"/>
                    <a:pt x="224" y="1298"/>
                    <a:pt x="224" y="1237"/>
                  </a:cubicBezTo>
                  <a:lnTo>
                    <a:pt x="224" y="112"/>
                  </a:lnTo>
                  <a:cubicBezTo>
                    <a:pt x="224" y="51"/>
                    <a:pt x="174" y="1"/>
                    <a:pt x="1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4472982" y="1495761"/>
              <a:ext cx="449865" cy="451882"/>
            </a:xfrm>
            <a:custGeom>
              <a:rect b="b" l="l" r="r" t="t"/>
              <a:pathLst>
                <a:path extrusionOk="0" h="5415" w="5391">
                  <a:moveTo>
                    <a:pt x="2187" y="1"/>
                  </a:moveTo>
                  <a:cubicBezTo>
                    <a:pt x="1513" y="1"/>
                    <a:pt x="966" y="546"/>
                    <a:pt x="966" y="1220"/>
                  </a:cubicBezTo>
                  <a:cubicBezTo>
                    <a:pt x="966" y="1515"/>
                    <a:pt x="1072" y="1785"/>
                    <a:pt x="1245" y="1997"/>
                  </a:cubicBezTo>
                  <a:cubicBezTo>
                    <a:pt x="1205" y="1989"/>
                    <a:pt x="1164" y="1984"/>
                    <a:pt x="1120" y="1984"/>
                  </a:cubicBezTo>
                  <a:cubicBezTo>
                    <a:pt x="760" y="1984"/>
                    <a:pt x="469" y="2275"/>
                    <a:pt x="469" y="2634"/>
                  </a:cubicBezTo>
                  <a:cubicBezTo>
                    <a:pt x="469" y="2721"/>
                    <a:pt x="486" y="2805"/>
                    <a:pt x="517" y="2880"/>
                  </a:cubicBezTo>
                  <a:cubicBezTo>
                    <a:pt x="222" y="2946"/>
                    <a:pt x="0" y="3207"/>
                    <a:pt x="0" y="3523"/>
                  </a:cubicBezTo>
                  <a:cubicBezTo>
                    <a:pt x="0" y="3722"/>
                    <a:pt x="89" y="3900"/>
                    <a:pt x="229" y="4020"/>
                  </a:cubicBezTo>
                  <a:cubicBezTo>
                    <a:pt x="130" y="4163"/>
                    <a:pt x="71" y="4337"/>
                    <a:pt x="71" y="4525"/>
                  </a:cubicBezTo>
                  <a:cubicBezTo>
                    <a:pt x="71" y="5016"/>
                    <a:pt x="469" y="5414"/>
                    <a:pt x="960" y="5414"/>
                  </a:cubicBezTo>
                  <a:cubicBezTo>
                    <a:pt x="1414" y="5414"/>
                    <a:pt x="1788" y="5074"/>
                    <a:pt x="1841" y="4635"/>
                  </a:cubicBezTo>
                  <a:cubicBezTo>
                    <a:pt x="1941" y="4698"/>
                    <a:pt x="2060" y="4735"/>
                    <a:pt x="2187" y="4735"/>
                  </a:cubicBezTo>
                  <a:cubicBezTo>
                    <a:pt x="2458" y="4735"/>
                    <a:pt x="2690" y="4568"/>
                    <a:pt x="2787" y="4332"/>
                  </a:cubicBezTo>
                  <a:cubicBezTo>
                    <a:pt x="2997" y="4502"/>
                    <a:pt x="3264" y="4606"/>
                    <a:pt x="3556" y="4606"/>
                  </a:cubicBezTo>
                  <a:cubicBezTo>
                    <a:pt x="4230" y="4606"/>
                    <a:pt x="4777" y="4060"/>
                    <a:pt x="4777" y="3385"/>
                  </a:cubicBezTo>
                  <a:cubicBezTo>
                    <a:pt x="4777" y="3351"/>
                    <a:pt x="4773" y="3317"/>
                    <a:pt x="4771" y="3283"/>
                  </a:cubicBezTo>
                  <a:cubicBezTo>
                    <a:pt x="5116" y="3270"/>
                    <a:pt x="5390" y="2985"/>
                    <a:pt x="5390" y="2636"/>
                  </a:cubicBezTo>
                  <a:cubicBezTo>
                    <a:pt x="5390" y="2294"/>
                    <a:pt x="5125" y="2013"/>
                    <a:pt x="4789" y="1988"/>
                  </a:cubicBezTo>
                  <a:cubicBezTo>
                    <a:pt x="4905" y="1835"/>
                    <a:pt x="4976" y="1646"/>
                    <a:pt x="4976" y="1440"/>
                  </a:cubicBezTo>
                  <a:cubicBezTo>
                    <a:pt x="4976" y="943"/>
                    <a:pt x="4573" y="539"/>
                    <a:pt x="4075" y="539"/>
                  </a:cubicBezTo>
                  <a:cubicBezTo>
                    <a:pt x="3784" y="539"/>
                    <a:pt x="3525" y="677"/>
                    <a:pt x="3360" y="891"/>
                  </a:cubicBezTo>
                  <a:cubicBezTo>
                    <a:pt x="3216" y="377"/>
                    <a:pt x="2745" y="1"/>
                    <a:pt x="2187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4052479" y="1981291"/>
              <a:ext cx="293485" cy="251852"/>
            </a:xfrm>
            <a:custGeom>
              <a:rect b="b" l="l" r="r" t="t"/>
              <a:pathLst>
                <a:path extrusionOk="0" h="3018" w="3517">
                  <a:moveTo>
                    <a:pt x="294" y="1"/>
                  </a:moveTo>
                  <a:lnTo>
                    <a:pt x="294" y="1"/>
                  </a:lnTo>
                  <a:cubicBezTo>
                    <a:pt x="1" y="2687"/>
                    <a:pt x="1340" y="3018"/>
                    <a:pt x="2018" y="3018"/>
                  </a:cubicBezTo>
                  <a:cubicBezTo>
                    <a:pt x="2240" y="3018"/>
                    <a:pt x="2391" y="2983"/>
                    <a:pt x="2391" y="2983"/>
                  </a:cubicBezTo>
                  <a:cubicBezTo>
                    <a:pt x="3517" y="558"/>
                    <a:pt x="294" y="1"/>
                    <a:pt x="294" y="1"/>
                  </a:cubicBezTo>
                  <a:close/>
                </a:path>
              </a:pathLst>
            </a:custGeom>
            <a:solidFill>
              <a:srgbClr val="D0E10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4075594" y="1981208"/>
              <a:ext cx="188675" cy="262867"/>
            </a:xfrm>
            <a:custGeom>
              <a:rect b="b" l="l" r="r" t="t"/>
              <a:pathLst>
                <a:path extrusionOk="0" h="3150" w="2261">
                  <a:moveTo>
                    <a:pt x="16" y="1"/>
                  </a:moveTo>
                  <a:lnTo>
                    <a:pt x="0" y="165"/>
                  </a:lnTo>
                  <a:lnTo>
                    <a:pt x="321" y="620"/>
                  </a:lnTo>
                  <a:lnTo>
                    <a:pt x="135" y="605"/>
                  </a:lnTo>
                  <a:cubicBezTo>
                    <a:pt x="133" y="604"/>
                    <a:pt x="130" y="604"/>
                    <a:pt x="128" y="604"/>
                  </a:cubicBezTo>
                  <a:cubicBezTo>
                    <a:pt x="79" y="604"/>
                    <a:pt x="38" y="642"/>
                    <a:pt x="33" y="691"/>
                  </a:cubicBezTo>
                  <a:cubicBezTo>
                    <a:pt x="30" y="743"/>
                    <a:pt x="68" y="788"/>
                    <a:pt x="119" y="793"/>
                  </a:cubicBezTo>
                  <a:lnTo>
                    <a:pt x="462" y="823"/>
                  </a:lnTo>
                  <a:lnTo>
                    <a:pt x="716" y="1184"/>
                  </a:lnTo>
                  <a:lnTo>
                    <a:pt x="716" y="1184"/>
                  </a:lnTo>
                  <a:lnTo>
                    <a:pt x="371" y="1155"/>
                  </a:lnTo>
                  <a:cubicBezTo>
                    <a:pt x="368" y="1155"/>
                    <a:pt x="365" y="1155"/>
                    <a:pt x="363" y="1155"/>
                  </a:cubicBezTo>
                  <a:cubicBezTo>
                    <a:pt x="314" y="1155"/>
                    <a:pt x="273" y="1191"/>
                    <a:pt x="268" y="1240"/>
                  </a:cubicBezTo>
                  <a:cubicBezTo>
                    <a:pt x="265" y="1293"/>
                    <a:pt x="303" y="1337"/>
                    <a:pt x="354" y="1342"/>
                  </a:cubicBezTo>
                  <a:lnTo>
                    <a:pt x="857" y="1385"/>
                  </a:lnTo>
                  <a:lnTo>
                    <a:pt x="1111" y="1746"/>
                  </a:lnTo>
                  <a:lnTo>
                    <a:pt x="594" y="1703"/>
                  </a:lnTo>
                  <a:cubicBezTo>
                    <a:pt x="591" y="1703"/>
                    <a:pt x="589" y="1703"/>
                    <a:pt x="586" y="1703"/>
                  </a:cubicBezTo>
                  <a:cubicBezTo>
                    <a:pt x="537" y="1703"/>
                    <a:pt x="496" y="1741"/>
                    <a:pt x="491" y="1789"/>
                  </a:cubicBezTo>
                  <a:cubicBezTo>
                    <a:pt x="487" y="1842"/>
                    <a:pt x="526" y="1887"/>
                    <a:pt x="577" y="1892"/>
                  </a:cubicBezTo>
                  <a:lnTo>
                    <a:pt x="1253" y="1948"/>
                  </a:lnTo>
                  <a:lnTo>
                    <a:pt x="1506" y="2309"/>
                  </a:lnTo>
                  <a:lnTo>
                    <a:pt x="1506" y="2309"/>
                  </a:lnTo>
                  <a:lnTo>
                    <a:pt x="792" y="2250"/>
                  </a:lnTo>
                  <a:cubicBezTo>
                    <a:pt x="789" y="2250"/>
                    <a:pt x="787" y="2250"/>
                    <a:pt x="784" y="2250"/>
                  </a:cubicBezTo>
                  <a:cubicBezTo>
                    <a:pt x="735" y="2250"/>
                    <a:pt x="695" y="2286"/>
                    <a:pt x="690" y="2335"/>
                  </a:cubicBezTo>
                  <a:cubicBezTo>
                    <a:pt x="686" y="2388"/>
                    <a:pt x="724" y="2432"/>
                    <a:pt x="775" y="2437"/>
                  </a:cubicBezTo>
                  <a:lnTo>
                    <a:pt x="1647" y="2511"/>
                  </a:lnTo>
                  <a:lnTo>
                    <a:pt x="2069" y="3110"/>
                  </a:lnTo>
                  <a:cubicBezTo>
                    <a:pt x="2087" y="3136"/>
                    <a:pt x="2117" y="3150"/>
                    <a:pt x="2146" y="3150"/>
                  </a:cubicBezTo>
                  <a:cubicBezTo>
                    <a:pt x="2165" y="3150"/>
                    <a:pt x="2184" y="3144"/>
                    <a:pt x="2201" y="3133"/>
                  </a:cubicBezTo>
                  <a:cubicBezTo>
                    <a:pt x="2250" y="3105"/>
                    <a:pt x="2260" y="3046"/>
                    <a:pt x="2230" y="3004"/>
                  </a:cubicBezTo>
                  <a:lnTo>
                    <a:pt x="1807" y="2404"/>
                  </a:lnTo>
                  <a:lnTo>
                    <a:pt x="2022" y="1581"/>
                  </a:lnTo>
                  <a:cubicBezTo>
                    <a:pt x="2035" y="1531"/>
                    <a:pt x="2006" y="1478"/>
                    <a:pt x="1954" y="1465"/>
                  </a:cubicBezTo>
                  <a:cubicBezTo>
                    <a:pt x="1947" y="1463"/>
                    <a:pt x="1939" y="1462"/>
                    <a:pt x="1932" y="1462"/>
                  </a:cubicBezTo>
                  <a:cubicBezTo>
                    <a:pt x="1889" y="1462"/>
                    <a:pt x="1850" y="1490"/>
                    <a:pt x="1839" y="1534"/>
                  </a:cubicBezTo>
                  <a:lnTo>
                    <a:pt x="1664" y="2202"/>
                  </a:lnTo>
                  <a:lnTo>
                    <a:pt x="1409" y="1841"/>
                  </a:lnTo>
                  <a:lnTo>
                    <a:pt x="1586" y="1165"/>
                  </a:lnTo>
                  <a:cubicBezTo>
                    <a:pt x="1598" y="1115"/>
                    <a:pt x="1570" y="1063"/>
                    <a:pt x="1519" y="1050"/>
                  </a:cubicBezTo>
                  <a:cubicBezTo>
                    <a:pt x="1511" y="1048"/>
                    <a:pt x="1503" y="1047"/>
                    <a:pt x="1495" y="1047"/>
                  </a:cubicBezTo>
                  <a:cubicBezTo>
                    <a:pt x="1453" y="1047"/>
                    <a:pt x="1414" y="1074"/>
                    <a:pt x="1403" y="1117"/>
                  </a:cubicBezTo>
                  <a:lnTo>
                    <a:pt x="1268" y="1638"/>
                  </a:lnTo>
                  <a:lnTo>
                    <a:pt x="1013" y="1276"/>
                  </a:lnTo>
                  <a:lnTo>
                    <a:pt x="1155" y="734"/>
                  </a:lnTo>
                  <a:cubicBezTo>
                    <a:pt x="1168" y="684"/>
                    <a:pt x="1138" y="631"/>
                    <a:pt x="1087" y="619"/>
                  </a:cubicBezTo>
                  <a:cubicBezTo>
                    <a:pt x="1079" y="617"/>
                    <a:pt x="1071" y="616"/>
                    <a:pt x="1063" y="616"/>
                  </a:cubicBezTo>
                  <a:cubicBezTo>
                    <a:pt x="1022" y="616"/>
                    <a:pt x="982" y="644"/>
                    <a:pt x="972" y="686"/>
                  </a:cubicBezTo>
                  <a:lnTo>
                    <a:pt x="871" y="1074"/>
                  </a:lnTo>
                  <a:lnTo>
                    <a:pt x="616" y="712"/>
                  </a:lnTo>
                  <a:lnTo>
                    <a:pt x="703" y="381"/>
                  </a:lnTo>
                  <a:cubicBezTo>
                    <a:pt x="716" y="331"/>
                    <a:pt x="687" y="278"/>
                    <a:pt x="636" y="266"/>
                  </a:cubicBezTo>
                  <a:cubicBezTo>
                    <a:pt x="627" y="264"/>
                    <a:pt x="619" y="263"/>
                    <a:pt x="611" y="263"/>
                  </a:cubicBezTo>
                  <a:cubicBezTo>
                    <a:pt x="570" y="263"/>
                    <a:pt x="531" y="291"/>
                    <a:pt x="521" y="333"/>
                  </a:cubicBezTo>
                  <a:lnTo>
                    <a:pt x="475" y="510"/>
                  </a:lnTo>
                  <a:lnTo>
                    <a:pt x="133" y="25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4108973" y="1867219"/>
              <a:ext cx="482827" cy="364593"/>
            </a:xfrm>
            <a:custGeom>
              <a:rect b="b" l="l" r="r" t="t"/>
              <a:pathLst>
                <a:path extrusionOk="0" h="4369" w="5786">
                  <a:moveTo>
                    <a:pt x="4057" y="1"/>
                  </a:moveTo>
                  <a:lnTo>
                    <a:pt x="4057" y="1"/>
                  </a:lnTo>
                  <a:cubicBezTo>
                    <a:pt x="0" y="2153"/>
                    <a:pt x="2406" y="4369"/>
                    <a:pt x="2406" y="4369"/>
                  </a:cubicBezTo>
                  <a:cubicBezTo>
                    <a:pt x="5785" y="3816"/>
                    <a:pt x="4057" y="1"/>
                    <a:pt x="40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4274784" y="1867302"/>
              <a:ext cx="188424" cy="382702"/>
            </a:xfrm>
            <a:custGeom>
              <a:rect b="b" l="l" r="r" t="t"/>
              <a:pathLst>
                <a:path extrusionOk="0" h="4586" w="2258">
                  <a:moveTo>
                    <a:pt x="2069" y="1"/>
                  </a:moveTo>
                  <a:lnTo>
                    <a:pt x="1885" y="102"/>
                  </a:lnTo>
                  <a:lnTo>
                    <a:pt x="1633" y="770"/>
                  </a:lnTo>
                  <a:lnTo>
                    <a:pt x="1517" y="563"/>
                  </a:lnTo>
                  <a:cubicBezTo>
                    <a:pt x="1494" y="524"/>
                    <a:pt x="1453" y="502"/>
                    <a:pt x="1410" y="502"/>
                  </a:cubicBezTo>
                  <a:cubicBezTo>
                    <a:pt x="1391" y="502"/>
                    <a:pt x="1370" y="507"/>
                    <a:pt x="1352" y="517"/>
                  </a:cubicBezTo>
                  <a:cubicBezTo>
                    <a:pt x="1294" y="550"/>
                    <a:pt x="1272" y="623"/>
                    <a:pt x="1305" y="681"/>
                  </a:cubicBezTo>
                  <a:lnTo>
                    <a:pt x="1522" y="1065"/>
                  </a:lnTo>
                  <a:lnTo>
                    <a:pt x="1320" y="1596"/>
                  </a:lnTo>
                  <a:lnTo>
                    <a:pt x="1103" y="1209"/>
                  </a:lnTo>
                  <a:cubicBezTo>
                    <a:pt x="1080" y="1170"/>
                    <a:pt x="1039" y="1148"/>
                    <a:pt x="997" y="1148"/>
                  </a:cubicBezTo>
                  <a:cubicBezTo>
                    <a:pt x="977" y="1148"/>
                    <a:pt x="957" y="1153"/>
                    <a:pt x="939" y="1163"/>
                  </a:cubicBezTo>
                  <a:cubicBezTo>
                    <a:pt x="880" y="1197"/>
                    <a:pt x="859" y="1270"/>
                    <a:pt x="892" y="1329"/>
                  </a:cubicBezTo>
                  <a:lnTo>
                    <a:pt x="1208" y="1892"/>
                  </a:lnTo>
                  <a:lnTo>
                    <a:pt x="1007" y="2422"/>
                  </a:lnTo>
                  <a:lnTo>
                    <a:pt x="681" y="1842"/>
                  </a:lnTo>
                  <a:cubicBezTo>
                    <a:pt x="658" y="1803"/>
                    <a:pt x="618" y="1781"/>
                    <a:pt x="575" y="1781"/>
                  </a:cubicBezTo>
                  <a:cubicBezTo>
                    <a:pt x="555" y="1781"/>
                    <a:pt x="535" y="1786"/>
                    <a:pt x="516" y="1796"/>
                  </a:cubicBezTo>
                  <a:cubicBezTo>
                    <a:pt x="459" y="1828"/>
                    <a:pt x="437" y="1902"/>
                    <a:pt x="470" y="1960"/>
                  </a:cubicBezTo>
                  <a:lnTo>
                    <a:pt x="896" y="2718"/>
                  </a:lnTo>
                  <a:lnTo>
                    <a:pt x="695" y="3249"/>
                  </a:lnTo>
                  <a:lnTo>
                    <a:pt x="245" y="2447"/>
                  </a:lnTo>
                  <a:cubicBezTo>
                    <a:pt x="222" y="2408"/>
                    <a:pt x="181" y="2386"/>
                    <a:pt x="139" y="2386"/>
                  </a:cubicBezTo>
                  <a:cubicBezTo>
                    <a:pt x="119" y="2386"/>
                    <a:pt x="99" y="2391"/>
                    <a:pt x="80" y="2401"/>
                  </a:cubicBezTo>
                  <a:cubicBezTo>
                    <a:pt x="23" y="2435"/>
                    <a:pt x="0" y="2508"/>
                    <a:pt x="34" y="2567"/>
                  </a:cubicBezTo>
                  <a:lnTo>
                    <a:pt x="583" y="3544"/>
                  </a:lnTo>
                  <a:lnTo>
                    <a:pt x="253" y="4421"/>
                  </a:lnTo>
                  <a:cubicBezTo>
                    <a:pt x="229" y="4484"/>
                    <a:pt x="260" y="4553"/>
                    <a:pt x="323" y="4578"/>
                  </a:cubicBezTo>
                  <a:cubicBezTo>
                    <a:pt x="337" y="4583"/>
                    <a:pt x="351" y="4585"/>
                    <a:pt x="365" y="4585"/>
                  </a:cubicBezTo>
                  <a:cubicBezTo>
                    <a:pt x="414" y="4585"/>
                    <a:pt x="460" y="4556"/>
                    <a:pt x="479" y="4507"/>
                  </a:cubicBezTo>
                  <a:lnTo>
                    <a:pt x="812" y="3628"/>
                  </a:lnTo>
                  <a:lnTo>
                    <a:pt x="1840" y="3264"/>
                  </a:lnTo>
                  <a:cubicBezTo>
                    <a:pt x="1902" y="3242"/>
                    <a:pt x="1936" y="3173"/>
                    <a:pt x="1913" y="3110"/>
                  </a:cubicBezTo>
                  <a:cubicBezTo>
                    <a:pt x="1896" y="3062"/>
                    <a:pt x="1849" y="3030"/>
                    <a:pt x="1800" y="3030"/>
                  </a:cubicBezTo>
                  <a:cubicBezTo>
                    <a:pt x="1786" y="3030"/>
                    <a:pt x="1772" y="3033"/>
                    <a:pt x="1758" y="3038"/>
                  </a:cubicBezTo>
                  <a:lnTo>
                    <a:pt x="923" y="3332"/>
                  </a:lnTo>
                  <a:lnTo>
                    <a:pt x="1124" y="2803"/>
                  </a:lnTo>
                  <a:lnTo>
                    <a:pt x="1965" y="2506"/>
                  </a:lnTo>
                  <a:cubicBezTo>
                    <a:pt x="2028" y="2483"/>
                    <a:pt x="2061" y="2415"/>
                    <a:pt x="2038" y="2352"/>
                  </a:cubicBezTo>
                  <a:cubicBezTo>
                    <a:pt x="2021" y="2302"/>
                    <a:pt x="1975" y="2271"/>
                    <a:pt x="1924" y="2271"/>
                  </a:cubicBezTo>
                  <a:cubicBezTo>
                    <a:pt x="1911" y="2271"/>
                    <a:pt x="1897" y="2274"/>
                    <a:pt x="1883" y="2279"/>
                  </a:cubicBezTo>
                  <a:lnTo>
                    <a:pt x="1233" y="2509"/>
                  </a:lnTo>
                  <a:lnTo>
                    <a:pt x="1435" y="1980"/>
                  </a:lnTo>
                  <a:lnTo>
                    <a:pt x="2110" y="1740"/>
                  </a:lnTo>
                  <a:cubicBezTo>
                    <a:pt x="2172" y="1719"/>
                    <a:pt x="2205" y="1649"/>
                    <a:pt x="2183" y="1586"/>
                  </a:cubicBezTo>
                  <a:cubicBezTo>
                    <a:pt x="2166" y="1536"/>
                    <a:pt x="2118" y="1505"/>
                    <a:pt x="2067" y="1505"/>
                  </a:cubicBezTo>
                  <a:cubicBezTo>
                    <a:pt x="2054" y="1505"/>
                    <a:pt x="2041" y="1507"/>
                    <a:pt x="2028" y="1511"/>
                  </a:cubicBezTo>
                  <a:lnTo>
                    <a:pt x="1544" y="1683"/>
                  </a:lnTo>
                  <a:lnTo>
                    <a:pt x="1746" y="1153"/>
                  </a:lnTo>
                  <a:lnTo>
                    <a:pt x="2161" y="1003"/>
                  </a:lnTo>
                  <a:cubicBezTo>
                    <a:pt x="2224" y="981"/>
                    <a:pt x="2257" y="912"/>
                    <a:pt x="2234" y="849"/>
                  </a:cubicBezTo>
                  <a:cubicBezTo>
                    <a:pt x="2217" y="800"/>
                    <a:pt x="2171" y="769"/>
                    <a:pt x="2121" y="769"/>
                  </a:cubicBezTo>
                  <a:cubicBezTo>
                    <a:pt x="2107" y="769"/>
                    <a:pt x="2093" y="771"/>
                    <a:pt x="2079" y="777"/>
                  </a:cubicBezTo>
                  <a:lnTo>
                    <a:pt x="1859" y="854"/>
                  </a:lnTo>
                  <a:lnTo>
                    <a:pt x="1859" y="854"/>
                  </a:lnTo>
                  <a:lnTo>
                    <a:pt x="2127" y="143"/>
                  </a:lnTo>
                  <a:lnTo>
                    <a:pt x="20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4153785" y="2234304"/>
              <a:ext cx="244334" cy="30543"/>
            </a:xfrm>
            <a:custGeom>
              <a:rect b="b" l="l" r="r" t="t"/>
              <a:pathLst>
                <a:path extrusionOk="0" h="366" w="2928">
                  <a:moveTo>
                    <a:pt x="184" y="1"/>
                  </a:moveTo>
                  <a:cubicBezTo>
                    <a:pt x="82" y="1"/>
                    <a:pt x="0" y="82"/>
                    <a:pt x="0" y="184"/>
                  </a:cubicBezTo>
                  <a:cubicBezTo>
                    <a:pt x="0" y="284"/>
                    <a:pt x="82" y="366"/>
                    <a:pt x="184" y="366"/>
                  </a:cubicBezTo>
                  <a:lnTo>
                    <a:pt x="2746" y="366"/>
                  </a:lnTo>
                  <a:cubicBezTo>
                    <a:pt x="2846" y="366"/>
                    <a:pt x="2928" y="284"/>
                    <a:pt x="2928" y="184"/>
                  </a:cubicBezTo>
                  <a:cubicBezTo>
                    <a:pt x="2928" y="82"/>
                    <a:pt x="2846" y="1"/>
                    <a:pt x="2746" y="1"/>
                  </a:cubicBezTo>
                  <a:close/>
                </a:path>
              </a:pathLst>
            </a:custGeom>
            <a:solidFill>
              <a:srgbClr val="2C61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5050016" y="2140581"/>
              <a:ext cx="444608" cy="244842"/>
            </a:xfrm>
            <a:custGeom>
              <a:rect b="b" l="l" r="r" t="t"/>
              <a:pathLst>
                <a:path extrusionOk="0" h="2934" w="5328">
                  <a:moveTo>
                    <a:pt x="3170" y="1"/>
                  </a:moveTo>
                  <a:cubicBezTo>
                    <a:pt x="2734" y="1"/>
                    <a:pt x="2364" y="282"/>
                    <a:pt x="2231" y="673"/>
                  </a:cubicBezTo>
                  <a:cubicBezTo>
                    <a:pt x="2098" y="595"/>
                    <a:pt x="1944" y="549"/>
                    <a:pt x="1777" y="549"/>
                  </a:cubicBezTo>
                  <a:cubicBezTo>
                    <a:pt x="1293" y="549"/>
                    <a:pt x="899" y="932"/>
                    <a:pt x="878" y="1412"/>
                  </a:cubicBezTo>
                  <a:cubicBezTo>
                    <a:pt x="841" y="1407"/>
                    <a:pt x="805" y="1402"/>
                    <a:pt x="767" y="1402"/>
                  </a:cubicBezTo>
                  <a:cubicBezTo>
                    <a:pt x="344" y="1402"/>
                    <a:pt x="2" y="1745"/>
                    <a:pt x="1" y="2167"/>
                  </a:cubicBezTo>
                  <a:cubicBezTo>
                    <a:pt x="1" y="2590"/>
                    <a:pt x="343" y="2933"/>
                    <a:pt x="767" y="2933"/>
                  </a:cubicBezTo>
                  <a:cubicBezTo>
                    <a:pt x="772" y="2933"/>
                    <a:pt x="777" y="2932"/>
                    <a:pt x="782" y="2932"/>
                  </a:cubicBezTo>
                  <a:lnTo>
                    <a:pt x="782" y="2933"/>
                  </a:lnTo>
                  <a:lnTo>
                    <a:pt x="4323" y="2933"/>
                  </a:lnTo>
                  <a:lnTo>
                    <a:pt x="4323" y="2932"/>
                  </a:lnTo>
                  <a:cubicBezTo>
                    <a:pt x="4880" y="2918"/>
                    <a:pt x="5327" y="2462"/>
                    <a:pt x="5327" y="1902"/>
                  </a:cubicBezTo>
                  <a:cubicBezTo>
                    <a:pt x="5327" y="1333"/>
                    <a:pt x="4866" y="871"/>
                    <a:pt x="4297" y="871"/>
                  </a:cubicBezTo>
                  <a:cubicBezTo>
                    <a:pt x="4248" y="871"/>
                    <a:pt x="4202" y="875"/>
                    <a:pt x="4156" y="882"/>
                  </a:cubicBezTo>
                  <a:cubicBezTo>
                    <a:pt x="4102" y="386"/>
                    <a:pt x="3680" y="1"/>
                    <a:pt x="3170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5254388" y="1817856"/>
              <a:ext cx="63420" cy="97219"/>
            </a:xfrm>
            <a:custGeom>
              <a:rect b="b" l="l" r="r" t="t"/>
              <a:pathLst>
                <a:path extrusionOk="0" h="1165" w="760">
                  <a:moveTo>
                    <a:pt x="379" y="0"/>
                  </a:moveTo>
                  <a:cubicBezTo>
                    <a:pt x="365" y="0"/>
                    <a:pt x="350" y="8"/>
                    <a:pt x="342" y="22"/>
                  </a:cubicBezTo>
                  <a:lnTo>
                    <a:pt x="40" y="615"/>
                  </a:lnTo>
                  <a:lnTo>
                    <a:pt x="42" y="615"/>
                  </a:lnTo>
                  <a:cubicBezTo>
                    <a:pt x="17" y="666"/>
                    <a:pt x="0" y="723"/>
                    <a:pt x="0" y="785"/>
                  </a:cubicBezTo>
                  <a:cubicBezTo>
                    <a:pt x="0" y="994"/>
                    <a:pt x="170" y="1164"/>
                    <a:pt x="380" y="1164"/>
                  </a:cubicBezTo>
                  <a:cubicBezTo>
                    <a:pt x="590" y="1164"/>
                    <a:pt x="760" y="994"/>
                    <a:pt x="760" y="785"/>
                  </a:cubicBezTo>
                  <a:cubicBezTo>
                    <a:pt x="759" y="723"/>
                    <a:pt x="743" y="666"/>
                    <a:pt x="717" y="615"/>
                  </a:cubicBezTo>
                  <a:lnTo>
                    <a:pt x="718" y="615"/>
                  </a:lnTo>
                  <a:lnTo>
                    <a:pt x="416" y="22"/>
                  </a:lnTo>
                  <a:cubicBezTo>
                    <a:pt x="408" y="8"/>
                    <a:pt x="394" y="0"/>
                    <a:pt x="3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5254388" y="1679584"/>
              <a:ext cx="63420" cy="97219"/>
            </a:xfrm>
            <a:custGeom>
              <a:rect b="b" l="l" r="r" t="t"/>
              <a:pathLst>
                <a:path extrusionOk="0" h="1165" w="760">
                  <a:moveTo>
                    <a:pt x="379" y="1"/>
                  </a:moveTo>
                  <a:cubicBezTo>
                    <a:pt x="365" y="1"/>
                    <a:pt x="350" y="8"/>
                    <a:pt x="342" y="23"/>
                  </a:cubicBezTo>
                  <a:lnTo>
                    <a:pt x="40" y="615"/>
                  </a:lnTo>
                  <a:lnTo>
                    <a:pt x="42" y="615"/>
                  </a:lnTo>
                  <a:cubicBezTo>
                    <a:pt x="17" y="666"/>
                    <a:pt x="0" y="724"/>
                    <a:pt x="0" y="785"/>
                  </a:cubicBezTo>
                  <a:cubicBezTo>
                    <a:pt x="0" y="995"/>
                    <a:pt x="170" y="1165"/>
                    <a:pt x="380" y="1165"/>
                  </a:cubicBezTo>
                  <a:cubicBezTo>
                    <a:pt x="590" y="1165"/>
                    <a:pt x="760" y="995"/>
                    <a:pt x="760" y="785"/>
                  </a:cubicBezTo>
                  <a:cubicBezTo>
                    <a:pt x="759" y="724"/>
                    <a:pt x="743" y="666"/>
                    <a:pt x="717" y="615"/>
                  </a:cubicBezTo>
                  <a:lnTo>
                    <a:pt x="718" y="615"/>
                  </a:lnTo>
                  <a:lnTo>
                    <a:pt x="416" y="23"/>
                  </a:lnTo>
                  <a:cubicBezTo>
                    <a:pt x="408" y="8"/>
                    <a:pt x="394" y="1"/>
                    <a:pt x="3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5144654" y="1728150"/>
              <a:ext cx="63420" cy="97219"/>
            </a:xfrm>
            <a:custGeom>
              <a:rect b="b" l="l" r="r" t="t"/>
              <a:pathLst>
                <a:path extrusionOk="0" h="1165" w="760">
                  <a:moveTo>
                    <a:pt x="380" y="1"/>
                  </a:moveTo>
                  <a:cubicBezTo>
                    <a:pt x="365" y="1"/>
                    <a:pt x="351" y="8"/>
                    <a:pt x="343" y="23"/>
                  </a:cubicBezTo>
                  <a:lnTo>
                    <a:pt x="42" y="616"/>
                  </a:lnTo>
                  <a:lnTo>
                    <a:pt x="43" y="616"/>
                  </a:lnTo>
                  <a:cubicBezTo>
                    <a:pt x="17" y="667"/>
                    <a:pt x="1" y="724"/>
                    <a:pt x="1" y="785"/>
                  </a:cubicBezTo>
                  <a:cubicBezTo>
                    <a:pt x="1" y="995"/>
                    <a:pt x="171" y="1165"/>
                    <a:pt x="380" y="1165"/>
                  </a:cubicBezTo>
                  <a:cubicBezTo>
                    <a:pt x="590" y="1165"/>
                    <a:pt x="760" y="995"/>
                    <a:pt x="760" y="785"/>
                  </a:cubicBezTo>
                  <a:cubicBezTo>
                    <a:pt x="759" y="724"/>
                    <a:pt x="742" y="667"/>
                    <a:pt x="717" y="616"/>
                  </a:cubicBezTo>
                  <a:lnTo>
                    <a:pt x="718" y="616"/>
                  </a:lnTo>
                  <a:lnTo>
                    <a:pt x="416" y="23"/>
                  </a:lnTo>
                  <a:cubicBezTo>
                    <a:pt x="408" y="8"/>
                    <a:pt x="394" y="1"/>
                    <a:pt x="3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5362870" y="1769206"/>
              <a:ext cx="63504" cy="97303"/>
            </a:xfrm>
            <a:custGeom>
              <a:rect b="b" l="l" r="r" t="t"/>
              <a:pathLst>
                <a:path extrusionOk="0" h="1166" w="761">
                  <a:moveTo>
                    <a:pt x="380" y="1"/>
                  </a:moveTo>
                  <a:cubicBezTo>
                    <a:pt x="366" y="1"/>
                    <a:pt x="351" y="8"/>
                    <a:pt x="344" y="23"/>
                  </a:cubicBezTo>
                  <a:lnTo>
                    <a:pt x="42" y="616"/>
                  </a:lnTo>
                  <a:lnTo>
                    <a:pt x="43" y="616"/>
                  </a:lnTo>
                  <a:cubicBezTo>
                    <a:pt x="17" y="667"/>
                    <a:pt x="1" y="724"/>
                    <a:pt x="1" y="786"/>
                  </a:cubicBezTo>
                  <a:cubicBezTo>
                    <a:pt x="1" y="995"/>
                    <a:pt x="171" y="1165"/>
                    <a:pt x="381" y="1165"/>
                  </a:cubicBezTo>
                  <a:cubicBezTo>
                    <a:pt x="590" y="1165"/>
                    <a:pt x="760" y="995"/>
                    <a:pt x="760" y="786"/>
                  </a:cubicBezTo>
                  <a:cubicBezTo>
                    <a:pt x="759" y="724"/>
                    <a:pt x="743" y="667"/>
                    <a:pt x="717" y="616"/>
                  </a:cubicBezTo>
                  <a:lnTo>
                    <a:pt x="718" y="616"/>
                  </a:lnTo>
                  <a:lnTo>
                    <a:pt x="416" y="23"/>
                  </a:lnTo>
                  <a:cubicBezTo>
                    <a:pt x="409" y="8"/>
                    <a:pt x="394" y="1"/>
                    <a:pt x="3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7"/>
            <p:cNvSpPr/>
            <p:nvPr/>
          </p:nvSpPr>
          <p:spPr>
            <a:xfrm>
              <a:off x="3438970" y="2546814"/>
              <a:ext cx="350563" cy="240670"/>
            </a:xfrm>
            <a:custGeom>
              <a:rect b="b" l="l" r="r" t="t"/>
              <a:pathLst>
                <a:path extrusionOk="0" h="2884" w="4201">
                  <a:moveTo>
                    <a:pt x="0" y="1"/>
                  </a:moveTo>
                  <a:lnTo>
                    <a:pt x="0" y="2884"/>
                  </a:lnTo>
                  <a:lnTo>
                    <a:pt x="4200" y="2884"/>
                  </a:lnTo>
                  <a:lnTo>
                    <a:pt x="4200" y="1"/>
                  </a:lnTo>
                  <a:close/>
                </a:path>
              </a:pathLst>
            </a:custGeom>
            <a:solidFill>
              <a:srgbClr val="000000">
                <a:alpha val="150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7"/>
            <p:cNvSpPr/>
            <p:nvPr/>
          </p:nvSpPr>
          <p:spPr>
            <a:xfrm>
              <a:off x="3458497" y="2567593"/>
              <a:ext cx="89623" cy="89625"/>
            </a:xfrm>
            <a:custGeom>
              <a:rect b="b" l="l" r="r" t="t"/>
              <a:pathLst>
                <a:path extrusionOk="0" h="1074" w="1074">
                  <a:moveTo>
                    <a:pt x="1" y="0"/>
                  </a:moveTo>
                  <a:lnTo>
                    <a:pt x="1" y="1073"/>
                  </a:lnTo>
                  <a:lnTo>
                    <a:pt x="1074" y="1073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7"/>
            <p:cNvSpPr/>
            <p:nvPr/>
          </p:nvSpPr>
          <p:spPr>
            <a:xfrm>
              <a:off x="3569399" y="2567593"/>
              <a:ext cx="89706" cy="89625"/>
            </a:xfrm>
            <a:custGeom>
              <a:rect b="b" l="l" r="r" t="t"/>
              <a:pathLst>
                <a:path extrusionOk="0" h="1074" w="1075">
                  <a:moveTo>
                    <a:pt x="1" y="0"/>
                  </a:moveTo>
                  <a:lnTo>
                    <a:pt x="1" y="1073"/>
                  </a:lnTo>
                  <a:lnTo>
                    <a:pt x="1074" y="1073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3680301" y="2567593"/>
              <a:ext cx="89706" cy="89625"/>
            </a:xfrm>
            <a:custGeom>
              <a:rect b="b" l="l" r="r" t="t"/>
              <a:pathLst>
                <a:path extrusionOk="0" h="1074" w="1075">
                  <a:moveTo>
                    <a:pt x="1" y="0"/>
                  </a:moveTo>
                  <a:lnTo>
                    <a:pt x="1" y="1073"/>
                  </a:lnTo>
                  <a:lnTo>
                    <a:pt x="1074" y="1073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7"/>
            <p:cNvSpPr/>
            <p:nvPr/>
          </p:nvSpPr>
          <p:spPr>
            <a:xfrm>
              <a:off x="3458497" y="2680163"/>
              <a:ext cx="89623" cy="89709"/>
            </a:xfrm>
            <a:custGeom>
              <a:rect b="b" l="l" r="r" t="t"/>
              <a:pathLst>
                <a:path extrusionOk="0" h="1075" w="1074">
                  <a:moveTo>
                    <a:pt x="1" y="1"/>
                  </a:moveTo>
                  <a:lnTo>
                    <a:pt x="1" y="1074"/>
                  </a:lnTo>
                  <a:lnTo>
                    <a:pt x="1074" y="1074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7"/>
            <p:cNvSpPr/>
            <p:nvPr/>
          </p:nvSpPr>
          <p:spPr>
            <a:xfrm>
              <a:off x="3569399" y="2680163"/>
              <a:ext cx="89706" cy="89709"/>
            </a:xfrm>
            <a:custGeom>
              <a:rect b="b" l="l" r="r" t="t"/>
              <a:pathLst>
                <a:path extrusionOk="0" h="1075" w="1075">
                  <a:moveTo>
                    <a:pt x="1" y="1"/>
                  </a:moveTo>
                  <a:lnTo>
                    <a:pt x="1" y="1074"/>
                  </a:lnTo>
                  <a:lnTo>
                    <a:pt x="1074" y="1074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7"/>
            <p:cNvSpPr/>
            <p:nvPr/>
          </p:nvSpPr>
          <p:spPr>
            <a:xfrm>
              <a:off x="3680301" y="2680163"/>
              <a:ext cx="89706" cy="89709"/>
            </a:xfrm>
            <a:custGeom>
              <a:rect b="b" l="l" r="r" t="t"/>
              <a:pathLst>
                <a:path extrusionOk="0" h="1075" w="1075">
                  <a:moveTo>
                    <a:pt x="1" y="1"/>
                  </a:moveTo>
                  <a:lnTo>
                    <a:pt x="1" y="1074"/>
                  </a:lnTo>
                  <a:lnTo>
                    <a:pt x="1074" y="1074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7"/>
            <p:cNvSpPr/>
            <p:nvPr/>
          </p:nvSpPr>
          <p:spPr>
            <a:xfrm>
              <a:off x="3458580" y="2567676"/>
              <a:ext cx="89539" cy="89709"/>
            </a:xfrm>
            <a:custGeom>
              <a:rect b="b" l="l" r="r" t="t"/>
              <a:pathLst>
                <a:path extrusionOk="0" h="1075" w="1073">
                  <a:moveTo>
                    <a:pt x="1073" y="0"/>
                  </a:moveTo>
                  <a:lnTo>
                    <a:pt x="1" y="1075"/>
                  </a:lnTo>
                  <a:lnTo>
                    <a:pt x="1073" y="1075"/>
                  </a:lnTo>
                  <a:lnTo>
                    <a:pt x="10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7"/>
            <p:cNvSpPr/>
            <p:nvPr/>
          </p:nvSpPr>
          <p:spPr>
            <a:xfrm>
              <a:off x="3569399" y="2567676"/>
              <a:ext cx="89706" cy="89709"/>
            </a:xfrm>
            <a:custGeom>
              <a:rect b="b" l="l" r="r" t="t"/>
              <a:pathLst>
                <a:path extrusionOk="0" h="1075" w="1075">
                  <a:moveTo>
                    <a:pt x="1074" y="0"/>
                  </a:moveTo>
                  <a:lnTo>
                    <a:pt x="1" y="1075"/>
                  </a:lnTo>
                  <a:lnTo>
                    <a:pt x="1074" y="1075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7"/>
            <p:cNvSpPr/>
            <p:nvPr/>
          </p:nvSpPr>
          <p:spPr>
            <a:xfrm>
              <a:off x="3680301" y="2567676"/>
              <a:ext cx="89706" cy="89709"/>
            </a:xfrm>
            <a:custGeom>
              <a:rect b="b" l="l" r="r" t="t"/>
              <a:pathLst>
                <a:path extrusionOk="0" h="1075" w="1075">
                  <a:moveTo>
                    <a:pt x="1074" y="0"/>
                  </a:moveTo>
                  <a:lnTo>
                    <a:pt x="1" y="1075"/>
                  </a:lnTo>
                  <a:lnTo>
                    <a:pt x="1074" y="1075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7"/>
            <p:cNvSpPr/>
            <p:nvPr/>
          </p:nvSpPr>
          <p:spPr>
            <a:xfrm>
              <a:off x="3458580" y="2680163"/>
              <a:ext cx="89539" cy="89792"/>
            </a:xfrm>
            <a:custGeom>
              <a:rect b="b" l="l" r="r" t="t"/>
              <a:pathLst>
                <a:path extrusionOk="0" h="1076" w="1073">
                  <a:moveTo>
                    <a:pt x="1073" y="1"/>
                  </a:moveTo>
                  <a:lnTo>
                    <a:pt x="1" y="1075"/>
                  </a:lnTo>
                  <a:lnTo>
                    <a:pt x="1073" y="1075"/>
                  </a:lnTo>
                  <a:lnTo>
                    <a:pt x="1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7"/>
            <p:cNvSpPr/>
            <p:nvPr/>
          </p:nvSpPr>
          <p:spPr>
            <a:xfrm>
              <a:off x="3569399" y="2680163"/>
              <a:ext cx="89706" cy="89792"/>
            </a:xfrm>
            <a:custGeom>
              <a:rect b="b" l="l" r="r" t="t"/>
              <a:pathLst>
                <a:path extrusionOk="0" h="1076" w="1075">
                  <a:moveTo>
                    <a:pt x="1074" y="1"/>
                  </a:moveTo>
                  <a:lnTo>
                    <a:pt x="1" y="1075"/>
                  </a:lnTo>
                  <a:lnTo>
                    <a:pt x="1074" y="1075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7"/>
            <p:cNvSpPr/>
            <p:nvPr/>
          </p:nvSpPr>
          <p:spPr>
            <a:xfrm>
              <a:off x="3680301" y="2680163"/>
              <a:ext cx="89706" cy="89792"/>
            </a:xfrm>
            <a:custGeom>
              <a:rect b="b" l="l" r="r" t="t"/>
              <a:pathLst>
                <a:path extrusionOk="0" h="1076" w="1075">
                  <a:moveTo>
                    <a:pt x="1074" y="1"/>
                  </a:moveTo>
                  <a:lnTo>
                    <a:pt x="1" y="1075"/>
                  </a:lnTo>
                  <a:lnTo>
                    <a:pt x="1074" y="1075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7"/>
            <p:cNvSpPr/>
            <p:nvPr/>
          </p:nvSpPr>
          <p:spPr>
            <a:xfrm>
              <a:off x="3597271" y="2780884"/>
              <a:ext cx="33796" cy="49987"/>
            </a:xfrm>
            <a:custGeom>
              <a:rect b="b" l="l" r="r" t="t"/>
              <a:pathLst>
                <a:path extrusionOk="0" h="599" w="405">
                  <a:moveTo>
                    <a:pt x="0" y="0"/>
                  </a:moveTo>
                  <a:lnTo>
                    <a:pt x="0" y="599"/>
                  </a:lnTo>
                  <a:lnTo>
                    <a:pt x="404" y="599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5C99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7"/>
            <p:cNvSpPr/>
            <p:nvPr/>
          </p:nvSpPr>
          <p:spPr>
            <a:xfrm>
              <a:off x="3597271" y="2787393"/>
              <a:ext cx="33796" cy="15522"/>
            </a:xfrm>
            <a:custGeom>
              <a:rect b="b" l="l" r="r" t="t"/>
              <a:pathLst>
                <a:path extrusionOk="0" h="186" w="405">
                  <a:moveTo>
                    <a:pt x="0" y="1"/>
                  </a:moveTo>
                  <a:lnTo>
                    <a:pt x="0" y="185"/>
                  </a:lnTo>
                  <a:lnTo>
                    <a:pt x="404" y="185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4D87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3819242" y="2546814"/>
              <a:ext cx="350563" cy="240670"/>
            </a:xfrm>
            <a:custGeom>
              <a:rect b="b" l="l" r="r" t="t"/>
              <a:pathLst>
                <a:path extrusionOk="0" h="2884" w="4201">
                  <a:moveTo>
                    <a:pt x="1" y="1"/>
                  </a:moveTo>
                  <a:lnTo>
                    <a:pt x="1" y="2884"/>
                  </a:lnTo>
                  <a:lnTo>
                    <a:pt x="4201" y="2884"/>
                  </a:lnTo>
                  <a:lnTo>
                    <a:pt x="4201" y="1"/>
                  </a:lnTo>
                  <a:close/>
                </a:path>
              </a:pathLst>
            </a:custGeom>
            <a:solidFill>
              <a:srgbClr val="000000">
                <a:alpha val="150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7"/>
            <p:cNvSpPr/>
            <p:nvPr/>
          </p:nvSpPr>
          <p:spPr>
            <a:xfrm>
              <a:off x="3838769" y="2567593"/>
              <a:ext cx="89706" cy="89625"/>
            </a:xfrm>
            <a:custGeom>
              <a:rect b="b" l="l" r="r" t="t"/>
              <a:pathLst>
                <a:path extrusionOk="0" h="1074" w="1075">
                  <a:moveTo>
                    <a:pt x="1" y="0"/>
                  </a:moveTo>
                  <a:lnTo>
                    <a:pt x="1" y="1073"/>
                  </a:lnTo>
                  <a:lnTo>
                    <a:pt x="1074" y="1073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7"/>
            <p:cNvSpPr/>
            <p:nvPr/>
          </p:nvSpPr>
          <p:spPr>
            <a:xfrm>
              <a:off x="3949671" y="2567593"/>
              <a:ext cx="89706" cy="89625"/>
            </a:xfrm>
            <a:custGeom>
              <a:rect b="b" l="l" r="r" t="t"/>
              <a:pathLst>
                <a:path extrusionOk="0" h="1074" w="1075">
                  <a:moveTo>
                    <a:pt x="1" y="0"/>
                  </a:moveTo>
                  <a:lnTo>
                    <a:pt x="1" y="1073"/>
                  </a:lnTo>
                  <a:lnTo>
                    <a:pt x="1074" y="1073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7"/>
            <p:cNvSpPr/>
            <p:nvPr/>
          </p:nvSpPr>
          <p:spPr>
            <a:xfrm>
              <a:off x="4060657" y="2567593"/>
              <a:ext cx="89623" cy="89625"/>
            </a:xfrm>
            <a:custGeom>
              <a:rect b="b" l="l" r="r" t="t"/>
              <a:pathLst>
                <a:path extrusionOk="0" h="1074" w="1074">
                  <a:moveTo>
                    <a:pt x="0" y="0"/>
                  </a:moveTo>
                  <a:lnTo>
                    <a:pt x="0" y="1073"/>
                  </a:lnTo>
                  <a:lnTo>
                    <a:pt x="1073" y="1073"/>
                  </a:lnTo>
                  <a:lnTo>
                    <a:pt x="10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7"/>
            <p:cNvSpPr/>
            <p:nvPr/>
          </p:nvSpPr>
          <p:spPr>
            <a:xfrm>
              <a:off x="3838769" y="2680163"/>
              <a:ext cx="89706" cy="89709"/>
            </a:xfrm>
            <a:custGeom>
              <a:rect b="b" l="l" r="r" t="t"/>
              <a:pathLst>
                <a:path extrusionOk="0" h="1075" w="1075">
                  <a:moveTo>
                    <a:pt x="1" y="1"/>
                  </a:moveTo>
                  <a:lnTo>
                    <a:pt x="1" y="1074"/>
                  </a:lnTo>
                  <a:lnTo>
                    <a:pt x="1074" y="1074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7"/>
            <p:cNvSpPr/>
            <p:nvPr/>
          </p:nvSpPr>
          <p:spPr>
            <a:xfrm>
              <a:off x="3949671" y="2680163"/>
              <a:ext cx="89706" cy="89709"/>
            </a:xfrm>
            <a:custGeom>
              <a:rect b="b" l="l" r="r" t="t"/>
              <a:pathLst>
                <a:path extrusionOk="0" h="1075" w="1075">
                  <a:moveTo>
                    <a:pt x="1" y="1"/>
                  </a:moveTo>
                  <a:lnTo>
                    <a:pt x="1" y="1074"/>
                  </a:lnTo>
                  <a:lnTo>
                    <a:pt x="1074" y="1074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7"/>
            <p:cNvSpPr/>
            <p:nvPr/>
          </p:nvSpPr>
          <p:spPr>
            <a:xfrm>
              <a:off x="4060657" y="2680163"/>
              <a:ext cx="89623" cy="89709"/>
            </a:xfrm>
            <a:custGeom>
              <a:rect b="b" l="l" r="r" t="t"/>
              <a:pathLst>
                <a:path extrusionOk="0" h="1075" w="1074">
                  <a:moveTo>
                    <a:pt x="0" y="1"/>
                  </a:moveTo>
                  <a:lnTo>
                    <a:pt x="0" y="1074"/>
                  </a:lnTo>
                  <a:lnTo>
                    <a:pt x="1073" y="1074"/>
                  </a:lnTo>
                  <a:lnTo>
                    <a:pt x="10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7"/>
            <p:cNvSpPr/>
            <p:nvPr/>
          </p:nvSpPr>
          <p:spPr>
            <a:xfrm>
              <a:off x="3838769" y="2567676"/>
              <a:ext cx="89790" cy="89709"/>
            </a:xfrm>
            <a:custGeom>
              <a:rect b="b" l="l" r="r" t="t"/>
              <a:pathLst>
                <a:path extrusionOk="0" h="1075" w="1076">
                  <a:moveTo>
                    <a:pt x="1075" y="0"/>
                  </a:moveTo>
                  <a:lnTo>
                    <a:pt x="1" y="1075"/>
                  </a:lnTo>
                  <a:lnTo>
                    <a:pt x="1075" y="1075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7"/>
            <p:cNvSpPr/>
            <p:nvPr/>
          </p:nvSpPr>
          <p:spPr>
            <a:xfrm>
              <a:off x="3949671" y="2567676"/>
              <a:ext cx="89790" cy="89709"/>
            </a:xfrm>
            <a:custGeom>
              <a:rect b="b" l="l" r="r" t="t"/>
              <a:pathLst>
                <a:path extrusionOk="0" h="1075" w="1076">
                  <a:moveTo>
                    <a:pt x="1075" y="0"/>
                  </a:moveTo>
                  <a:lnTo>
                    <a:pt x="1" y="1075"/>
                  </a:lnTo>
                  <a:lnTo>
                    <a:pt x="1075" y="1075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7"/>
            <p:cNvSpPr/>
            <p:nvPr/>
          </p:nvSpPr>
          <p:spPr>
            <a:xfrm>
              <a:off x="4060657" y="2567676"/>
              <a:ext cx="89623" cy="89709"/>
            </a:xfrm>
            <a:custGeom>
              <a:rect b="b" l="l" r="r" t="t"/>
              <a:pathLst>
                <a:path extrusionOk="0" h="1075" w="1074">
                  <a:moveTo>
                    <a:pt x="1073" y="0"/>
                  </a:moveTo>
                  <a:lnTo>
                    <a:pt x="0" y="1075"/>
                  </a:lnTo>
                  <a:lnTo>
                    <a:pt x="1073" y="1075"/>
                  </a:lnTo>
                  <a:lnTo>
                    <a:pt x="10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3838769" y="2680163"/>
              <a:ext cx="89790" cy="89792"/>
            </a:xfrm>
            <a:custGeom>
              <a:rect b="b" l="l" r="r" t="t"/>
              <a:pathLst>
                <a:path extrusionOk="0" h="1076" w="1076">
                  <a:moveTo>
                    <a:pt x="1075" y="1"/>
                  </a:moveTo>
                  <a:lnTo>
                    <a:pt x="1" y="1075"/>
                  </a:lnTo>
                  <a:lnTo>
                    <a:pt x="1075" y="1075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3949671" y="2680163"/>
              <a:ext cx="89790" cy="89792"/>
            </a:xfrm>
            <a:custGeom>
              <a:rect b="b" l="l" r="r" t="t"/>
              <a:pathLst>
                <a:path extrusionOk="0" h="1076" w="1076">
                  <a:moveTo>
                    <a:pt x="1075" y="1"/>
                  </a:moveTo>
                  <a:lnTo>
                    <a:pt x="1" y="1075"/>
                  </a:lnTo>
                  <a:lnTo>
                    <a:pt x="1075" y="1075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7"/>
            <p:cNvSpPr/>
            <p:nvPr/>
          </p:nvSpPr>
          <p:spPr>
            <a:xfrm>
              <a:off x="4060657" y="2680163"/>
              <a:ext cx="89623" cy="89792"/>
            </a:xfrm>
            <a:custGeom>
              <a:rect b="b" l="l" r="r" t="t"/>
              <a:pathLst>
                <a:path extrusionOk="0" h="1076" w="1074">
                  <a:moveTo>
                    <a:pt x="1073" y="1"/>
                  </a:moveTo>
                  <a:lnTo>
                    <a:pt x="0" y="1075"/>
                  </a:lnTo>
                  <a:lnTo>
                    <a:pt x="1073" y="1075"/>
                  </a:lnTo>
                  <a:lnTo>
                    <a:pt x="1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7"/>
            <p:cNvSpPr/>
            <p:nvPr/>
          </p:nvSpPr>
          <p:spPr>
            <a:xfrm>
              <a:off x="3977710" y="2780884"/>
              <a:ext cx="33796" cy="49987"/>
            </a:xfrm>
            <a:custGeom>
              <a:rect b="b" l="l" r="r" t="t"/>
              <a:pathLst>
                <a:path extrusionOk="0" h="599" w="405">
                  <a:moveTo>
                    <a:pt x="1" y="0"/>
                  </a:moveTo>
                  <a:lnTo>
                    <a:pt x="1" y="599"/>
                  </a:lnTo>
                  <a:lnTo>
                    <a:pt x="405" y="599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5C99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7"/>
            <p:cNvSpPr/>
            <p:nvPr/>
          </p:nvSpPr>
          <p:spPr>
            <a:xfrm>
              <a:off x="3977710" y="2787393"/>
              <a:ext cx="33796" cy="15522"/>
            </a:xfrm>
            <a:custGeom>
              <a:rect b="b" l="l" r="r" t="t"/>
              <a:pathLst>
                <a:path extrusionOk="0" h="186" w="405">
                  <a:moveTo>
                    <a:pt x="1" y="1"/>
                  </a:moveTo>
                  <a:lnTo>
                    <a:pt x="1" y="185"/>
                  </a:lnTo>
                  <a:lnTo>
                    <a:pt x="405" y="18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4D87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7"/>
            <p:cNvSpPr/>
            <p:nvPr/>
          </p:nvSpPr>
          <p:spPr>
            <a:xfrm>
              <a:off x="3639746" y="2168130"/>
              <a:ext cx="120915" cy="120919"/>
            </a:xfrm>
            <a:custGeom>
              <a:rect b="b" l="l" r="r" t="t"/>
              <a:pathLst>
                <a:path extrusionOk="0" h="1449" w="1449">
                  <a:moveTo>
                    <a:pt x="725" y="1"/>
                  </a:moveTo>
                  <a:cubicBezTo>
                    <a:pt x="324" y="1"/>
                    <a:pt x="1" y="325"/>
                    <a:pt x="1" y="724"/>
                  </a:cubicBezTo>
                  <a:cubicBezTo>
                    <a:pt x="1" y="1125"/>
                    <a:pt x="325" y="1448"/>
                    <a:pt x="725" y="1448"/>
                  </a:cubicBezTo>
                  <a:cubicBezTo>
                    <a:pt x="1125" y="1448"/>
                    <a:pt x="1449" y="1123"/>
                    <a:pt x="1449" y="724"/>
                  </a:cubicBezTo>
                  <a:cubicBezTo>
                    <a:pt x="1449" y="324"/>
                    <a:pt x="1124" y="1"/>
                    <a:pt x="7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7"/>
            <p:cNvSpPr/>
            <p:nvPr/>
          </p:nvSpPr>
          <p:spPr>
            <a:xfrm>
              <a:off x="3639746" y="2167963"/>
              <a:ext cx="60583" cy="121003"/>
            </a:xfrm>
            <a:custGeom>
              <a:rect b="b" l="l" r="r" t="t"/>
              <a:pathLst>
                <a:path extrusionOk="0" h="1450" w="726">
                  <a:moveTo>
                    <a:pt x="725" y="1"/>
                  </a:moveTo>
                  <a:cubicBezTo>
                    <a:pt x="324" y="1"/>
                    <a:pt x="1" y="326"/>
                    <a:pt x="1" y="725"/>
                  </a:cubicBezTo>
                  <a:cubicBezTo>
                    <a:pt x="1" y="1125"/>
                    <a:pt x="326" y="1449"/>
                    <a:pt x="725" y="1449"/>
                  </a:cubicBezTo>
                  <a:lnTo>
                    <a:pt x="725" y="1"/>
                  </a:lnTo>
                  <a:close/>
                </a:path>
              </a:pathLst>
            </a:custGeom>
            <a:solidFill>
              <a:srgbClr val="000000">
                <a:alpha val="150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1" name="Google Shape;401;p17"/>
            <p:cNvGrpSpPr/>
            <p:nvPr/>
          </p:nvGrpSpPr>
          <p:grpSpPr>
            <a:xfrm>
              <a:off x="3598439" y="2126740"/>
              <a:ext cx="203529" cy="203612"/>
              <a:chOff x="3598439" y="2126740"/>
              <a:chExt cx="203529" cy="203612"/>
            </a:xfrm>
          </p:grpSpPr>
          <p:sp>
            <p:nvSpPr>
              <p:cNvPr id="402" name="Google Shape;402;p17"/>
              <p:cNvSpPr/>
              <p:nvPr/>
            </p:nvSpPr>
            <p:spPr>
              <a:xfrm>
                <a:off x="3696657" y="2126740"/>
                <a:ext cx="7176" cy="26036"/>
              </a:xfrm>
              <a:custGeom>
                <a:rect b="b" l="l" r="r" t="t"/>
                <a:pathLst>
                  <a:path extrusionOk="0" h="312" w="86">
                    <a:moveTo>
                      <a:pt x="43" y="0"/>
                    </a:moveTo>
                    <a:cubicBezTo>
                      <a:pt x="20" y="0"/>
                      <a:pt x="0" y="20"/>
                      <a:pt x="0" y="42"/>
                    </a:cubicBezTo>
                    <a:lnTo>
                      <a:pt x="0" y="269"/>
                    </a:lnTo>
                    <a:cubicBezTo>
                      <a:pt x="0" y="292"/>
                      <a:pt x="20" y="311"/>
                      <a:pt x="43" y="311"/>
                    </a:cubicBezTo>
                    <a:cubicBezTo>
                      <a:pt x="66" y="311"/>
                      <a:pt x="85" y="293"/>
                      <a:pt x="85" y="269"/>
                    </a:cubicBezTo>
                    <a:lnTo>
                      <a:pt x="85" y="42"/>
                    </a:lnTo>
                    <a:cubicBezTo>
                      <a:pt x="85" y="20"/>
                      <a:pt x="66" y="0"/>
                      <a:pt x="4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7"/>
              <p:cNvSpPr/>
              <p:nvPr/>
            </p:nvSpPr>
            <p:spPr>
              <a:xfrm>
                <a:off x="3696657" y="2304316"/>
                <a:ext cx="7176" cy="26036"/>
              </a:xfrm>
              <a:custGeom>
                <a:rect b="b" l="l" r="r" t="t"/>
                <a:pathLst>
                  <a:path extrusionOk="0" h="312" w="86">
                    <a:moveTo>
                      <a:pt x="43" y="1"/>
                    </a:moveTo>
                    <a:cubicBezTo>
                      <a:pt x="20" y="1"/>
                      <a:pt x="0" y="20"/>
                      <a:pt x="0" y="43"/>
                    </a:cubicBezTo>
                    <a:lnTo>
                      <a:pt x="0" y="269"/>
                    </a:lnTo>
                    <a:cubicBezTo>
                      <a:pt x="0" y="292"/>
                      <a:pt x="20" y="312"/>
                      <a:pt x="43" y="312"/>
                    </a:cubicBezTo>
                    <a:cubicBezTo>
                      <a:pt x="66" y="312"/>
                      <a:pt x="85" y="292"/>
                      <a:pt x="85" y="269"/>
                    </a:cubicBezTo>
                    <a:lnTo>
                      <a:pt x="85" y="43"/>
                    </a:lnTo>
                    <a:cubicBezTo>
                      <a:pt x="85" y="20"/>
                      <a:pt x="66" y="1"/>
                      <a:pt x="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17"/>
              <p:cNvSpPr/>
              <p:nvPr/>
            </p:nvSpPr>
            <p:spPr>
              <a:xfrm>
                <a:off x="3775933" y="2224958"/>
                <a:ext cx="26036" cy="7010"/>
              </a:xfrm>
              <a:custGeom>
                <a:rect b="b" l="l" r="r" t="t"/>
                <a:pathLst>
                  <a:path extrusionOk="0" h="84" w="312">
                    <a:moveTo>
                      <a:pt x="43" y="0"/>
                    </a:moveTo>
                    <a:cubicBezTo>
                      <a:pt x="20" y="0"/>
                      <a:pt x="1" y="19"/>
                      <a:pt x="1" y="42"/>
                    </a:cubicBezTo>
                    <a:cubicBezTo>
                      <a:pt x="1" y="66"/>
                      <a:pt x="20" y="84"/>
                      <a:pt x="43" y="84"/>
                    </a:cubicBezTo>
                    <a:lnTo>
                      <a:pt x="270" y="84"/>
                    </a:lnTo>
                    <a:cubicBezTo>
                      <a:pt x="292" y="84"/>
                      <a:pt x="312" y="67"/>
                      <a:pt x="312" y="42"/>
                    </a:cubicBezTo>
                    <a:cubicBezTo>
                      <a:pt x="312" y="19"/>
                      <a:pt x="292" y="0"/>
                      <a:pt x="2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7"/>
              <p:cNvSpPr/>
              <p:nvPr/>
            </p:nvSpPr>
            <p:spPr>
              <a:xfrm>
                <a:off x="3598439" y="2224958"/>
                <a:ext cx="26036" cy="7010"/>
              </a:xfrm>
              <a:custGeom>
                <a:rect b="b" l="l" r="r" t="t"/>
                <a:pathLst>
                  <a:path extrusionOk="0" h="84" w="312">
                    <a:moveTo>
                      <a:pt x="44" y="0"/>
                    </a:moveTo>
                    <a:cubicBezTo>
                      <a:pt x="20" y="0"/>
                      <a:pt x="1" y="19"/>
                      <a:pt x="1" y="42"/>
                    </a:cubicBezTo>
                    <a:cubicBezTo>
                      <a:pt x="1" y="66"/>
                      <a:pt x="20" y="84"/>
                      <a:pt x="44" y="84"/>
                    </a:cubicBezTo>
                    <a:lnTo>
                      <a:pt x="270" y="84"/>
                    </a:lnTo>
                    <a:cubicBezTo>
                      <a:pt x="292" y="84"/>
                      <a:pt x="312" y="67"/>
                      <a:pt x="312" y="42"/>
                    </a:cubicBezTo>
                    <a:cubicBezTo>
                      <a:pt x="312" y="19"/>
                      <a:pt x="292" y="0"/>
                      <a:pt x="2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17"/>
              <p:cNvSpPr/>
              <p:nvPr/>
            </p:nvSpPr>
            <p:spPr>
              <a:xfrm>
                <a:off x="3752400" y="2155530"/>
                <a:ext cx="21112" cy="20445"/>
              </a:xfrm>
              <a:custGeom>
                <a:rect b="b" l="l" r="r" t="t"/>
                <a:pathLst>
                  <a:path extrusionOk="0" h="245" w="253">
                    <a:moveTo>
                      <a:pt x="206" y="0"/>
                    </a:moveTo>
                    <a:cubicBezTo>
                      <a:pt x="196" y="0"/>
                      <a:pt x="185" y="5"/>
                      <a:pt x="176" y="14"/>
                    </a:cubicBezTo>
                    <a:lnTo>
                      <a:pt x="17" y="173"/>
                    </a:lnTo>
                    <a:cubicBezTo>
                      <a:pt x="0" y="190"/>
                      <a:pt x="0" y="215"/>
                      <a:pt x="17" y="233"/>
                    </a:cubicBezTo>
                    <a:cubicBezTo>
                      <a:pt x="25" y="241"/>
                      <a:pt x="36" y="245"/>
                      <a:pt x="46" y="245"/>
                    </a:cubicBezTo>
                    <a:cubicBezTo>
                      <a:pt x="58" y="245"/>
                      <a:pt x="68" y="241"/>
                      <a:pt x="76" y="233"/>
                    </a:cubicBezTo>
                    <a:lnTo>
                      <a:pt x="236" y="72"/>
                    </a:lnTo>
                    <a:cubicBezTo>
                      <a:pt x="252" y="55"/>
                      <a:pt x="252" y="30"/>
                      <a:pt x="236" y="14"/>
                    </a:cubicBezTo>
                    <a:cubicBezTo>
                      <a:pt x="228" y="5"/>
                      <a:pt x="217" y="0"/>
                      <a:pt x="20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17"/>
              <p:cNvSpPr/>
              <p:nvPr/>
            </p:nvSpPr>
            <p:spPr>
              <a:xfrm>
                <a:off x="3626895" y="2281118"/>
                <a:ext cx="21029" cy="20362"/>
              </a:xfrm>
              <a:custGeom>
                <a:rect b="b" l="l" r="r" t="t"/>
                <a:pathLst>
                  <a:path extrusionOk="0" h="244" w="252">
                    <a:moveTo>
                      <a:pt x="206" y="0"/>
                    </a:moveTo>
                    <a:cubicBezTo>
                      <a:pt x="196" y="0"/>
                      <a:pt x="185" y="4"/>
                      <a:pt x="176" y="13"/>
                    </a:cubicBezTo>
                    <a:lnTo>
                      <a:pt x="17" y="172"/>
                    </a:lnTo>
                    <a:cubicBezTo>
                      <a:pt x="0" y="189"/>
                      <a:pt x="0" y="214"/>
                      <a:pt x="17" y="232"/>
                    </a:cubicBezTo>
                    <a:cubicBezTo>
                      <a:pt x="25" y="240"/>
                      <a:pt x="36" y="244"/>
                      <a:pt x="46" y="244"/>
                    </a:cubicBezTo>
                    <a:cubicBezTo>
                      <a:pt x="58" y="244"/>
                      <a:pt x="68" y="240"/>
                      <a:pt x="76" y="232"/>
                    </a:cubicBezTo>
                    <a:lnTo>
                      <a:pt x="236" y="71"/>
                    </a:lnTo>
                    <a:cubicBezTo>
                      <a:pt x="252" y="55"/>
                      <a:pt x="252" y="29"/>
                      <a:pt x="236" y="13"/>
                    </a:cubicBezTo>
                    <a:cubicBezTo>
                      <a:pt x="227" y="4"/>
                      <a:pt x="217" y="0"/>
                      <a:pt x="20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7"/>
              <p:cNvSpPr/>
              <p:nvPr/>
            </p:nvSpPr>
            <p:spPr>
              <a:xfrm>
                <a:off x="3752484" y="2281118"/>
                <a:ext cx="21112" cy="20362"/>
              </a:xfrm>
              <a:custGeom>
                <a:rect b="b" l="l" r="r" t="t"/>
                <a:pathLst>
                  <a:path extrusionOk="0" h="244" w="253">
                    <a:moveTo>
                      <a:pt x="47" y="0"/>
                    </a:moveTo>
                    <a:cubicBezTo>
                      <a:pt x="36" y="0"/>
                      <a:pt x="25" y="4"/>
                      <a:pt x="17" y="13"/>
                    </a:cubicBezTo>
                    <a:cubicBezTo>
                      <a:pt x="0" y="29"/>
                      <a:pt x="0" y="55"/>
                      <a:pt x="17" y="71"/>
                    </a:cubicBezTo>
                    <a:lnTo>
                      <a:pt x="177" y="232"/>
                    </a:lnTo>
                    <a:cubicBezTo>
                      <a:pt x="185" y="240"/>
                      <a:pt x="196" y="244"/>
                      <a:pt x="206" y="244"/>
                    </a:cubicBezTo>
                    <a:cubicBezTo>
                      <a:pt x="216" y="244"/>
                      <a:pt x="229" y="240"/>
                      <a:pt x="236" y="232"/>
                    </a:cubicBezTo>
                    <a:cubicBezTo>
                      <a:pt x="252" y="214"/>
                      <a:pt x="252" y="189"/>
                      <a:pt x="236" y="172"/>
                    </a:cubicBezTo>
                    <a:lnTo>
                      <a:pt x="76" y="13"/>
                    </a:lnTo>
                    <a:cubicBezTo>
                      <a:pt x="68" y="4"/>
                      <a:pt x="57" y="0"/>
                      <a:pt x="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17"/>
              <p:cNvSpPr/>
              <p:nvPr/>
            </p:nvSpPr>
            <p:spPr>
              <a:xfrm>
                <a:off x="3626978" y="2155530"/>
                <a:ext cx="21112" cy="20445"/>
              </a:xfrm>
              <a:custGeom>
                <a:rect b="b" l="l" r="r" t="t"/>
                <a:pathLst>
                  <a:path extrusionOk="0" h="245" w="253">
                    <a:moveTo>
                      <a:pt x="47" y="0"/>
                    </a:moveTo>
                    <a:cubicBezTo>
                      <a:pt x="36" y="0"/>
                      <a:pt x="25" y="5"/>
                      <a:pt x="17" y="14"/>
                    </a:cubicBezTo>
                    <a:cubicBezTo>
                      <a:pt x="0" y="30"/>
                      <a:pt x="0" y="55"/>
                      <a:pt x="17" y="72"/>
                    </a:cubicBezTo>
                    <a:lnTo>
                      <a:pt x="177" y="233"/>
                    </a:lnTo>
                    <a:cubicBezTo>
                      <a:pt x="184" y="241"/>
                      <a:pt x="196" y="245"/>
                      <a:pt x="206" y="245"/>
                    </a:cubicBezTo>
                    <a:cubicBezTo>
                      <a:pt x="216" y="245"/>
                      <a:pt x="226" y="241"/>
                      <a:pt x="236" y="233"/>
                    </a:cubicBezTo>
                    <a:cubicBezTo>
                      <a:pt x="252" y="215"/>
                      <a:pt x="252" y="190"/>
                      <a:pt x="236" y="173"/>
                    </a:cubicBezTo>
                    <a:lnTo>
                      <a:pt x="76" y="14"/>
                    </a:lnTo>
                    <a:cubicBezTo>
                      <a:pt x="68" y="5"/>
                      <a:pt x="57" y="0"/>
                      <a:pt x="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0" name="Google Shape;410;p17"/>
            <p:cNvSpPr/>
            <p:nvPr/>
          </p:nvSpPr>
          <p:spPr>
            <a:xfrm>
              <a:off x="4649799" y="2598051"/>
              <a:ext cx="186756" cy="186845"/>
            </a:xfrm>
            <a:custGeom>
              <a:rect b="b" l="l" r="r" t="t"/>
              <a:pathLst>
                <a:path extrusionOk="0" h="2239" w="2238">
                  <a:moveTo>
                    <a:pt x="1119" y="0"/>
                  </a:moveTo>
                  <a:cubicBezTo>
                    <a:pt x="500" y="0"/>
                    <a:pt x="0" y="501"/>
                    <a:pt x="0" y="1119"/>
                  </a:cubicBezTo>
                  <a:cubicBezTo>
                    <a:pt x="0" y="1738"/>
                    <a:pt x="500" y="2238"/>
                    <a:pt x="1119" y="2238"/>
                  </a:cubicBezTo>
                  <a:cubicBezTo>
                    <a:pt x="1737" y="2238"/>
                    <a:pt x="2238" y="1738"/>
                    <a:pt x="2238" y="1119"/>
                  </a:cubicBezTo>
                  <a:cubicBezTo>
                    <a:pt x="2238" y="501"/>
                    <a:pt x="1737" y="0"/>
                    <a:pt x="1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4664736" y="2488485"/>
              <a:ext cx="156881" cy="157053"/>
            </a:xfrm>
            <a:custGeom>
              <a:rect b="b" l="l" r="r" t="t"/>
              <a:pathLst>
                <a:path extrusionOk="0" h="1882" w="1880">
                  <a:moveTo>
                    <a:pt x="940" y="1"/>
                  </a:moveTo>
                  <a:cubicBezTo>
                    <a:pt x="421" y="1"/>
                    <a:pt x="0" y="422"/>
                    <a:pt x="0" y="941"/>
                  </a:cubicBezTo>
                  <a:cubicBezTo>
                    <a:pt x="0" y="1460"/>
                    <a:pt x="421" y="1881"/>
                    <a:pt x="940" y="1881"/>
                  </a:cubicBezTo>
                  <a:cubicBezTo>
                    <a:pt x="1459" y="1881"/>
                    <a:pt x="1880" y="1460"/>
                    <a:pt x="1880" y="941"/>
                  </a:cubicBezTo>
                  <a:cubicBezTo>
                    <a:pt x="1880" y="422"/>
                    <a:pt x="1459" y="1"/>
                    <a:pt x="9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7"/>
            <p:cNvSpPr/>
            <p:nvPr/>
          </p:nvSpPr>
          <p:spPr>
            <a:xfrm>
              <a:off x="4733831" y="2728563"/>
              <a:ext cx="18609" cy="112491"/>
            </a:xfrm>
            <a:custGeom>
              <a:rect b="b" l="l" r="r" t="t"/>
              <a:pathLst>
                <a:path extrusionOk="0" h="1348" w="223">
                  <a:moveTo>
                    <a:pt x="112" y="1"/>
                  </a:moveTo>
                  <a:cubicBezTo>
                    <a:pt x="50" y="1"/>
                    <a:pt x="1" y="50"/>
                    <a:pt x="1" y="111"/>
                  </a:cubicBezTo>
                  <a:lnTo>
                    <a:pt x="1" y="1236"/>
                  </a:lnTo>
                  <a:cubicBezTo>
                    <a:pt x="1" y="1297"/>
                    <a:pt x="51" y="1347"/>
                    <a:pt x="112" y="1347"/>
                  </a:cubicBezTo>
                  <a:cubicBezTo>
                    <a:pt x="174" y="1347"/>
                    <a:pt x="223" y="1297"/>
                    <a:pt x="223" y="1236"/>
                  </a:cubicBezTo>
                  <a:lnTo>
                    <a:pt x="223" y="111"/>
                  </a:lnTo>
                  <a:cubicBezTo>
                    <a:pt x="223" y="50"/>
                    <a:pt x="174" y="1"/>
                    <a:pt x="1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7"/>
            <p:cNvSpPr/>
            <p:nvPr/>
          </p:nvSpPr>
          <p:spPr>
            <a:xfrm>
              <a:off x="4104550" y="3671519"/>
              <a:ext cx="239578" cy="147456"/>
            </a:xfrm>
            <a:custGeom>
              <a:rect b="b" l="l" r="r" t="t"/>
              <a:pathLst>
                <a:path extrusionOk="0" h="1767" w="2871">
                  <a:moveTo>
                    <a:pt x="1310" y="1"/>
                  </a:moveTo>
                  <a:lnTo>
                    <a:pt x="0" y="952"/>
                  </a:lnTo>
                  <a:cubicBezTo>
                    <a:pt x="300" y="1462"/>
                    <a:pt x="832" y="1767"/>
                    <a:pt x="1425" y="1767"/>
                  </a:cubicBezTo>
                  <a:lnTo>
                    <a:pt x="2529" y="1767"/>
                  </a:lnTo>
                  <a:cubicBezTo>
                    <a:pt x="2718" y="1767"/>
                    <a:pt x="2870" y="1615"/>
                    <a:pt x="2870" y="1426"/>
                  </a:cubicBezTo>
                  <a:lnTo>
                    <a:pt x="2870" y="609"/>
                  </a:lnTo>
                  <a:cubicBezTo>
                    <a:pt x="2870" y="422"/>
                    <a:pt x="2718" y="269"/>
                    <a:pt x="2529" y="269"/>
                  </a:cubicBezTo>
                  <a:lnTo>
                    <a:pt x="1425" y="269"/>
                  </a:lnTo>
                  <a:cubicBezTo>
                    <a:pt x="1351" y="269"/>
                    <a:pt x="1311" y="227"/>
                    <a:pt x="1290" y="191"/>
                  </a:cubicBezTo>
                  <a:cubicBezTo>
                    <a:pt x="1270" y="154"/>
                    <a:pt x="1253" y="99"/>
                    <a:pt x="1290" y="35"/>
                  </a:cubicBezTo>
                  <a:lnTo>
                    <a:pt x="131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7"/>
            <p:cNvSpPr/>
            <p:nvPr/>
          </p:nvSpPr>
          <p:spPr>
            <a:xfrm>
              <a:off x="4078765" y="3320372"/>
              <a:ext cx="275877" cy="497028"/>
            </a:xfrm>
            <a:custGeom>
              <a:rect b="b" l="l" r="r" t="t"/>
              <a:pathLst>
                <a:path extrusionOk="0" h="5956" w="3306">
                  <a:moveTo>
                    <a:pt x="2772" y="1"/>
                  </a:moveTo>
                  <a:cubicBezTo>
                    <a:pt x="2701" y="1"/>
                    <a:pt x="2629" y="21"/>
                    <a:pt x="2562" y="64"/>
                  </a:cubicBezTo>
                  <a:lnTo>
                    <a:pt x="553" y="1381"/>
                  </a:lnTo>
                  <a:cubicBezTo>
                    <a:pt x="305" y="1543"/>
                    <a:pt x="326" y="1913"/>
                    <a:pt x="590" y="2046"/>
                  </a:cubicBezTo>
                  <a:lnTo>
                    <a:pt x="1013" y="2259"/>
                  </a:lnTo>
                  <a:lnTo>
                    <a:pt x="316" y="3466"/>
                  </a:lnTo>
                  <a:cubicBezTo>
                    <a:pt x="14" y="3990"/>
                    <a:pt x="0" y="4641"/>
                    <a:pt x="307" y="5162"/>
                  </a:cubicBezTo>
                  <a:cubicBezTo>
                    <a:pt x="562" y="5594"/>
                    <a:pt x="985" y="5880"/>
                    <a:pt x="1470" y="5956"/>
                  </a:cubicBezTo>
                  <a:cubicBezTo>
                    <a:pt x="806" y="5486"/>
                    <a:pt x="1284" y="4735"/>
                    <a:pt x="1492" y="4406"/>
                  </a:cubicBezTo>
                  <a:cubicBezTo>
                    <a:pt x="1549" y="4314"/>
                    <a:pt x="1617" y="4210"/>
                    <a:pt x="1617" y="4210"/>
                  </a:cubicBezTo>
                  <a:lnTo>
                    <a:pt x="2353" y="2934"/>
                  </a:lnTo>
                  <a:lnTo>
                    <a:pt x="2735" y="3126"/>
                  </a:lnTo>
                  <a:cubicBezTo>
                    <a:pt x="2792" y="3155"/>
                    <a:pt x="2851" y="3168"/>
                    <a:pt x="2908" y="3168"/>
                  </a:cubicBezTo>
                  <a:cubicBezTo>
                    <a:pt x="3118" y="3168"/>
                    <a:pt x="3305" y="2994"/>
                    <a:pt x="3292" y="2762"/>
                  </a:cubicBezTo>
                  <a:lnTo>
                    <a:pt x="3157" y="364"/>
                  </a:lnTo>
                  <a:cubicBezTo>
                    <a:pt x="3145" y="148"/>
                    <a:pt x="2965" y="1"/>
                    <a:pt x="27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7"/>
            <p:cNvSpPr/>
            <p:nvPr/>
          </p:nvSpPr>
          <p:spPr>
            <a:xfrm>
              <a:off x="4312419" y="3089139"/>
              <a:ext cx="186672" cy="225482"/>
            </a:xfrm>
            <a:custGeom>
              <a:rect b="b" l="l" r="r" t="t"/>
              <a:pathLst>
                <a:path extrusionOk="0" h="2702" w="2237">
                  <a:moveTo>
                    <a:pt x="2070" y="1"/>
                  </a:moveTo>
                  <a:cubicBezTo>
                    <a:pt x="1479" y="4"/>
                    <a:pt x="948" y="311"/>
                    <a:pt x="650" y="823"/>
                  </a:cubicBezTo>
                  <a:lnTo>
                    <a:pt x="95" y="1778"/>
                  </a:lnTo>
                  <a:cubicBezTo>
                    <a:pt x="0" y="1940"/>
                    <a:pt x="55" y="2148"/>
                    <a:pt x="217" y="2244"/>
                  </a:cubicBezTo>
                  <a:lnTo>
                    <a:pt x="924" y="2655"/>
                  </a:lnTo>
                  <a:cubicBezTo>
                    <a:pt x="978" y="2687"/>
                    <a:pt x="1038" y="2702"/>
                    <a:pt x="1096" y="2702"/>
                  </a:cubicBezTo>
                  <a:cubicBezTo>
                    <a:pt x="1213" y="2702"/>
                    <a:pt x="1327" y="2641"/>
                    <a:pt x="1390" y="2532"/>
                  </a:cubicBezTo>
                  <a:lnTo>
                    <a:pt x="1946" y="1579"/>
                  </a:lnTo>
                  <a:cubicBezTo>
                    <a:pt x="1982" y="1513"/>
                    <a:pt x="2040" y="1500"/>
                    <a:pt x="2081" y="1500"/>
                  </a:cubicBezTo>
                  <a:cubicBezTo>
                    <a:pt x="2124" y="1500"/>
                    <a:pt x="2180" y="1513"/>
                    <a:pt x="2217" y="1579"/>
                  </a:cubicBezTo>
                  <a:lnTo>
                    <a:pt x="2236" y="1611"/>
                  </a:lnTo>
                  <a:lnTo>
                    <a:pt x="207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7"/>
            <p:cNvSpPr/>
            <p:nvPr/>
          </p:nvSpPr>
          <p:spPr>
            <a:xfrm>
              <a:off x="4379177" y="3089139"/>
              <a:ext cx="380187" cy="410407"/>
            </a:xfrm>
            <a:custGeom>
              <a:rect b="b" l="l" r="r" t="t"/>
              <a:pathLst>
                <a:path extrusionOk="0" h="4918" w="4556">
                  <a:moveTo>
                    <a:pt x="1278" y="1"/>
                  </a:moveTo>
                  <a:cubicBezTo>
                    <a:pt x="1276" y="1"/>
                    <a:pt x="1274" y="1"/>
                    <a:pt x="1272" y="1"/>
                  </a:cubicBezTo>
                  <a:cubicBezTo>
                    <a:pt x="769" y="4"/>
                    <a:pt x="310" y="225"/>
                    <a:pt x="1" y="607"/>
                  </a:cubicBezTo>
                  <a:cubicBezTo>
                    <a:pt x="126" y="549"/>
                    <a:pt x="242" y="524"/>
                    <a:pt x="349" y="524"/>
                  </a:cubicBezTo>
                  <a:cubicBezTo>
                    <a:pt x="873" y="524"/>
                    <a:pt x="1180" y="1117"/>
                    <a:pt x="1329" y="1404"/>
                  </a:cubicBezTo>
                  <a:cubicBezTo>
                    <a:pt x="1378" y="1500"/>
                    <a:pt x="1434" y="1611"/>
                    <a:pt x="1434" y="1611"/>
                  </a:cubicBezTo>
                  <a:lnTo>
                    <a:pt x="2166" y="2889"/>
                  </a:lnTo>
                  <a:lnTo>
                    <a:pt x="1808" y="3122"/>
                  </a:lnTo>
                  <a:cubicBezTo>
                    <a:pt x="1560" y="3283"/>
                    <a:pt x="1579" y="3653"/>
                    <a:pt x="1843" y="3787"/>
                  </a:cubicBezTo>
                  <a:lnTo>
                    <a:pt x="3985" y="4875"/>
                  </a:lnTo>
                  <a:cubicBezTo>
                    <a:pt x="4042" y="4904"/>
                    <a:pt x="4101" y="4918"/>
                    <a:pt x="4159" y="4918"/>
                  </a:cubicBezTo>
                  <a:cubicBezTo>
                    <a:pt x="4367" y="4918"/>
                    <a:pt x="4555" y="4744"/>
                    <a:pt x="4543" y="4512"/>
                  </a:cubicBezTo>
                  <a:lnTo>
                    <a:pt x="4417" y="2114"/>
                  </a:lnTo>
                  <a:cubicBezTo>
                    <a:pt x="4405" y="1897"/>
                    <a:pt x="4225" y="1749"/>
                    <a:pt x="4032" y="1749"/>
                  </a:cubicBezTo>
                  <a:cubicBezTo>
                    <a:pt x="3962" y="1749"/>
                    <a:pt x="3890" y="1769"/>
                    <a:pt x="3823" y="1812"/>
                  </a:cubicBezTo>
                  <a:lnTo>
                    <a:pt x="3426" y="2071"/>
                  </a:lnTo>
                  <a:lnTo>
                    <a:pt x="2733" y="862"/>
                  </a:lnTo>
                  <a:cubicBezTo>
                    <a:pt x="2433" y="339"/>
                    <a:pt x="1880" y="1"/>
                    <a:pt x="12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7"/>
            <p:cNvSpPr/>
            <p:nvPr/>
          </p:nvSpPr>
          <p:spPr>
            <a:xfrm>
              <a:off x="4714221" y="3519394"/>
              <a:ext cx="183251" cy="234077"/>
            </a:xfrm>
            <a:custGeom>
              <a:rect b="b" l="l" r="r" t="t"/>
              <a:pathLst>
                <a:path extrusionOk="0" h="2805" w="2196">
                  <a:moveTo>
                    <a:pt x="1114" y="0"/>
                  </a:moveTo>
                  <a:cubicBezTo>
                    <a:pt x="1062" y="0"/>
                    <a:pt x="1008" y="12"/>
                    <a:pt x="958" y="37"/>
                  </a:cubicBezTo>
                  <a:lnTo>
                    <a:pt x="232" y="414"/>
                  </a:lnTo>
                  <a:cubicBezTo>
                    <a:pt x="66" y="499"/>
                    <a:pt x="1" y="706"/>
                    <a:pt x="87" y="871"/>
                  </a:cubicBezTo>
                  <a:lnTo>
                    <a:pt x="593" y="1852"/>
                  </a:lnTo>
                  <a:cubicBezTo>
                    <a:pt x="626" y="1918"/>
                    <a:pt x="606" y="1973"/>
                    <a:pt x="585" y="2007"/>
                  </a:cubicBezTo>
                  <a:cubicBezTo>
                    <a:pt x="563" y="2040"/>
                    <a:pt x="523" y="2079"/>
                    <a:pt x="456" y="2079"/>
                  </a:cubicBezTo>
                  <a:cubicBezTo>
                    <a:pt x="452" y="2079"/>
                    <a:pt x="449" y="2079"/>
                    <a:pt x="446" y="2079"/>
                  </a:cubicBezTo>
                  <a:lnTo>
                    <a:pt x="407" y="2078"/>
                  </a:lnTo>
                  <a:lnTo>
                    <a:pt x="1854" y="2804"/>
                  </a:lnTo>
                  <a:cubicBezTo>
                    <a:pt x="2170" y="2303"/>
                    <a:pt x="2195" y="1690"/>
                    <a:pt x="1922" y="1163"/>
                  </a:cubicBezTo>
                  <a:lnTo>
                    <a:pt x="1416" y="184"/>
                  </a:lnTo>
                  <a:cubicBezTo>
                    <a:pt x="1356" y="67"/>
                    <a:pt x="1238" y="0"/>
                    <a:pt x="1114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7"/>
            <p:cNvSpPr/>
            <p:nvPr/>
          </p:nvSpPr>
          <p:spPr>
            <a:xfrm>
              <a:off x="4382849" y="3619614"/>
              <a:ext cx="513369" cy="264870"/>
            </a:xfrm>
            <a:custGeom>
              <a:rect b="b" l="l" r="r" t="t"/>
              <a:pathLst>
                <a:path extrusionOk="0" h="3174" w="6152">
                  <a:moveTo>
                    <a:pt x="2517" y="1"/>
                  </a:moveTo>
                  <a:cubicBezTo>
                    <a:pt x="2452" y="1"/>
                    <a:pt x="2385" y="17"/>
                    <a:pt x="2323" y="54"/>
                  </a:cubicBezTo>
                  <a:lnTo>
                    <a:pt x="254" y="1276"/>
                  </a:lnTo>
                  <a:cubicBezTo>
                    <a:pt x="1" y="1427"/>
                    <a:pt x="4" y="1797"/>
                    <a:pt x="262" y="1942"/>
                  </a:cubicBezTo>
                  <a:lnTo>
                    <a:pt x="2354" y="3123"/>
                  </a:lnTo>
                  <a:cubicBezTo>
                    <a:pt x="2415" y="3157"/>
                    <a:pt x="2480" y="3173"/>
                    <a:pt x="2543" y="3173"/>
                  </a:cubicBezTo>
                  <a:cubicBezTo>
                    <a:pt x="2745" y="3173"/>
                    <a:pt x="2929" y="3010"/>
                    <a:pt x="2927" y="2784"/>
                  </a:cubicBezTo>
                  <a:lnTo>
                    <a:pt x="2922" y="2309"/>
                  </a:lnTo>
                  <a:lnTo>
                    <a:pt x="2922" y="2309"/>
                  </a:lnTo>
                  <a:lnTo>
                    <a:pt x="4313" y="2375"/>
                  </a:lnTo>
                  <a:cubicBezTo>
                    <a:pt x="4340" y="2376"/>
                    <a:pt x="4367" y="2377"/>
                    <a:pt x="4393" y="2377"/>
                  </a:cubicBezTo>
                  <a:cubicBezTo>
                    <a:pt x="4968" y="2377"/>
                    <a:pt x="5516" y="2093"/>
                    <a:pt x="5824" y="1604"/>
                  </a:cubicBezTo>
                  <a:cubicBezTo>
                    <a:pt x="6092" y="1178"/>
                    <a:pt x="6152" y="672"/>
                    <a:pt x="5996" y="207"/>
                  </a:cubicBezTo>
                  <a:lnTo>
                    <a:pt x="5996" y="207"/>
                  </a:lnTo>
                  <a:cubicBezTo>
                    <a:pt x="5912" y="813"/>
                    <a:pt x="5386" y="918"/>
                    <a:pt x="4967" y="918"/>
                  </a:cubicBezTo>
                  <a:cubicBezTo>
                    <a:pt x="4831" y="918"/>
                    <a:pt x="4705" y="907"/>
                    <a:pt x="4610" y="898"/>
                  </a:cubicBezTo>
                  <a:cubicBezTo>
                    <a:pt x="4501" y="890"/>
                    <a:pt x="4377" y="877"/>
                    <a:pt x="4377" y="877"/>
                  </a:cubicBezTo>
                  <a:lnTo>
                    <a:pt x="2906" y="809"/>
                  </a:lnTo>
                  <a:lnTo>
                    <a:pt x="2902" y="382"/>
                  </a:lnTo>
                  <a:cubicBezTo>
                    <a:pt x="2900" y="159"/>
                    <a:pt x="2716" y="1"/>
                    <a:pt x="25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4366744" y="1966605"/>
              <a:ext cx="332705" cy="870968"/>
            </a:xfrm>
            <a:custGeom>
              <a:rect b="b" l="l" r="r" t="t"/>
              <a:pathLst>
                <a:path extrusionOk="0" h="10437" w="3987">
                  <a:moveTo>
                    <a:pt x="775" y="1"/>
                  </a:moveTo>
                  <a:lnTo>
                    <a:pt x="0" y="10436"/>
                  </a:lnTo>
                  <a:lnTo>
                    <a:pt x="3987" y="10436"/>
                  </a:lnTo>
                  <a:lnTo>
                    <a:pt x="31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4368365" y="1966605"/>
              <a:ext cx="332705" cy="870968"/>
            </a:xfrm>
            <a:custGeom>
              <a:rect b="b" l="l" r="r" t="t"/>
              <a:pathLst>
                <a:path extrusionOk="0" h="10437" w="3987">
                  <a:moveTo>
                    <a:pt x="775" y="1"/>
                  </a:moveTo>
                  <a:lnTo>
                    <a:pt x="0" y="10436"/>
                  </a:lnTo>
                  <a:lnTo>
                    <a:pt x="3987" y="10436"/>
                  </a:lnTo>
                  <a:lnTo>
                    <a:pt x="3111" y="1"/>
                  </a:lnTo>
                  <a:close/>
                </a:path>
              </a:pathLst>
            </a:custGeom>
            <a:solidFill>
              <a:srgbClr val="B7B7B7">
                <a:alpha val="137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4526546" y="2600805"/>
              <a:ext cx="186922" cy="186845"/>
            </a:xfrm>
            <a:custGeom>
              <a:rect b="b" l="l" r="r" t="t"/>
              <a:pathLst>
                <a:path extrusionOk="0" h="2239" w="2240">
                  <a:moveTo>
                    <a:pt x="1120" y="0"/>
                  </a:moveTo>
                  <a:cubicBezTo>
                    <a:pt x="502" y="0"/>
                    <a:pt x="1" y="502"/>
                    <a:pt x="1" y="1120"/>
                  </a:cubicBezTo>
                  <a:cubicBezTo>
                    <a:pt x="1" y="1738"/>
                    <a:pt x="502" y="2239"/>
                    <a:pt x="1120" y="2239"/>
                  </a:cubicBezTo>
                  <a:cubicBezTo>
                    <a:pt x="1738" y="2239"/>
                    <a:pt x="2239" y="1738"/>
                    <a:pt x="2239" y="1120"/>
                  </a:cubicBezTo>
                  <a:cubicBezTo>
                    <a:pt x="2239" y="502"/>
                    <a:pt x="1738" y="0"/>
                    <a:pt x="1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4541484" y="2491322"/>
              <a:ext cx="157048" cy="156969"/>
            </a:xfrm>
            <a:custGeom>
              <a:rect b="b" l="l" r="r" t="t"/>
              <a:pathLst>
                <a:path extrusionOk="0" h="1881" w="1882">
                  <a:moveTo>
                    <a:pt x="941" y="0"/>
                  </a:moveTo>
                  <a:cubicBezTo>
                    <a:pt x="422" y="0"/>
                    <a:pt x="1" y="421"/>
                    <a:pt x="1" y="940"/>
                  </a:cubicBezTo>
                  <a:cubicBezTo>
                    <a:pt x="1" y="1460"/>
                    <a:pt x="422" y="1880"/>
                    <a:pt x="941" y="1880"/>
                  </a:cubicBezTo>
                  <a:cubicBezTo>
                    <a:pt x="1460" y="1880"/>
                    <a:pt x="1881" y="1460"/>
                    <a:pt x="1881" y="940"/>
                  </a:cubicBezTo>
                  <a:cubicBezTo>
                    <a:pt x="1881" y="421"/>
                    <a:pt x="1460" y="0"/>
                    <a:pt x="9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4610662" y="2731400"/>
              <a:ext cx="18692" cy="112574"/>
            </a:xfrm>
            <a:custGeom>
              <a:rect b="b" l="l" r="r" t="t"/>
              <a:pathLst>
                <a:path extrusionOk="0" h="1349" w="224">
                  <a:moveTo>
                    <a:pt x="112" y="1"/>
                  </a:moveTo>
                  <a:cubicBezTo>
                    <a:pt x="51" y="1"/>
                    <a:pt x="0" y="51"/>
                    <a:pt x="0" y="112"/>
                  </a:cubicBezTo>
                  <a:lnTo>
                    <a:pt x="0" y="1237"/>
                  </a:lnTo>
                  <a:cubicBezTo>
                    <a:pt x="0" y="1298"/>
                    <a:pt x="51" y="1348"/>
                    <a:pt x="112" y="1348"/>
                  </a:cubicBezTo>
                  <a:cubicBezTo>
                    <a:pt x="173" y="1348"/>
                    <a:pt x="224" y="1298"/>
                    <a:pt x="224" y="1237"/>
                  </a:cubicBezTo>
                  <a:lnTo>
                    <a:pt x="224" y="112"/>
                  </a:lnTo>
                  <a:cubicBezTo>
                    <a:pt x="224" y="51"/>
                    <a:pt x="173" y="1"/>
                    <a:pt x="1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4432593" y="1949766"/>
              <a:ext cx="230148" cy="20612"/>
            </a:xfrm>
            <a:custGeom>
              <a:rect b="b" l="l" r="r" t="t"/>
              <a:pathLst>
                <a:path extrusionOk="0" h="247" w="2758">
                  <a:moveTo>
                    <a:pt x="123" y="0"/>
                  </a:moveTo>
                  <a:cubicBezTo>
                    <a:pt x="55" y="0"/>
                    <a:pt x="0" y="55"/>
                    <a:pt x="0" y="124"/>
                  </a:cubicBezTo>
                  <a:cubicBezTo>
                    <a:pt x="0" y="191"/>
                    <a:pt x="55" y="247"/>
                    <a:pt x="123" y="247"/>
                  </a:cubicBezTo>
                  <a:lnTo>
                    <a:pt x="2635" y="247"/>
                  </a:lnTo>
                  <a:cubicBezTo>
                    <a:pt x="2703" y="247"/>
                    <a:pt x="2758" y="191"/>
                    <a:pt x="2758" y="124"/>
                  </a:cubicBezTo>
                  <a:cubicBezTo>
                    <a:pt x="2758" y="55"/>
                    <a:pt x="2703" y="0"/>
                    <a:pt x="2635" y="0"/>
                  </a:cubicBezTo>
                  <a:close/>
                </a:path>
              </a:pathLst>
            </a:custGeom>
            <a:solidFill>
              <a:srgbClr val="2C61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4117485" y="2260506"/>
              <a:ext cx="313763" cy="573218"/>
            </a:xfrm>
            <a:custGeom>
              <a:rect b="b" l="l" r="r" t="t"/>
              <a:pathLst>
                <a:path extrusionOk="0" h="6869" w="3760">
                  <a:moveTo>
                    <a:pt x="730" y="1"/>
                  </a:moveTo>
                  <a:lnTo>
                    <a:pt x="1" y="6868"/>
                  </a:lnTo>
                  <a:lnTo>
                    <a:pt x="3760" y="6868"/>
                  </a:lnTo>
                  <a:lnTo>
                    <a:pt x="30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8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3295292" y="2448302"/>
            <a:ext cx="421473" cy="1676875"/>
          </a:xfrm>
          <a:custGeom>
            <a:rect b="b" l="l" r="r" t="t"/>
            <a:pathLst>
              <a:path extrusionOk="0" h="7851" w="2237">
                <a:moveTo>
                  <a:pt x="1" y="0"/>
                </a:moveTo>
                <a:lnTo>
                  <a:pt x="1" y="7850"/>
                </a:lnTo>
                <a:lnTo>
                  <a:pt x="2236" y="7850"/>
                </a:lnTo>
                <a:lnTo>
                  <a:pt x="223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8"/>
          <p:cNvSpPr/>
          <p:nvPr/>
        </p:nvSpPr>
        <p:spPr>
          <a:xfrm>
            <a:off x="4768308" y="2169347"/>
            <a:ext cx="345167" cy="1955607"/>
          </a:xfrm>
          <a:custGeom>
            <a:rect b="b" l="l" r="r" t="t"/>
            <a:pathLst>
              <a:path extrusionOk="0" h="9156" w="1832">
                <a:moveTo>
                  <a:pt x="1" y="1"/>
                </a:moveTo>
                <a:lnTo>
                  <a:pt x="1" y="9155"/>
                </a:lnTo>
                <a:lnTo>
                  <a:pt x="1831" y="9155"/>
                </a:lnTo>
                <a:lnTo>
                  <a:pt x="183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8"/>
          <p:cNvSpPr/>
          <p:nvPr/>
        </p:nvSpPr>
        <p:spPr>
          <a:xfrm>
            <a:off x="3999016" y="3257827"/>
            <a:ext cx="421285" cy="867165"/>
          </a:xfrm>
          <a:custGeom>
            <a:rect b="b" l="l" r="r" t="t"/>
            <a:pathLst>
              <a:path extrusionOk="0" h="4060" w="2236">
                <a:moveTo>
                  <a:pt x="0" y="0"/>
                </a:moveTo>
                <a:lnTo>
                  <a:pt x="0" y="4059"/>
                </a:lnTo>
                <a:lnTo>
                  <a:pt x="2236" y="4059"/>
                </a:lnTo>
                <a:lnTo>
                  <a:pt x="223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8"/>
          <p:cNvSpPr/>
          <p:nvPr/>
        </p:nvSpPr>
        <p:spPr>
          <a:xfrm>
            <a:off x="5505004" y="2572614"/>
            <a:ext cx="421285" cy="1552354"/>
          </a:xfrm>
          <a:custGeom>
            <a:rect b="b" l="l" r="r" t="t"/>
            <a:pathLst>
              <a:path extrusionOk="0" h="7268" w="2236">
                <a:moveTo>
                  <a:pt x="0" y="1"/>
                </a:moveTo>
                <a:lnTo>
                  <a:pt x="0" y="7267"/>
                </a:lnTo>
                <a:lnTo>
                  <a:pt x="2236" y="7267"/>
                </a:lnTo>
                <a:lnTo>
                  <a:pt x="2236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8"/>
          <p:cNvSpPr txBox="1"/>
          <p:nvPr>
            <p:ph idx="1" type="body"/>
          </p:nvPr>
        </p:nvSpPr>
        <p:spPr>
          <a:xfrm>
            <a:off x="3300257" y="4125916"/>
            <a:ext cx="4215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</a:rPr>
              <a:t>A</a:t>
            </a:r>
            <a:endParaRPr b="1" sz="1600">
              <a:solidFill>
                <a:schemeClr val="accent3"/>
              </a:solidFill>
            </a:endParaRPr>
          </a:p>
        </p:txBody>
      </p:sp>
      <p:sp>
        <p:nvSpPr>
          <p:cNvPr id="436" name="Google Shape;436;p18"/>
          <p:cNvSpPr txBox="1"/>
          <p:nvPr>
            <p:ph idx="1" type="body"/>
          </p:nvPr>
        </p:nvSpPr>
        <p:spPr>
          <a:xfrm>
            <a:off x="4020247" y="4125877"/>
            <a:ext cx="4215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4"/>
                </a:solidFill>
              </a:rPr>
              <a:t>B</a:t>
            </a:r>
            <a:endParaRPr b="1" sz="1600">
              <a:solidFill>
                <a:schemeClr val="accent4"/>
              </a:solidFill>
            </a:endParaRPr>
          </a:p>
        </p:txBody>
      </p:sp>
      <p:sp>
        <p:nvSpPr>
          <p:cNvPr id="437" name="Google Shape;437;p18"/>
          <p:cNvSpPr txBox="1"/>
          <p:nvPr>
            <p:ph idx="1" type="body"/>
          </p:nvPr>
        </p:nvSpPr>
        <p:spPr>
          <a:xfrm>
            <a:off x="4711796" y="4130051"/>
            <a:ext cx="4215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5"/>
                </a:solidFill>
              </a:rPr>
              <a:t>C</a:t>
            </a:r>
            <a:endParaRPr b="1" sz="1600">
              <a:solidFill>
                <a:schemeClr val="accent5"/>
              </a:solidFill>
            </a:endParaRPr>
          </a:p>
        </p:txBody>
      </p:sp>
      <p:sp>
        <p:nvSpPr>
          <p:cNvPr id="438" name="Google Shape;438;p18"/>
          <p:cNvSpPr txBox="1"/>
          <p:nvPr>
            <p:ph idx="1" type="body"/>
          </p:nvPr>
        </p:nvSpPr>
        <p:spPr>
          <a:xfrm>
            <a:off x="5525268" y="4125916"/>
            <a:ext cx="4215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6"/>
                </a:solidFill>
              </a:rPr>
              <a:t>D</a:t>
            </a:r>
            <a:endParaRPr b="1" sz="1600">
              <a:solidFill>
                <a:schemeClr val="accent6"/>
              </a:solidFill>
            </a:endParaRPr>
          </a:p>
        </p:txBody>
      </p:sp>
      <p:sp>
        <p:nvSpPr>
          <p:cNvPr id="439" name="Google Shape;439;p18"/>
          <p:cNvSpPr txBox="1"/>
          <p:nvPr/>
        </p:nvSpPr>
        <p:spPr>
          <a:xfrm>
            <a:off x="537559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0" name="Google Shape;440;p18"/>
          <p:cNvSpPr txBox="1"/>
          <p:nvPr/>
        </p:nvSpPr>
        <p:spPr>
          <a:xfrm>
            <a:off x="6671085" y="15426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1" name="Google Shape;441;p18"/>
          <p:cNvSpPr txBox="1"/>
          <p:nvPr/>
        </p:nvSpPr>
        <p:spPr>
          <a:xfrm>
            <a:off x="537559" y="15426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2" name="Google Shape;442;p18"/>
          <p:cNvSpPr txBox="1"/>
          <p:nvPr/>
        </p:nvSpPr>
        <p:spPr>
          <a:xfrm>
            <a:off x="6671085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3" name="Google Shape;443;p18"/>
          <p:cNvSpPr txBox="1"/>
          <p:nvPr/>
        </p:nvSpPr>
        <p:spPr>
          <a:xfrm>
            <a:off x="7288785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D</a:t>
            </a:r>
            <a:endParaRPr b="1" sz="360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" name="Google Shape;444;p18"/>
          <p:cNvSpPr txBox="1"/>
          <p:nvPr/>
        </p:nvSpPr>
        <p:spPr>
          <a:xfrm>
            <a:off x="7288785" y="9426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B</a:t>
            </a:r>
            <a:endParaRPr b="1" sz="3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5" name="Google Shape;445;p18"/>
          <p:cNvSpPr txBox="1"/>
          <p:nvPr/>
        </p:nvSpPr>
        <p:spPr>
          <a:xfrm>
            <a:off x="537559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endParaRPr b="1" sz="3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6" name="Google Shape;446;p18"/>
          <p:cNvSpPr txBox="1"/>
          <p:nvPr/>
        </p:nvSpPr>
        <p:spPr>
          <a:xfrm>
            <a:off x="537559" y="9426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b="1" sz="3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447" name="Google Shape;447;p18"/>
          <p:cNvGrpSpPr/>
          <p:nvPr/>
        </p:nvGrpSpPr>
        <p:grpSpPr>
          <a:xfrm>
            <a:off x="3295311" y="1771102"/>
            <a:ext cx="450470" cy="448180"/>
            <a:chOff x="-19020075" y="4084200"/>
            <a:chExt cx="304825" cy="303275"/>
          </a:xfrm>
        </p:grpSpPr>
        <p:sp>
          <p:nvSpPr>
            <p:cNvPr id="448" name="Google Shape;448;p18"/>
            <p:cNvSpPr/>
            <p:nvPr/>
          </p:nvSpPr>
          <p:spPr>
            <a:xfrm>
              <a:off x="-18962575" y="4274800"/>
              <a:ext cx="103975" cy="94550"/>
            </a:xfrm>
            <a:custGeom>
              <a:rect b="b" l="l" r="r" t="t"/>
              <a:pathLst>
                <a:path extrusionOk="0" h="3782" w="4159">
                  <a:moveTo>
                    <a:pt x="3403" y="1"/>
                  </a:moveTo>
                  <a:cubicBezTo>
                    <a:pt x="3151" y="1356"/>
                    <a:pt x="1985" y="2364"/>
                    <a:pt x="599" y="2364"/>
                  </a:cubicBezTo>
                  <a:cubicBezTo>
                    <a:pt x="410" y="2364"/>
                    <a:pt x="221" y="2332"/>
                    <a:pt x="0" y="2301"/>
                  </a:cubicBezTo>
                  <a:lnTo>
                    <a:pt x="0" y="2301"/>
                  </a:lnTo>
                  <a:cubicBezTo>
                    <a:pt x="284" y="3151"/>
                    <a:pt x="1071" y="3781"/>
                    <a:pt x="2048" y="3781"/>
                  </a:cubicBezTo>
                  <a:cubicBezTo>
                    <a:pt x="3214" y="3781"/>
                    <a:pt x="4159" y="2836"/>
                    <a:pt x="4159" y="1671"/>
                  </a:cubicBezTo>
                  <a:cubicBezTo>
                    <a:pt x="4159" y="978"/>
                    <a:pt x="3875" y="410"/>
                    <a:pt x="34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8"/>
            <p:cNvSpPr/>
            <p:nvPr/>
          </p:nvSpPr>
          <p:spPr>
            <a:xfrm>
              <a:off x="-18883025" y="4281900"/>
              <a:ext cx="78000" cy="105575"/>
            </a:xfrm>
            <a:custGeom>
              <a:rect b="b" l="l" r="r" t="t"/>
              <a:pathLst>
                <a:path extrusionOk="0" h="4223" w="3120">
                  <a:moveTo>
                    <a:pt x="1323" y="0"/>
                  </a:moveTo>
                  <a:lnTo>
                    <a:pt x="1323" y="0"/>
                  </a:lnTo>
                  <a:cubicBezTo>
                    <a:pt x="1544" y="442"/>
                    <a:pt x="1670" y="914"/>
                    <a:pt x="1670" y="1387"/>
                  </a:cubicBezTo>
                  <a:cubicBezTo>
                    <a:pt x="1670" y="2552"/>
                    <a:pt x="977" y="3529"/>
                    <a:pt x="0" y="3970"/>
                  </a:cubicBezTo>
                  <a:cubicBezTo>
                    <a:pt x="284" y="4128"/>
                    <a:pt x="599" y="4222"/>
                    <a:pt x="977" y="4222"/>
                  </a:cubicBezTo>
                  <a:cubicBezTo>
                    <a:pt x="2142" y="4222"/>
                    <a:pt x="3088" y="3277"/>
                    <a:pt x="3088" y="2080"/>
                  </a:cubicBezTo>
                  <a:cubicBezTo>
                    <a:pt x="3119" y="1072"/>
                    <a:pt x="2331" y="189"/>
                    <a:pt x="13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8"/>
            <p:cNvSpPr/>
            <p:nvPr/>
          </p:nvSpPr>
          <p:spPr>
            <a:xfrm>
              <a:off x="-18809000" y="4281100"/>
              <a:ext cx="57525" cy="88250"/>
            </a:xfrm>
            <a:custGeom>
              <a:rect b="b" l="l" r="r" t="t"/>
              <a:pathLst>
                <a:path extrusionOk="0" h="3530" w="2301">
                  <a:moveTo>
                    <a:pt x="536" y="1"/>
                  </a:moveTo>
                  <a:cubicBezTo>
                    <a:pt x="316" y="1"/>
                    <a:pt x="158" y="32"/>
                    <a:pt x="1" y="64"/>
                  </a:cubicBezTo>
                  <a:cubicBezTo>
                    <a:pt x="568" y="568"/>
                    <a:pt x="883" y="1324"/>
                    <a:pt x="883" y="2112"/>
                  </a:cubicBezTo>
                  <a:cubicBezTo>
                    <a:pt x="883" y="2616"/>
                    <a:pt x="725" y="3088"/>
                    <a:pt x="473" y="3529"/>
                  </a:cubicBezTo>
                  <a:lnTo>
                    <a:pt x="536" y="3529"/>
                  </a:lnTo>
                  <a:cubicBezTo>
                    <a:pt x="1513" y="3529"/>
                    <a:pt x="2300" y="2742"/>
                    <a:pt x="2300" y="1765"/>
                  </a:cubicBezTo>
                  <a:cubicBezTo>
                    <a:pt x="2300" y="820"/>
                    <a:pt x="1513" y="1"/>
                    <a:pt x="5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8"/>
            <p:cNvSpPr/>
            <p:nvPr/>
          </p:nvSpPr>
          <p:spPr>
            <a:xfrm>
              <a:off x="-18770400" y="4263000"/>
              <a:ext cx="55150" cy="66975"/>
            </a:xfrm>
            <a:custGeom>
              <a:rect b="b" l="l" r="r" t="t"/>
              <a:pathLst>
                <a:path extrusionOk="0" h="2679" w="2206">
                  <a:moveTo>
                    <a:pt x="756" y="0"/>
                  </a:moveTo>
                  <a:cubicBezTo>
                    <a:pt x="473" y="0"/>
                    <a:pt x="189" y="95"/>
                    <a:pt x="0" y="252"/>
                  </a:cubicBezTo>
                  <a:cubicBezTo>
                    <a:pt x="882" y="630"/>
                    <a:pt x="1450" y="1513"/>
                    <a:pt x="1450" y="2521"/>
                  </a:cubicBezTo>
                  <a:lnTo>
                    <a:pt x="1450" y="2678"/>
                  </a:lnTo>
                  <a:cubicBezTo>
                    <a:pt x="1891" y="2458"/>
                    <a:pt x="2206" y="1985"/>
                    <a:pt x="2206" y="1450"/>
                  </a:cubicBezTo>
                  <a:cubicBezTo>
                    <a:pt x="2174" y="662"/>
                    <a:pt x="1544" y="0"/>
                    <a:pt x="7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8"/>
            <p:cNvSpPr/>
            <p:nvPr/>
          </p:nvSpPr>
          <p:spPr>
            <a:xfrm>
              <a:off x="-18768050" y="4227550"/>
              <a:ext cx="52025" cy="31525"/>
            </a:xfrm>
            <a:custGeom>
              <a:rect b="b" l="l" r="r" t="t"/>
              <a:pathLst>
                <a:path extrusionOk="0" h="1261" w="2081">
                  <a:moveTo>
                    <a:pt x="1009" y="1"/>
                  </a:moveTo>
                  <a:cubicBezTo>
                    <a:pt x="505" y="1"/>
                    <a:pt x="64" y="347"/>
                    <a:pt x="1" y="820"/>
                  </a:cubicBezTo>
                  <a:cubicBezTo>
                    <a:pt x="221" y="757"/>
                    <a:pt x="410" y="725"/>
                    <a:pt x="662" y="725"/>
                  </a:cubicBezTo>
                  <a:cubicBezTo>
                    <a:pt x="1198" y="725"/>
                    <a:pt x="1671" y="946"/>
                    <a:pt x="2080" y="1261"/>
                  </a:cubicBezTo>
                  <a:lnTo>
                    <a:pt x="2080" y="1072"/>
                  </a:lnTo>
                  <a:cubicBezTo>
                    <a:pt x="2080" y="473"/>
                    <a:pt x="1608" y="1"/>
                    <a:pt x="10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8"/>
            <p:cNvSpPr/>
            <p:nvPr/>
          </p:nvSpPr>
          <p:spPr>
            <a:xfrm>
              <a:off x="-19000400" y="4262200"/>
              <a:ext cx="106350" cy="52800"/>
            </a:xfrm>
            <a:custGeom>
              <a:rect b="b" l="l" r="r" t="t"/>
              <a:pathLst>
                <a:path extrusionOk="0" h="2112" w="4254">
                  <a:moveTo>
                    <a:pt x="1" y="1"/>
                  </a:moveTo>
                  <a:cubicBezTo>
                    <a:pt x="1" y="1167"/>
                    <a:pt x="946" y="2112"/>
                    <a:pt x="2112" y="2112"/>
                  </a:cubicBezTo>
                  <a:cubicBezTo>
                    <a:pt x="3309" y="2112"/>
                    <a:pt x="4254" y="1230"/>
                    <a:pt x="4254" y="32"/>
                  </a:cubicBezTo>
                  <a:lnTo>
                    <a:pt x="4254" y="32"/>
                  </a:lnTo>
                  <a:cubicBezTo>
                    <a:pt x="3655" y="473"/>
                    <a:pt x="2899" y="757"/>
                    <a:pt x="2112" y="757"/>
                  </a:cubicBezTo>
                  <a:cubicBezTo>
                    <a:pt x="1324" y="757"/>
                    <a:pt x="568" y="47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8"/>
            <p:cNvSpPr/>
            <p:nvPr/>
          </p:nvSpPr>
          <p:spPr>
            <a:xfrm>
              <a:off x="-18912175" y="4173200"/>
              <a:ext cx="18125" cy="35475"/>
            </a:xfrm>
            <a:custGeom>
              <a:rect b="b" l="l" r="r" t="t"/>
              <a:pathLst>
                <a:path extrusionOk="0" h="1419" w="725">
                  <a:moveTo>
                    <a:pt x="378" y="1"/>
                  </a:moveTo>
                  <a:cubicBezTo>
                    <a:pt x="189" y="1"/>
                    <a:pt x="0" y="284"/>
                    <a:pt x="0" y="725"/>
                  </a:cubicBezTo>
                  <a:cubicBezTo>
                    <a:pt x="0" y="1166"/>
                    <a:pt x="189" y="1418"/>
                    <a:pt x="378" y="1418"/>
                  </a:cubicBezTo>
                  <a:cubicBezTo>
                    <a:pt x="536" y="1418"/>
                    <a:pt x="725" y="1166"/>
                    <a:pt x="725" y="725"/>
                  </a:cubicBezTo>
                  <a:cubicBezTo>
                    <a:pt x="725" y="284"/>
                    <a:pt x="536" y="1"/>
                    <a:pt x="3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8"/>
            <p:cNvSpPr/>
            <p:nvPr/>
          </p:nvSpPr>
          <p:spPr>
            <a:xfrm>
              <a:off x="-19001975" y="4173200"/>
              <a:ext cx="18150" cy="35475"/>
            </a:xfrm>
            <a:custGeom>
              <a:rect b="b" l="l" r="r" t="t"/>
              <a:pathLst>
                <a:path extrusionOk="0" h="1419" w="726">
                  <a:moveTo>
                    <a:pt x="379" y="1"/>
                  </a:moveTo>
                  <a:cubicBezTo>
                    <a:pt x="221" y="1"/>
                    <a:pt x="1" y="284"/>
                    <a:pt x="1" y="725"/>
                  </a:cubicBezTo>
                  <a:cubicBezTo>
                    <a:pt x="1" y="1166"/>
                    <a:pt x="221" y="1418"/>
                    <a:pt x="379" y="1418"/>
                  </a:cubicBezTo>
                  <a:cubicBezTo>
                    <a:pt x="536" y="1418"/>
                    <a:pt x="725" y="1166"/>
                    <a:pt x="725" y="725"/>
                  </a:cubicBezTo>
                  <a:cubicBezTo>
                    <a:pt x="725" y="284"/>
                    <a:pt x="536" y="1"/>
                    <a:pt x="3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8"/>
            <p:cNvSpPr/>
            <p:nvPr/>
          </p:nvSpPr>
          <p:spPr>
            <a:xfrm>
              <a:off x="-19020075" y="4084200"/>
              <a:ext cx="143375" cy="178025"/>
            </a:xfrm>
            <a:custGeom>
              <a:rect b="b" l="l" r="r" t="t"/>
              <a:pathLst>
                <a:path extrusionOk="0" h="7121" w="5735">
                  <a:moveTo>
                    <a:pt x="1418" y="1"/>
                  </a:moveTo>
                  <a:cubicBezTo>
                    <a:pt x="630" y="1"/>
                    <a:pt x="0" y="662"/>
                    <a:pt x="0" y="1450"/>
                  </a:cubicBezTo>
                  <a:cubicBezTo>
                    <a:pt x="0" y="1923"/>
                    <a:pt x="221" y="2301"/>
                    <a:pt x="567" y="2584"/>
                  </a:cubicBezTo>
                  <a:cubicBezTo>
                    <a:pt x="315" y="2962"/>
                    <a:pt x="95" y="3435"/>
                    <a:pt x="32" y="3907"/>
                  </a:cubicBezTo>
                  <a:cubicBezTo>
                    <a:pt x="158" y="3277"/>
                    <a:pt x="536" y="2868"/>
                    <a:pt x="1040" y="2868"/>
                  </a:cubicBezTo>
                  <a:cubicBezTo>
                    <a:pt x="1638" y="2868"/>
                    <a:pt x="2111" y="3498"/>
                    <a:pt x="2111" y="4285"/>
                  </a:cubicBezTo>
                  <a:cubicBezTo>
                    <a:pt x="2111" y="5073"/>
                    <a:pt x="1638" y="5703"/>
                    <a:pt x="1040" y="5703"/>
                  </a:cubicBezTo>
                  <a:cubicBezTo>
                    <a:pt x="567" y="5703"/>
                    <a:pt x="158" y="5262"/>
                    <a:pt x="32" y="4632"/>
                  </a:cubicBezTo>
                  <a:lnTo>
                    <a:pt x="32" y="4632"/>
                  </a:lnTo>
                  <a:cubicBezTo>
                    <a:pt x="189" y="6050"/>
                    <a:pt x="1418" y="7121"/>
                    <a:pt x="2867" y="7121"/>
                  </a:cubicBezTo>
                  <a:cubicBezTo>
                    <a:pt x="4316" y="7121"/>
                    <a:pt x="5514" y="6018"/>
                    <a:pt x="5703" y="4632"/>
                  </a:cubicBezTo>
                  <a:lnTo>
                    <a:pt x="5703" y="4632"/>
                  </a:lnTo>
                  <a:cubicBezTo>
                    <a:pt x="5577" y="5262"/>
                    <a:pt x="5199" y="5703"/>
                    <a:pt x="4694" y="5703"/>
                  </a:cubicBezTo>
                  <a:cubicBezTo>
                    <a:pt x="4096" y="5703"/>
                    <a:pt x="3623" y="5073"/>
                    <a:pt x="3623" y="4285"/>
                  </a:cubicBezTo>
                  <a:cubicBezTo>
                    <a:pt x="3623" y="3498"/>
                    <a:pt x="4096" y="2868"/>
                    <a:pt x="4694" y="2868"/>
                  </a:cubicBezTo>
                  <a:cubicBezTo>
                    <a:pt x="5199" y="2868"/>
                    <a:pt x="5577" y="3277"/>
                    <a:pt x="5703" y="3907"/>
                  </a:cubicBezTo>
                  <a:cubicBezTo>
                    <a:pt x="5608" y="3403"/>
                    <a:pt x="5419" y="2962"/>
                    <a:pt x="5136" y="2584"/>
                  </a:cubicBezTo>
                  <a:cubicBezTo>
                    <a:pt x="5514" y="2301"/>
                    <a:pt x="5734" y="1923"/>
                    <a:pt x="5734" y="1450"/>
                  </a:cubicBezTo>
                  <a:cubicBezTo>
                    <a:pt x="5734" y="662"/>
                    <a:pt x="5104" y="1"/>
                    <a:pt x="4316" y="1"/>
                  </a:cubicBezTo>
                  <a:cubicBezTo>
                    <a:pt x="4127" y="1"/>
                    <a:pt x="3970" y="127"/>
                    <a:pt x="3970" y="347"/>
                  </a:cubicBezTo>
                  <a:cubicBezTo>
                    <a:pt x="3970" y="536"/>
                    <a:pt x="4127" y="694"/>
                    <a:pt x="4316" y="694"/>
                  </a:cubicBezTo>
                  <a:cubicBezTo>
                    <a:pt x="4726" y="694"/>
                    <a:pt x="5041" y="1040"/>
                    <a:pt x="5041" y="1450"/>
                  </a:cubicBezTo>
                  <a:cubicBezTo>
                    <a:pt x="5041" y="1702"/>
                    <a:pt x="4883" y="1954"/>
                    <a:pt x="4631" y="2080"/>
                  </a:cubicBezTo>
                  <a:cubicBezTo>
                    <a:pt x="4159" y="1670"/>
                    <a:pt x="3529" y="1450"/>
                    <a:pt x="2867" y="1450"/>
                  </a:cubicBezTo>
                  <a:cubicBezTo>
                    <a:pt x="2206" y="1450"/>
                    <a:pt x="1607" y="1670"/>
                    <a:pt x="1103" y="2080"/>
                  </a:cubicBezTo>
                  <a:cubicBezTo>
                    <a:pt x="851" y="1954"/>
                    <a:pt x="693" y="1702"/>
                    <a:pt x="693" y="1450"/>
                  </a:cubicBezTo>
                  <a:cubicBezTo>
                    <a:pt x="693" y="1040"/>
                    <a:pt x="1008" y="694"/>
                    <a:pt x="1418" y="694"/>
                  </a:cubicBezTo>
                  <a:cubicBezTo>
                    <a:pt x="1607" y="694"/>
                    <a:pt x="1764" y="536"/>
                    <a:pt x="1764" y="347"/>
                  </a:cubicBezTo>
                  <a:cubicBezTo>
                    <a:pt x="1764" y="127"/>
                    <a:pt x="1607" y="1"/>
                    <a:pt x="14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7" name="Google Shape;457;p18"/>
          <p:cNvGrpSpPr/>
          <p:nvPr/>
        </p:nvGrpSpPr>
        <p:grpSpPr>
          <a:xfrm>
            <a:off x="3974126" y="2618585"/>
            <a:ext cx="457453" cy="451763"/>
            <a:chOff x="-18647525" y="4082625"/>
            <a:chExt cx="309550" cy="305700"/>
          </a:xfrm>
        </p:grpSpPr>
        <p:sp>
          <p:nvSpPr>
            <p:cNvPr id="458" name="Google Shape;458;p18"/>
            <p:cNvSpPr/>
            <p:nvPr/>
          </p:nvSpPr>
          <p:spPr>
            <a:xfrm>
              <a:off x="-18609725" y="4082625"/>
              <a:ext cx="123675" cy="61475"/>
            </a:xfrm>
            <a:custGeom>
              <a:rect b="b" l="l" r="r" t="t"/>
              <a:pathLst>
                <a:path extrusionOk="0" h="2459" w="4947">
                  <a:moveTo>
                    <a:pt x="2473" y="1"/>
                  </a:moveTo>
                  <a:cubicBezTo>
                    <a:pt x="2387" y="1"/>
                    <a:pt x="2300" y="32"/>
                    <a:pt x="2237" y="95"/>
                  </a:cubicBezTo>
                  <a:cubicBezTo>
                    <a:pt x="2206" y="127"/>
                    <a:pt x="1576" y="694"/>
                    <a:pt x="1450" y="1481"/>
                  </a:cubicBezTo>
                  <a:cubicBezTo>
                    <a:pt x="1324" y="1418"/>
                    <a:pt x="1166" y="1418"/>
                    <a:pt x="1071" y="1418"/>
                  </a:cubicBezTo>
                  <a:lnTo>
                    <a:pt x="347" y="1418"/>
                  </a:lnTo>
                  <a:cubicBezTo>
                    <a:pt x="158" y="1418"/>
                    <a:pt x="0" y="1576"/>
                    <a:pt x="0" y="1797"/>
                  </a:cubicBezTo>
                  <a:cubicBezTo>
                    <a:pt x="0" y="2017"/>
                    <a:pt x="32" y="2206"/>
                    <a:pt x="126" y="2427"/>
                  </a:cubicBezTo>
                  <a:cubicBezTo>
                    <a:pt x="1008" y="2175"/>
                    <a:pt x="1922" y="2175"/>
                    <a:pt x="2489" y="2175"/>
                  </a:cubicBezTo>
                  <a:cubicBezTo>
                    <a:pt x="3277" y="2175"/>
                    <a:pt x="4096" y="2206"/>
                    <a:pt x="4852" y="2458"/>
                  </a:cubicBezTo>
                  <a:cubicBezTo>
                    <a:pt x="4915" y="2269"/>
                    <a:pt x="4947" y="2017"/>
                    <a:pt x="4947" y="1797"/>
                  </a:cubicBezTo>
                  <a:cubicBezTo>
                    <a:pt x="4947" y="1576"/>
                    <a:pt x="4789" y="1418"/>
                    <a:pt x="4600" y="1418"/>
                  </a:cubicBezTo>
                  <a:lnTo>
                    <a:pt x="3907" y="1418"/>
                  </a:lnTo>
                  <a:cubicBezTo>
                    <a:pt x="3781" y="1418"/>
                    <a:pt x="3623" y="1418"/>
                    <a:pt x="3497" y="1481"/>
                  </a:cubicBezTo>
                  <a:cubicBezTo>
                    <a:pt x="3340" y="694"/>
                    <a:pt x="2710" y="127"/>
                    <a:pt x="2710" y="95"/>
                  </a:cubicBezTo>
                  <a:cubicBezTo>
                    <a:pt x="2647" y="32"/>
                    <a:pt x="2560" y="1"/>
                    <a:pt x="24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8"/>
            <p:cNvSpPr/>
            <p:nvPr/>
          </p:nvSpPr>
          <p:spPr>
            <a:xfrm>
              <a:off x="-18647525" y="4155875"/>
              <a:ext cx="148075" cy="195350"/>
            </a:xfrm>
            <a:custGeom>
              <a:rect b="b" l="l" r="r" t="t"/>
              <a:pathLst>
                <a:path extrusionOk="0" h="7814" w="5923">
                  <a:moveTo>
                    <a:pt x="1859" y="2836"/>
                  </a:moveTo>
                  <a:cubicBezTo>
                    <a:pt x="2048" y="2836"/>
                    <a:pt x="2205" y="2994"/>
                    <a:pt x="2205" y="3183"/>
                  </a:cubicBezTo>
                  <a:lnTo>
                    <a:pt x="2205" y="3907"/>
                  </a:lnTo>
                  <a:cubicBezTo>
                    <a:pt x="2205" y="4096"/>
                    <a:pt x="2048" y="4254"/>
                    <a:pt x="1859" y="4254"/>
                  </a:cubicBezTo>
                  <a:cubicBezTo>
                    <a:pt x="1670" y="4254"/>
                    <a:pt x="1512" y="4096"/>
                    <a:pt x="1512" y="3907"/>
                  </a:cubicBezTo>
                  <a:lnTo>
                    <a:pt x="1512" y="3183"/>
                  </a:lnTo>
                  <a:cubicBezTo>
                    <a:pt x="1512" y="2994"/>
                    <a:pt x="1670" y="2836"/>
                    <a:pt x="1859" y="2836"/>
                  </a:cubicBezTo>
                  <a:close/>
                  <a:moveTo>
                    <a:pt x="3938" y="1"/>
                  </a:moveTo>
                  <a:cubicBezTo>
                    <a:pt x="2678" y="1"/>
                    <a:pt x="0" y="1"/>
                    <a:pt x="0" y="2836"/>
                  </a:cubicBezTo>
                  <a:cubicBezTo>
                    <a:pt x="0" y="4569"/>
                    <a:pt x="914" y="6774"/>
                    <a:pt x="2205" y="7814"/>
                  </a:cubicBezTo>
                  <a:cubicBezTo>
                    <a:pt x="2016" y="6995"/>
                    <a:pt x="1985" y="6018"/>
                    <a:pt x="2268" y="4915"/>
                  </a:cubicBezTo>
                  <a:cubicBezTo>
                    <a:pt x="2457" y="4222"/>
                    <a:pt x="2741" y="3466"/>
                    <a:pt x="3088" y="2805"/>
                  </a:cubicBezTo>
                  <a:cubicBezTo>
                    <a:pt x="2962" y="2710"/>
                    <a:pt x="2899" y="2647"/>
                    <a:pt x="2899" y="2490"/>
                  </a:cubicBezTo>
                  <a:lnTo>
                    <a:pt x="2899" y="1765"/>
                  </a:lnTo>
                  <a:cubicBezTo>
                    <a:pt x="2899" y="1576"/>
                    <a:pt x="3056" y="1418"/>
                    <a:pt x="3245" y="1418"/>
                  </a:cubicBezTo>
                  <a:cubicBezTo>
                    <a:pt x="3434" y="1418"/>
                    <a:pt x="3592" y="1576"/>
                    <a:pt x="3592" y="1765"/>
                  </a:cubicBezTo>
                  <a:lnTo>
                    <a:pt x="3592" y="1954"/>
                  </a:lnTo>
                  <a:cubicBezTo>
                    <a:pt x="3781" y="1702"/>
                    <a:pt x="4033" y="1450"/>
                    <a:pt x="4222" y="1229"/>
                  </a:cubicBezTo>
                  <a:cubicBezTo>
                    <a:pt x="4726" y="694"/>
                    <a:pt x="5324" y="347"/>
                    <a:pt x="5923" y="190"/>
                  </a:cubicBezTo>
                  <a:cubicBezTo>
                    <a:pt x="5293" y="32"/>
                    <a:pt x="4631" y="1"/>
                    <a:pt x="39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8"/>
            <p:cNvSpPr/>
            <p:nvPr/>
          </p:nvSpPr>
          <p:spPr>
            <a:xfrm>
              <a:off x="-18442750" y="4150575"/>
              <a:ext cx="102400" cy="100625"/>
            </a:xfrm>
            <a:custGeom>
              <a:rect b="b" l="l" r="r" t="t"/>
              <a:pathLst>
                <a:path extrusionOk="0" h="4025" w="4096">
                  <a:moveTo>
                    <a:pt x="630" y="0"/>
                  </a:moveTo>
                  <a:cubicBezTo>
                    <a:pt x="544" y="0"/>
                    <a:pt x="457" y="39"/>
                    <a:pt x="378" y="118"/>
                  </a:cubicBezTo>
                  <a:cubicBezTo>
                    <a:pt x="221" y="276"/>
                    <a:pt x="95" y="496"/>
                    <a:pt x="0" y="685"/>
                  </a:cubicBezTo>
                  <a:cubicBezTo>
                    <a:pt x="851" y="1063"/>
                    <a:pt x="1481" y="1725"/>
                    <a:pt x="1891" y="2134"/>
                  </a:cubicBezTo>
                  <a:cubicBezTo>
                    <a:pt x="2300" y="2513"/>
                    <a:pt x="2962" y="3206"/>
                    <a:pt x="3371" y="4025"/>
                  </a:cubicBezTo>
                  <a:cubicBezTo>
                    <a:pt x="3560" y="3962"/>
                    <a:pt x="3749" y="3836"/>
                    <a:pt x="3907" y="3647"/>
                  </a:cubicBezTo>
                  <a:cubicBezTo>
                    <a:pt x="4096" y="3552"/>
                    <a:pt x="4096" y="3332"/>
                    <a:pt x="3938" y="3206"/>
                  </a:cubicBezTo>
                  <a:lnTo>
                    <a:pt x="3434" y="2702"/>
                  </a:lnTo>
                  <a:cubicBezTo>
                    <a:pt x="3371" y="2607"/>
                    <a:pt x="3245" y="2544"/>
                    <a:pt x="3119" y="2450"/>
                  </a:cubicBezTo>
                  <a:cubicBezTo>
                    <a:pt x="3560" y="1788"/>
                    <a:pt x="3529" y="937"/>
                    <a:pt x="3529" y="906"/>
                  </a:cubicBezTo>
                  <a:cubicBezTo>
                    <a:pt x="3529" y="717"/>
                    <a:pt x="3371" y="591"/>
                    <a:pt x="3151" y="559"/>
                  </a:cubicBezTo>
                  <a:cubicBezTo>
                    <a:pt x="3147" y="559"/>
                    <a:pt x="3130" y="559"/>
                    <a:pt x="3103" y="559"/>
                  </a:cubicBezTo>
                  <a:cubicBezTo>
                    <a:pt x="2910" y="559"/>
                    <a:pt x="2190" y="583"/>
                    <a:pt x="1639" y="969"/>
                  </a:cubicBezTo>
                  <a:cubicBezTo>
                    <a:pt x="1544" y="843"/>
                    <a:pt x="1481" y="748"/>
                    <a:pt x="1387" y="654"/>
                  </a:cubicBezTo>
                  <a:lnTo>
                    <a:pt x="882" y="118"/>
                  </a:lnTo>
                  <a:cubicBezTo>
                    <a:pt x="804" y="39"/>
                    <a:pt x="717" y="0"/>
                    <a:pt x="6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8"/>
            <p:cNvSpPr/>
            <p:nvPr/>
          </p:nvSpPr>
          <p:spPr>
            <a:xfrm>
              <a:off x="-18581375" y="4176775"/>
              <a:ext cx="243400" cy="211550"/>
            </a:xfrm>
            <a:custGeom>
              <a:rect b="b" l="l" r="r" t="t"/>
              <a:pathLst>
                <a:path extrusionOk="0" h="8462" w="9736">
                  <a:moveTo>
                    <a:pt x="4191" y="1000"/>
                  </a:moveTo>
                  <a:cubicBezTo>
                    <a:pt x="4277" y="1000"/>
                    <a:pt x="4364" y="1039"/>
                    <a:pt x="4443" y="1118"/>
                  </a:cubicBezTo>
                  <a:cubicBezTo>
                    <a:pt x="4600" y="1275"/>
                    <a:pt x="4600" y="1465"/>
                    <a:pt x="4443" y="1654"/>
                  </a:cubicBezTo>
                  <a:lnTo>
                    <a:pt x="3939" y="2158"/>
                  </a:lnTo>
                  <a:cubicBezTo>
                    <a:pt x="3860" y="2236"/>
                    <a:pt x="3765" y="2276"/>
                    <a:pt x="3675" y="2276"/>
                  </a:cubicBezTo>
                  <a:cubicBezTo>
                    <a:pt x="3584" y="2276"/>
                    <a:pt x="3498" y="2236"/>
                    <a:pt x="3435" y="2158"/>
                  </a:cubicBezTo>
                  <a:cubicBezTo>
                    <a:pt x="3277" y="2000"/>
                    <a:pt x="3277" y="1811"/>
                    <a:pt x="3435" y="1654"/>
                  </a:cubicBezTo>
                  <a:lnTo>
                    <a:pt x="3939" y="1118"/>
                  </a:lnTo>
                  <a:cubicBezTo>
                    <a:pt x="4017" y="1039"/>
                    <a:pt x="4104" y="1000"/>
                    <a:pt x="4191" y="1000"/>
                  </a:cubicBezTo>
                  <a:close/>
                  <a:moveTo>
                    <a:pt x="5230" y="3048"/>
                  </a:moveTo>
                  <a:cubicBezTo>
                    <a:pt x="5317" y="3048"/>
                    <a:pt x="5404" y="3087"/>
                    <a:pt x="5482" y="3166"/>
                  </a:cubicBezTo>
                  <a:cubicBezTo>
                    <a:pt x="5640" y="3323"/>
                    <a:pt x="5640" y="3512"/>
                    <a:pt x="5482" y="3701"/>
                  </a:cubicBezTo>
                  <a:lnTo>
                    <a:pt x="4978" y="4205"/>
                  </a:lnTo>
                  <a:cubicBezTo>
                    <a:pt x="4900" y="4284"/>
                    <a:pt x="4805" y="4324"/>
                    <a:pt x="4710" y="4324"/>
                  </a:cubicBezTo>
                  <a:cubicBezTo>
                    <a:pt x="4616" y="4324"/>
                    <a:pt x="4521" y="4284"/>
                    <a:pt x="4443" y="4205"/>
                  </a:cubicBezTo>
                  <a:cubicBezTo>
                    <a:pt x="4285" y="4048"/>
                    <a:pt x="4285" y="3796"/>
                    <a:pt x="4443" y="3701"/>
                  </a:cubicBezTo>
                  <a:lnTo>
                    <a:pt x="4978" y="3166"/>
                  </a:lnTo>
                  <a:cubicBezTo>
                    <a:pt x="5057" y="3087"/>
                    <a:pt x="5144" y="3048"/>
                    <a:pt x="5230" y="3048"/>
                  </a:cubicBezTo>
                  <a:close/>
                  <a:moveTo>
                    <a:pt x="2674" y="3583"/>
                  </a:moveTo>
                  <a:cubicBezTo>
                    <a:pt x="2765" y="3583"/>
                    <a:pt x="2852" y="3623"/>
                    <a:pt x="2930" y="3701"/>
                  </a:cubicBezTo>
                  <a:cubicBezTo>
                    <a:pt x="3088" y="3796"/>
                    <a:pt x="3088" y="4048"/>
                    <a:pt x="2930" y="4205"/>
                  </a:cubicBezTo>
                  <a:lnTo>
                    <a:pt x="2395" y="4710"/>
                  </a:lnTo>
                  <a:cubicBezTo>
                    <a:pt x="2316" y="4788"/>
                    <a:pt x="2229" y="4828"/>
                    <a:pt x="2143" y="4828"/>
                  </a:cubicBezTo>
                  <a:cubicBezTo>
                    <a:pt x="2056" y="4828"/>
                    <a:pt x="1970" y="4788"/>
                    <a:pt x="1891" y="4710"/>
                  </a:cubicBezTo>
                  <a:cubicBezTo>
                    <a:pt x="1733" y="4552"/>
                    <a:pt x="1733" y="4363"/>
                    <a:pt x="1891" y="4205"/>
                  </a:cubicBezTo>
                  <a:lnTo>
                    <a:pt x="2395" y="3701"/>
                  </a:lnTo>
                  <a:cubicBezTo>
                    <a:pt x="2489" y="3623"/>
                    <a:pt x="2584" y="3583"/>
                    <a:pt x="2674" y="3583"/>
                  </a:cubicBezTo>
                  <a:close/>
                  <a:moveTo>
                    <a:pt x="7207" y="4087"/>
                  </a:moveTo>
                  <a:cubicBezTo>
                    <a:pt x="7302" y="4087"/>
                    <a:pt x="7388" y="4127"/>
                    <a:pt x="7436" y="4205"/>
                  </a:cubicBezTo>
                  <a:cubicBezTo>
                    <a:pt x="7625" y="4363"/>
                    <a:pt x="7625" y="4552"/>
                    <a:pt x="7436" y="4710"/>
                  </a:cubicBezTo>
                  <a:lnTo>
                    <a:pt x="6932" y="5214"/>
                  </a:lnTo>
                  <a:cubicBezTo>
                    <a:pt x="6853" y="5292"/>
                    <a:pt x="6766" y="5332"/>
                    <a:pt x="6680" y="5332"/>
                  </a:cubicBezTo>
                  <a:cubicBezTo>
                    <a:pt x="6593" y="5332"/>
                    <a:pt x="6506" y="5292"/>
                    <a:pt x="6427" y="5214"/>
                  </a:cubicBezTo>
                  <a:cubicBezTo>
                    <a:pt x="6270" y="5056"/>
                    <a:pt x="6270" y="4867"/>
                    <a:pt x="6427" y="4710"/>
                  </a:cubicBezTo>
                  <a:lnTo>
                    <a:pt x="6932" y="4205"/>
                  </a:lnTo>
                  <a:cubicBezTo>
                    <a:pt x="7010" y="4127"/>
                    <a:pt x="7113" y="4087"/>
                    <a:pt x="7207" y="4087"/>
                  </a:cubicBezTo>
                  <a:close/>
                  <a:moveTo>
                    <a:pt x="5388" y="4875"/>
                  </a:moveTo>
                  <a:cubicBezTo>
                    <a:pt x="5474" y="4875"/>
                    <a:pt x="5561" y="4914"/>
                    <a:pt x="5640" y="4993"/>
                  </a:cubicBezTo>
                  <a:cubicBezTo>
                    <a:pt x="5797" y="5151"/>
                    <a:pt x="5797" y="5340"/>
                    <a:pt x="5640" y="5497"/>
                  </a:cubicBezTo>
                  <a:lnTo>
                    <a:pt x="5136" y="6001"/>
                  </a:lnTo>
                  <a:cubicBezTo>
                    <a:pt x="5057" y="6080"/>
                    <a:pt x="4963" y="6119"/>
                    <a:pt x="4868" y="6119"/>
                  </a:cubicBezTo>
                  <a:cubicBezTo>
                    <a:pt x="4773" y="6119"/>
                    <a:pt x="4679" y="6080"/>
                    <a:pt x="4600" y="6001"/>
                  </a:cubicBezTo>
                  <a:cubicBezTo>
                    <a:pt x="4443" y="5844"/>
                    <a:pt x="4443" y="5655"/>
                    <a:pt x="4600" y="5497"/>
                  </a:cubicBezTo>
                  <a:lnTo>
                    <a:pt x="5136" y="4993"/>
                  </a:lnTo>
                  <a:cubicBezTo>
                    <a:pt x="5215" y="4914"/>
                    <a:pt x="5301" y="4875"/>
                    <a:pt x="5388" y="4875"/>
                  </a:cubicBezTo>
                  <a:close/>
                  <a:moveTo>
                    <a:pt x="2674" y="5568"/>
                  </a:moveTo>
                  <a:cubicBezTo>
                    <a:pt x="2765" y="5568"/>
                    <a:pt x="2852" y="5607"/>
                    <a:pt x="2930" y="5686"/>
                  </a:cubicBezTo>
                  <a:cubicBezTo>
                    <a:pt x="3088" y="5844"/>
                    <a:pt x="3088" y="6064"/>
                    <a:pt x="2930" y="6222"/>
                  </a:cubicBezTo>
                  <a:lnTo>
                    <a:pt x="2395" y="6726"/>
                  </a:lnTo>
                  <a:cubicBezTo>
                    <a:pt x="2316" y="6805"/>
                    <a:pt x="2229" y="6844"/>
                    <a:pt x="2143" y="6844"/>
                  </a:cubicBezTo>
                  <a:cubicBezTo>
                    <a:pt x="2056" y="6844"/>
                    <a:pt x="1970" y="6805"/>
                    <a:pt x="1891" y="6726"/>
                  </a:cubicBezTo>
                  <a:cubicBezTo>
                    <a:pt x="1733" y="6568"/>
                    <a:pt x="1733" y="6379"/>
                    <a:pt x="1891" y="6222"/>
                  </a:cubicBezTo>
                  <a:lnTo>
                    <a:pt x="2395" y="5686"/>
                  </a:lnTo>
                  <a:cubicBezTo>
                    <a:pt x="2489" y="5607"/>
                    <a:pt x="2584" y="5568"/>
                    <a:pt x="2674" y="5568"/>
                  </a:cubicBezTo>
                  <a:close/>
                  <a:moveTo>
                    <a:pt x="4065" y="1"/>
                  </a:moveTo>
                  <a:cubicBezTo>
                    <a:pt x="3468" y="1"/>
                    <a:pt x="2828" y="244"/>
                    <a:pt x="2174" y="897"/>
                  </a:cubicBezTo>
                  <a:cubicBezTo>
                    <a:pt x="1355" y="1717"/>
                    <a:pt x="662" y="2977"/>
                    <a:pt x="347" y="4268"/>
                  </a:cubicBezTo>
                  <a:cubicBezTo>
                    <a:pt x="0" y="5781"/>
                    <a:pt x="190" y="7009"/>
                    <a:pt x="914" y="7702"/>
                  </a:cubicBezTo>
                  <a:cubicBezTo>
                    <a:pt x="1466" y="8255"/>
                    <a:pt x="2204" y="8461"/>
                    <a:pt x="2972" y="8461"/>
                  </a:cubicBezTo>
                  <a:cubicBezTo>
                    <a:pt x="3430" y="8461"/>
                    <a:pt x="3900" y="8387"/>
                    <a:pt x="4348" y="8270"/>
                  </a:cubicBezTo>
                  <a:cubicBezTo>
                    <a:pt x="5608" y="7955"/>
                    <a:pt x="6900" y="7230"/>
                    <a:pt x="7719" y="6442"/>
                  </a:cubicBezTo>
                  <a:cubicBezTo>
                    <a:pt x="9736" y="4426"/>
                    <a:pt x="7845" y="2536"/>
                    <a:pt x="6963" y="1654"/>
                  </a:cubicBezTo>
                  <a:cubicBezTo>
                    <a:pt x="6367" y="1057"/>
                    <a:pt x="5310" y="1"/>
                    <a:pt x="40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2" name="Google Shape;462;p18"/>
          <p:cNvGrpSpPr/>
          <p:nvPr/>
        </p:nvGrpSpPr>
        <p:grpSpPr>
          <a:xfrm>
            <a:off x="4770346" y="1491152"/>
            <a:ext cx="341076" cy="448180"/>
            <a:chOff x="-18234025" y="4084200"/>
            <a:chExt cx="230800" cy="303275"/>
          </a:xfrm>
        </p:grpSpPr>
        <p:sp>
          <p:nvSpPr>
            <p:cNvPr id="463" name="Google Shape;463;p18"/>
            <p:cNvSpPr/>
            <p:nvPr/>
          </p:nvSpPr>
          <p:spPr>
            <a:xfrm>
              <a:off x="-18234025" y="4246450"/>
              <a:ext cx="230800" cy="141025"/>
            </a:xfrm>
            <a:custGeom>
              <a:rect b="b" l="l" r="r" t="t"/>
              <a:pathLst>
                <a:path extrusionOk="0" h="5641" w="9232">
                  <a:moveTo>
                    <a:pt x="1796" y="1"/>
                  </a:moveTo>
                  <a:lnTo>
                    <a:pt x="0" y="851"/>
                  </a:lnTo>
                  <a:cubicBezTo>
                    <a:pt x="221" y="3687"/>
                    <a:pt x="2048" y="5640"/>
                    <a:pt x="4631" y="5640"/>
                  </a:cubicBezTo>
                  <a:cubicBezTo>
                    <a:pt x="7183" y="5640"/>
                    <a:pt x="9042" y="3687"/>
                    <a:pt x="9231" y="851"/>
                  </a:cubicBezTo>
                  <a:lnTo>
                    <a:pt x="7467" y="1"/>
                  </a:lnTo>
                  <a:lnTo>
                    <a:pt x="6207" y="631"/>
                  </a:lnTo>
                  <a:cubicBezTo>
                    <a:pt x="6144" y="647"/>
                    <a:pt x="6081" y="654"/>
                    <a:pt x="6025" y="654"/>
                  </a:cubicBezTo>
                  <a:cubicBezTo>
                    <a:pt x="5970" y="654"/>
                    <a:pt x="5923" y="647"/>
                    <a:pt x="5892" y="631"/>
                  </a:cubicBezTo>
                  <a:lnTo>
                    <a:pt x="4631" y="1"/>
                  </a:lnTo>
                  <a:lnTo>
                    <a:pt x="3371" y="631"/>
                  </a:lnTo>
                  <a:cubicBezTo>
                    <a:pt x="3308" y="647"/>
                    <a:pt x="3245" y="654"/>
                    <a:pt x="3190" y="654"/>
                  </a:cubicBezTo>
                  <a:cubicBezTo>
                    <a:pt x="3135" y="654"/>
                    <a:pt x="3088" y="647"/>
                    <a:pt x="3056" y="631"/>
                  </a:cubicBezTo>
                  <a:lnTo>
                    <a:pt x="179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8"/>
            <p:cNvSpPr/>
            <p:nvPr/>
          </p:nvSpPr>
          <p:spPr>
            <a:xfrm>
              <a:off x="-18200175" y="4156675"/>
              <a:ext cx="161500" cy="87450"/>
            </a:xfrm>
            <a:custGeom>
              <a:rect b="b" l="l" r="r" t="t"/>
              <a:pathLst>
                <a:path extrusionOk="0" h="3498" w="6460">
                  <a:moveTo>
                    <a:pt x="2206" y="1040"/>
                  </a:moveTo>
                  <a:cubicBezTo>
                    <a:pt x="2395" y="1040"/>
                    <a:pt x="2553" y="1197"/>
                    <a:pt x="2553" y="1386"/>
                  </a:cubicBezTo>
                  <a:cubicBezTo>
                    <a:pt x="2553" y="1575"/>
                    <a:pt x="2395" y="1733"/>
                    <a:pt x="2206" y="1733"/>
                  </a:cubicBezTo>
                  <a:cubicBezTo>
                    <a:pt x="2017" y="1733"/>
                    <a:pt x="1860" y="1575"/>
                    <a:pt x="1860" y="1386"/>
                  </a:cubicBezTo>
                  <a:cubicBezTo>
                    <a:pt x="1860" y="1197"/>
                    <a:pt x="2017" y="1040"/>
                    <a:pt x="2206" y="1040"/>
                  </a:cubicBezTo>
                  <a:close/>
                  <a:moveTo>
                    <a:pt x="4317" y="1040"/>
                  </a:moveTo>
                  <a:cubicBezTo>
                    <a:pt x="4538" y="1040"/>
                    <a:pt x="4695" y="1197"/>
                    <a:pt x="4695" y="1386"/>
                  </a:cubicBezTo>
                  <a:cubicBezTo>
                    <a:pt x="4695" y="1575"/>
                    <a:pt x="4538" y="1733"/>
                    <a:pt x="4317" y="1733"/>
                  </a:cubicBezTo>
                  <a:cubicBezTo>
                    <a:pt x="4128" y="1733"/>
                    <a:pt x="3971" y="1575"/>
                    <a:pt x="3971" y="1386"/>
                  </a:cubicBezTo>
                  <a:cubicBezTo>
                    <a:pt x="3971" y="1197"/>
                    <a:pt x="4128" y="1040"/>
                    <a:pt x="4317" y="1040"/>
                  </a:cubicBezTo>
                  <a:close/>
                  <a:moveTo>
                    <a:pt x="1765" y="0"/>
                  </a:moveTo>
                  <a:lnTo>
                    <a:pt x="284" y="504"/>
                  </a:lnTo>
                  <a:cubicBezTo>
                    <a:pt x="127" y="914"/>
                    <a:pt x="1" y="1355"/>
                    <a:pt x="1" y="1764"/>
                  </a:cubicBezTo>
                  <a:cubicBezTo>
                    <a:pt x="1" y="2174"/>
                    <a:pt x="64" y="2521"/>
                    <a:pt x="190" y="2867"/>
                  </a:cubicBezTo>
                  <a:cubicBezTo>
                    <a:pt x="253" y="2851"/>
                    <a:pt x="300" y="2843"/>
                    <a:pt x="347" y="2843"/>
                  </a:cubicBezTo>
                  <a:cubicBezTo>
                    <a:pt x="395" y="2843"/>
                    <a:pt x="442" y="2851"/>
                    <a:pt x="505" y="2867"/>
                  </a:cubicBezTo>
                  <a:lnTo>
                    <a:pt x="1765" y="3497"/>
                  </a:lnTo>
                  <a:lnTo>
                    <a:pt x="2836" y="2962"/>
                  </a:lnTo>
                  <a:lnTo>
                    <a:pt x="2836" y="2458"/>
                  </a:lnTo>
                  <a:cubicBezTo>
                    <a:pt x="2836" y="2237"/>
                    <a:pt x="2994" y="2079"/>
                    <a:pt x="3183" y="2079"/>
                  </a:cubicBezTo>
                  <a:cubicBezTo>
                    <a:pt x="3403" y="2079"/>
                    <a:pt x="3561" y="2237"/>
                    <a:pt x="3561" y="2458"/>
                  </a:cubicBezTo>
                  <a:lnTo>
                    <a:pt x="3561" y="2962"/>
                  </a:lnTo>
                  <a:lnTo>
                    <a:pt x="4695" y="3497"/>
                  </a:lnTo>
                  <a:lnTo>
                    <a:pt x="5955" y="2867"/>
                  </a:lnTo>
                  <a:cubicBezTo>
                    <a:pt x="6003" y="2851"/>
                    <a:pt x="6050" y="2843"/>
                    <a:pt x="6101" y="2843"/>
                  </a:cubicBezTo>
                  <a:cubicBezTo>
                    <a:pt x="6152" y="2843"/>
                    <a:pt x="6207" y="2851"/>
                    <a:pt x="6270" y="2867"/>
                  </a:cubicBezTo>
                  <a:cubicBezTo>
                    <a:pt x="6365" y="2521"/>
                    <a:pt x="6459" y="2174"/>
                    <a:pt x="6459" y="1764"/>
                  </a:cubicBezTo>
                  <a:cubicBezTo>
                    <a:pt x="6459" y="1323"/>
                    <a:pt x="6365" y="914"/>
                    <a:pt x="6176" y="504"/>
                  </a:cubicBezTo>
                  <a:lnTo>
                    <a:pt x="4695" y="0"/>
                  </a:lnTo>
                  <a:lnTo>
                    <a:pt x="3372" y="630"/>
                  </a:lnTo>
                  <a:cubicBezTo>
                    <a:pt x="3325" y="646"/>
                    <a:pt x="3270" y="654"/>
                    <a:pt x="3214" y="654"/>
                  </a:cubicBezTo>
                  <a:cubicBezTo>
                    <a:pt x="3159" y="654"/>
                    <a:pt x="3104" y="646"/>
                    <a:pt x="3057" y="630"/>
                  </a:cubicBezTo>
                  <a:lnTo>
                    <a:pt x="17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8"/>
            <p:cNvSpPr/>
            <p:nvPr/>
          </p:nvSpPr>
          <p:spPr>
            <a:xfrm>
              <a:off x="-18211200" y="4084200"/>
              <a:ext cx="185125" cy="71700"/>
            </a:xfrm>
            <a:custGeom>
              <a:rect b="b" l="l" r="r" t="t"/>
              <a:pathLst>
                <a:path extrusionOk="0" h="2868" w="7405">
                  <a:moveTo>
                    <a:pt x="3718" y="1"/>
                  </a:moveTo>
                  <a:cubicBezTo>
                    <a:pt x="2301" y="1"/>
                    <a:pt x="914" y="1040"/>
                    <a:pt x="1" y="2868"/>
                  </a:cubicBezTo>
                  <a:lnTo>
                    <a:pt x="2175" y="2143"/>
                  </a:lnTo>
                  <a:cubicBezTo>
                    <a:pt x="2206" y="2127"/>
                    <a:pt x="2246" y="2119"/>
                    <a:pt x="2293" y="2119"/>
                  </a:cubicBezTo>
                  <a:cubicBezTo>
                    <a:pt x="2340" y="2119"/>
                    <a:pt x="2395" y="2127"/>
                    <a:pt x="2458" y="2143"/>
                  </a:cubicBezTo>
                  <a:lnTo>
                    <a:pt x="3718" y="2773"/>
                  </a:lnTo>
                  <a:lnTo>
                    <a:pt x="4979" y="2143"/>
                  </a:lnTo>
                  <a:cubicBezTo>
                    <a:pt x="5010" y="2127"/>
                    <a:pt x="5057" y="2119"/>
                    <a:pt x="5105" y="2119"/>
                  </a:cubicBezTo>
                  <a:cubicBezTo>
                    <a:pt x="5152" y="2119"/>
                    <a:pt x="5199" y="2127"/>
                    <a:pt x="5231" y="2143"/>
                  </a:cubicBezTo>
                  <a:lnTo>
                    <a:pt x="7404" y="2868"/>
                  </a:lnTo>
                  <a:cubicBezTo>
                    <a:pt x="6491" y="1040"/>
                    <a:pt x="5136" y="1"/>
                    <a:pt x="37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18"/>
          <p:cNvGrpSpPr/>
          <p:nvPr/>
        </p:nvGrpSpPr>
        <p:grpSpPr>
          <a:xfrm>
            <a:off x="5525465" y="1805266"/>
            <a:ext cx="395792" cy="451653"/>
            <a:chOff x="-17878025" y="4082625"/>
            <a:chExt cx="267825" cy="305625"/>
          </a:xfrm>
        </p:grpSpPr>
        <p:sp>
          <p:nvSpPr>
            <p:cNvPr id="467" name="Google Shape;467;p18"/>
            <p:cNvSpPr/>
            <p:nvPr/>
          </p:nvSpPr>
          <p:spPr>
            <a:xfrm>
              <a:off x="-17660650" y="4191325"/>
              <a:ext cx="50450" cy="52000"/>
            </a:xfrm>
            <a:custGeom>
              <a:rect b="b" l="l" r="r" t="t"/>
              <a:pathLst>
                <a:path extrusionOk="0" h="2080" w="2018">
                  <a:moveTo>
                    <a:pt x="946" y="0"/>
                  </a:moveTo>
                  <a:cubicBezTo>
                    <a:pt x="599" y="0"/>
                    <a:pt x="284" y="126"/>
                    <a:pt x="1" y="284"/>
                  </a:cubicBezTo>
                  <a:cubicBezTo>
                    <a:pt x="316" y="788"/>
                    <a:pt x="505" y="1418"/>
                    <a:pt x="536" y="2080"/>
                  </a:cubicBezTo>
                  <a:cubicBezTo>
                    <a:pt x="1387" y="1922"/>
                    <a:pt x="2017" y="1229"/>
                    <a:pt x="2017" y="347"/>
                  </a:cubicBezTo>
                  <a:cubicBezTo>
                    <a:pt x="2017" y="158"/>
                    <a:pt x="1860" y="0"/>
                    <a:pt x="16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8"/>
            <p:cNvSpPr/>
            <p:nvPr/>
          </p:nvSpPr>
          <p:spPr>
            <a:xfrm>
              <a:off x="-17716575" y="4084200"/>
              <a:ext cx="88250" cy="103200"/>
            </a:xfrm>
            <a:custGeom>
              <a:rect b="b" l="l" r="r" t="t"/>
              <a:pathLst>
                <a:path extrusionOk="0" h="4128" w="3530"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040"/>
                  </a:lnTo>
                  <a:cubicBezTo>
                    <a:pt x="2836" y="1261"/>
                    <a:pt x="2679" y="1418"/>
                    <a:pt x="2458" y="1418"/>
                  </a:cubicBezTo>
                  <a:lnTo>
                    <a:pt x="2112" y="1418"/>
                  </a:lnTo>
                  <a:lnTo>
                    <a:pt x="2112" y="1040"/>
                  </a:lnTo>
                  <a:cubicBezTo>
                    <a:pt x="2112" y="851"/>
                    <a:pt x="1954" y="694"/>
                    <a:pt x="1765" y="694"/>
                  </a:cubicBezTo>
                  <a:cubicBezTo>
                    <a:pt x="1576" y="694"/>
                    <a:pt x="1419" y="851"/>
                    <a:pt x="1419" y="1040"/>
                  </a:cubicBezTo>
                  <a:lnTo>
                    <a:pt x="1419" y="2112"/>
                  </a:lnTo>
                  <a:lnTo>
                    <a:pt x="1041" y="2112"/>
                  </a:lnTo>
                  <a:cubicBezTo>
                    <a:pt x="852" y="2112"/>
                    <a:pt x="694" y="1954"/>
                    <a:pt x="694" y="1765"/>
                  </a:cubicBezTo>
                  <a:lnTo>
                    <a:pt x="694" y="1040"/>
                  </a:lnTo>
                  <a:cubicBezTo>
                    <a:pt x="694" y="851"/>
                    <a:pt x="537" y="694"/>
                    <a:pt x="347" y="694"/>
                  </a:cubicBezTo>
                  <a:cubicBezTo>
                    <a:pt x="158" y="694"/>
                    <a:pt x="1" y="851"/>
                    <a:pt x="1" y="1040"/>
                  </a:cubicBezTo>
                  <a:lnTo>
                    <a:pt x="1" y="1765"/>
                  </a:lnTo>
                  <a:cubicBezTo>
                    <a:pt x="1" y="2364"/>
                    <a:pt x="474" y="2836"/>
                    <a:pt x="1041" y="2836"/>
                  </a:cubicBezTo>
                  <a:lnTo>
                    <a:pt x="1419" y="2836"/>
                  </a:lnTo>
                  <a:lnTo>
                    <a:pt x="1419" y="3466"/>
                  </a:lnTo>
                  <a:cubicBezTo>
                    <a:pt x="1419" y="3498"/>
                    <a:pt x="1356" y="3529"/>
                    <a:pt x="1356" y="3624"/>
                  </a:cubicBezTo>
                  <a:cubicBezTo>
                    <a:pt x="1576" y="3781"/>
                    <a:pt x="1734" y="3939"/>
                    <a:pt x="1923" y="4128"/>
                  </a:cubicBezTo>
                  <a:cubicBezTo>
                    <a:pt x="2049" y="3939"/>
                    <a:pt x="2143" y="3718"/>
                    <a:pt x="2143" y="3498"/>
                  </a:cubicBezTo>
                  <a:lnTo>
                    <a:pt x="2143" y="2112"/>
                  </a:lnTo>
                  <a:lnTo>
                    <a:pt x="2521" y="2112"/>
                  </a:lnTo>
                  <a:cubicBezTo>
                    <a:pt x="3057" y="2112"/>
                    <a:pt x="3529" y="1639"/>
                    <a:pt x="3529" y="1040"/>
                  </a:cubicBez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8"/>
            <p:cNvSpPr/>
            <p:nvPr/>
          </p:nvSpPr>
          <p:spPr>
            <a:xfrm>
              <a:off x="-17860700" y="4082625"/>
              <a:ext cx="90600" cy="104000"/>
            </a:xfrm>
            <a:custGeom>
              <a:rect b="b" l="l" r="r" t="t"/>
              <a:pathLst>
                <a:path extrusionOk="0" h="4160" w="3624">
                  <a:moveTo>
                    <a:pt x="442" y="1"/>
                  </a:moveTo>
                  <a:cubicBezTo>
                    <a:pt x="253" y="1"/>
                    <a:pt x="95" y="158"/>
                    <a:pt x="95" y="379"/>
                  </a:cubicBezTo>
                  <a:lnTo>
                    <a:pt x="95" y="1072"/>
                  </a:lnTo>
                  <a:cubicBezTo>
                    <a:pt x="1" y="1702"/>
                    <a:pt x="505" y="2175"/>
                    <a:pt x="1103" y="2175"/>
                  </a:cubicBezTo>
                  <a:lnTo>
                    <a:pt x="1450" y="2175"/>
                  </a:lnTo>
                  <a:lnTo>
                    <a:pt x="1450" y="3529"/>
                  </a:lnTo>
                  <a:cubicBezTo>
                    <a:pt x="1450" y="3750"/>
                    <a:pt x="1544" y="4002"/>
                    <a:pt x="1702" y="4159"/>
                  </a:cubicBezTo>
                  <a:cubicBezTo>
                    <a:pt x="1859" y="3939"/>
                    <a:pt x="2048" y="3781"/>
                    <a:pt x="2237" y="3624"/>
                  </a:cubicBezTo>
                  <a:cubicBezTo>
                    <a:pt x="2206" y="3592"/>
                    <a:pt x="2206" y="3561"/>
                    <a:pt x="2206" y="3466"/>
                  </a:cubicBezTo>
                  <a:lnTo>
                    <a:pt x="2206" y="2836"/>
                  </a:lnTo>
                  <a:lnTo>
                    <a:pt x="2584" y="2836"/>
                  </a:lnTo>
                  <a:cubicBezTo>
                    <a:pt x="3151" y="2836"/>
                    <a:pt x="3624" y="2364"/>
                    <a:pt x="3624" y="1797"/>
                  </a:cubicBezTo>
                  <a:lnTo>
                    <a:pt x="3624" y="1072"/>
                  </a:lnTo>
                  <a:cubicBezTo>
                    <a:pt x="3624" y="883"/>
                    <a:pt x="3466" y="725"/>
                    <a:pt x="3277" y="725"/>
                  </a:cubicBezTo>
                  <a:cubicBezTo>
                    <a:pt x="3088" y="725"/>
                    <a:pt x="2930" y="883"/>
                    <a:pt x="2930" y="1072"/>
                  </a:cubicBezTo>
                  <a:lnTo>
                    <a:pt x="2930" y="1797"/>
                  </a:lnTo>
                  <a:cubicBezTo>
                    <a:pt x="2930" y="1986"/>
                    <a:pt x="2773" y="2143"/>
                    <a:pt x="2552" y="2143"/>
                  </a:cubicBezTo>
                  <a:lnTo>
                    <a:pt x="2206" y="2143"/>
                  </a:lnTo>
                  <a:lnTo>
                    <a:pt x="2206" y="1072"/>
                  </a:lnTo>
                  <a:cubicBezTo>
                    <a:pt x="2206" y="883"/>
                    <a:pt x="2048" y="725"/>
                    <a:pt x="1859" y="725"/>
                  </a:cubicBezTo>
                  <a:cubicBezTo>
                    <a:pt x="1670" y="725"/>
                    <a:pt x="1513" y="883"/>
                    <a:pt x="1513" y="1072"/>
                  </a:cubicBezTo>
                  <a:lnTo>
                    <a:pt x="1513" y="1418"/>
                  </a:lnTo>
                  <a:lnTo>
                    <a:pt x="1135" y="1418"/>
                  </a:lnTo>
                  <a:cubicBezTo>
                    <a:pt x="946" y="1418"/>
                    <a:pt x="788" y="1261"/>
                    <a:pt x="788" y="1072"/>
                  </a:cubicBezTo>
                  <a:lnTo>
                    <a:pt x="788" y="379"/>
                  </a:lnTo>
                  <a:cubicBezTo>
                    <a:pt x="788" y="158"/>
                    <a:pt x="631" y="1"/>
                    <a:pt x="4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8"/>
            <p:cNvSpPr/>
            <p:nvPr/>
          </p:nvSpPr>
          <p:spPr>
            <a:xfrm>
              <a:off x="-17752000" y="4281300"/>
              <a:ext cx="16550" cy="16375"/>
            </a:xfrm>
            <a:custGeom>
              <a:rect b="b" l="l" r="r" t="t"/>
              <a:pathLst>
                <a:path extrusionOk="0" h="655" w="662">
                  <a:moveTo>
                    <a:pt x="319" y="1"/>
                  </a:moveTo>
                  <a:cubicBezTo>
                    <a:pt x="173" y="1"/>
                    <a:pt x="32" y="72"/>
                    <a:pt x="0" y="213"/>
                  </a:cubicBezTo>
                  <a:lnTo>
                    <a:pt x="347" y="655"/>
                  </a:lnTo>
                  <a:lnTo>
                    <a:pt x="662" y="213"/>
                  </a:lnTo>
                  <a:cubicBezTo>
                    <a:pt x="615" y="72"/>
                    <a:pt x="465" y="1"/>
                    <a:pt x="3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8"/>
            <p:cNvSpPr/>
            <p:nvPr/>
          </p:nvSpPr>
          <p:spPr>
            <a:xfrm>
              <a:off x="-17825250" y="4173200"/>
              <a:ext cx="161475" cy="161500"/>
            </a:xfrm>
            <a:custGeom>
              <a:rect b="b" l="l" r="r" t="t"/>
              <a:pathLst>
                <a:path extrusionOk="0" h="6460" w="6459">
                  <a:moveTo>
                    <a:pt x="1828" y="2175"/>
                  </a:moveTo>
                  <a:cubicBezTo>
                    <a:pt x="2017" y="2175"/>
                    <a:pt x="2174" y="2332"/>
                    <a:pt x="2174" y="2521"/>
                  </a:cubicBezTo>
                  <a:cubicBezTo>
                    <a:pt x="2174" y="2742"/>
                    <a:pt x="2017" y="2899"/>
                    <a:pt x="1828" y="2899"/>
                  </a:cubicBezTo>
                  <a:cubicBezTo>
                    <a:pt x="1607" y="2899"/>
                    <a:pt x="1449" y="2742"/>
                    <a:pt x="1449" y="2521"/>
                  </a:cubicBezTo>
                  <a:cubicBezTo>
                    <a:pt x="1449" y="2332"/>
                    <a:pt x="1607" y="2175"/>
                    <a:pt x="1828" y="2175"/>
                  </a:cubicBezTo>
                  <a:close/>
                  <a:moveTo>
                    <a:pt x="4663" y="2175"/>
                  </a:moveTo>
                  <a:cubicBezTo>
                    <a:pt x="4852" y="2175"/>
                    <a:pt x="5010" y="2332"/>
                    <a:pt x="5010" y="2521"/>
                  </a:cubicBezTo>
                  <a:cubicBezTo>
                    <a:pt x="5041" y="2742"/>
                    <a:pt x="4852" y="2899"/>
                    <a:pt x="4663" y="2899"/>
                  </a:cubicBezTo>
                  <a:cubicBezTo>
                    <a:pt x="4442" y="2899"/>
                    <a:pt x="4285" y="2742"/>
                    <a:pt x="4285" y="2521"/>
                  </a:cubicBezTo>
                  <a:cubicBezTo>
                    <a:pt x="4285" y="2332"/>
                    <a:pt x="4442" y="2175"/>
                    <a:pt x="4663" y="2175"/>
                  </a:cubicBezTo>
                  <a:close/>
                  <a:moveTo>
                    <a:pt x="3245" y="1"/>
                  </a:moveTo>
                  <a:cubicBezTo>
                    <a:pt x="1260" y="1"/>
                    <a:pt x="0" y="1229"/>
                    <a:pt x="0" y="3246"/>
                  </a:cubicBezTo>
                  <a:cubicBezTo>
                    <a:pt x="0" y="4348"/>
                    <a:pt x="410" y="5546"/>
                    <a:pt x="1040" y="6459"/>
                  </a:cubicBezTo>
                  <a:lnTo>
                    <a:pt x="1229" y="5325"/>
                  </a:lnTo>
                  <a:cubicBezTo>
                    <a:pt x="1386" y="4348"/>
                    <a:pt x="2237" y="3624"/>
                    <a:pt x="3245" y="3624"/>
                  </a:cubicBezTo>
                  <a:cubicBezTo>
                    <a:pt x="4222" y="3624"/>
                    <a:pt x="5073" y="4348"/>
                    <a:pt x="5230" y="5325"/>
                  </a:cubicBezTo>
                  <a:lnTo>
                    <a:pt x="5451" y="6459"/>
                  </a:lnTo>
                  <a:cubicBezTo>
                    <a:pt x="6081" y="5546"/>
                    <a:pt x="6459" y="4348"/>
                    <a:pt x="6459" y="3246"/>
                  </a:cubicBezTo>
                  <a:cubicBezTo>
                    <a:pt x="6459" y="1229"/>
                    <a:pt x="5230" y="1"/>
                    <a:pt x="32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8"/>
            <p:cNvSpPr/>
            <p:nvPr/>
          </p:nvSpPr>
          <p:spPr>
            <a:xfrm>
              <a:off x="-17787450" y="4293725"/>
              <a:ext cx="84300" cy="94525"/>
            </a:xfrm>
            <a:custGeom>
              <a:rect b="b" l="l" r="r" t="t"/>
              <a:pathLst>
                <a:path extrusionOk="0" h="3781" w="3372">
                  <a:moveTo>
                    <a:pt x="662" y="0"/>
                  </a:moveTo>
                  <a:cubicBezTo>
                    <a:pt x="536" y="158"/>
                    <a:pt x="442" y="378"/>
                    <a:pt x="379" y="599"/>
                  </a:cubicBezTo>
                  <a:lnTo>
                    <a:pt x="32" y="2741"/>
                  </a:lnTo>
                  <a:cubicBezTo>
                    <a:pt x="0" y="2961"/>
                    <a:pt x="63" y="3182"/>
                    <a:pt x="221" y="3308"/>
                  </a:cubicBezTo>
                  <a:cubicBezTo>
                    <a:pt x="631" y="3623"/>
                    <a:pt x="1072" y="3781"/>
                    <a:pt x="1544" y="3781"/>
                  </a:cubicBezTo>
                  <a:lnTo>
                    <a:pt x="1859" y="3781"/>
                  </a:lnTo>
                  <a:cubicBezTo>
                    <a:pt x="2332" y="3781"/>
                    <a:pt x="2804" y="3623"/>
                    <a:pt x="3182" y="3308"/>
                  </a:cubicBezTo>
                  <a:cubicBezTo>
                    <a:pt x="3340" y="3182"/>
                    <a:pt x="3372" y="2993"/>
                    <a:pt x="3372" y="2772"/>
                  </a:cubicBezTo>
                  <a:lnTo>
                    <a:pt x="3025" y="630"/>
                  </a:lnTo>
                  <a:cubicBezTo>
                    <a:pt x="3025" y="347"/>
                    <a:pt x="2899" y="158"/>
                    <a:pt x="2773" y="0"/>
                  </a:cubicBezTo>
                  <a:cubicBezTo>
                    <a:pt x="2773" y="32"/>
                    <a:pt x="2741" y="32"/>
                    <a:pt x="2741" y="63"/>
                  </a:cubicBezTo>
                  <a:lnTo>
                    <a:pt x="2111" y="851"/>
                  </a:lnTo>
                  <a:lnTo>
                    <a:pt x="2111" y="1134"/>
                  </a:lnTo>
                  <a:lnTo>
                    <a:pt x="2710" y="1733"/>
                  </a:lnTo>
                  <a:cubicBezTo>
                    <a:pt x="2867" y="1890"/>
                    <a:pt x="2867" y="2079"/>
                    <a:pt x="2710" y="2237"/>
                  </a:cubicBezTo>
                  <a:cubicBezTo>
                    <a:pt x="2631" y="2316"/>
                    <a:pt x="2545" y="2355"/>
                    <a:pt x="2458" y="2355"/>
                  </a:cubicBezTo>
                  <a:cubicBezTo>
                    <a:pt x="2371" y="2355"/>
                    <a:pt x="2285" y="2316"/>
                    <a:pt x="2206" y="2237"/>
                  </a:cubicBezTo>
                  <a:lnTo>
                    <a:pt x="1733" y="1764"/>
                  </a:lnTo>
                  <a:lnTo>
                    <a:pt x="1261" y="2237"/>
                  </a:lnTo>
                  <a:cubicBezTo>
                    <a:pt x="1182" y="2316"/>
                    <a:pt x="1087" y="2355"/>
                    <a:pt x="997" y="2355"/>
                  </a:cubicBezTo>
                  <a:cubicBezTo>
                    <a:pt x="906" y="2355"/>
                    <a:pt x="820" y="2316"/>
                    <a:pt x="757" y="2237"/>
                  </a:cubicBezTo>
                  <a:cubicBezTo>
                    <a:pt x="568" y="2079"/>
                    <a:pt x="568" y="1890"/>
                    <a:pt x="757" y="1733"/>
                  </a:cubicBezTo>
                  <a:lnTo>
                    <a:pt x="1324" y="1134"/>
                  </a:lnTo>
                  <a:lnTo>
                    <a:pt x="1324" y="851"/>
                  </a:lnTo>
                  <a:lnTo>
                    <a:pt x="694" y="63"/>
                  </a:lnTo>
                  <a:cubicBezTo>
                    <a:pt x="694" y="32"/>
                    <a:pt x="662" y="32"/>
                    <a:pt x="6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8"/>
            <p:cNvSpPr/>
            <p:nvPr/>
          </p:nvSpPr>
          <p:spPr>
            <a:xfrm>
              <a:off x="-17878025" y="4191325"/>
              <a:ext cx="49650" cy="52000"/>
            </a:xfrm>
            <a:custGeom>
              <a:rect b="b" l="l" r="r" t="t"/>
              <a:pathLst>
                <a:path extrusionOk="0" h="2080" w="1986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1229"/>
                    <a:pt x="631" y="1954"/>
                    <a:pt x="1450" y="2080"/>
                  </a:cubicBezTo>
                  <a:cubicBezTo>
                    <a:pt x="1481" y="1355"/>
                    <a:pt x="1670" y="788"/>
                    <a:pt x="1985" y="252"/>
                  </a:cubicBezTo>
                  <a:cubicBezTo>
                    <a:pt x="1733" y="95"/>
                    <a:pt x="1418" y="0"/>
                    <a:pt x="10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4" name="Google Shape;474;p18"/>
          <p:cNvSpPr/>
          <p:nvPr/>
        </p:nvSpPr>
        <p:spPr>
          <a:xfrm>
            <a:off x="2814650" y="1177068"/>
            <a:ext cx="3546065" cy="2972413"/>
          </a:xfrm>
          <a:custGeom>
            <a:rect b="b" l="l" r="r" t="t"/>
            <a:pathLst>
              <a:path extrusionOk="0" h="14696" w="18821">
                <a:moveTo>
                  <a:pt x="1" y="1"/>
                </a:moveTo>
                <a:lnTo>
                  <a:pt x="1" y="14696"/>
                </a:lnTo>
                <a:lnTo>
                  <a:pt x="18820" y="14696"/>
                </a:lnTo>
                <a:lnTo>
                  <a:pt x="18820" y="14556"/>
                </a:lnTo>
                <a:lnTo>
                  <a:pt x="141" y="14556"/>
                </a:lnTo>
                <a:lnTo>
                  <a:pt x="141" y="1"/>
                </a:lnTo>
                <a:close/>
              </a:path>
            </a:pathLst>
          </a:custGeom>
          <a:solidFill>
            <a:srgbClr val="483F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9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480" name="Google Shape;480;p19"/>
          <p:cNvGrpSpPr/>
          <p:nvPr/>
        </p:nvGrpSpPr>
        <p:grpSpPr>
          <a:xfrm>
            <a:off x="2520050" y="1350995"/>
            <a:ext cx="2009341" cy="3376165"/>
            <a:chOff x="2520050" y="1350995"/>
            <a:chExt cx="2009341" cy="3376165"/>
          </a:xfrm>
        </p:grpSpPr>
        <p:sp>
          <p:nvSpPr>
            <p:cNvPr id="481" name="Google Shape;481;p19"/>
            <p:cNvSpPr/>
            <p:nvPr/>
          </p:nvSpPr>
          <p:spPr>
            <a:xfrm>
              <a:off x="4154287" y="2826964"/>
              <a:ext cx="375104" cy="1900195"/>
            </a:xfrm>
            <a:custGeom>
              <a:rect b="b" l="l" r="r" t="t"/>
              <a:pathLst>
                <a:path extrusionOk="0" h="43125" w="8513">
                  <a:moveTo>
                    <a:pt x="1" y="1"/>
                  </a:moveTo>
                  <a:lnTo>
                    <a:pt x="1" y="1422"/>
                  </a:lnTo>
                  <a:lnTo>
                    <a:pt x="5184" y="1422"/>
                  </a:lnTo>
                  <a:cubicBezTo>
                    <a:pt x="6236" y="1422"/>
                    <a:pt x="7091" y="2277"/>
                    <a:pt x="7091" y="3329"/>
                  </a:cubicBezTo>
                  <a:lnTo>
                    <a:pt x="7091" y="43124"/>
                  </a:lnTo>
                  <a:lnTo>
                    <a:pt x="8513" y="43124"/>
                  </a:lnTo>
                  <a:lnTo>
                    <a:pt x="8513" y="3330"/>
                  </a:lnTo>
                  <a:cubicBezTo>
                    <a:pt x="8513" y="1495"/>
                    <a:pt x="7019" y="1"/>
                    <a:pt x="51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9"/>
            <p:cNvSpPr/>
            <p:nvPr/>
          </p:nvSpPr>
          <p:spPr>
            <a:xfrm>
              <a:off x="2520050" y="1441588"/>
              <a:ext cx="375104" cy="1448467"/>
            </a:xfrm>
            <a:custGeom>
              <a:rect b="b" l="l" r="r" t="t"/>
              <a:pathLst>
                <a:path extrusionOk="0" h="32873" w="8513">
                  <a:moveTo>
                    <a:pt x="3331" y="0"/>
                  </a:moveTo>
                  <a:cubicBezTo>
                    <a:pt x="1494" y="0"/>
                    <a:pt x="0" y="1493"/>
                    <a:pt x="0" y="3330"/>
                  </a:cubicBezTo>
                  <a:lnTo>
                    <a:pt x="0" y="29543"/>
                  </a:lnTo>
                  <a:cubicBezTo>
                    <a:pt x="0" y="31378"/>
                    <a:pt x="1494" y="32872"/>
                    <a:pt x="3330" y="32872"/>
                  </a:cubicBezTo>
                  <a:lnTo>
                    <a:pt x="8512" y="32872"/>
                  </a:lnTo>
                  <a:lnTo>
                    <a:pt x="8512" y="31452"/>
                  </a:lnTo>
                  <a:lnTo>
                    <a:pt x="3330" y="31452"/>
                  </a:lnTo>
                  <a:cubicBezTo>
                    <a:pt x="2279" y="31452"/>
                    <a:pt x="1422" y="30597"/>
                    <a:pt x="1422" y="29544"/>
                  </a:cubicBezTo>
                  <a:lnTo>
                    <a:pt x="1422" y="3330"/>
                  </a:lnTo>
                  <a:cubicBezTo>
                    <a:pt x="1422" y="2277"/>
                    <a:pt x="2279" y="1421"/>
                    <a:pt x="3331" y="1421"/>
                  </a:cubicBezTo>
                  <a:lnTo>
                    <a:pt x="8512" y="1421"/>
                  </a:lnTo>
                  <a:lnTo>
                    <a:pt x="851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9"/>
            <p:cNvSpPr/>
            <p:nvPr/>
          </p:nvSpPr>
          <p:spPr>
            <a:xfrm>
              <a:off x="2693392" y="2710594"/>
              <a:ext cx="1593520" cy="295307"/>
            </a:xfrm>
            <a:custGeom>
              <a:rect b="b" l="l" r="r" t="t"/>
              <a:pathLst>
                <a:path extrusionOk="0" h="6702" w="36165">
                  <a:moveTo>
                    <a:pt x="2550" y="1"/>
                  </a:moveTo>
                  <a:cubicBezTo>
                    <a:pt x="1148" y="1"/>
                    <a:pt x="0" y="1148"/>
                    <a:pt x="0" y="2550"/>
                  </a:cubicBezTo>
                  <a:lnTo>
                    <a:pt x="0" y="4152"/>
                  </a:lnTo>
                  <a:cubicBezTo>
                    <a:pt x="0" y="5554"/>
                    <a:pt x="1148" y="6702"/>
                    <a:pt x="2550" y="6702"/>
                  </a:cubicBezTo>
                  <a:lnTo>
                    <a:pt x="33616" y="6702"/>
                  </a:lnTo>
                  <a:cubicBezTo>
                    <a:pt x="35018" y="6702"/>
                    <a:pt x="36165" y="5554"/>
                    <a:pt x="36165" y="4152"/>
                  </a:cubicBezTo>
                  <a:lnTo>
                    <a:pt x="36165" y="2550"/>
                  </a:lnTo>
                  <a:cubicBezTo>
                    <a:pt x="36165" y="1148"/>
                    <a:pt x="35018" y="1"/>
                    <a:pt x="336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9"/>
            <p:cNvSpPr/>
            <p:nvPr/>
          </p:nvSpPr>
          <p:spPr>
            <a:xfrm>
              <a:off x="2751731" y="1350995"/>
              <a:ext cx="835425" cy="231504"/>
            </a:xfrm>
            <a:custGeom>
              <a:rect b="b" l="l" r="r" t="t"/>
              <a:pathLst>
                <a:path extrusionOk="0" h="5254" w="18960">
                  <a:moveTo>
                    <a:pt x="1893" y="1"/>
                  </a:moveTo>
                  <a:cubicBezTo>
                    <a:pt x="853" y="1"/>
                    <a:pt x="0" y="853"/>
                    <a:pt x="0" y="1894"/>
                  </a:cubicBezTo>
                  <a:lnTo>
                    <a:pt x="0" y="3361"/>
                  </a:lnTo>
                  <a:cubicBezTo>
                    <a:pt x="0" y="4402"/>
                    <a:pt x="853" y="5254"/>
                    <a:pt x="1893" y="5254"/>
                  </a:cubicBezTo>
                  <a:lnTo>
                    <a:pt x="17067" y="5254"/>
                  </a:lnTo>
                  <a:cubicBezTo>
                    <a:pt x="18109" y="5254"/>
                    <a:pt x="18960" y="4402"/>
                    <a:pt x="18960" y="3361"/>
                  </a:cubicBezTo>
                  <a:lnTo>
                    <a:pt x="18960" y="1894"/>
                  </a:lnTo>
                  <a:cubicBezTo>
                    <a:pt x="18960" y="853"/>
                    <a:pt x="18109" y="1"/>
                    <a:pt x="170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5" name="Google Shape;485;p19"/>
          <p:cNvSpPr/>
          <p:nvPr/>
        </p:nvSpPr>
        <p:spPr>
          <a:xfrm>
            <a:off x="2792709" y="2168314"/>
            <a:ext cx="943202" cy="600572"/>
          </a:xfrm>
          <a:custGeom>
            <a:rect b="b" l="l" r="r" t="t"/>
            <a:pathLst>
              <a:path extrusionOk="0" h="13630" w="21406">
                <a:moveTo>
                  <a:pt x="10703" y="1"/>
                </a:moveTo>
                <a:cubicBezTo>
                  <a:pt x="10372" y="1"/>
                  <a:pt x="10041" y="148"/>
                  <a:pt x="9822" y="444"/>
                </a:cubicBezTo>
                <a:lnTo>
                  <a:pt x="0" y="13630"/>
                </a:lnTo>
                <a:lnTo>
                  <a:pt x="21405" y="13630"/>
                </a:lnTo>
                <a:lnTo>
                  <a:pt x="11584" y="444"/>
                </a:lnTo>
                <a:cubicBezTo>
                  <a:pt x="11364" y="148"/>
                  <a:pt x="11034" y="1"/>
                  <a:pt x="1070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9"/>
          <p:cNvSpPr/>
          <p:nvPr/>
        </p:nvSpPr>
        <p:spPr>
          <a:xfrm>
            <a:off x="3232938" y="2443442"/>
            <a:ext cx="607886" cy="375501"/>
          </a:xfrm>
          <a:custGeom>
            <a:rect b="b" l="l" r="r" t="t"/>
            <a:pathLst>
              <a:path extrusionOk="0" h="8522" w="13796">
                <a:moveTo>
                  <a:pt x="6898" y="1"/>
                </a:moveTo>
                <a:cubicBezTo>
                  <a:pt x="6567" y="1"/>
                  <a:pt x="6236" y="148"/>
                  <a:pt x="6016" y="444"/>
                </a:cubicBezTo>
                <a:lnTo>
                  <a:pt x="1" y="8522"/>
                </a:lnTo>
                <a:lnTo>
                  <a:pt x="13795" y="8522"/>
                </a:lnTo>
                <a:lnTo>
                  <a:pt x="7780" y="444"/>
                </a:lnTo>
                <a:cubicBezTo>
                  <a:pt x="7561" y="148"/>
                  <a:pt x="7230" y="1"/>
                  <a:pt x="689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9"/>
          <p:cNvSpPr/>
          <p:nvPr/>
        </p:nvSpPr>
        <p:spPr>
          <a:xfrm>
            <a:off x="2745298" y="2478648"/>
            <a:ext cx="233267" cy="305970"/>
          </a:xfrm>
          <a:custGeom>
            <a:rect b="b" l="l" r="r" t="t"/>
            <a:pathLst>
              <a:path extrusionOk="0" h="6944" w="5294">
                <a:moveTo>
                  <a:pt x="2647" y="1"/>
                </a:moveTo>
                <a:cubicBezTo>
                  <a:pt x="2424" y="1"/>
                  <a:pt x="2201" y="128"/>
                  <a:pt x="2115" y="381"/>
                </a:cubicBezTo>
                <a:lnTo>
                  <a:pt x="126" y="6197"/>
                </a:lnTo>
                <a:cubicBezTo>
                  <a:pt x="1" y="6563"/>
                  <a:pt x="273" y="6943"/>
                  <a:pt x="659" y="6943"/>
                </a:cubicBezTo>
                <a:lnTo>
                  <a:pt x="4635" y="6943"/>
                </a:lnTo>
                <a:cubicBezTo>
                  <a:pt x="5022" y="6943"/>
                  <a:pt x="5294" y="6563"/>
                  <a:pt x="5169" y="6197"/>
                </a:cubicBezTo>
                <a:lnTo>
                  <a:pt x="3180" y="381"/>
                </a:lnTo>
                <a:cubicBezTo>
                  <a:pt x="3093" y="128"/>
                  <a:pt x="2870" y="1"/>
                  <a:pt x="264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9"/>
          <p:cNvSpPr/>
          <p:nvPr/>
        </p:nvSpPr>
        <p:spPr>
          <a:xfrm>
            <a:off x="2852150" y="2743333"/>
            <a:ext cx="19520" cy="105486"/>
          </a:xfrm>
          <a:custGeom>
            <a:rect b="b" l="l" r="r" t="t"/>
            <a:pathLst>
              <a:path extrusionOk="0" h="2394" w="443">
                <a:moveTo>
                  <a:pt x="222" y="1"/>
                </a:moveTo>
                <a:cubicBezTo>
                  <a:pt x="99" y="1"/>
                  <a:pt x="1" y="99"/>
                  <a:pt x="1" y="222"/>
                </a:cubicBezTo>
                <a:lnTo>
                  <a:pt x="1" y="2171"/>
                </a:lnTo>
                <a:cubicBezTo>
                  <a:pt x="1" y="2293"/>
                  <a:pt x="99" y="2393"/>
                  <a:pt x="222" y="2393"/>
                </a:cubicBezTo>
                <a:cubicBezTo>
                  <a:pt x="345" y="2393"/>
                  <a:pt x="443" y="2293"/>
                  <a:pt x="443" y="2171"/>
                </a:cubicBezTo>
                <a:lnTo>
                  <a:pt x="443" y="222"/>
                </a:lnTo>
                <a:cubicBezTo>
                  <a:pt x="443" y="99"/>
                  <a:pt x="345" y="1"/>
                  <a:pt x="22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2915556" y="2589863"/>
            <a:ext cx="233311" cy="305970"/>
          </a:xfrm>
          <a:custGeom>
            <a:rect b="b" l="l" r="r" t="t"/>
            <a:pathLst>
              <a:path extrusionOk="0" h="6944" w="5295">
                <a:moveTo>
                  <a:pt x="2648" y="0"/>
                </a:moveTo>
                <a:cubicBezTo>
                  <a:pt x="2425" y="0"/>
                  <a:pt x="2201" y="128"/>
                  <a:pt x="2114" y="383"/>
                </a:cubicBezTo>
                <a:lnTo>
                  <a:pt x="125" y="6198"/>
                </a:lnTo>
                <a:cubicBezTo>
                  <a:pt x="1" y="6564"/>
                  <a:pt x="273" y="6943"/>
                  <a:pt x="659" y="6943"/>
                </a:cubicBezTo>
                <a:lnTo>
                  <a:pt x="4636" y="6943"/>
                </a:lnTo>
                <a:cubicBezTo>
                  <a:pt x="5021" y="6943"/>
                  <a:pt x="5295" y="6564"/>
                  <a:pt x="5169" y="6198"/>
                </a:cubicBezTo>
                <a:lnTo>
                  <a:pt x="3180" y="383"/>
                </a:lnTo>
                <a:cubicBezTo>
                  <a:pt x="3094" y="128"/>
                  <a:pt x="2871" y="0"/>
                  <a:pt x="26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9"/>
          <p:cNvSpPr/>
          <p:nvPr/>
        </p:nvSpPr>
        <p:spPr>
          <a:xfrm>
            <a:off x="3022451" y="2854636"/>
            <a:ext cx="19564" cy="105397"/>
          </a:xfrm>
          <a:custGeom>
            <a:rect b="b" l="l" r="r" t="t"/>
            <a:pathLst>
              <a:path extrusionOk="0" h="2392" w="444">
                <a:moveTo>
                  <a:pt x="222" y="0"/>
                </a:moveTo>
                <a:cubicBezTo>
                  <a:pt x="99" y="0"/>
                  <a:pt x="1" y="98"/>
                  <a:pt x="1" y="221"/>
                </a:cubicBezTo>
                <a:lnTo>
                  <a:pt x="1" y="2170"/>
                </a:lnTo>
                <a:cubicBezTo>
                  <a:pt x="1" y="2292"/>
                  <a:pt x="99" y="2391"/>
                  <a:pt x="222" y="2391"/>
                </a:cubicBezTo>
                <a:cubicBezTo>
                  <a:pt x="344" y="2391"/>
                  <a:pt x="443" y="2292"/>
                  <a:pt x="444" y="2170"/>
                </a:cubicBezTo>
                <a:lnTo>
                  <a:pt x="444" y="221"/>
                </a:lnTo>
                <a:cubicBezTo>
                  <a:pt x="444" y="99"/>
                  <a:pt x="344" y="0"/>
                  <a:pt x="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9"/>
          <p:cNvSpPr/>
          <p:nvPr/>
        </p:nvSpPr>
        <p:spPr>
          <a:xfrm>
            <a:off x="3737763" y="2032381"/>
            <a:ext cx="373782" cy="136770"/>
          </a:xfrm>
          <a:custGeom>
            <a:rect b="b" l="l" r="r" t="t"/>
            <a:pathLst>
              <a:path extrusionOk="0" h="3104" w="8483">
                <a:moveTo>
                  <a:pt x="3962" y="0"/>
                </a:moveTo>
                <a:cubicBezTo>
                  <a:pt x="3034" y="0"/>
                  <a:pt x="2243" y="574"/>
                  <a:pt x="1919" y="1387"/>
                </a:cubicBezTo>
                <a:cubicBezTo>
                  <a:pt x="1765" y="1329"/>
                  <a:pt x="1600" y="1298"/>
                  <a:pt x="1426" y="1298"/>
                </a:cubicBezTo>
                <a:cubicBezTo>
                  <a:pt x="639" y="1298"/>
                  <a:pt x="0" y="1935"/>
                  <a:pt x="0" y="2722"/>
                </a:cubicBezTo>
                <a:cubicBezTo>
                  <a:pt x="0" y="2854"/>
                  <a:pt x="20" y="2982"/>
                  <a:pt x="54" y="3103"/>
                </a:cubicBezTo>
                <a:lnTo>
                  <a:pt x="8428" y="3103"/>
                </a:lnTo>
                <a:lnTo>
                  <a:pt x="8428" y="3100"/>
                </a:lnTo>
                <a:cubicBezTo>
                  <a:pt x="8462" y="2962"/>
                  <a:pt x="8483" y="2820"/>
                  <a:pt x="8483" y="2672"/>
                </a:cubicBezTo>
                <a:cubicBezTo>
                  <a:pt x="8483" y="1700"/>
                  <a:pt x="7695" y="912"/>
                  <a:pt x="6723" y="912"/>
                </a:cubicBezTo>
                <a:cubicBezTo>
                  <a:pt x="6419" y="912"/>
                  <a:pt x="6132" y="991"/>
                  <a:pt x="5882" y="1126"/>
                </a:cubicBezTo>
                <a:cubicBezTo>
                  <a:pt x="5504" y="454"/>
                  <a:pt x="4787" y="0"/>
                  <a:pt x="3962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9"/>
          <p:cNvSpPr/>
          <p:nvPr/>
        </p:nvSpPr>
        <p:spPr>
          <a:xfrm>
            <a:off x="3272198" y="1942228"/>
            <a:ext cx="380480" cy="158052"/>
          </a:xfrm>
          <a:custGeom>
            <a:rect b="b" l="l" r="r" t="t"/>
            <a:pathLst>
              <a:path extrusionOk="0" h="3587" w="8635">
                <a:moveTo>
                  <a:pt x="5030" y="1"/>
                </a:moveTo>
                <a:cubicBezTo>
                  <a:pt x="4114" y="1"/>
                  <a:pt x="3314" y="484"/>
                  <a:pt x="2861" y="1205"/>
                </a:cubicBezTo>
                <a:cubicBezTo>
                  <a:pt x="2569" y="1012"/>
                  <a:pt x="2219" y="898"/>
                  <a:pt x="1843" y="898"/>
                </a:cubicBezTo>
                <a:cubicBezTo>
                  <a:pt x="826" y="898"/>
                  <a:pt x="1" y="1723"/>
                  <a:pt x="1" y="2740"/>
                </a:cubicBezTo>
                <a:cubicBezTo>
                  <a:pt x="1" y="3045"/>
                  <a:pt x="77" y="3333"/>
                  <a:pt x="209" y="3586"/>
                </a:cubicBezTo>
                <a:lnTo>
                  <a:pt x="8549" y="3586"/>
                </a:lnTo>
                <a:cubicBezTo>
                  <a:pt x="8604" y="3442"/>
                  <a:pt x="8635" y="3284"/>
                  <a:pt x="8635" y="3120"/>
                </a:cubicBezTo>
                <a:cubicBezTo>
                  <a:pt x="8635" y="2445"/>
                  <a:pt x="8129" y="1889"/>
                  <a:pt x="7476" y="1806"/>
                </a:cubicBezTo>
                <a:cubicBezTo>
                  <a:pt x="7154" y="761"/>
                  <a:pt x="6181" y="1"/>
                  <a:pt x="5030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2787554" y="2145093"/>
            <a:ext cx="427891" cy="145891"/>
          </a:xfrm>
          <a:custGeom>
            <a:rect b="b" l="l" r="r" t="t"/>
            <a:pathLst>
              <a:path extrusionOk="0" h="3311" w="9711">
                <a:moveTo>
                  <a:pt x="6451" y="0"/>
                </a:moveTo>
                <a:cubicBezTo>
                  <a:pt x="5699" y="0"/>
                  <a:pt x="5046" y="428"/>
                  <a:pt x="4722" y="1053"/>
                </a:cubicBezTo>
                <a:cubicBezTo>
                  <a:pt x="4440" y="910"/>
                  <a:pt x="4123" y="828"/>
                  <a:pt x="3787" y="828"/>
                </a:cubicBezTo>
                <a:cubicBezTo>
                  <a:pt x="2970" y="828"/>
                  <a:pt x="2267" y="1304"/>
                  <a:pt x="1934" y="1990"/>
                </a:cubicBezTo>
                <a:cubicBezTo>
                  <a:pt x="1728" y="1811"/>
                  <a:pt x="1460" y="1702"/>
                  <a:pt x="1166" y="1702"/>
                </a:cubicBezTo>
                <a:cubicBezTo>
                  <a:pt x="523" y="1702"/>
                  <a:pt x="1" y="2224"/>
                  <a:pt x="1" y="2866"/>
                </a:cubicBezTo>
                <a:cubicBezTo>
                  <a:pt x="1" y="3024"/>
                  <a:pt x="32" y="3173"/>
                  <a:pt x="89" y="3310"/>
                </a:cubicBezTo>
                <a:lnTo>
                  <a:pt x="89" y="3308"/>
                </a:lnTo>
                <a:lnTo>
                  <a:pt x="9710" y="3308"/>
                </a:lnTo>
                <a:cubicBezTo>
                  <a:pt x="9710" y="3296"/>
                  <a:pt x="9711" y="3285"/>
                  <a:pt x="9711" y="3273"/>
                </a:cubicBezTo>
                <a:cubicBezTo>
                  <a:pt x="9711" y="2598"/>
                  <a:pt x="9163" y="2051"/>
                  <a:pt x="8488" y="2051"/>
                </a:cubicBezTo>
                <a:cubicBezTo>
                  <a:pt x="8456" y="2051"/>
                  <a:pt x="8426" y="2053"/>
                  <a:pt x="8395" y="2056"/>
                </a:cubicBezTo>
                <a:cubicBezTo>
                  <a:pt x="8396" y="2020"/>
                  <a:pt x="8400" y="1985"/>
                  <a:pt x="8400" y="1949"/>
                </a:cubicBezTo>
                <a:cubicBezTo>
                  <a:pt x="8400" y="873"/>
                  <a:pt x="7527" y="0"/>
                  <a:pt x="6451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9"/>
          <p:cNvSpPr/>
          <p:nvPr/>
        </p:nvSpPr>
        <p:spPr>
          <a:xfrm>
            <a:off x="3794207" y="2197396"/>
            <a:ext cx="28773" cy="41419"/>
          </a:xfrm>
          <a:custGeom>
            <a:rect b="b" l="l" r="r" t="t"/>
            <a:pathLst>
              <a:path extrusionOk="0" h="940" w="653">
                <a:moveTo>
                  <a:pt x="326" y="0"/>
                </a:moveTo>
                <a:cubicBezTo>
                  <a:pt x="326" y="0"/>
                  <a:pt x="0" y="433"/>
                  <a:pt x="0" y="613"/>
                </a:cubicBezTo>
                <a:cubicBezTo>
                  <a:pt x="0" y="793"/>
                  <a:pt x="146" y="939"/>
                  <a:pt x="326" y="939"/>
                </a:cubicBezTo>
                <a:cubicBezTo>
                  <a:pt x="507" y="939"/>
                  <a:pt x="652" y="793"/>
                  <a:pt x="652" y="613"/>
                </a:cubicBezTo>
                <a:cubicBezTo>
                  <a:pt x="652" y="433"/>
                  <a:pt x="326" y="0"/>
                  <a:pt x="3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9"/>
          <p:cNvSpPr/>
          <p:nvPr/>
        </p:nvSpPr>
        <p:spPr>
          <a:xfrm>
            <a:off x="3862196" y="2197396"/>
            <a:ext cx="28817" cy="41419"/>
          </a:xfrm>
          <a:custGeom>
            <a:rect b="b" l="l" r="r" t="t"/>
            <a:pathLst>
              <a:path extrusionOk="0" h="940" w="654">
                <a:moveTo>
                  <a:pt x="327" y="0"/>
                </a:moveTo>
                <a:cubicBezTo>
                  <a:pt x="327" y="0"/>
                  <a:pt x="0" y="433"/>
                  <a:pt x="0" y="613"/>
                </a:cubicBezTo>
                <a:cubicBezTo>
                  <a:pt x="0" y="793"/>
                  <a:pt x="147" y="939"/>
                  <a:pt x="327" y="939"/>
                </a:cubicBezTo>
                <a:cubicBezTo>
                  <a:pt x="507" y="939"/>
                  <a:pt x="653" y="793"/>
                  <a:pt x="653" y="613"/>
                </a:cubicBezTo>
                <a:cubicBezTo>
                  <a:pt x="653" y="433"/>
                  <a:pt x="327" y="0"/>
                  <a:pt x="3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9"/>
          <p:cNvSpPr/>
          <p:nvPr/>
        </p:nvSpPr>
        <p:spPr>
          <a:xfrm>
            <a:off x="3930229" y="2197396"/>
            <a:ext cx="28817" cy="41419"/>
          </a:xfrm>
          <a:custGeom>
            <a:rect b="b" l="l" r="r" t="t"/>
            <a:pathLst>
              <a:path extrusionOk="0" h="940" w="654">
                <a:moveTo>
                  <a:pt x="327" y="0"/>
                </a:moveTo>
                <a:cubicBezTo>
                  <a:pt x="327" y="0"/>
                  <a:pt x="0" y="433"/>
                  <a:pt x="0" y="613"/>
                </a:cubicBezTo>
                <a:cubicBezTo>
                  <a:pt x="0" y="793"/>
                  <a:pt x="147" y="939"/>
                  <a:pt x="327" y="939"/>
                </a:cubicBezTo>
                <a:cubicBezTo>
                  <a:pt x="507" y="939"/>
                  <a:pt x="653" y="793"/>
                  <a:pt x="653" y="613"/>
                </a:cubicBezTo>
                <a:cubicBezTo>
                  <a:pt x="653" y="433"/>
                  <a:pt x="327" y="0"/>
                  <a:pt x="3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9"/>
          <p:cNvSpPr/>
          <p:nvPr/>
        </p:nvSpPr>
        <p:spPr>
          <a:xfrm>
            <a:off x="3822936" y="2254854"/>
            <a:ext cx="28817" cy="41419"/>
          </a:xfrm>
          <a:custGeom>
            <a:rect b="b" l="l" r="r" t="t"/>
            <a:pathLst>
              <a:path extrusionOk="0" h="940" w="654">
                <a:moveTo>
                  <a:pt x="327" y="1"/>
                </a:moveTo>
                <a:cubicBezTo>
                  <a:pt x="327" y="1"/>
                  <a:pt x="0" y="433"/>
                  <a:pt x="0" y="613"/>
                </a:cubicBezTo>
                <a:cubicBezTo>
                  <a:pt x="0" y="794"/>
                  <a:pt x="147" y="940"/>
                  <a:pt x="327" y="940"/>
                </a:cubicBezTo>
                <a:cubicBezTo>
                  <a:pt x="507" y="940"/>
                  <a:pt x="653" y="794"/>
                  <a:pt x="653" y="613"/>
                </a:cubicBezTo>
                <a:cubicBezTo>
                  <a:pt x="653" y="433"/>
                  <a:pt x="327" y="1"/>
                  <a:pt x="32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9"/>
          <p:cNvSpPr/>
          <p:nvPr/>
        </p:nvSpPr>
        <p:spPr>
          <a:xfrm>
            <a:off x="3890969" y="2254854"/>
            <a:ext cx="28729" cy="41419"/>
          </a:xfrm>
          <a:custGeom>
            <a:rect b="b" l="l" r="r" t="t"/>
            <a:pathLst>
              <a:path extrusionOk="0" h="940" w="652">
                <a:moveTo>
                  <a:pt x="327" y="1"/>
                </a:moveTo>
                <a:cubicBezTo>
                  <a:pt x="327" y="1"/>
                  <a:pt x="0" y="433"/>
                  <a:pt x="0" y="613"/>
                </a:cubicBezTo>
                <a:cubicBezTo>
                  <a:pt x="0" y="794"/>
                  <a:pt x="146" y="940"/>
                  <a:pt x="327" y="940"/>
                </a:cubicBezTo>
                <a:cubicBezTo>
                  <a:pt x="507" y="940"/>
                  <a:pt x="652" y="794"/>
                  <a:pt x="652" y="613"/>
                </a:cubicBezTo>
                <a:cubicBezTo>
                  <a:pt x="652" y="433"/>
                  <a:pt x="327" y="1"/>
                  <a:pt x="32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9"/>
          <p:cNvSpPr/>
          <p:nvPr/>
        </p:nvSpPr>
        <p:spPr>
          <a:xfrm>
            <a:off x="3959046" y="2254854"/>
            <a:ext cx="28729" cy="41419"/>
          </a:xfrm>
          <a:custGeom>
            <a:rect b="b" l="l" r="r" t="t"/>
            <a:pathLst>
              <a:path extrusionOk="0" h="940" w="652">
                <a:moveTo>
                  <a:pt x="327" y="1"/>
                </a:moveTo>
                <a:cubicBezTo>
                  <a:pt x="327" y="1"/>
                  <a:pt x="0" y="433"/>
                  <a:pt x="0" y="613"/>
                </a:cubicBezTo>
                <a:cubicBezTo>
                  <a:pt x="0" y="794"/>
                  <a:pt x="146" y="940"/>
                  <a:pt x="327" y="940"/>
                </a:cubicBezTo>
                <a:cubicBezTo>
                  <a:pt x="507" y="940"/>
                  <a:pt x="652" y="794"/>
                  <a:pt x="652" y="613"/>
                </a:cubicBezTo>
                <a:cubicBezTo>
                  <a:pt x="652" y="433"/>
                  <a:pt x="327" y="1"/>
                  <a:pt x="32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9"/>
          <p:cNvSpPr/>
          <p:nvPr/>
        </p:nvSpPr>
        <p:spPr>
          <a:xfrm>
            <a:off x="3851709" y="2312355"/>
            <a:ext cx="28729" cy="41419"/>
          </a:xfrm>
          <a:custGeom>
            <a:rect b="b" l="l" r="r" t="t"/>
            <a:pathLst>
              <a:path extrusionOk="0" h="940" w="652">
                <a:moveTo>
                  <a:pt x="325" y="0"/>
                </a:moveTo>
                <a:cubicBezTo>
                  <a:pt x="325" y="0"/>
                  <a:pt x="0" y="433"/>
                  <a:pt x="0" y="613"/>
                </a:cubicBezTo>
                <a:cubicBezTo>
                  <a:pt x="0" y="793"/>
                  <a:pt x="145" y="939"/>
                  <a:pt x="325" y="939"/>
                </a:cubicBezTo>
                <a:cubicBezTo>
                  <a:pt x="507" y="939"/>
                  <a:pt x="652" y="793"/>
                  <a:pt x="652" y="613"/>
                </a:cubicBezTo>
                <a:cubicBezTo>
                  <a:pt x="652" y="434"/>
                  <a:pt x="325" y="0"/>
                  <a:pt x="3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9"/>
          <p:cNvSpPr/>
          <p:nvPr/>
        </p:nvSpPr>
        <p:spPr>
          <a:xfrm>
            <a:off x="3919654" y="2312355"/>
            <a:ext cx="28817" cy="41419"/>
          </a:xfrm>
          <a:custGeom>
            <a:rect b="b" l="l" r="r" t="t"/>
            <a:pathLst>
              <a:path extrusionOk="0" h="940" w="654">
                <a:moveTo>
                  <a:pt x="327" y="0"/>
                </a:moveTo>
                <a:cubicBezTo>
                  <a:pt x="327" y="0"/>
                  <a:pt x="1" y="433"/>
                  <a:pt x="1" y="613"/>
                </a:cubicBezTo>
                <a:cubicBezTo>
                  <a:pt x="1" y="793"/>
                  <a:pt x="147" y="939"/>
                  <a:pt x="327" y="939"/>
                </a:cubicBezTo>
                <a:cubicBezTo>
                  <a:pt x="507" y="939"/>
                  <a:pt x="654" y="793"/>
                  <a:pt x="654" y="613"/>
                </a:cubicBezTo>
                <a:cubicBezTo>
                  <a:pt x="654" y="434"/>
                  <a:pt x="327" y="0"/>
                  <a:pt x="3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9"/>
          <p:cNvSpPr/>
          <p:nvPr/>
        </p:nvSpPr>
        <p:spPr>
          <a:xfrm>
            <a:off x="3987774" y="2312355"/>
            <a:ext cx="28773" cy="41419"/>
          </a:xfrm>
          <a:custGeom>
            <a:rect b="b" l="l" r="r" t="t"/>
            <a:pathLst>
              <a:path extrusionOk="0" h="940" w="653">
                <a:moveTo>
                  <a:pt x="326" y="0"/>
                </a:moveTo>
                <a:cubicBezTo>
                  <a:pt x="326" y="0"/>
                  <a:pt x="0" y="433"/>
                  <a:pt x="0" y="613"/>
                </a:cubicBezTo>
                <a:cubicBezTo>
                  <a:pt x="0" y="793"/>
                  <a:pt x="146" y="939"/>
                  <a:pt x="326" y="939"/>
                </a:cubicBezTo>
                <a:cubicBezTo>
                  <a:pt x="506" y="939"/>
                  <a:pt x="653" y="793"/>
                  <a:pt x="653" y="613"/>
                </a:cubicBezTo>
                <a:cubicBezTo>
                  <a:pt x="653" y="434"/>
                  <a:pt x="326" y="0"/>
                  <a:pt x="3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9"/>
          <p:cNvSpPr/>
          <p:nvPr/>
        </p:nvSpPr>
        <p:spPr>
          <a:xfrm>
            <a:off x="3500795" y="2128878"/>
            <a:ext cx="28817" cy="41463"/>
          </a:xfrm>
          <a:custGeom>
            <a:rect b="b" l="l" r="r" t="t"/>
            <a:pathLst>
              <a:path extrusionOk="0" h="941" w="654">
                <a:moveTo>
                  <a:pt x="327" y="1"/>
                </a:moveTo>
                <a:cubicBezTo>
                  <a:pt x="327" y="1"/>
                  <a:pt x="1" y="434"/>
                  <a:pt x="1" y="614"/>
                </a:cubicBezTo>
                <a:cubicBezTo>
                  <a:pt x="1" y="794"/>
                  <a:pt x="147" y="940"/>
                  <a:pt x="327" y="940"/>
                </a:cubicBezTo>
                <a:cubicBezTo>
                  <a:pt x="507" y="940"/>
                  <a:pt x="653" y="794"/>
                  <a:pt x="653" y="614"/>
                </a:cubicBezTo>
                <a:cubicBezTo>
                  <a:pt x="653" y="434"/>
                  <a:pt x="327" y="1"/>
                  <a:pt x="32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9"/>
          <p:cNvSpPr/>
          <p:nvPr/>
        </p:nvSpPr>
        <p:spPr>
          <a:xfrm>
            <a:off x="3568827" y="2128878"/>
            <a:ext cx="28773" cy="41463"/>
          </a:xfrm>
          <a:custGeom>
            <a:rect b="b" l="l" r="r" t="t"/>
            <a:pathLst>
              <a:path extrusionOk="0" h="941" w="653">
                <a:moveTo>
                  <a:pt x="327" y="1"/>
                </a:moveTo>
                <a:cubicBezTo>
                  <a:pt x="327" y="1"/>
                  <a:pt x="1" y="434"/>
                  <a:pt x="1" y="614"/>
                </a:cubicBezTo>
                <a:cubicBezTo>
                  <a:pt x="1" y="794"/>
                  <a:pt x="146" y="940"/>
                  <a:pt x="327" y="940"/>
                </a:cubicBezTo>
                <a:cubicBezTo>
                  <a:pt x="507" y="940"/>
                  <a:pt x="652" y="794"/>
                  <a:pt x="652" y="614"/>
                </a:cubicBezTo>
                <a:cubicBezTo>
                  <a:pt x="652" y="434"/>
                  <a:pt x="327" y="1"/>
                  <a:pt x="32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9"/>
          <p:cNvSpPr/>
          <p:nvPr/>
        </p:nvSpPr>
        <p:spPr>
          <a:xfrm>
            <a:off x="3529568" y="2186380"/>
            <a:ext cx="28773" cy="41419"/>
          </a:xfrm>
          <a:custGeom>
            <a:rect b="b" l="l" r="r" t="t"/>
            <a:pathLst>
              <a:path extrusionOk="0" h="940" w="653">
                <a:moveTo>
                  <a:pt x="326" y="0"/>
                </a:moveTo>
                <a:cubicBezTo>
                  <a:pt x="326" y="0"/>
                  <a:pt x="0" y="433"/>
                  <a:pt x="0" y="613"/>
                </a:cubicBezTo>
                <a:cubicBezTo>
                  <a:pt x="0" y="793"/>
                  <a:pt x="146" y="940"/>
                  <a:pt x="326" y="940"/>
                </a:cubicBezTo>
                <a:cubicBezTo>
                  <a:pt x="507" y="940"/>
                  <a:pt x="652" y="793"/>
                  <a:pt x="652" y="613"/>
                </a:cubicBezTo>
                <a:cubicBezTo>
                  <a:pt x="652" y="433"/>
                  <a:pt x="326" y="0"/>
                  <a:pt x="3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9"/>
          <p:cNvSpPr/>
          <p:nvPr/>
        </p:nvSpPr>
        <p:spPr>
          <a:xfrm>
            <a:off x="3597556" y="2186380"/>
            <a:ext cx="28817" cy="41419"/>
          </a:xfrm>
          <a:custGeom>
            <a:rect b="b" l="l" r="r" t="t"/>
            <a:pathLst>
              <a:path extrusionOk="0" h="940" w="654">
                <a:moveTo>
                  <a:pt x="327" y="0"/>
                </a:moveTo>
                <a:cubicBezTo>
                  <a:pt x="327" y="0"/>
                  <a:pt x="0" y="433"/>
                  <a:pt x="0" y="613"/>
                </a:cubicBezTo>
                <a:cubicBezTo>
                  <a:pt x="0" y="793"/>
                  <a:pt x="147" y="940"/>
                  <a:pt x="327" y="940"/>
                </a:cubicBezTo>
                <a:cubicBezTo>
                  <a:pt x="507" y="940"/>
                  <a:pt x="653" y="793"/>
                  <a:pt x="653" y="613"/>
                </a:cubicBezTo>
                <a:cubicBezTo>
                  <a:pt x="653" y="433"/>
                  <a:pt x="327" y="0"/>
                  <a:pt x="3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9"/>
          <p:cNvSpPr/>
          <p:nvPr/>
        </p:nvSpPr>
        <p:spPr>
          <a:xfrm>
            <a:off x="3177199" y="2779993"/>
            <a:ext cx="155585" cy="77814"/>
          </a:xfrm>
          <a:custGeom>
            <a:rect b="b" l="l" r="r" t="t"/>
            <a:pathLst>
              <a:path extrusionOk="0" h="1766" w="3531">
                <a:moveTo>
                  <a:pt x="1765" y="1"/>
                </a:moveTo>
                <a:cubicBezTo>
                  <a:pt x="791" y="1"/>
                  <a:pt x="0" y="791"/>
                  <a:pt x="0" y="1766"/>
                </a:cubicBezTo>
                <a:lnTo>
                  <a:pt x="3530" y="1766"/>
                </a:lnTo>
                <a:cubicBezTo>
                  <a:pt x="3530" y="791"/>
                  <a:pt x="2740" y="1"/>
                  <a:pt x="176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9"/>
          <p:cNvSpPr/>
          <p:nvPr/>
        </p:nvSpPr>
        <p:spPr>
          <a:xfrm>
            <a:off x="3916966" y="2747519"/>
            <a:ext cx="155585" cy="77814"/>
          </a:xfrm>
          <a:custGeom>
            <a:rect b="b" l="l" r="r" t="t"/>
            <a:pathLst>
              <a:path extrusionOk="0" h="1766" w="3531">
                <a:moveTo>
                  <a:pt x="1766" y="1"/>
                </a:moveTo>
                <a:cubicBezTo>
                  <a:pt x="792" y="1"/>
                  <a:pt x="1" y="791"/>
                  <a:pt x="1" y="1766"/>
                </a:cubicBezTo>
                <a:lnTo>
                  <a:pt x="3531" y="1766"/>
                </a:lnTo>
                <a:cubicBezTo>
                  <a:pt x="3531" y="791"/>
                  <a:pt x="2741" y="1"/>
                  <a:pt x="176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9"/>
          <p:cNvSpPr/>
          <p:nvPr/>
        </p:nvSpPr>
        <p:spPr>
          <a:xfrm>
            <a:off x="4156490" y="2573780"/>
            <a:ext cx="31945" cy="286494"/>
          </a:xfrm>
          <a:custGeom>
            <a:rect b="b" l="l" r="r" t="t"/>
            <a:pathLst>
              <a:path extrusionOk="0" h="6502" w="725">
                <a:moveTo>
                  <a:pt x="355" y="1"/>
                </a:moveTo>
                <a:cubicBezTo>
                  <a:pt x="160" y="1"/>
                  <a:pt x="1" y="160"/>
                  <a:pt x="1" y="355"/>
                </a:cubicBezTo>
                <a:lnTo>
                  <a:pt x="1" y="6147"/>
                </a:lnTo>
                <a:cubicBezTo>
                  <a:pt x="1" y="6341"/>
                  <a:pt x="159" y="6502"/>
                  <a:pt x="355" y="6502"/>
                </a:cubicBezTo>
                <a:lnTo>
                  <a:pt x="370" y="6502"/>
                </a:lnTo>
                <a:cubicBezTo>
                  <a:pt x="565" y="6502"/>
                  <a:pt x="724" y="6341"/>
                  <a:pt x="724" y="6147"/>
                </a:cubicBezTo>
                <a:lnTo>
                  <a:pt x="724" y="355"/>
                </a:lnTo>
                <a:cubicBezTo>
                  <a:pt x="724" y="160"/>
                  <a:pt x="565" y="1"/>
                  <a:pt x="370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9"/>
          <p:cNvSpPr/>
          <p:nvPr/>
        </p:nvSpPr>
        <p:spPr>
          <a:xfrm>
            <a:off x="4142698" y="2828242"/>
            <a:ext cx="59572" cy="120643"/>
          </a:xfrm>
          <a:custGeom>
            <a:rect b="b" l="l" r="r" t="t"/>
            <a:pathLst>
              <a:path extrusionOk="0" h="2738" w="1352">
                <a:moveTo>
                  <a:pt x="662" y="0"/>
                </a:moveTo>
                <a:cubicBezTo>
                  <a:pt x="297" y="0"/>
                  <a:pt x="1" y="298"/>
                  <a:pt x="1" y="661"/>
                </a:cubicBezTo>
                <a:lnTo>
                  <a:pt x="1" y="2738"/>
                </a:lnTo>
                <a:lnTo>
                  <a:pt x="1351" y="2738"/>
                </a:lnTo>
                <a:lnTo>
                  <a:pt x="1351" y="661"/>
                </a:lnTo>
                <a:cubicBezTo>
                  <a:pt x="1351" y="297"/>
                  <a:pt x="1053" y="0"/>
                  <a:pt x="689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9"/>
          <p:cNvSpPr/>
          <p:nvPr/>
        </p:nvSpPr>
        <p:spPr>
          <a:xfrm>
            <a:off x="4152304" y="2397749"/>
            <a:ext cx="40229" cy="153073"/>
          </a:xfrm>
          <a:custGeom>
            <a:rect b="b" l="l" r="r" t="t"/>
            <a:pathLst>
              <a:path extrusionOk="0" h="3474" w="913">
                <a:moveTo>
                  <a:pt x="456" y="0"/>
                </a:moveTo>
                <a:cubicBezTo>
                  <a:pt x="321" y="0"/>
                  <a:pt x="208" y="106"/>
                  <a:pt x="199" y="241"/>
                </a:cubicBezTo>
                <a:lnTo>
                  <a:pt x="10" y="3200"/>
                </a:lnTo>
                <a:cubicBezTo>
                  <a:pt x="1" y="3348"/>
                  <a:pt x="118" y="3474"/>
                  <a:pt x="267" y="3474"/>
                </a:cubicBezTo>
                <a:lnTo>
                  <a:pt x="646" y="3474"/>
                </a:lnTo>
                <a:cubicBezTo>
                  <a:pt x="795" y="3474"/>
                  <a:pt x="912" y="3348"/>
                  <a:pt x="904" y="3200"/>
                </a:cubicBezTo>
                <a:lnTo>
                  <a:pt x="713" y="241"/>
                </a:lnTo>
                <a:cubicBezTo>
                  <a:pt x="705" y="106"/>
                  <a:pt x="592" y="0"/>
                  <a:pt x="456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9"/>
          <p:cNvSpPr/>
          <p:nvPr/>
        </p:nvSpPr>
        <p:spPr>
          <a:xfrm>
            <a:off x="4175525" y="2556155"/>
            <a:ext cx="143115" cy="95131"/>
          </a:xfrm>
          <a:custGeom>
            <a:rect b="b" l="l" r="r" t="t"/>
            <a:pathLst>
              <a:path extrusionOk="0" h="2159" w="3248">
                <a:moveTo>
                  <a:pt x="488" y="1"/>
                </a:moveTo>
                <a:cubicBezTo>
                  <a:pt x="399" y="1"/>
                  <a:pt x="312" y="46"/>
                  <a:pt x="265" y="129"/>
                </a:cubicBezTo>
                <a:lnTo>
                  <a:pt x="75" y="458"/>
                </a:lnTo>
                <a:cubicBezTo>
                  <a:pt x="1" y="587"/>
                  <a:pt x="51" y="751"/>
                  <a:pt x="184" y="817"/>
                </a:cubicBezTo>
                <a:lnTo>
                  <a:pt x="2841" y="2132"/>
                </a:lnTo>
                <a:cubicBezTo>
                  <a:pt x="2878" y="2150"/>
                  <a:pt x="2917" y="2159"/>
                  <a:pt x="2955" y="2159"/>
                </a:cubicBezTo>
                <a:cubicBezTo>
                  <a:pt x="3045" y="2159"/>
                  <a:pt x="3132" y="2112"/>
                  <a:pt x="3180" y="2030"/>
                </a:cubicBezTo>
                <a:cubicBezTo>
                  <a:pt x="3247" y="1912"/>
                  <a:pt x="3212" y="1762"/>
                  <a:pt x="3099" y="1687"/>
                </a:cubicBezTo>
                <a:lnTo>
                  <a:pt x="630" y="44"/>
                </a:lnTo>
                <a:cubicBezTo>
                  <a:pt x="586" y="14"/>
                  <a:pt x="536" y="1"/>
                  <a:pt x="488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9"/>
          <p:cNvSpPr/>
          <p:nvPr/>
        </p:nvSpPr>
        <p:spPr>
          <a:xfrm>
            <a:off x="4026285" y="2556199"/>
            <a:ext cx="143071" cy="95219"/>
          </a:xfrm>
          <a:custGeom>
            <a:rect b="b" l="l" r="r" t="t"/>
            <a:pathLst>
              <a:path extrusionOk="0" h="2161" w="3247">
                <a:moveTo>
                  <a:pt x="2757" y="1"/>
                </a:moveTo>
                <a:cubicBezTo>
                  <a:pt x="2709" y="1"/>
                  <a:pt x="2659" y="14"/>
                  <a:pt x="2615" y="44"/>
                </a:cubicBezTo>
                <a:lnTo>
                  <a:pt x="148" y="1689"/>
                </a:lnTo>
                <a:cubicBezTo>
                  <a:pt x="37" y="1765"/>
                  <a:pt x="1" y="1914"/>
                  <a:pt x="69" y="2032"/>
                </a:cubicBezTo>
                <a:cubicBezTo>
                  <a:pt x="117" y="2114"/>
                  <a:pt x="203" y="2161"/>
                  <a:pt x="293" y="2161"/>
                </a:cubicBezTo>
                <a:cubicBezTo>
                  <a:pt x="331" y="2161"/>
                  <a:pt x="370" y="2152"/>
                  <a:pt x="407" y="2134"/>
                </a:cubicBezTo>
                <a:lnTo>
                  <a:pt x="3063" y="818"/>
                </a:lnTo>
                <a:cubicBezTo>
                  <a:pt x="3196" y="752"/>
                  <a:pt x="3246" y="588"/>
                  <a:pt x="3172" y="458"/>
                </a:cubicBezTo>
                <a:lnTo>
                  <a:pt x="2981" y="129"/>
                </a:lnTo>
                <a:cubicBezTo>
                  <a:pt x="2933" y="46"/>
                  <a:pt x="2846" y="1"/>
                  <a:pt x="2757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9"/>
          <p:cNvSpPr/>
          <p:nvPr/>
        </p:nvSpPr>
        <p:spPr>
          <a:xfrm>
            <a:off x="4149836" y="2540468"/>
            <a:ext cx="45120" cy="45120"/>
          </a:xfrm>
          <a:custGeom>
            <a:rect b="b" l="l" r="r" t="t"/>
            <a:pathLst>
              <a:path extrusionOk="0" h="1024" w="1024">
                <a:moveTo>
                  <a:pt x="512" y="0"/>
                </a:moveTo>
                <a:cubicBezTo>
                  <a:pt x="230" y="0"/>
                  <a:pt x="0" y="230"/>
                  <a:pt x="0" y="512"/>
                </a:cubicBezTo>
                <a:cubicBezTo>
                  <a:pt x="0" y="794"/>
                  <a:pt x="230" y="1024"/>
                  <a:pt x="512" y="1024"/>
                </a:cubicBezTo>
                <a:cubicBezTo>
                  <a:pt x="794" y="1024"/>
                  <a:pt x="1024" y="794"/>
                  <a:pt x="1024" y="512"/>
                </a:cubicBezTo>
                <a:cubicBezTo>
                  <a:pt x="1024" y="230"/>
                  <a:pt x="794" y="0"/>
                  <a:pt x="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9"/>
          <p:cNvSpPr/>
          <p:nvPr/>
        </p:nvSpPr>
        <p:spPr>
          <a:xfrm>
            <a:off x="3912471" y="2573780"/>
            <a:ext cx="31945" cy="286494"/>
          </a:xfrm>
          <a:custGeom>
            <a:rect b="b" l="l" r="r" t="t"/>
            <a:pathLst>
              <a:path extrusionOk="0" h="6502" w="725">
                <a:moveTo>
                  <a:pt x="355" y="1"/>
                </a:moveTo>
                <a:cubicBezTo>
                  <a:pt x="161" y="1"/>
                  <a:pt x="0" y="160"/>
                  <a:pt x="0" y="355"/>
                </a:cubicBezTo>
                <a:lnTo>
                  <a:pt x="0" y="6147"/>
                </a:lnTo>
                <a:cubicBezTo>
                  <a:pt x="0" y="6341"/>
                  <a:pt x="161" y="6502"/>
                  <a:pt x="355" y="6502"/>
                </a:cubicBezTo>
                <a:lnTo>
                  <a:pt x="371" y="6502"/>
                </a:lnTo>
                <a:cubicBezTo>
                  <a:pt x="564" y="6502"/>
                  <a:pt x="725" y="6341"/>
                  <a:pt x="725" y="6147"/>
                </a:cubicBezTo>
                <a:lnTo>
                  <a:pt x="725" y="355"/>
                </a:lnTo>
                <a:cubicBezTo>
                  <a:pt x="725" y="160"/>
                  <a:pt x="564" y="1"/>
                  <a:pt x="371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9"/>
          <p:cNvSpPr/>
          <p:nvPr/>
        </p:nvSpPr>
        <p:spPr>
          <a:xfrm>
            <a:off x="3898680" y="2828242"/>
            <a:ext cx="59528" cy="120643"/>
          </a:xfrm>
          <a:custGeom>
            <a:rect b="b" l="l" r="r" t="t"/>
            <a:pathLst>
              <a:path extrusionOk="0" h="2738" w="1351">
                <a:moveTo>
                  <a:pt x="661" y="0"/>
                </a:moveTo>
                <a:cubicBezTo>
                  <a:pt x="297" y="0"/>
                  <a:pt x="0" y="298"/>
                  <a:pt x="0" y="661"/>
                </a:cubicBezTo>
                <a:lnTo>
                  <a:pt x="0" y="2738"/>
                </a:lnTo>
                <a:lnTo>
                  <a:pt x="1351" y="2738"/>
                </a:lnTo>
                <a:lnTo>
                  <a:pt x="1351" y="661"/>
                </a:lnTo>
                <a:cubicBezTo>
                  <a:pt x="1351" y="297"/>
                  <a:pt x="1053" y="0"/>
                  <a:pt x="690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9"/>
          <p:cNvSpPr/>
          <p:nvPr/>
        </p:nvSpPr>
        <p:spPr>
          <a:xfrm>
            <a:off x="3765346" y="2536503"/>
            <a:ext cx="153117" cy="39480"/>
          </a:xfrm>
          <a:custGeom>
            <a:rect b="b" l="l" r="r" t="t"/>
            <a:pathLst>
              <a:path extrusionOk="0" h="896" w="3475">
                <a:moveTo>
                  <a:pt x="3215" y="0"/>
                </a:moveTo>
                <a:cubicBezTo>
                  <a:pt x="3210" y="0"/>
                  <a:pt x="3205" y="0"/>
                  <a:pt x="3200" y="0"/>
                </a:cubicBezTo>
                <a:lnTo>
                  <a:pt x="241" y="192"/>
                </a:lnTo>
                <a:cubicBezTo>
                  <a:pt x="106" y="201"/>
                  <a:pt x="1" y="314"/>
                  <a:pt x="1" y="449"/>
                </a:cubicBezTo>
                <a:cubicBezTo>
                  <a:pt x="1" y="585"/>
                  <a:pt x="106" y="697"/>
                  <a:pt x="241" y="705"/>
                </a:cubicBezTo>
                <a:lnTo>
                  <a:pt x="3200" y="895"/>
                </a:lnTo>
                <a:cubicBezTo>
                  <a:pt x="3206" y="895"/>
                  <a:pt x="3211" y="895"/>
                  <a:pt x="3216" y="895"/>
                </a:cubicBezTo>
                <a:cubicBezTo>
                  <a:pt x="3358" y="895"/>
                  <a:pt x="3474" y="781"/>
                  <a:pt x="3474" y="638"/>
                </a:cubicBezTo>
                <a:lnTo>
                  <a:pt x="3474" y="258"/>
                </a:lnTo>
                <a:cubicBezTo>
                  <a:pt x="3474" y="115"/>
                  <a:pt x="3357" y="0"/>
                  <a:pt x="3215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9"/>
          <p:cNvSpPr/>
          <p:nvPr/>
        </p:nvSpPr>
        <p:spPr>
          <a:xfrm>
            <a:off x="3922077" y="2411541"/>
            <a:ext cx="98303" cy="139854"/>
          </a:xfrm>
          <a:custGeom>
            <a:rect b="b" l="l" r="r" t="t"/>
            <a:pathLst>
              <a:path extrusionOk="0" h="3174" w="2231">
                <a:moveTo>
                  <a:pt x="1939" y="0"/>
                </a:moveTo>
                <a:cubicBezTo>
                  <a:pt x="1856" y="0"/>
                  <a:pt x="1775" y="40"/>
                  <a:pt x="1725" y="115"/>
                </a:cubicBezTo>
                <a:lnTo>
                  <a:pt x="82" y="2584"/>
                </a:lnTo>
                <a:cubicBezTo>
                  <a:pt x="0" y="2708"/>
                  <a:pt x="38" y="2875"/>
                  <a:pt x="167" y="2950"/>
                </a:cubicBezTo>
                <a:lnTo>
                  <a:pt x="496" y="3138"/>
                </a:lnTo>
                <a:cubicBezTo>
                  <a:pt x="537" y="3162"/>
                  <a:pt x="581" y="3173"/>
                  <a:pt x="625" y="3173"/>
                </a:cubicBezTo>
                <a:cubicBezTo>
                  <a:pt x="719" y="3173"/>
                  <a:pt x="810" y="3121"/>
                  <a:pt x="856" y="3030"/>
                </a:cubicBezTo>
                <a:lnTo>
                  <a:pt x="2170" y="373"/>
                </a:lnTo>
                <a:cubicBezTo>
                  <a:pt x="2231" y="251"/>
                  <a:pt x="2186" y="102"/>
                  <a:pt x="2068" y="35"/>
                </a:cubicBezTo>
                <a:cubicBezTo>
                  <a:pt x="2027" y="12"/>
                  <a:pt x="1983" y="0"/>
                  <a:pt x="1939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9"/>
          <p:cNvSpPr/>
          <p:nvPr/>
        </p:nvSpPr>
        <p:spPr>
          <a:xfrm>
            <a:off x="3922121" y="2561090"/>
            <a:ext cx="98347" cy="139810"/>
          </a:xfrm>
          <a:custGeom>
            <a:rect b="b" l="l" r="r" t="t"/>
            <a:pathLst>
              <a:path extrusionOk="0" h="3173" w="2232">
                <a:moveTo>
                  <a:pt x="624" y="1"/>
                </a:moveTo>
                <a:cubicBezTo>
                  <a:pt x="581" y="1"/>
                  <a:pt x="537" y="12"/>
                  <a:pt x="496" y="35"/>
                </a:cubicBezTo>
                <a:lnTo>
                  <a:pt x="168" y="225"/>
                </a:lnTo>
                <a:cubicBezTo>
                  <a:pt x="39" y="300"/>
                  <a:pt x="0" y="468"/>
                  <a:pt x="82" y="591"/>
                </a:cubicBezTo>
                <a:lnTo>
                  <a:pt x="1727" y="3057"/>
                </a:lnTo>
                <a:cubicBezTo>
                  <a:pt x="1777" y="3131"/>
                  <a:pt x="1859" y="3172"/>
                  <a:pt x="1942" y="3172"/>
                </a:cubicBezTo>
                <a:cubicBezTo>
                  <a:pt x="1986" y="3172"/>
                  <a:pt x="2030" y="3161"/>
                  <a:pt x="2070" y="3138"/>
                </a:cubicBezTo>
                <a:cubicBezTo>
                  <a:pt x="2188" y="3071"/>
                  <a:pt x="2232" y="2923"/>
                  <a:pt x="2172" y="2801"/>
                </a:cubicBezTo>
                <a:lnTo>
                  <a:pt x="856" y="144"/>
                </a:lnTo>
                <a:cubicBezTo>
                  <a:pt x="810" y="53"/>
                  <a:pt x="719" y="1"/>
                  <a:pt x="624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9"/>
          <p:cNvSpPr/>
          <p:nvPr/>
        </p:nvSpPr>
        <p:spPr>
          <a:xfrm>
            <a:off x="3908109" y="2533639"/>
            <a:ext cx="45120" cy="45164"/>
          </a:xfrm>
          <a:custGeom>
            <a:rect b="b" l="l" r="r" t="t"/>
            <a:pathLst>
              <a:path extrusionOk="0" h="1025" w="1024">
                <a:moveTo>
                  <a:pt x="512" y="1"/>
                </a:moveTo>
                <a:cubicBezTo>
                  <a:pt x="229" y="1"/>
                  <a:pt x="0" y="230"/>
                  <a:pt x="0" y="513"/>
                </a:cubicBezTo>
                <a:cubicBezTo>
                  <a:pt x="0" y="795"/>
                  <a:pt x="229" y="1024"/>
                  <a:pt x="512" y="1024"/>
                </a:cubicBezTo>
                <a:cubicBezTo>
                  <a:pt x="794" y="1024"/>
                  <a:pt x="1023" y="795"/>
                  <a:pt x="1023" y="513"/>
                </a:cubicBezTo>
                <a:cubicBezTo>
                  <a:pt x="1023" y="230"/>
                  <a:pt x="794" y="1"/>
                  <a:pt x="51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9"/>
          <p:cNvSpPr/>
          <p:nvPr/>
        </p:nvSpPr>
        <p:spPr>
          <a:xfrm>
            <a:off x="3679513" y="2573780"/>
            <a:ext cx="31901" cy="286494"/>
          </a:xfrm>
          <a:custGeom>
            <a:rect b="b" l="l" r="r" t="t"/>
            <a:pathLst>
              <a:path extrusionOk="0" h="6502" w="724">
                <a:moveTo>
                  <a:pt x="354" y="1"/>
                </a:moveTo>
                <a:cubicBezTo>
                  <a:pt x="160" y="1"/>
                  <a:pt x="0" y="160"/>
                  <a:pt x="0" y="355"/>
                </a:cubicBezTo>
                <a:lnTo>
                  <a:pt x="0" y="6147"/>
                </a:lnTo>
                <a:cubicBezTo>
                  <a:pt x="0" y="6341"/>
                  <a:pt x="160" y="6502"/>
                  <a:pt x="354" y="6502"/>
                </a:cubicBezTo>
                <a:lnTo>
                  <a:pt x="370" y="6502"/>
                </a:lnTo>
                <a:cubicBezTo>
                  <a:pt x="564" y="6502"/>
                  <a:pt x="724" y="6341"/>
                  <a:pt x="724" y="6147"/>
                </a:cubicBezTo>
                <a:lnTo>
                  <a:pt x="724" y="355"/>
                </a:lnTo>
                <a:cubicBezTo>
                  <a:pt x="724" y="160"/>
                  <a:pt x="564" y="1"/>
                  <a:pt x="370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9"/>
          <p:cNvSpPr/>
          <p:nvPr/>
        </p:nvSpPr>
        <p:spPr>
          <a:xfrm>
            <a:off x="3665721" y="2828242"/>
            <a:ext cx="59528" cy="120643"/>
          </a:xfrm>
          <a:custGeom>
            <a:rect b="b" l="l" r="r" t="t"/>
            <a:pathLst>
              <a:path extrusionOk="0" h="2738" w="1351">
                <a:moveTo>
                  <a:pt x="661" y="0"/>
                </a:moveTo>
                <a:cubicBezTo>
                  <a:pt x="297" y="0"/>
                  <a:pt x="0" y="298"/>
                  <a:pt x="0" y="661"/>
                </a:cubicBezTo>
                <a:lnTo>
                  <a:pt x="0" y="2738"/>
                </a:lnTo>
                <a:lnTo>
                  <a:pt x="1351" y="2738"/>
                </a:lnTo>
                <a:lnTo>
                  <a:pt x="1351" y="661"/>
                </a:lnTo>
                <a:cubicBezTo>
                  <a:pt x="1351" y="297"/>
                  <a:pt x="1052" y="0"/>
                  <a:pt x="689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9"/>
          <p:cNvSpPr/>
          <p:nvPr/>
        </p:nvSpPr>
        <p:spPr>
          <a:xfrm>
            <a:off x="3695023" y="2561927"/>
            <a:ext cx="123243" cy="120775"/>
          </a:xfrm>
          <a:custGeom>
            <a:rect b="b" l="l" r="r" t="t"/>
            <a:pathLst>
              <a:path extrusionOk="0" h="2741" w="2797">
                <a:moveTo>
                  <a:pt x="555" y="0"/>
                </a:moveTo>
                <a:cubicBezTo>
                  <a:pt x="490" y="0"/>
                  <a:pt x="424" y="25"/>
                  <a:pt x="374" y="76"/>
                </a:cubicBezTo>
                <a:lnTo>
                  <a:pt x="105" y="345"/>
                </a:lnTo>
                <a:cubicBezTo>
                  <a:pt x="0" y="450"/>
                  <a:pt x="6" y="623"/>
                  <a:pt x="116" y="720"/>
                </a:cubicBezTo>
                <a:lnTo>
                  <a:pt x="2344" y="2676"/>
                </a:lnTo>
                <a:cubicBezTo>
                  <a:pt x="2393" y="2719"/>
                  <a:pt x="2454" y="2741"/>
                  <a:pt x="2515" y="2741"/>
                </a:cubicBezTo>
                <a:cubicBezTo>
                  <a:pt x="2581" y="2741"/>
                  <a:pt x="2646" y="2715"/>
                  <a:pt x="2697" y="2665"/>
                </a:cubicBezTo>
                <a:cubicBezTo>
                  <a:pt x="2792" y="2569"/>
                  <a:pt x="2797" y="2414"/>
                  <a:pt x="2708" y="2313"/>
                </a:cubicBezTo>
                <a:lnTo>
                  <a:pt x="748" y="87"/>
                </a:lnTo>
                <a:cubicBezTo>
                  <a:pt x="697" y="30"/>
                  <a:pt x="626" y="0"/>
                  <a:pt x="555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9"/>
          <p:cNvSpPr/>
          <p:nvPr/>
        </p:nvSpPr>
        <p:spPr>
          <a:xfrm>
            <a:off x="3535692" y="2549193"/>
            <a:ext cx="153338" cy="64596"/>
          </a:xfrm>
          <a:custGeom>
            <a:rect b="b" l="l" r="r" t="t"/>
            <a:pathLst>
              <a:path extrusionOk="0" h="1466" w="3480">
                <a:moveTo>
                  <a:pt x="3095" y="1"/>
                </a:moveTo>
                <a:cubicBezTo>
                  <a:pt x="3067" y="1"/>
                  <a:pt x="3039" y="6"/>
                  <a:pt x="3011" y="15"/>
                </a:cubicBezTo>
                <a:lnTo>
                  <a:pt x="202" y="965"/>
                </a:lnTo>
                <a:cubicBezTo>
                  <a:pt x="73" y="1009"/>
                  <a:pt x="1" y="1144"/>
                  <a:pt x="36" y="1275"/>
                </a:cubicBezTo>
                <a:cubicBezTo>
                  <a:pt x="67" y="1390"/>
                  <a:pt x="170" y="1465"/>
                  <a:pt x="284" y="1465"/>
                </a:cubicBezTo>
                <a:cubicBezTo>
                  <a:pt x="301" y="1465"/>
                  <a:pt x="318" y="1463"/>
                  <a:pt x="335" y="1460"/>
                </a:cubicBezTo>
                <a:lnTo>
                  <a:pt x="3243" y="877"/>
                </a:lnTo>
                <a:cubicBezTo>
                  <a:pt x="3388" y="847"/>
                  <a:pt x="3479" y="702"/>
                  <a:pt x="3440" y="559"/>
                </a:cubicBezTo>
                <a:lnTo>
                  <a:pt x="3342" y="191"/>
                </a:lnTo>
                <a:cubicBezTo>
                  <a:pt x="3312" y="76"/>
                  <a:pt x="3208" y="1"/>
                  <a:pt x="3095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9"/>
          <p:cNvSpPr/>
          <p:nvPr/>
        </p:nvSpPr>
        <p:spPr>
          <a:xfrm>
            <a:off x="3682024" y="2402508"/>
            <a:ext cx="67019" cy="150914"/>
          </a:xfrm>
          <a:custGeom>
            <a:rect b="b" l="l" r="r" t="t"/>
            <a:pathLst>
              <a:path extrusionOk="0" h="3425" w="1521">
                <a:moveTo>
                  <a:pt x="1240" y="1"/>
                </a:moveTo>
                <a:cubicBezTo>
                  <a:pt x="1132" y="1"/>
                  <a:pt x="1032" y="69"/>
                  <a:pt x="996" y="175"/>
                </a:cubicBezTo>
                <a:lnTo>
                  <a:pt x="48" y="2986"/>
                </a:lnTo>
                <a:cubicBezTo>
                  <a:pt x="1" y="3126"/>
                  <a:pt x="82" y="3279"/>
                  <a:pt x="226" y="3317"/>
                </a:cubicBezTo>
                <a:lnTo>
                  <a:pt x="593" y="3416"/>
                </a:lnTo>
                <a:cubicBezTo>
                  <a:pt x="615" y="3422"/>
                  <a:pt x="637" y="3425"/>
                  <a:pt x="659" y="3425"/>
                </a:cubicBezTo>
                <a:cubicBezTo>
                  <a:pt x="779" y="3425"/>
                  <a:pt x="887" y="3340"/>
                  <a:pt x="911" y="3217"/>
                </a:cubicBezTo>
                <a:lnTo>
                  <a:pt x="1494" y="311"/>
                </a:lnTo>
                <a:cubicBezTo>
                  <a:pt x="1520" y="174"/>
                  <a:pt x="1438" y="45"/>
                  <a:pt x="1306" y="10"/>
                </a:cubicBezTo>
                <a:cubicBezTo>
                  <a:pt x="1284" y="4"/>
                  <a:pt x="1262" y="1"/>
                  <a:pt x="1240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9"/>
          <p:cNvSpPr/>
          <p:nvPr/>
        </p:nvSpPr>
        <p:spPr>
          <a:xfrm>
            <a:off x="3672110" y="2539939"/>
            <a:ext cx="49570" cy="45164"/>
          </a:xfrm>
          <a:custGeom>
            <a:rect b="b" l="l" r="r" t="t"/>
            <a:pathLst>
              <a:path extrusionOk="0" h="1025" w="1125">
                <a:moveTo>
                  <a:pt x="562" y="1"/>
                </a:moveTo>
                <a:cubicBezTo>
                  <a:pt x="431" y="1"/>
                  <a:pt x="300" y="51"/>
                  <a:pt x="200" y="151"/>
                </a:cubicBezTo>
                <a:cubicBezTo>
                  <a:pt x="1" y="351"/>
                  <a:pt x="1" y="676"/>
                  <a:pt x="200" y="875"/>
                </a:cubicBezTo>
                <a:cubicBezTo>
                  <a:pt x="300" y="975"/>
                  <a:pt x="431" y="1025"/>
                  <a:pt x="562" y="1025"/>
                </a:cubicBezTo>
                <a:cubicBezTo>
                  <a:pt x="694" y="1025"/>
                  <a:pt x="825" y="975"/>
                  <a:pt x="925" y="875"/>
                </a:cubicBezTo>
                <a:cubicBezTo>
                  <a:pt x="1124" y="676"/>
                  <a:pt x="1124" y="350"/>
                  <a:pt x="925" y="151"/>
                </a:cubicBezTo>
                <a:cubicBezTo>
                  <a:pt x="825" y="51"/>
                  <a:pt x="694" y="1"/>
                  <a:pt x="56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9"/>
          <p:cNvSpPr/>
          <p:nvPr/>
        </p:nvSpPr>
        <p:spPr>
          <a:xfrm>
            <a:off x="3375789" y="2893940"/>
            <a:ext cx="42080" cy="42080"/>
          </a:xfrm>
          <a:custGeom>
            <a:rect b="b" l="l" r="r" t="t"/>
            <a:pathLst>
              <a:path extrusionOk="0" h="955" w="955">
                <a:moveTo>
                  <a:pt x="478" y="0"/>
                </a:moveTo>
                <a:cubicBezTo>
                  <a:pt x="214" y="0"/>
                  <a:pt x="0" y="214"/>
                  <a:pt x="0" y="477"/>
                </a:cubicBezTo>
                <a:cubicBezTo>
                  <a:pt x="0" y="741"/>
                  <a:pt x="214" y="955"/>
                  <a:pt x="478" y="955"/>
                </a:cubicBezTo>
                <a:cubicBezTo>
                  <a:pt x="741" y="955"/>
                  <a:pt x="955" y="741"/>
                  <a:pt x="955" y="477"/>
                </a:cubicBezTo>
                <a:cubicBezTo>
                  <a:pt x="955" y="214"/>
                  <a:pt x="741" y="0"/>
                  <a:pt x="4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9"/>
          <p:cNvSpPr/>
          <p:nvPr/>
        </p:nvSpPr>
        <p:spPr>
          <a:xfrm>
            <a:off x="3423641" y="2855781"/>
            <a:ext cx="42080" cy="42080"/>
          </a:xfrm>
          <a:custGeom>
            <a:rect b="b" l="l" r="r" t="t"/>
            <a:pathLst>
              <a:path extrusionOk="0" h="955" w="955">
                <a:moveTo>
                  <a:pt x="478" y="1"/>
                </a:moveTo>
                <a:cubicBezTo>
                  <a:pt x="214" y="1"/>
                  <a:pt x="1" y="215"/>
                  <a:pt x="1" y="477"/>
                </a:cubicBezTo>
                <a:cubicBezTo>
                  <a:pt x="1" y="741"/>
                  <a:pt x="215" y="954"/>
                  <a:pt x="478" y="954"/>
                </a:cubicBezTo>
                <a:cubicBezTo>
                  <a:pt x="742" y="954"/>
                  <a:pt x="954" y="741"/>
                  <a:pt x="954" y="477"/>
                </a:cubicBezTo>
                <a:cubicBezTo>
                  <a:pt x="954" y="215"/>
                  <a:pt x="742" y="2"/>
                  <a:pt x="47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9"/>
          <p:cNvSpPr/>
          <p:nvPr/>
        </p:nvSpPr>
        <p:spPr>
          <a:xfrm>
            <a:off x="3443029" y="2916984"/>
            <a:ext cx="42080" cy="42080"/>
          </a:xfrm>
          <a:custGeom>
            <a:rect b="b" l="l" r="r" t="t"/>
            <a:pathLst>
              <a:path extrusionOk="0" h="955" w="955">
                <a:moveTo>
                  <a:pt x="478" y="0"/>
                </a:moveTo>
                <a:cubicBezTo>
                  <a:pt x="214" y="0"/>
                  <a:pt x="1" y="214"/>
                  <a:pt x="1" y="477"/>
                </a:cubicBezTo>
                <a:cubicBezTo>
                  <a:pt x="1" y="741"/>
                  <a:pt x="214" y="955"/>
                  <a:pt x="478" y="955"/>
                </a:cubicBezTo>
                <a:cubicBezTo>
                  <a:pt x="742" y="955"/>
                  <a:pt x="954" y="741"/>
                  <a:pt x="954" y="477"/>
                </a:cubicBezTo>
                <a:cubicBezTo>
                  <a:pt x="954" y="214"/>
                  <a:pt x="742" y="0"/>
                  <a:pt x="4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9"/>
          <p:cNvSpPr/>
          <p:nvPr/>
        </p:nvSpPr>
        <p:spPr>
          <a:xfrm>
            <a:off x="2787950" y="2911212"/>
            <a:ext cx="42080" cy="42036"/>
          </a:xfrm>
          <a:custGeom>
            <a:rect b="b" l="l" r="r" t="t"/>
            <a:pathLst>
              <a:path extrusionOk="0" h="954" w="955">
                <a:moveTo>
                  <a:pt x="478" y="0"/>
                </a:moveTo>
                <a:cubicBezTo>
                  <a:pt x="214" y="0"/>
                  <a:pt x="1" y="213"/>
                  <a:pt x="1" y="477"/>
                </a:cubicBezTo>
                <a:cubicBezTo>
                  <a:pt x="1" y="740"/>
                  <a:pt x="214" y="954"/>
                  <a:pt x="478" y="954"/>
                </a:cubicBezTo>
                <a:cubicBezTo>
                  <a:pt x="742" y="954"/>
                  <a:pt x="955" y="740"/>
                  <a:pt x="955" y="477"/>
                </a:cubicBezTo>
                <a:cubicBezTo>
                  <a:pt x="955" y="213"/>
                  <a:pt x="742" y="0"/>
                  <a:pt x="4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9"/>
          <p:cNvSpPr/>
          <p:nvPr/>
        </p:nvSpPr>
        <p:spPr>
          <a:xfrm>
            <a:off x="2840121" y="2882836"/>
            <a:ext cx="42124" cy="42080"/>
          </a:xfrm>
          <a:custGeom>
            <a:rect b="b" l="l" r="r" t="t"/>
            <a:pathLst>
              <a:path extrusionOk="0" h="955" w="956">
                <a:moveTo>
                  <a:pt x="479" y="1"/>
                </a:moveTo>
                <a:cubicBezTo>
                  <a:pt x="215" y="1"/>
                  <a:pt x="1" y="213"/>
                  <a:pt x="1" y="477"/>
                </a:cubicBezTo>
                <a:cubicBezTo>
                  <a:pt x="1" y="741"/>
                  <a:pt x="215" y="954"/>
                  <a:pt x="479" y="954"/>
                </a:cubicBezTo>
                <a:cubicBezTo>
                  <a:pt x="742" y="954"/>
                  <a:pt x="955" y="741"/>
                  <a:pt x="955" y="477"/>
                </a:cubicBezTo>
                <a:cubicBezTo>
                  <a:pt x="955" y="213"/>
                  <a:pt x="742" y="1"/>
                  <a:pt x="4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2" name="Google Shape;532;p19"/>
          <p:cNvGrpSpPr/>
          <p:nvPr/>
        </p:nvGrpSpPr>
        <p:grpSpPr>
          <a:xfrm>
            <a:off x="4567241" y="1146720"/>
            <a:ext cx="2056708" cy="3580438"/>
            <a:chOff x="4567241" y="1146720"/>
            <a:chExt cx="2056708" cy="3580438"/>
          </a:xfrm>
        </p:grpSpPr>
        <p:sp>
          <p:nvSpPr>
            <p:cNvPr id="533" name="Google Shape;533;p19"/>
            <p:cNvSpPr/>
            <p:nvPr/>
          </p:nvSpPr>
          <p:spPr>
            <a:xfrm>
              <a:off x="6248889" y="1237313"/>
              <a:ext cx="375060" cy="1341042"/>
            </a:xfrm>
            <a:custGeom>
              <a:rect b="b" l="l" r="r" t="t"/>
              <a:pathLst>
                <a:path extrusionOk="0" h="30435" w="8512">
                  <a:moveTo>
                    <a:pt x="1" y="0"/>
                  </a:moveTo>
                  <a:lnTo>
                    <a:pt x="1" y="1421"/>
                  </a:lnTo>
                  <a:lnTo>
                    <a:pt x="5182" y="1421"/>
                  </a:lnTo>
                  <a:cubicBezTo>
                    <a:pt x="6235" y="1421"/>
                    <a:pt x="7091" y="2277"/>
                    <a:pt x="7091" y="3330"/>
                  </a:cubicBezTo>
                  <a:lnTo>
                    <a:pt x="7091" y="27108"/>
                  </a:lnTo>
                  <a:cubicBezTo>
                    <a:pt x="7091" y="28158"/>
                    <a:pt x="6235" y="29014"/>
                    <a:pt x="5183" y="29014"/>
                  </a:cubicBezTo>
                  <a:lnTo>
                    <a:pt x="1" y="29014"/>
                  </a:lnTo>
                  <a:lnTo>
                    <a:pt x="1" y="30435"/>
                  </a:lnTo>
                  <a:lnTo>
                    <a:pt x="5183" y="30435"/>
                  </a:lnTo>
                  <a:cubicBezTo>
                    <a:pt x="7019" y="30435"/>
                    <a:pt x="8512" y="28942"/>
                    <a:pt x="8512" y="27107"/>
                  </a:cubicBezTo>
                  <a:lnTo>
                    <a:pt x="8512" y="3330"/>
                  </a:lnTo>
                  <a:cubicBezTo>
                    <a:pt x="8512" y="1494"/>
                    <a:pt x="7019" y="0"/>
                    <a:pt x="51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9"/>
            <p:cNvSpPr/>
            <p:nvPr/>
          </p:nvSpPr>
          <p:spPr>
            <a:xfrm>
              <a:off x="5556887" y="1146720"/>
              <a:ext cx="835425" cy="231504"/>
            </a:xfrm>
            <a:custGeom>
              <a:rect b="b" l="l" r="r" t="t"/>
              <a:pathLst>
                <a:path extrusionOk="0" h="5254" w="18960">
                  <a:moveTo>
                    <a:pt x="1893" y="1"/>
                  </a:moveTo>
                  <a:cubicBezTo>
                    <a:pt x="852" y="1"/>
                    <a:pt x="0" y="853"/>
                    <a:pt x="0" y="1894"/>
                  </a:cubicBezTo>
                  <a:lnTo>
                    <a:pt x="0" y="3361"/>
                  </a:lnTo>
                  <a:cubicBezTo>
                    <a:pt x="0" y="4402"/>
                    <a:pt x="852" y="5254"/>
                    <a:pt x="1893" y="5254"/>
                  </a:cubicBezTo>
                  <a:lnTo>
                    <a:pt x="17067" y="5254"/>
                  </a:lnTo>
                  <a:cubicBezTo>
                    <a:pt x="18108" y="5254"/>
                    <a:pt x="18960" y="4402"/>
                    <a:pt x="18960" y="3361"/>
                  </a:cubicBezTo>
                  <a:lnTo>
                    <a:pt x="18960" y="1894"/>
                  </a:lnTo>
                  <a:cubicBezTo>
                    <a:pt x="18960" y="853"/>
                    <a:pt x="18108" y="1"/>
                    <a:pt x="170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9"/>
            <p:cNvSpPr/>
            <p:nvPr/>
          </p:nvSpPr>
          <p:spPr>
            <a:xfrm>
              <a:off x="4567241" y="2503852"/>
              <a:ext cx="393566" cy="2223306"/>
            </a:xfrm>
            <a:custGeom>
              <a:rect b="b" l="l" r="r" t="t"/>
              <a:pathLst>
                <a:path extrusionOk="0" h="50458" w="8932">
                  <a:moveTo>
                    <a:pt x="3329" y="1"/>
                  </a:moveTo>
                  <a:cubicBezTo>
                    <a:pt x="1494" y="1"/>
                    <a:pt x="0" y="1495"/>
                    <a:pt x="0" y="3329"/>
                  </a:cubicBezTo>
                  <a:lnTo>
                    <a:pt x="0" y="50457"/>
                  </a:lnTo>
                  <a:lnTo>
                    <a:pt x="1422" y="50457"/>
                  </a:lnTo>
                  <a:lnTo>
                    <a:pt x="1422" y="3329"/>
                  </a:lnTo>
                  <a:cubicBezTo>
                    <a:pt x="1422" y="2277"/>
                    <a:pt x="2278" y="1421"/>
                    <a:pt x="3329" y="1421"/>
                  </a:cubicBezTo>
                  <a:lnTo>
                    <a:pt x="8931" y="1421"/>
                  </a:lnTo>
                  <a:lnTo>
                    <a:pt x="89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9"/>
            <p:cNvSpPr/>
            <p:nvPr/>
          </p:nvSpPr>
          <p:spPr>
            <a:xfrm>
              <a:off x="4856424" y="2387571"/>
              <a:ext cx="1593564" cy="295307"/>
            </a:xfrm>
            <a:custGeom>
              <a:rect b="b" l="l" r="r" t="t"/>
              <a:pathLst>
                <a:path extrusionOk="0" h="6702" w="36166">
                  <a:moveTo>
                    <a:pt x="2550" y="1"/>
                  </a:moveTo>
                  <a:cubicBezTo>
                    <a:pt x="1148" y="1"/>
                    <a:pt x="1" y="1148"/>
                    <a:pt x="1" y="2550"/>
                  </a:cubicBezTo>
                  <a:lnTo>
                    <a:pt x="1" y="4152"/>
                  </a:lnTo>
                  <a:cubicBezTo>
                    <a:pt x="1" y="5554"/>
                    <a:pt x="1148" y="6702"/>
                    <a:pt x="2550" y="6702"/>
                  </a:cubicBezTo>
                  <a:lnTo>
                    <a:pt x="33617" y="6702"/>
                  </a:lnTo>
                  <a:cubicBezTo>
                    <a:pt x="35018" y="6702"/>
                    <a:pt x="36165" y="5554"/>
                    <a:pt x="36165" y="4152"/>
                  </a:cubicBezTo>
                  <a:lnTo>
                    <a:pt x="36165" y="2550"/>
                  </a:lnTo>
                  <a:cubicBezTo>
                    <a:pt x="36165" y="1148"/>
                    <a:pt x="35018" y="1"/>
                    <a:pt x="336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7" name="Google Shape;537;p19"/>
          <p:cNvSpPr/>
          <p:nvPr/>
        </p:nvSpPr>
        <p:spPr>
          <a:xfrm>
            <a:off x="6154684" y="1875077"/>
            <a:ext cx="88874" cy="147477"/>
          </a:xfrm>
          <a:custGeom>
            <a:rect b="b" l="l" r="r" t="t"/>
            <a:pathLst>
              <a:path extrusionOk="0" h="3347" w="2017">
                <a:moveTo>
                  <a:pt x="0" y="0"/>
                </a:moveTo>
                <a:lnTo>
                  <a:pt x="0" y="3346"/>
                </a:lnTo>
                <a:lnTo>
                  <a:pt x="2016" y="3346"/>
                </a:lnTo>
                <a:lnTo>
                  <a:pt x="2016" y="0"/>
                </a:ln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9"/>
          <p:cNvSpPr/>
          <p:nvPr/>
        </p:nvSpPr>
        <p:spPr>
          <a:xfrm>
            <a:off x="6051445" y="1799245"/>
            <a:ext cx="34501" cy="39524"/>
          </a:xfrm>
          <a:custGeom>
            <a:rect b="b" l="l" r="r" t="t"/>
            <a:pathLst>
              <a:path extrusionOk="0" h="897" w="783">
                <a:moveTo>
                  <a:pt x="0" y="0"/>
                </a:moveTo>
                <a:lnTo>
                  <a:pt x="0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9"/>
          <p:cNvSpPr/>
          <p:nvPr/>
        </p:nvSpPr>
        <p:spPr>
          <a:xfrm>
            <a:off x="6048228" y="1796072"/>
            <a:ext cx="40802" cy="45825"/>
          </a:xfrm>
          <a:custGeom>
            <a:rect b="b" l="l" r="r" t="t"/>
            <a:pathLst>
              <a:path extrusionOk="0" h="1040" w="926">
                <a:moveTo>
                  <a:pt x="781" y="143"/>
                </a:moveTo>
                <a:lnTo>
                  <a:pt x="781" y="896"/>
                </a:lnTo>
                <a:lnTo>
                  <a:pt x="144" y="896"/>
                </a:lnTo>
                <a:lnTo>
                  <a:pt x="144" y="143"/>
                </a:lnTo>
                <a:close/>
                <a:moveTo>
                  <a:pt x="72" y="1"/>
                </a:moveTo>
                <a:cubicBezTo>
                  <a:pt x="32" y="1"/>
                  <a:pt x="1" y="32"/>
                  <a:pt x="1" y="72"/>
                </a:cubicBezTo>
                <a:lnTo>
                  <a:pt x="1" y="968"/>
                </a:lnTo>
                <a:cubicBezTo>
                  <a:pt x="1" y="1007"/>
                  <a:pt x="32" y="1039"/>
                  <a:pt x="72" y="1039"/>
                </a:cubicBezTo>
                <a:lnTo>
                  <a:pt x="854" y="1039"/>
                </a:lnTo>
                <a:cubicBezTo>
                  <a:pt x="893" y="1039"/>
                  <a:pt x="926" y="1007"/>
                  <a:pt x="926" y="968"/>
                </a:cubicBezTo>
                <a:lnTo>
                  <a:pt x="926" y="72"/>
                </a:lnTo>
                <a:cubicBezTo>
                  <a:pt x="926" y="32"/>
                  <a:pt x="893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9"/>
          <p:cNvSpPr/>
          <p:nvPr/>
        </p:nvSpPr>
        <p:spPr>
          <a:xfrm>
            <a:off x="6085814" y="1799245"/>
            <a:ext cx="34457" cy="39524"/>
          </a:xfrm>
          <a:custGeom>
            <a:rect b="b" l="l" r="r" t="t"/>
            <a:pathLst>
              <a:path extrusionOk="0" h="897" w="782">
                <a:moveTo>
                  <a:pt x="0" y="0"/>
                </a:moveTo>
                <a:lnTo>
                  <a:pt x="0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9"/>
          <p:cNvSpPr/>
          <p:nvPr/>
        </p:nvSpPr>
        <p:spPr>
          <a:xfrm>
            <a:off x="6082641" y="1796072"/>
            <a:ext cx="40802" cy="45825"/>
          </a:xfrm>
          <a:custGeom>
            <a:rect b="b" l="l" r="r" t="t"/>
            <a:pathLst>
              <a:path extrusionOk="0" h="1040" w="926">
                <a:moveTo>
                  <a:pt x="782" y="143"/>
                </a:moveTo>
                <a:lnTo>
                  <a:pt x="782" y="896"/>
                </a:lnTo>
                <a:lnTo>
                  <a:pt x="145" y="896"/>
                </a:lnTo>
                <a:lnTo>
                  <a:pt x="145" y="143"/>
                </a:lnTo>
                <a:close/>
                <a:moveTo>
                  <a:pt x="73" y="1"/>
                </a:moveTo>
                <a:cubicBezTo>
                  <a:pt x="33" y="1"/>
                  <a:pt x="0" y="32"/>
                  <a:pt x="0" y="72"/>
                </a:cubicBezTo>
                <a:lnTo>
                  <a:pt x="0" y="968"/>
                </a:lnTo>
                <a:cubicBezTo>
                  <a:pt x="0" y="1007"/>
                  <a:pt x="33" y="1039"/>
                  <a:pt x="73" y="1039"/>
                </a:cubicBezTo>
                <a:lnTo>
                  <a:pt x="854" y="1039"/>
                </a:lnTo>
                <a:cubicBezTo>
                  <a:pt x="894" y="1039"/>
                  <a:pt x="925" y="1007"/>
                  <a:pt x="925" y="968"/>
                </a:cubicBezTo>
                <a:lnTo>
                  <a:pt x="925" y="72"/>
                </a:lnTo>
                <a:cubicBezTo>
                  <a:pt x="925" y="32"/>
                  <a:pt x="894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9"/>
          <p:cNvSpPr/>
          <p:nvPr/>
        </p:nvSpPr>
        <p:spPr>
          <a:xfrm>
            <a:off x="6120227" y="1799245"/>
            <a:ext cx="34501" cy="39524"/>
          </a:xfrm>
          <a:custGeom>
            <a:rect b="b" l="l" r="r" t="t"/>
            <a:pathLst>
              <a:path extrusionOk="0" h="897" w="783">
                <a:moveTo>
                  <a:pt x="1" y="0"/>
                </a:moveTo>
                <a:lnTo>
                  <a:pt x="1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9"/>
          <p:cNvSpPr/>
          <p:nvPr/>
        </p:nvSpPr>
        <p:spPr>
          <a:xfrm>
            <a:off x="6117098" y="1796072"/>
            <a:ext cx="40802" cy="45825"/>
          </a:xfrm>
          <a:custGeom>
            <a:rect b="b" l="l" r="r" t="t"/>
            <a:pathLst>
              <a:path extrusionOk="0" h="1040" w="926">
                <a:moveTo>
                  <a:pt x="782" y="143"/>
                </a:moveTo>
                <a:lnTo>
                  <a:pt x="782" y="896"/>
                </a:lnTo>
                <a:lnTo>
                  <a:pt x="143" y="896"/>
                </a:lnTo>
                <a:lnTo>
                  <a:pt x="143" y="143"/>
                </a:lnTo>
                <a:close/>
                <a:moveTo>
                  <a:pt x="72" y="1"/>
                </a:moveTo>
                <a:cubicBezTo>
                  <a:pt x="33" y="1"/>
                  <a:pt x="0" y="32"/>
                  <a:pt x="0" y="72"/>
                </a:cubicBezTo>
                <a:lnTo>
                  <a:pt x="0" y="968"/>
                </a:lnTo>
                <a:cubicBezTo>
                  <a:pt x="0" y="1007"/>
                  <a:pt x="33" y="1039"/>
                  <a:pt x="72" y="1039"/>
                </a:cubicBezTo>
                <a:lnTo>
                  <a:pt x="853" y="1039"/>
                </a:lnTo>
                <a:cubicBezTo>
                  <a:pt x="893" y="1039"/>
                  <a:pt x="924" y="1007"/>
                  <a:pt x="925" y="968"/>
                </a:cubicBezTo>
                <a:lnTo>
                  <a:pt x="925" y="72"/>
                </a:lnTo>
                <a:cubicBezTo>
                  <a:pt x="925" y="32"/>
                  <a:pt x="893" y="1"/>
                  <a:pt x="853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9"/>
          <p:cNvSpPr/>
          <p:nvPr/>
        </p:nvSpPr>
        <p:spPr>
          <a:xfrm>
            <a:off x="6154684" y="1799245"/>
            <a:ext cx="34501" cy="39524"/>
          </a:xfrm>
          <a:custGeom>
            <a:rect b="b" l="l" r="r" t="t"/>
            <a:pathLst>
              <a:path extrusionOk="0" h="897" w="783">
                <a:moveTo>
                  <a:pt x="0" y="0"/>
                </a:moveTo>
                <a:lnTo>
                  <a:pt x="0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9"/>
          <p:cNvSpPr/>
          <p:nvPr/>
        </p:nvSpPr>
        <p:spPr>
          <a:xfrm>
            <a:off x="6151511" y="1796072"/>
            <a:ext cx="40802" cy="45825"/>
          </a:xfrm>
          <a:custGeom>
            <a:rect b="b" l="l" r="r" t="t"/>
            <a:pathLst>
              <a:path extrusionOk="0" h="1040" w="926">
                <a:moveTo>
                  <a:pt x="783" y="143"/>
                </a:moveTo>
                <a:lnTo>
                  <a:pt x="783" y="896"/>
                </a:lnTo>
                <a:lnTo>
                  <a:pt x="143" y="896"/>
                </a:lnTo>
                <a:lnTo>
                  <a:pt x="143" y="143"/>
                </a:lnTo>
                <a:close/>
                <a:moveTo>
                  <a:pt x="72" y="1"/>
                </a:moveTo>
                <a:cubicBezTo>
                  <a:pt x="33" y="1"/>
                  <a:pt x="1" y="32"/>
                  <a:pt x="1" y="72"/>
                </a:cubicBezTo>
                <a:lnTo>
                  <a:pt x="1" y="968"/>
                </a:lnTo>
                <a:cubicBezTo>
                  <a:pt x="1" y="1007"/>
                  <a:pt x="33" y="1039"/>
                  <a:pt x="72" y="1039"/>
                </a:cubicBezTo>
                <a:lnTo>
                  <a:pt x="854" y="1039"/>
                </a:lnTo>
                <a:cubicBezTo>
                  <a:pt x="892" y="1039"/>
                  <a:pt x="925" y="1007"/>
                  <a:pt x="926" y="968"/>
                </a:cubicBezTo>
                <a:lnTo>
                  <a:pt x="926" y="72"/>
                </a:lnTo>
                <a:cubicBezTo>
                  <a:pt x="926" y="32"/>
                  <a:pt x="894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9"/>
          <p:cNvSpPr/>
          <p:nvPr/>
        </p:nvSpPr>
        <p:spPr>
          <a:xfrm>
            <a:off x="6051445" y="1837139"/>
            <a:ext cx="34501" cy="39568"/>
          </a:xfrm>
          <a:custGeom>
            <a:rect b="b" l="l" r="r" t="t"/>
            <a:pathLst>
              <a:path extrusionOk="0" h="898" w="783">
                <a:moveTo>
                  <a:pt x="0" y="1"/>
                </a:moveTo>
                <a:lnTo>
                  <a:pt x="0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9"/>
          <p:cNvSpPr/>
          <p:nvPr/>
        </p:nvSpPr>
        <p:spPr>
          <a:xfrm>
            <a:off x="6048228" y="1834010"/>
            <a:ext cx="40802" cy="45781"/>
          </a:xfrm>
          <a:custGeom>
            <a:rect b="b" l="l" r="r" t="t"/>
            <a:pathLst>
              <a:path extrusionOk="0" h="1039" w="926">
                <a:moveTo>
                  <a:pt x="781" y="143"/>
                </a:moveTo>
                <a:lnTo>
                  <a:pt x="781" y="896"/>
                </a:lnTo>
                <a:lnTo>
                  <a:pt x="144" y="896"/>
                </a:lnTo>
                <a:lnTo>
                  <a:pt x="144" y="143"/>
                </a:lnTo>
                <a:close/>
                <a:moveTo>
                  <a:pt x="72" y="0"/>
                </a:moveTo>
                <a:cubicBezTo>
                  <a:pt x="32" y="0"/>
                  <a:pt x="1" y="32"/>
                  <a:pt x="1" y="72"/>
                </a:cubicBezTo>
                <a:lnTo>
                  <a:pt x="1" y="967"/>
                </a:lnTo>
                <a:cubicBezTo>
                  <a:pt x="1" y="1007"/>
                  <a:pt x="32" y="1039"/>
                  <a:pt x="72" y="1039"/>
                </a:cubicBezTo>
                <a:lnTo>
                  <a:pt x="854" y="1039"/>
                </a:lnTo>
                <a:cubicBezTo>
                  <a:pt x="893" y="1039"/>
                  <a:pt x="926" y="1007"/>
                  <a:pt x="926" y="967"/>
                </a:cubicBezTo>
                <a:lnTo>
                  <a:pt x="926" y="72"/>
                </a:lnTo>
                <a:cubicBezTo>
                  <a:pt x="926" y="32"/>
                  <a:pt x="893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9"/>
          <p:cNvSpPr/>
          <p:nvPr/>
        </p:nvSpPr>
        <p:spPr>
          <a:xfrm>
            <a:off x="6085814" y="1837139"/>
            <a:ext cx="34457" cy="39568"/>
          </a:xfrm>
          <a:custGeom>
            <a:rect b="b" l="l" r="r" t="t"/>
            <a:pathLst>
              <a:path extrusionOk="0" h="898" w="782">
                <a:moveTo>
                  <a:pt x="0" y="1"/>
                </a:moveTo>
                <a:lnTo>
                  <a:pt x="0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9"/>
          <p:cNvSpPr/>
          <p:nvPr/>
        </p:nvSpPr>
        <p:spPr>
          <a:xfrm>
            <a:off x="6082641" y="1834010"/>
            <a:ext cx="40802" cy="45781"/>
          </a:xfrm>
          <a:custGeom>
            <a:rect b="b" l="l" r="r" t="t"/>
            <a:pathLst>
              <a:path extrusionOk="0" h="1039" w="926">
                <a:moveTo>
                  <a:pt x="782" y="143"/>
                </a:moveTo>
                <a:lnTo>
                  <a:pt x="782" y="896"/>
                </a:lnTo>
                <a:lnTo>
                  <a:pt x="145" y="896"/>
                </a:lnTo>
                <a:lnTo>
                  <a:pt x="145" y="143"/>
                </a:lnTo>
                <a:close/>
                <a:moveTo>
                  <a:pt x="73" y="0"/>
                </a:moveTo>
                <a:cubicBezTo>
                  <a:pt x="33" y="0"/>
                  <a:pt x="0" y="32"/>
                  <a:pt x="0" y="72"/>
                </a:cubicBezTo>
                <a:lnTo>
                  <a:pt x="0" y="967"/>
                </a:lnTo>
                <a:cubicBezTo>
                  <a:pt x="0" y="1007"/>
                  <a:pt x="33" y="1039"/>
                  <a:pt x="73" y="1039"/>
                </a:cubicBezTo>
                <a:lnTo>
                  <a:pt x="854" y="1039"/>
                </a:lnTo>
                <a:cubicBezTo>
                  <a:pt x="894" y="1039"/>
                  <a:pt x="925" y="1007"/>
                  <a:pt x="925" y="967"/>
                </a:cubicBezTo>
                <a:lnTo>
                  <a:pt x="925" y="72"/>
                </a:lnTo>
                <a:cubicBezTo>
                  <a:pt x="925" y="32"/>
                  <a:pt x="894" y="0"/>
                  <a:pt x="854" y="0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9"/>
          <p:cNvSpPr/>
          <p:nvPr/>
        </p:nvSpPr>
        <p:spPr>
          <a:xfrm>
            <a:off x="6120227" y="1837139"/>
            <a:ext cx="34501" cy="39568"/>
          </a:xfrm>
          <a:custGeom>
            <a:rect b="b" l="l" r="r" t="t"/>
            <a:pathLst>
              <a:path extrusionOk="0" h="898" w="783">
                <a:moveTo>
                  <a:pt x="1" y="1"/>
                </a:moveTo>
                <a:lnTo>
                  <a:pt x="1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9"/>
          <p:cNvSpPr/>
          <p:nvPr/>
        </p:nvSpPr>
        <p:spPr>
          <a:xfrm>
            <a:off x="6117098" y="1834010"/>
            <a:ext cx="40802" cy="45781"/>
          </a:xfrm>
          <a:custGeom>
            <a:rect b="b" l="l" r="r" t="t"/>
            <a:pathLst>
              <a:path extrusionOk="0" h="1039" w="926">
                <a:moveTo>
                  <a:pt x="782" y="143"/>
                </a:moveTo>
                <a:lnTo>
                  <a:pt x="782" y="896"/>
                </a:lnTo>
                <a:lnTo>
                  <a:pt x="143" y="896"/>
                </a:lnTo>
                <a:lnTo>
                  <a:pt x="143" y="143"/>
                </a:lnTo>
                <a:close/>
                <a:moveTo>
                  <a:pt x="72" y="0"/>
                </a:moveTo>
                <a:cubicBezTo>
                  <a:pt x="33" y="0"/>
                  <a:pt x="0" y="32"/>
                  <a:pt x="0" y="72"/>
                </a:cubicBezTo>
                <a:lnTo>
                  <a:pt x="0" y="967"/>
                </a:lnTo>
                <a:cubicBezTo>
                  <a:pt x="0" y="1007"/>
                  <a:pt x="33" y="1039"/>
                  <a:pt x="72" y="1039"/>
                </a:cubicBezTo>
                <a:lnTo>
                  <a:pt x="853" y="1039"/>
                </a:lnTo>
                <a:cubicBezTo>
                  <a:pt x="893" y="1039"/>
                  <a:pt x="924" y="1007"/>
                  <a:pt x="925" y="967"/>
                </a:cubicBezTo>
                <a:lnTo>
                  <a:pt x="925" y="72"/>
                </a:lnTo>
                <a:cubicBezTo>
                  <a:pt x="925" y="32"/>
                  <a:pt x="893" y="0"/>
                  <a:pt x="853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9"/>
          <p:cNvSpPr/>
          <p:nvPr/>
        </p:nvSpPr>
        <p:spPr>
          <a:xfrm>
            <a:off x="6154684" y="1837139"/>
            <a:ext cx="34501" cy="39568"/>
          </a:xfrm>
          <a:custGeom>
            <a:rect b="b" l="l" r="r" t="t"/>
            <a:pathLst>
              <a:path extrusionOk="0" h="898" w="783">
                <a:moveTo>
                  <a:pt x="0" y="1"/>
                </a:moveTo>
                <a:lnTo>
                  <a:pt x="0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9"/>
          <p:cNvSpPr/>
          <p:nvPr/>
        </p:nvSpPr>
        <p:spPr>
          <a:xfrm>
            <a:off x="6151511" y="1834010"/>
            <a:ext cx="40802" cy="45781"/>
          </a:xfrm>
          <a:custGeom>
            <a:rect b="b" l="l" r="r" t="t"/>
            <a:pathLst>
              <a:path extrusionOk="0" h="1039" w="926">
                <a:moveTo>
                  <a:pt x="783" y="143"/>
                </a:moveTo>
                <a:lnTo>
                  <a:pt x="783" y="896"/>
                </a:lnTo>
                <a:lnTo>
                  <a:pt x="143" y="896"/>
                </a:lnTo>
                <a:lnTo>
                  <a:pt x="143" y="143"/>
                </a:lnTo>
                <a:close/>
                <a:moveTo>
                  <a:pt x="72" y="0"/>
                </a:moveTo>
                <a:cubicBezTo>
                  <a:pt x="33" y="0"/>
                  <a:pt x="1" y="32"/>
                  <a:pt x="1" y="72"/>
                </a:cubicBezTo>
                <a:lnTo>
                  <a:pt x="1" y="967"/>
                </a:lnTo>
                <a:cubicBezTo>
                  <a:pt x="1" y="1007"/>
                  <a:pt x="33" y="1039"/>
                  <a:pt x="72" y="1039"/>
                </a:cubicBezTo>
                <a:lnTo>
                  <a:pt x="854" y="1039"/>
                </a:lnTo>
                <a:cubicBezTo>
                  <a:pt x="892" y="1039"/>
                  <a:pt x="925" y="1007"/>
                  <a:pt x="926" y="967"/>
                </a:cubicBezTo>
                <a:lnTo>
                  <a:pt x="926" y="72"/>
                </a:lnTo>
                <a:cubicBezTo>
                  <a:pt x="926" y="32"/>
                  <a:pt x="894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9"/>
          <p:cNvSpPr/>
          <p:nvPr/>
        </p:nvSpPr>
        <p:spPr>
          <a:xfrm>
            <a:off x="6051445" y="1875077"/>
            <a:ext cx="34501" cy="39568"/>
          </a:xfrm>
          <a:custGeom>
            <a:rect b="b" l="l" r="r" t="t"/>
            <a:pathLst>
              <a:path extrusionOk="0" h="898" w="783">
                <a:moveTo>
                  <a:pt x="0" y="0"/>
                </a:moveTo>
                <a:lnTo>
                  <a:pt x="0" y="898"/>
                </a:lnTo>
                <a:lnTo>
                  <a:pt x="782" y="898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9"/>
          <p:cNvSpPr/>
          <p:nvPr/>
        </p:nvSpPr>
        <p:spPr>
          <a:xfrm>
            <a:off x="6048228" y="1871904"/>
            <a:ext cx="40802" cy="45825"/>
          </a:xfrm>
          <a:custGeom>
            <a:rect b="b" l="l" r="r" t="t"/>
            <a:pathLst>
              <a:path extrusionOk="0" h="1040" w="926">
                <a:moveTo>
                  <a:pt x="781" y="144"/>
                </a:moveTo>
                <a:lnTo>
                  <a:pt x="781" y="898"/>
                </a:lnTo>
                <a:lnTo>
                  <a:pt x="144" y="898"/>
                </a:lnTo>
                <a:lnTo>
                  <a:pt x="144" y="144"/>
                </a:lnTo>
                <a:close/>
                <a:moveTo>
                  <a:pt x="72" y="1"/>
                </a:moveTo>
                <a:cubicBezTo>
                  <a:pt x="32" y="1"/>
                  <a:pt x="1" y="32"/>
                  <a:pt x="1" y="72"/>
                </a:cubicBezTo>
                <a:lnTo>
                  <a:pt x="1" y="968"/>
                </a:lnTo>
                <a:cubicBezTo>
                  <a:pt x="1" y="1007"/>
                  <a:pt x="32" y="1039"/>
                  <a:pt x="72" y="1039"/>
                </a:cubicBezTo>
                <a:lnTo>
                  <a:pt x="854" y="1039"/>
                </a:lnTo>
                <a:cubicBezTo>
                  <a:pt x="893" y="1039"/>
                  <a:pt x="926" y="1007"/>
                  <a:pt x="926" y="968"/>
                </a:cubicBezTo>
                <a:lnTo>
                  <a:pt x="926" y="72"/>
                </a:lnTo>
                <a:cubicBezTo>
                  <a:pt x="926" y="32"/>
                  <a:pt x="893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9"/>
          <p:cNvSpPr/>
          <p:nvPr/>
        </p:nvSpPr>
        <p:spPr>
          <a:xfrm>
            <a:off x="6085814" y="1875077"/>
            <a:ext cx="34457" cy="39568"/>
          </a:xfrm>
          <a:custGeom>
            <a:rect b="b" l="l" r="r" t="t"/>
            <a:pathLst>
              <a:path extrusionOk="0" h="898" w="782">
                <a:moveTo>
                  <a:pt x="0" y="0"/>
                </a:moveTo>
                <a:lnTo>
                  <a:pt x="0" y="898"/>
                </a:lnTo>
                <a:lnTo>
                  <a:pt x="782" y="898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9"/>
          <p:cNvSpPr/>
          <p:nvPr/>
        </p:nvSpPr>
        <p:spPr>
          <a:xfrm>
            <a:off x="6082641" y="1871904"/>
            <a:ext cx="40802" cy="45825"/>
          </a:xfrm>
          <a:custGeom>
            <a:rect b="b" l="l" r="r" t="t"/>
            <a:pathLst>
              <a:path extrusionOk="0" h="1040" w="926">
                <a:moveTo>
                  <a:pt x="782" y="144"/>
                </a:moveTo>
                <a:lnTo>
                  <a:pt x="782" y="898"/>
                </a:lnTo>
                <a:lnTo>
                  <a:pt x="145" y="898"/>
                </a:lnTo>
                <a:lnTo>
                  <a:pt x="145" y="144"/>
                </a:lnTo>
                <a:close/>
                <a:moveTo>
                  <a:pt x="73" y="1"/>
                </a:moveTo>
                <a:cubicBezTo>
                  <a:pt x="33" y="1"/>
                  <a:pt x="0" y="32"/>
                  <a:pt x="0" y="72"/>
                </a:cubicBezTo>
                <a:lnTo>
                  <a:pt x="0" y="968"/>
                </a:lnTo>
                <a:cubicBezTo>
                  <a:pt x="0" y="1007"/>
                  <a:pt x="33" y="1039"/>
                  <a:pt x="73" y="1039"/>
                </a:cubicBezTo>
                <a:lnTo>
                  <a:pt x="854" y="1039"/>
                </a:lnTo>
                <a:cubicBezTo>
                  <a:pt x="894" y="1039"/>
                  <a:pt x="925" y="1007"/>
                  <a:pt x="925" y="968"/>
                </a:cubicBezTo>
                <a:lnTo>
                  <a:pt x="925" y="72"/>
                </a:lnTo>
                <a:cubicBezTo>
                  <a:pt x="925" y="32"/>
                  <a:pt x="894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9"/>
          <p:cNvSpPr/>
          <p:nvPr/>
        </p:nvSpPr>
        <p:spPr>
          <a:xfrm>
            <a:off x="6120227" y="1875077"/>
            <a:ext cx="34501" cy="39568"/>
          </a:xfrm>
          <a:custGeom>
            <a:rect b="b" l="l" r="r" t="t"/>
            <a:pathLst>
              <a:path extrusionOk="0" h="898" w="783">
                <a:moveTo>
                  <a:pt x="1" y="0"/>
                </a:moveTo>
                <a:lnTo>
                  <a:pt x="1" y="898"/>
                </a:lnTo>
                <a:lnTo>
                  <a:pt x="782" y="898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9"/>
          <p:cNvSpPr/>
          <p:nvPr/>
        </p:nvSpPr>
        <p:spPr>
          <a:xfrm>
            <a:off x="6117098" y="1871904"/>
            <a:ext cx="40802" cy="45825"/>
          </a:xfrm>
          <a:custGeom>
            <a:rect b="b" l="l" r="r" t="t"/>
            <a:pathLst>
              <a:path extrusionOk="0" h="1040" w="926">
                <a:moveTo>
                  <a:pt x="782" y="144"/>
                </a:moveTo>
                <a:lnTo>
                  <a:pt x="782" y="898"/>
                </a:lnTo>
                <a:lnTo>
                  <a:pt x="143" y="898"/>
                </a:lnTo>
                <a:lnTo>
                  <a:pt x="143" y="144"/>
                </a:lnTo>
                <a:close/>
                <a:moveTo>
                  <a:pt x="72" y="1"/>
                </a:moveTo>
                <a:cubicBezTo>
                  <a:pt x="33" y="1"/>
                  <a:pt x="0" y="32"/>
                  <a:pt x="0" y="72"/>
                </a:cubicBezTo>
                <a:lnTo>
                  <a:pt x="0" y="968"/>
                </a:lnTo>
                <a:cubicBezTo>
                  <a:pt x="0" y="1007"/>
                  <a:pt x="33" y="1039"/>
                  <a:pt x="72" y="1039"/>
                </a:cubicBezTo>
                <a:lnTo>
                  <a:pt x="853" y="1039"/>
                </a:lnTo>
                <a:cubicBezTo>
                  <a:pt x="893" y="1039"/>
                  <a:pt x="924" y="1007"/>
                  <a:pt x="925" y="968"/>
                </a:cubicBezTo>
                <a:lnTo>
                  <a:pt x="925" y="72"/>
                </a:lnTo>
                <a:cubicBezTo>
                  <a:pt x="925" y="32"/>
                  <a:pt x="893" y="1"/>
                  <a:pt x="853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9"/>
          <p:cNvSpPr/>
          <p:nvPr/>
        </p:nvSpPr>
        <p:spPr>
          <a:xfrm>
            <a:off x="6154684" y="1875077"/>
            <a:ext cx="34501" cy="39568"/>
          </a:xfrm>
          <a:custGeom>
            <a:rect b="b" l="l" r="r" t="t"/>
            <a:pathLst>
              <a:path extrusionOk="0" h="898" w="783">
                <a:moveTo>
                  <a:pt x="0" y="0"/>
                </a:moveTo>
                <a:lnTo>
                  <a:pt x="0" y="898"/>
                </a:lnTo>
                <a:lnTo>
                  <a:pt x="782" y="898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9"/>
          <p:cNvSpPr/>
          <p:nvPr/>
        </p:nvSpPr>
        <p:spPr>
          <a:xfrm>
            <a:off x="6151511" y="1871904"/>
            <a:ext cx="40802" cy="45825"/>
          </a:xfrm>
          <a:custGeom>
            <a:rect b="b" l="l" r="r" t="t"/>
            <a:pathLst>
              <a:path extrusionOk="0" h="1040" w="926">
                <a:moveTo>
                  <a:pt x="783" y="144"/>
                </a:moveTo>
                <a:lnTo>
                  <a:pt x="783" y="898"/>
                </a:lnTo>
                <a:lnTo>
                  <a:pt x="143" y="898"/>
                </a:lnTo>
                <a:lnTo>
                  <a:pt x="143" y="144"/>
                </a:lnTo>
                <a:close/>
                <a:moveTo>
                  <a:pt x="72" y="1"/>
                </a:moveTo>
                <a:cubicBezTo>
                  <a:pt x="33" y="1"/>
                  <a:pt x="1" y="32"/>
                  <a:pt x="1" y="72"/>
                </a:cubicBezTo>
                <a:lnTo>
                  <a:pt x="1" y="968"/>
                </a:lnTo>
                <a:cubicBezTo>
                  <a:pt x="1" y="1007"/>
                  <a:pt x="33" y="1039"/>
                  <a:pt x="72" y="1039"/>
                </a:cubicBezTo>
                <a:lnTo>
                  <a:pt x="854" y="1039"/>
                </a:lnTo>
                <a:cubicBezTo>
                  <a:pt x="892" y="1039"/>
                  <a:pt x="925" y="1007"/>
                  <a:pt x="926" y="968"/>
                </a:cubicBezTo>
                <a:lnTo>
                  <a:pt x="926" y="72"/>
                </a:lnTo>
                <a:cubicBezTo>
                  <a:pt x="926" y="32"/>
                  <a:pt x="894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9"/>
          <p:cNvSpPr/>
          <p:nvPr/>
        </p:nvSpPr>
        <p:spPr>
          <a:xfrm>
            <a:off x="6051445" y="1913015"/>
            <a:ext cx="34501" cy="39568"/>
          </a:xfrm>
          <a:custGeom>
            <a:rect b="b" l="l" r="r" t="t"/>
            <a:pathLst>
              <a:path extrusionOk="0" h="898" w="783">
                <a:moveTo>
                  <a:pt x="0" y="1"/>
                </a:moveTo>
                <a:lnTo>
                  <a:pt x="0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9"/>
          <p:cNvSpPr/>
          <p:nvPr/>
        </p:nvSpPr>
        <p:spPr>
          <a:xfrm>
            <a:off x="6048228" y="1909886"/>
            <a:ext cx="40802" cy="45781"/>
          </a:xfrm>
          <a:custGeom>
            <a:rect b="b" l="l" r="r" t="t"/>
            <a:pathLst>
              <a:path extrusionOk="0" h="1039" w="926">
                <a:moveTo>
                  <a:pt x="781" y="143"/>
                </a:moveTo>
                <a:lnTo>
                  <a:pt x="781" y="896"/>
                </a:lnTo>
                <a:lnTo>
                  <a:pt x="144" y="896"/>
                </a:lnTo>
                <a:lnTo>
                  <a:pt x="144" y="143"/>
                </a:lnTo>
                <a:close/>
                <a:moveTo>
                  <a:pt x="72" y="0"/>
                </a:moveTo>
                <a:cubicBezTo>
                  <a:pt x="32" y="0"/>
                  <a:pt x="1" y="32"/>
                  <a:pt x="1" y="72"/>
                </a:cubicBezTo>
                <a:lnTo>
                  <a:pt x="1" y="967"/>
                </a:lnTo>
                <a:cubicBezTo>
                  <a:pt x="1" y="1006"/>
                  <a:pt x="32" y="1039"/>
                  <a:pt x="72" y="1039"/>
                </a:cubicBezTo>
                <a:lnTo>
                  <a:pt x="854" y="1039"/>
                </a:lnTo>
                <a:cubicBezTo>
                  <a:pt x="893" y="1039"/>
                  <a:pt x="926" y="1006"/>
                  <a:pt x="926" y="967"/>
                </a:cubicBezTo>
                <a:lnTo>
                  <a:pt x="926" y="72"/>
                </a:lnTo>
                <a:cubicBezTo>
                  <a:pt x="926" y="32"/>
                  <a:pt x="893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9"/>
          <p:cNvSpPr/>
          <p:nvPr/>
        </p:nvSpPr>
        <p:spPr>
          <a:xfrm>
            <a:off x="6085814" y="1913015"/>
            <a:ext cx="34457" cy="39568"/>
          </a:xfrm>
          <a:custGeom>
            <a:rect b="b" l="l" r="r" t="t"/>
            <a:pathLst>
              <a:path extrusionOk="0" h="898" w="782">
                <a:moveTo>
                  <a:pt x="0" y="1"/>
                </a:moveTo>
                <a:lnTo>
                  <a:pt x="0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9"/>
          <p:cNvSpPr/>
          <p:nvPr/>
        </p:nvSpPr>
        <p:spPr>
          <a:xfrm>
            <a:off x="6082641" y="1909886"/>
            <a:ext cx="40802" cy="45781"/>
          </a:xfrm>
          <a:custGeom>
            <a:rect b="b" l="l" r="r" t="t"/>
            <a:pathLst>
              <a:path extrusionOk="0" h="1039" w="926">
                <a:moveTo>
                  <a:pt x="782" y="143"/>
                </a:moveTo>
                <a:lnTo>
                  <a:pt x="782" y="896"/>
                </a:lnTo>
                <a:lnTo>
                  <a:pt x="145" y="896"/>
                </a:lnTo>
                <a:lnTo>
                  <a:pt x="145" y="143"/>
                </a:lnTo>
                <a:close/>
                <a:moveTo>
                  <a:pt x="73" y="0"/>
                </a:moveTo>
                <a:cubicBezTo>
                  <a:pt x="33" y="0"/>
                  <a:pt x="0" y="32"/>
                  <a:pt x="0" y="72"/>
                </a:cubicBezTo>
                <a:lnTo>
                  <a:pt x="0" y="967"/>
                </a:lnTo>
                <a:cubicBezTo>
                  <a:pt x="0" y="1006"/>
                  <a:pt x="33" y="1039"/>
                  <a:pt x="73" y="1039"/>
                </a:cubicBezTo>
                <a:lnTo>
                  <a:pt x="854" y="1039"/>
                </a:lnTo>
                <a:cubicBezTo>
                  <a:pt x="894" y="1039"/>
                  <a:pt x="925" y="1006"/>
                  <a:pt x="925" y="967"/>
                </a:cubicBezTo>
                <a:lnTo>
                  <a:pt x="925" y="72"/>
                </a:lnTo>
                <a:cubicBezTo>
                  <a:pt x="925" y="32"/>
                  <a:pt x="894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9"/>
          <p:cNvSpPr/>
          <p:nvPr/>
        </p:nvSpPr>
        <p:spPr>
          <a:xfrm>
            <a:off x="6120227" y="1913015"/>
            <a:ext cx="34501" cy="39568"/>
          </a:xfrm>
          <a:custGeom>
            <a:rect b="b" l="l" r="r" t="t"/>
            <a:pathLst>
              <a:path extrusionOk="0" h="898" w="783">
                <a:moveTo>
                  <a:pt x="1" y="1"/>
                </a:moveTo>
                <a:lnTo>
                  <a:pt x="1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9"/>
          <p:cNvSpPr/>
          <p:nvPr/>
        </p:nvSpPr>
        <p:spPr>
          <a:xfrm>
            <a:off x="6117098" y="1909886"/>
            <a:ext cx="40802" cy="45781"/>
          </a:xfrm>
          <a:custGeom>
            <a:rect b="b" l="l" r="r" t="t"/>
            <a:pathLst>
              <a:path extrusionOk="0" h="1039" w="926">
                <a:moveTo>
                  <a:pt x="782" y="143"/>
                </a:moveTo>
                <a:lnTo>
                  <a:pt x="782" y="896"/>
                </a:lnTo>
                <a:lnTo>
                  <a:pt x="143" y="896"/>
                </a:lnTo>
                <a:lnTo>
                  <a:pt x="143" y="143"/>
                </a:lnTo>
                <a:close/>
                <a:moveTo>
                  <a:pt x="72" y="0"/>
                </a:moveTo>
                <a:cubicBezTo>
                  <a:pt x="33" y="0"/>
                  <a:pt x="0" y="32"/>
                  <a:pt x="0" y="72"/>
                </a:cubicBezTo>
                <a:lnTo>
                  <a:pt x="0" y="967"/>
                </a:lnTo>
                <a:cubicBezTo>
                  <a:pt x="0" y="1006"/>
                  <a:pt x="33" y="1039"/>
                  <a:pt x="72" y="1039"/>
                </a:cubicBezTo>
                <a:lnTo>
                  <a:pt x="853" y="1039"/>
                </a:lnTo>
                <a:cubicBezTo>
                  <a:pt x="893" y="1039"/>
                  <a:pt x="924" y="1006"/>
                  <a:pt x="925" y="967"/>
                </a:cubicBezTo>
                <a:lnTo>
                  <a:pt x="925" y="72"/>
                </a:lnTo>
                <a:cubicBezTo>
                  <a:pt x="925" y="32"/>
                  <a:pt x="893" y="0"/>
                  <a:pt x="853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9"/>
          <p:cNvSpPr/>
          <p:nvPr/>
        </p:nvSpPr>
        <p:spPr>
          <a:xfrm>
            <a:off x="6154684" y="1913015"/>
            <a:ext cx="34501" cy="39568"/>
          </a:xfrm>
          <a:custGeom>
            <a:rect b="b" l="l" r="r" t="t"/>
            <a:pathLst>
              <a:path extrusionOk="0" h="898" w="783">
                <a:moveTo>
                  <a:pt x="0" y="1"/>
                </a:moveTo>
                <a:lnTo>
                  <a:pt x="0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9"/>
          <p:cNvSpPr/>
          <p:nvPr/>
        </p:nvSpPr>
        <p:spPr>
          <a:xfrm>
            <a:off x="6151511" y="1909886"/>
            <a:ext cx="40802" cy="45781"/>
          </a:xfrm>
          <a:custGeom>
            <a:rect b="b" l="l" r="r" t="t"/>
            <a:pathLst>
              <a:path extrusionOk="0" h="1039" w="926">
                <a:moveTo>
                  <a:pt x="783" y="143"/>
                </a:moveTo>
                <a:lnTo>
                  <a:pt x="783" y="896"/>
                </a:lnTo>
                <a:lnTo>
                  <a:pt x="143" y="896"/>
                </a:lnTo>
                <a:lnTo>
                  <a:pt x="143" y="143"/>
                </a:lnTo>
                <a:close/>
                <a:moveTo>
                  <a:pt x="72" y="0"/>
                </a:moveTo>
                <a:cubicBezTo>
                  <a:pt x="33" y="0"/>
                  <a:pt x="1" y="32"/>
                  <a:pt x="1" y="72"/>
                </a:cubicBezTo>
                <a:lnTo>
                  <a:pt x="1" y="967"/>
                </a:lnTo>
                <a:cubicBezTo>
                  <a:pt x="1" y="1006"/>
                  <a:pt x="33" y="1039"/>
                  <a:pt x="72" y="1039"/>
                </a:cubicBezTo>
                <a:lnTo>
                  <a:pt x="854" y="1039"/>
                </a:lnTo>
                <a:cubicBezTo>
                  <a:pt x="892" y="1039"/>
                  <a:pt x="925" y="1006"/>
                  <a:pt x="926" y="967"/>
                </a:cubicBezTo>
                <a:lnTo>
                  <a:pt x="926" y="72"/>
                </a:lnTo>
                <a:cubicBezTo>
                  <a:pt x="926" y="32"/>
                  <a:pt x="894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9"/>
          <p:cNvSpPr/>
          <p:nvPr/>
        </p:nvSpPr>
        <p:spPr>
          <a:xfrm>
            <a:off x="6051445" y="1950953"/>
            <a:ext cx="34501" cy="39524"/>
          </a:xfrm>
          <a:custGeom>
            <a:rect b="b" l="l" r="r" t="t"/>
            <a:pathLst>
              <a:path extrusionOk="0" h="897" w="783">
                <a:moveTo>
                  <a:pt x="0" y="0"/>
                </a:moveTo>
                <a:lnTo>
                  <a:pt x="0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9"/>
          <p:cNvSpPr/>
          <p:nvPr/>
        </p:nvSpPr>
        <p:spPr>
          <a:xfrm>
            <a:off x="6048228" y="1947692"/>
            <a:ext cx="40802" cy="45913"/>
          </a:xfrm>
          <a:custGeom>
            <a:rect b="b" l="l" r="r" t="t"/>
            <a:pathLst>
              <a:path extrusionOk="0" h="1042" w="926">
                <a:moveTo>
                  <a:pt x="781" y="146"/>
                </a:moveTo>
                <a:lnTo>
                  <a:pt x="781" y="899"/>
                </a:lnTo>
                <a:lnTo>
                  <a:pt x="144" y="899"/>
                </a:lnTo>
                <a:lnTo>
                  <a:pt x="144" y="146"/>
                </a:lnTo>
                <a:close/>
                <a:moveTo>
                  <a:pt x="72" y="1"/>
                </a:moveTo>
                <a:cubicBezTo>
                  <a:pt x="32" y="1"/>
                  <a:pt x="1" y="33"/>
                  <a:pt x="1" y="73"/>
                </a:cubicBezTo>
                <a:lnTo>
                  <a:pt x="1" y="970"/>
                </a:lnTo>
                <a:cubicBezTo>
                  <a:pt x="1" y="1009"/>
                  <a:pt x="32" y="1041"/>
                  <a:pt x="72" y="1041"/>
                </a:cubicBezTo>
                <a:lnTo>
                  <a:pt x="854" y="1041"/>
                </a:lnTo>
                <a:cubicBezTo>
                  <a:pt x="893" y="1041"/>
                  <a:pt x="926" y="1009"/>
                  <a:pt x="926" y="970"/>
                </a:cubicBezTo>
                <a:lnTo>
                  <a:pt x="926" y="73"/>
                </a:lnTo>
                <a:cubicBezTo>
                  <a:pt x="926" y="33"/>
                  <a:pt x="893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9"/>
          <p:cNvSpPr/>
          <p:nvPr/>
        </p:nvSpPr>
        <p:spPr>
          <a:xfrm>
            <a:off x="6085814" y="1950953"/>
            <a:ext cx="34457" cy="39524"/>
          </a:xfrm>
          <a:custGeom>
            <a:rect b="b" l="l" r="r" t="t"/>
            <a:pathLst>
              <a:path extrusionOk="0" h="897" w="782">
                <a:moveTo>
                  <a:pt x="0" y="0"/>
                </a:moveTo>
                <a:lnTo>
                  <a:pt x="0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9"/>
          <p:cNvSpPr/>
          <p:nvPr/>
        </p:nvSpPr>
        <p:spPr>
          <a:xfrm>
            <a:off x="6082641" y="1947692"/>
            <a:ext cx="40802" cy="45913"/>
          </a:xfrm>
          <a:custGeom>
            <a:rect b="b" l="l" r="r" t="t"/>
            <a:pathLst>
              <a:path extrusionOk="0" h="1042" w="926">
                <a:moveTo>
                  <a:pt x="782" y="146"/>
                </a:moveTo>
                <a:lnTo>
                  <a:pt x="782" y="899"/>
                </a:lnTo>
                <a:lnTo>
                  <a:pt x="145" y="899"/>
                </a:lnTo>
                <a:lnTo>
                  <a:pt x="145" y="146"/>
                </a:lnTo>
                <a:close/>
                <a:moveTo>
                  <a:pt x="73" y="1"/>
                </a:moveTo>
                <a:cubicBezTo>
                  <a:pt x="33" y="1"/>
                  <a:pt x="0" y="33"/>
                  <a:pt x="0" y="73"/>
                </a:cubicBezTo>
                <a:lnTo>
                  <a:pt x="0" y="970"/>
                </a:lnTo>
                <a:cubicBezTo>
                  <a:pt x="0" y="1009"/>
                  <a:pt x="33" y="1041"/>
                  <a:pt x="73" y="1041"/>
                </a:cubicBezTo>
                <a:lnTo>
                  <a:pt x="854" y="1041"/>
                </a:lnTo>
                <a:cubicBezTo>
                  <a:pt x="894" y="1041"/>
                  <a:pt x="925" y="1009"/>
                  <a:pt x="925" y="970"/>
                </a:cubicBezTo>
                <a:lnTo>
                  <a:pt x="925" y="73"/>
                </a:lnTo>
                <a:cubicBezTo>
                  <a:pt x="925" y="33"/>
                  <a:pt x="894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9"/>
          <p:cNvSpPr/>
          <p:nvPr/>
        </p:nvSpPr>
        <p:spPr>
          <a:xfrm>
            <a:off x="6120227" y="1950953"/>
            <a:ext cx="34501" cy="39524"/>
          </a:xfrm>
          <a:custGeom>
            <a:rect b="b" l="l" r="r" t="t"/>
            <a:pathLst>
              <a:path extrusionOk="0" h="897" w="783">
                <a:moveTo>
                  <a:pt x="1" y="0"/>
                </a:moveTo>
                <a:lnTo>
                  <a:pt x="1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9"/>
          <p:cNvSpPr/>
          <p:nvPr/>
        </p:nvSpPr>
        <p:spPr>
          <a:xfrm>
            <a:off x="6117098" y="1947692"/>
            <a:ext cx="40802" cy="45913"/>
          </a:xfrm>
          <a:custGeom>
            <a:rect b="b" l="l" r="r" t="t"/>
            <a:pathLst>
              <a:path extrusionOk="0" h="1042" w="926">
                <a:moveTo>
                  <a:pt x="782" y="146"/>
                </a:moveTo>
                <a:lnTo>
                  <a:pt x="782" y="899"/>
                </a:lnTo>
                <a:lnTo>
                  <a:pt x="143" y="899"/>
                </a:lnTo>
                <a:lnTo>
                  <a:pt x="143" y="146"/>
                </a:lnTo>
                <a:close/>
                <a:moveTo>
                  <a:pt x="72" y="1"/>
                </a:moveTo>
                <a:cubicBezTo>
                  <a:pt x="33" y="1"/>
                  <a:pt x="0" y="33"/>
                  <a:pt x="0" y="73"/>
                </a:cubicBezTo>
                <a:lnTo>
                  <a:pt x="0" y="970"/>
                </a:lnTo>
                <a:cubicBezTo>
                  <a:pt x="0" y="1009"/>
                  <a:pt x="33" y="1041"/>
                  <a:pt x="72" y="1041"/>
                </a:cubicBezTo>
                <a:lnTo>
                  <a:pt x="853" y="1041"/>
                </a:lnTo>
                <a:cubicBezTo>
                  <a:pt x="893" y="1041"/>
                  <a:pt x="924" y="1009"/>
                  <a:pt x="925" y="970"/>
                </a:cubicBezTo>
                <a:lnTo>
                  <a:pt x="925" y="73"/>
                </a:lnTo>
                <a:cubicBezTo>
                  <a:pt x="925" y="33"/>
                  <a:pt x="893" y="1"/>
                  <a:pt x="853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9"/>
          <p:cNvSpPr/>
          <p:nvPr/>
        </p:nvSpPr>
        <p:spPr>
          <a:xfrm>
            <a:off x="6154684" y="1950953"/>
            <a:ext cx="34501" cy="39524"/>
          </a:xfrm>
          <a:custGeom>
            <a:rect b="b" l="l" r="r" t="t"/>
            <a:pathLst>
              <a:path extrusionOk="0" h="897" w="783">
                <a:moveTo>
                  <a:pt x="0" y="0"/>
                </a:moveTo>
                <a:lnTo>
                  <a:pt x="0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9"/>
          <p:cNvSpPr/>
          <p:nvPr/>
        </p:nvSpPr>
        <p:spPr>
          <a:xfrm>
            <a:off x="6151511" y="1947692"/>
            <a:ext cx="40802" cy="45913"/>
          </a:xfrm>
          <a:custGeom>
            <a:rect b="b" l="l" r="r" t="t"/>
            <a:pathLst>
              <a:path extrusionOk="0" h="1042" w="926">
                <a:moveTo>
                  <a:pt x="783" y="146"/>
                </a:moveTo>
                <a:lnTo>
                  <a:pt x="783" y="899"/>
                </a:lnTo>
                <a:lnTo>
                  <a:pt x="143" y="899"/>
                </a:lnTo>
                <a:lnTo>
                  <a:pt x="143" y="146"/>
                </a:lnTo>
                <a:close/>
                <a:moveTo>
                  <a:pt x="72" y="1"/>
                </a:moveTo>
                <a:cubicBezTo>
                  <a:pt x="33" y="1"/>
                  <a:pt x="1" y="33"/>
                  <a:pt x="1" y="73"/>
                </a:cubicBezTo>
                <a:lnTo>
                  <a:pt x="1" y="970"/>
                </a:lnTo>
                <a:cubicBezTo>
                  <a:pt x="1" y="1009"/>
                  <a:pt x="33" y="1041"/>
                  <a:pt x="72" y="1041"/>
                </a:cubicBezTo>
                <a:lnTo>
                  <a:pt x="854" y="1041"/>
                </a:lnTo>
                <a:cubicBezTo>
                  <a:pt x="892" y="1041"/>
                  <a:pt x="925" y="1009"/>
                  <a:pt x="926" y="970"/>
                </a:cubicBezTo>
                <a:lnTo>
                  <a:pt x="926" y="73"/>
                </a:lnTo>
                <a:cubicBezTo>
                  <a:pt x="926" y="33"/>
                  <a:pt x="894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9"/>
          <p:cNvSpPr/>
          <p:nvPr/>
        </p:nvSpPr>
        <p:spPr>
          <a:xfrm>
            <a:off x="6209057" y="1799245"/>
            <a:ext cx="34501" cy="39524"/>
          </a:xfrm>
          <a:custGeom>
            <a:rect b="b" l="l" r="r" t="t"/>
            <a:pathLst>
              <a:path extrusionOk="0" h="897" w="783">
                <a:moveTo>
                  <a:pt x="0" y="0"/>
                </a:moveTo>
                <a:lnTo>
                  <a:pt x="0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9"/>
          <p:cNvSpPr/>
          <p:nvPr/>
        </p:nvSpPr>
        <p:spPr>
          <a:xfrm>
            <a:off x="6205840" y="1796072"/>
            <a:ext cx="40802" cy="45825"/>
          </a:xfrm>
          <a:custGeom>
            <a:rect b="b" l="l" r="r" t="t"/>
            <a:pathLst>
              <a:path extrusionOk="0" h="1040" w="926">
                <a:moveTo>
                  <a:pt x="783" y="143"/>
                </a:moveTo>
                <a:lnTo>
                  <a:pt x="783" y="896"/>
                </a:lnTo>
                <a:lnTo>
                  <a:pt x="144" y="896"/>
                </a:lnTo>
                <a:lnTo>
                  <a:pt x="144" y="143"/>
                </a:lnTo>
                <a:close/>
                <a:moveTo>
                  <a:pt x="72" y="1"/>
                </a:moveTo>
                <a:cubicBezTo>
                  <a:pt x="33" y="1"/>
                  <a:pt x="1" y="32"/>
                  <a:pt x="1" y="72"/>
                </a:cubicBezTo>
                <a:lnTo>
                  <a:pt x="1" y="968"/>
                </a:lnTo>
                <a:cubicBezTo>
                  <a:pt x="1" y="1007"/>
                  <a:pt x="33" y="1039"/>
                  <a:pt x="72" y="1039"/>
                </a:cubicBezTo>
                <a:lnTo>
                  <a:pt x="854" y="1039"/>
                </a:lnTo>
                <a:cubicBezTo>
                  <a:pt x="894" y="1039"/>
                  <a:pt x="926" y="1007"/>
                  <a:pt x="926" y="968"/>
                </a:cubicBezTo>
                <a:lnTo>
                  <a:pt x="926" y="72"/>
                </a:lnTo>
                <a:cubicBezTo>
                  <a:pt x="926" y="32"/>
                  <a:pt x="894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9"/>
          <p:cNvSpPr/>
          <p:nvPr/>
        </p:nvSpPr>
        <p:spPr>
          <a:xfrm>
            <a:off x="6243470" y="1799245"/>
            <a:ext cx="34457" cy="39524"/>
          </a:xfrm>
          <a:custGeom>
            <a:rect b="b" l="l" r="r" t="t"/>
            <a:pathLst>
              <a:path extrusionOk="0" h="897" w="782">
                <a:moveTo>
                  <a:pt x="0" y="0"/>
                </a:moveTo>
                <a:lnTo>
                  <a:pt x="0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9"/>
          <p:cNvSpPr/>
          <p:nvPr/>
        </p:nvSpPr>
        <p:spPr>
          <a:xfrm>
            <a:off x="6240297" y="1796072"/>
            <a:ext cx="40802" cy="45825"/>
          </a:xfrm>
          <a:custGeom>
            <a:rect b="b" l="l" r="r" t="t"/>
            <a:pathLst>
              <a:path extrusionOk="0" h="1040" w="926">
                <a:moveTo>
                  <a:pt x="782" y="143"/>
                </a:moveTo>
                <a:lnTo>
                  <a:pt x="782" y="896"/>
                </a:lnTo>
                <a:lnTo>
                  <a:pt x="144" y="896"/>
                </a:lnTo>
                <a:lnTo>
                  <a:pt x="144" y="143"/>
                </a:lnTo>
                <a:close/>
                <a:moveTo>
                  <a:pt x="72" y="1"/>
                </a:moveTo>
                <a:cubicBezTo>
                  <a:pt x="32" y="1"/>
                  <a:pt x="1" y="32"/>
                  <a:pt x="1" y="72"/>
                </a:cubicBezTo>
                <a:lnTo>
                  <a:pt x="1" y="968"/>
                </a:lnTo>
                <a:cubicBezTo>
                  <a:pt x="1" y="1007"/>
                  <a:pt x="32" y="1039"/>
                  <a:pt x="72" y="1039"/>
                </a:cubicBezTo>
                <a:lnTo>
                  <a:pt x="854" y="1039"/>
                </a:lnTo>
                <a:cubicBezTo>
                  <a:pt x="893" y="1039"/>
                  <a:pt x="925" y="1007"/>
                  <a:pt x="925" y="968"/>
                </a:cubicBezTo>
                <a:lnTo>
                  <a:pt x="925" y="72"/>
                </a:lnTo>
                <a:cubicBezTo>
                  <a:pt x="925" y="32"/>
                  <a:pt x="893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9"/>
          <p:cNvSpPr/>
          <p:nvPr/>
        </p:nvSpPr>
        <p:spPr>
          <a:xfrm>
            <a:off x="6277883" y="1799245"/>
            <a:ext cx="34457" cy="39524"/>
          </a:xfrm>
          <a:custGeom>
            <a:rect b="b" l="l" r="r" t="t"/>
            <a:pathLst>
              <a:path extrusionOk="0" h="897" w="782">
                <a:moveTo>
                  <a:pt x="1" y="0"/>
                </a:moveTo>
                <a:lnTo>
                  <a:pt x="1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9"/>
          <p:cNvSpPr/>
          <p:nvPr/>
        </p:nvSpPr>
        <p:spPr>
          <a:xfrm>
            <a:off x="6274754" y="1796072"/>
            <a:ext cx="40758" cy="45825"/>
          </a:xfrm>
          <a:custGeom>
            <a:rect b="b" l="l" r="r" t="t"/>
            <a:pathLst>
              <a:path extrusionOk="0" h="1040" w="925">
                <a:moveTo>
                  <a:pt x="781" y="143"/>
                </a:moveTo>
                <a:lnTo>
                  <a:pt x="781" y="896"/>
                </a:lnTo>
                <a:lnTo>
                  <a:pt x="143" y="896"/>
                </a:lnTo>
                <a:lnTo>
                  <a:pt x="143" y="143"/>
                </a:lnTo>
                <a:close/>
                <a:moveTo>
                  <a:pt x="72" y="1"/>
                </a:moveTo>
                <a:cubicBezTo>
                  <a:pt x="32" y="1"/>
                  <a:pt x="0" y="32"/>
                  <a:pt x="0" y="72"/>
                </a:cubicBezTo>
                <a:lnTo>
                  <a:pt x="0" y="968"/>
                </a:lnTo>
                <a:cubicBezTo>
                  <a:pt x="0" y="1007"/>
                  <a:pt x="32" y="1039"/>
                  <a:pt x="72" y="1039"/>
                </a:cubicBezTo>
                <a:lnTo>
                  <a:pt x="853" y="1039"/>
                </a:lnTo>
                <a:cubicBezTo>
                  <a:pt x="891" y="1039"/>
                  <a:pt x="923" y="1007"/>
                  <a:pt x="924" y="968"/>
                </a:cubicBezTo>
                <a:lnTo>
                  <a:pt x="924" y="72"/>
                </a:lnTo>
                <a:cubicBezTo>
                  <a:pt x="924" y="32"/>
                  <a:pt x="892" y="1"/>
                  <a:pt x="853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9"/>
          <p:cNvSpPr/>
          <p:nvPr/>
        </p:nvSpPr>
        <p:spPr>
          <a:xfrm>
            <a:off x="6312295" y="1799245"/>
            <a:ext cx="34501" cy="39524"/>
          </a:xfrm>
          <a:custGeom>
            <a:rect b="b" l="l" r="r" t="t"/>
            <a:pathLst>
              <a:path extrusionOk="0" h="897" w="783">
                <a:moveTo>
                  <a:pt x="1" y="0"/>
                </a:moveTo>
                <a:lnTo>
                  <a:pt x="1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9"/>
          <p:cNvSpPr/>
          <p:nvPr/>
        </p:nvSpPr>
        <p:spPr>
          <a:xfrm>
            <a:off x="6309079" y="1796072"/>
            <a:ext cx="40802" cy="45825"/>
          </a:xfrm>
          <a:custGeom>
            <a:rect b="b" l="l" r="r" t="t"/>
            <a:pathLst>
              <a:path extrusionOk="0" h="1040" w="926">
                <a:moveTo>
                  <a:pt x="783" y="143"/>
                </a:moveTo>
                <a:lnTo>
                  <a:pt x="783" y="896"/>
                </a:lnTo>
                <a:lnTo>
                  <a:pt x="144" y="896"/>
                </a:lnTo>
                <a:lnTo>
                  <a:pt x="144" y="143"/>
                </a:lnTo>
                <a:close/>
                <a:moveTo>
                  <a:pt x="73" y="1"/>
                </a:moveTo>
                <a:cubicBezTo>
                  <a:pt x="33" y="1"/>
                  <a:pt x="1" y="32"/>
                  <a:pt x="1" y="72"/>
                </a:cubicBezTo>
                <a:lnTo>
                  <a:pt x="1" y="968"/>
                </a:lnTo>
                <a:cubicBezTo>
                  <a:pt x="1" y="1007"/>
                  <a:pt x="33" y="1039"/>
                  <a:pt x="73" y="1039"/>
                </a:cubicBezTo>
                <a:lnTo>
                  <a:pt x="854" y="1039"/>
                </a:lnTo>
                <a:cubicBezTo>
                  <a:pt x="894" y="1039"/>
                  <a:pt x="926" y="1007"/>
                  <a:pt x="926" y="968"/>
                </a:cubicBezTo>
                <a:lnTo>
                  <a:pt x="926" y="72"/>
                </a:lnTo>
                <a:cubicBezTo>
                  <a:pt x="926" y="32"/>
                  <a:pt x="894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9"/>
          <p:cNvSpPr/>
          <p:nvPr/>
        </p:nvSpPr>
        <p:spPr>
          <a:xfrm>
            <a:off x="6209057" y="1837139"/>
            <a:ext cx="34501" cy="39568"/>
          </a:xfrm>
          <a:custGeom>
            <a:rect b="b" l="l" r="r" t="t"/>
            <a:pathLst>
              <a:path extrusionOk="0" h="898" w="783">
                <a:moveTo>
                  <a:pt x="0" y="1"/>
                </a:moveTo>
                <a:lnTo>
                  <a:pt x="0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9"/>
          <p:cNvSpPr/>
          <p:nvPr/>
        </p:nvSpPr>
        <p:spPr>
          <a:xfrm>
            <a:off x="6205840" y="1834010"/>
            <a:ext cx="40802" cy="45781"/>
          </a:xfrm>
          <a:custGeom>
            <a:rect b="b" l="l" r="r" t="t"/>
            <a:pathLst>
              <a:path extrusionOk="0" h="1039" w="926">
                <a:moveTo>
                  <a:pt x="783" y="143"/>
                </a:moveTo>
                <a:lnTo>
                  <a:pt x="783" y="896"/>
                </a:lnTo>
                <a:lnTo>
                  <a:pt x="144" y="896"/>
                </a:lnTo>
                <a:lnTo>
                  <a:pt x="144" y="143"/>
                </a:lnTo>
                <a:close/>
                <a:moveTo>
                  <a:pt x="72" y="0"/>
                </a:moveTo>
                <a:cubicBezTo>
                  <a:pt x="33" y="0"/>
                  <a:pt x="1" y="32"/>
                  <a:pt x="1" y="72"/>
                </a:cubicBezTo>
                <a:lnTo>
                  <a:pt x="1" y="967"/>
                </a:lnTo>
                <a:cubicBezTo>
                  <a:pt x="1" y="1007"/>
                  <a:pt x="33" y="1039"/>
                  <a:pt x="72" y="1039"/>
                </a:cubicBezTo>
                <a:lnTo>
                  <a:pt x="854" y="1039"/>
                </a:lnTo>
                <a:cubicBezTo>
                  <a:pt x="894" y="1039"/>
                  <a:pt x="926" y="1007"/>
                  <a:pt x="926" y="967"/>
                </a:cubicBezTo>
                <a:lnTo>
                  <a:pt x="926" y="72"/>
                </a:lnTo>
                <a:cubicBezTo>
                  <a:pt x="926" y="32"/>
                  <a:pt x="894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9"/>
          <p:cNvSpPr/>
          <p:nvPr/>
        </p:nvSpPr>
        <p:spPr>
          <a:xfrm>
            <a:off x="6243470" y="1837139"/>
            <a:ext cx="34457" cy="39568"/>
          </a:xfrm>
          <a:custGeom>
            <a:rect b="b" l="l" r="r" t="t"/>
            <a:pathLst>
              <a:path extrusionOk="0" h="898" w="782">
                <a:moveTo>
                  <a:pt x="0" y="1"/>
                </a:moveTo>
                <a:lnTo>
                  <a:pt x="0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9"/>
          <p:cNvSpPr/>
          <p:nvPr/>
        </p:nvSpPr>
        <p:spPr>
          <a:xfrm>
            <a:off x="6240297" y="1834010"/>
            <a:ext cx="40802" cy="45781"/>
          </a:xfrm>
          <a:custGeom>
            <a:rect b="b" l="l" r="r" t="t"/>
            <a:pathLst>
              <a:path extrusionOk="0" h="1039" w="926">
                <a:moveTo>
                  <a:pt x="782" y="143"/>
                </a:moveTo>
                <a:lnTo>
                  <a:pt x="782" y="896"/>
                </a:lnTo>
                <a:lnTo>
                  <a:pt x="144" y="896"/>
                </a:lnTo>
                <a:lnTo>
                  <a:pt x="144" y="143"/>
                </a:lnTo>
                <a:close/>
                <a:moveTo>
                  <a:pt x="72" y="0"/>
                </a:moveTo>
                <a:cubicBezTo>
                  <a:pt x="32" y="0"/>
                  <a:pt x="1" y="32"/>
                  <a:pt x="1" y="72"/>
                </a:cubicBezTo>
                <a:lnTo>
                  <a:pt x="1" y="967"/>
                </a:lnTo>
                <a:cubicBezTo>
                  <a:pt x="1" y="1007"/>
                  <a:pt x="32" y="1039"/>
                  <a:pt x="72" y="1039"/>
                </a:cubicBezTo>
                <a:lnTo>
                  <a:pt x="854" y="1039"/>
                </a:lnTo>
                <a:cubicBezTo>
                  <a:pt x="893" y="1039"/>
                  <a:pt x="925" y="1007"/>
                  <a:pt x="925" y="967"/>
                </a:cubicBezTo>
                <a:lnTo>
                  <a:pt x="925" y="72"/>
                </a:lnTo>
                <a:cubicBezTo>
                  <a:pt x="925" y="32"/>
                  <a:pt x="893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9"/>
          <p:cNvSpPr/>
          <p:nvPr/>
        </p:nvSpPr>
        <p:spPr>
          <a:xfrm>
            <a:off x="6277883" y="1837139"/>
            <a:ext cx="34457" cy="39568"/>
          </a:xfrm>
          <a:custGeom>
            <a:rect b="b" l="l" r="r" t="t"/>
            <a:pathLst>
              <a:path extrusionOk="0" h="898" w="782">
                <a:moveTo>
                  <a:pt x="1" y="1"/>
                </a:moveTo>
                <a:lnTo>
                  <a:pt x="1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9"/>
          <p:cNvSpPr/>
          <p:nvPr/>
        </p:nvSpPr>
        <p:spPr>
          <a:xfrm>
            <a:off x="6274754" y="1834010"/>
            <a:ext cx="40758" cy="45781"/>
          </a:xfrm>
          <a:custGeom>
            <a:rect b="b" l="l" r="r" t="t"/>
            <a:pathLst>
              <a:path extrusionOk="0" h="1039" w="925">
                <a:moveTo>
                  <a:pt x="781" y="143"/>
                </a:moveTo>
                <a:lnTo>
                  <a:pt x="781" y="896"/>
                </a:lnTo>
                <a:lnTo>
                  <a:pt x="143" y="896"/>
                </a:lnTo>
                <a:lnTo>
                  <a:pt x="143" y="143"/>
                </a:lnTo>
                <a:close/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lnTo>
                  <a:pt x="0" y="967"/>
                </a:lnTo>
                <a:cubicBezTo>
                  <a:pt x="0" y="1007"/>
                  <a:pt x="32" y="1039"/>
                  <a:pt x="72" y="1039"/>
                </a:cubicBezTo>
                <a:lnTo>
                  <a:pt x="853" y="1039"/>
                </a:lnTo>
                <a:cubicBezTo>
                  <a:pt x="891" y="1039"/>
                  <a:pt x="923" y="1007"/>
                  <a:pt x="924" y="967"/>
                </a:cubicBezTo>
                <a:lnTo>
                  <a:pt x="924" y="72"/>
                </a:lnTo>
                <a:cubicBezTo>
                  <a:pt x="924" y="32"/>
                  <a:pt x="892" y="0"/>
                  <a:pt x="853" y="0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9"/>
          <p:cNvSpPr/>
          <p:nvPr/>
        </p:nvSpPr>
        <p:spPr>
          <a:xfrm>
            <a:off x="6312295" y="1837139"/>
            <a:ext cx="34501" cy="39568"/>
          </a:xfrm>
          <a:custGeom>
            <a:rect b="b" l="l" r="r" t="t"/>
            <a:pathLst>
              <a:path extrusionOk="0" h="898" w="783">
                <a:moveTo>
                  <a:pt x="1" y="1"/>
                </a:moveTo>
                <a:lnTo>
                  <a:pt x="1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9"/>
          <p:cNvSpPr/>
          <p:nvPr/>
        </p:nvSpPr>
        <p:spPr>
          <a:xfrm>
            <a:off x="6309079" y="1834010"/>
            <a:ext cx="40802" cy="45781"/>
          </a:xfrm>
          <a:custGeom>
            <a:rect b="b" l="l" r="r" t="t"/>
            <a:pathLst>
              <a:path extrusionOk="0" h="1039" w="926">
                <a:moveTo>
                  <a:pt x="783" y="143"/>
                </a:moveTo>
                <a:lnTo>
                  <a:pt x="783" y="896"/>
                </a:lnTo>
                <a:lnTo>
                  <a:pt x="144" y="896"/>
                </a:lnTo>
                <a:lnTo>
                  <a:pt x="144" y="143"/>
                </a:lnTo>
                <a:close/>
                <a:moveTo>
                  <a:pt x="73" y="0"/>
                </a:moveTo>
                <a:cubicBezTo>
                  <a:pt x="33" y="0"/>
                  <a:pt x="1" y="32"/>
                  <a:pt x="1" y="72"/>
                </a:cubicBezTo>
                <a:lnTo>
                  <a:pt x="1" y="967"/>
                </a:lnTo>
                <a:cubicBezTo>
                  <a:pt x="1" y="1007"/>
                  <a:pt x="33" y="1039"/>
                  <a:pt x="73" y="1039"/>
                </a:cubicBezTo>
                <a:lnTo>
                  <a:pt x="854" y="1039"/>
                </a:lnTo>
                <a:cubicBezTo>
                  <a:pt x="894" y="1039"/>
                  <a:pt x="926" y="1007"/>
                  <a:pt x="926" y="967"/>
                </a:cubicBezTo>
                <a:lnTo>
                  <a:pt x="926" y="72"/>
                </a:lnTo>
                <a:cubicBezTo>
                  <a:pt x="926" y="32"/>
                  <a:pt x="894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9"/>
          <p:cNvSpPr/>
          <p:nvPr/>
        </p:nvSpPr>
        <p:spPr>
          <a:xfrm>
            <a:off x="6209057" y="1875077"/>
            <a:ext cx="34501" cy="39568"/>
          </a:xfrm>
          <a:custGeom>
            <a:rect b="b" l="l" r="r" t="t"/>
            <a:pathLst>
              <a:path extrusionOk="0" h="898" w="783">
                <a:moveTo>
                  <a:pt x="0" y="0"/>
                </a:moveTo>
                <a:lnTo>
                  <a:pt x="0" y="898"/>
                </a:lnTo>
                <a:lnTo>
                  <a:pt x="782" y="898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9"/>
          <p:cNvSpPr/>
          <p:nvPr/>
        </p:nvSpPr>
        <p:spPr>
          <a:xfrm>
            <a:off x="6205840" y="1871904"/>
            <a:ext cx="40802" cy="45825"/>
          </a:xfrm>
          <a:custGeom>
            <a:rect b="b" l="l" r="r" t="t"/>
            <a:pathLst>
              <a:path extrusionOk="0" h="1040" w="926">
                <a:moveTo>
                  <a:pt x="783" y="144"/>
                </a:moveTo>
                <a:lnTo>
                  <a:pt x="783" y="898"/>
                </a:lnTo>
                <a:lnTo>
                  <a:pt x="144" y="898"/>
                </a:lnTo>
                <a:lnTo>
                  <a:pt x="144" y="144"/>
                </a:lnTo>
                <a:close/>
                <a:moveTo>
                  <a:pt x="72" y="1"/>
                </a:moveTo>
                <a:cubicBezTo>
                  <a:pt x="33" y="1"/>
                  <a:pt x="1" y="32"/>
                  <a:pt x="1" y="72"/>
                </a:cubicBezTo>
                <a:lnTo>
                  <a:pt x="1" y="968"/>
                </a:lnTo>
                <a:cubicBezTo>
                  <a:pt x="1" y="1007"/>
                  <a:pt x="33" y="1039"/>
                  <a:pt x="72" y="1039"/>
                </a:cubicBezTo>
                <a:lnTo>
                  <a:pt x="854" y="1039"/>
                </a:lnTo>
                <a:cubicBezTo>
                  <a:pt x="894" y="1039"/>
                  <a:pt x="926" y="1007"/>
                  <a:pt x="926" y="968"/>
                </a:cubicBezTo>
                <a:lnTo>
                  <a:pt x="926" y="72"/>
                </a:lnTo>
                <a:cubicBezTo>
                  <a:pt x="926" y="32"/>
                  <a:pt x="894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9"/>
          <p:cNvSpPr/>
          <p:nvPr/>
        </p:nvSpPr>
        <p:spPr>
          <a:xfrm>
            <a:off x="6243470" y="1875077"/>
            <a:ext cx="34457" cy="39568"/>
          </a:xfrm>
          <a:custGeom>
            <a:rect b="b" l="l" r="r" t="t"/>
            <a:pathLst>
              <a:path extrusionOk="0" h="898" w="782">
                <a:moveTo>
                  <a:pt x="0" y="0"/>
                </a:moveTo>
                <a:lnTo>
                  <a:pt x="0" y="898"/>
                </a:lnTo>
                <a:lnTo>
                  <a:pt x="782" y="898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9"/>
          <p:cNvSpPr/>
          <p:nvPr/>
        </p:nvSpPr>
        <p:spPr>
          <a:xfrm>
            <a:off x="6240297" y="1871904"/>
            <a:ext cx="40802" cy="45825"/>
          </a:xfrm>
          <a:custGeom>
            <a:rect b="b" l="l" r="r" t="t"/>
            <a:pathLst>
              <a:path extrusionOk="0" h="1040" w="926">
                <a:moveTo>
                  <a:pt x="782" y="144"/>
                </a:moveTo>
                <a:lnTo>
                  <a:pt x="782" y="898"/>
                </a:lnTo>
                <a:lnTo>
                  <a:pt x="144" y="898"/>
                </a:lnTo>
                <a:lnTo>
                  <a:pt x="144" y="144"/>
                </a:lnTo>
                <a:close/>
                <a:moveTo>
                  <a:pt x="72" y="1"/>
                </a:moveTo>
                <a:cubicBezTo>
                  <a:pt x="32" y="1"/>
                  <a:pt x="1" y="32"/>
                  <a:pt x="1" y="72"/>
                </a:cubicBezTo>
                <a:lnTo>
                  <a:pt x="1" y="968"/>
                </a:lnTo>
                <a:cubicBezTo>
                  <a:pt x="1" y="1007"/>
                  <a:pt x="32" y="1039"/>
                  <a:pt x="72" y="1039"/>
                </a:cubicBezTo>
                <a:lnTo>
                  <a:pt x="854" y="1039"/>
                </a:lnTo>
                <a:cubicBezTo>
                  <a:pt x="893" y="1039"/>
                  <a:pt x="925" y="1007"/>
                  <a:pt x="925" y="968"/>
                </a:cubicBezTo>
                <a:lnTo>
                  <a:pt x="925" y="72"/>
                </a:lnTo>
                <a:cubicBezTo>
                  <a:pt x="925" y="32"/>
                  <a:pt x="893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9"/>
          <p:cNvSpPr/>
          <p:nvPr/>
        </p:nvSpPr>
        <p:spPr>
          <a:xfrm>
            <a:off x="6277883" y="1875077"/>
            <a:ext cx="34457" cy="39568"/>
          </a:xfrm>
          <a:custGeom>
            <a:rect b="b" l="l" r="r" t="t"/>
            <a:pathLst>
              <a:path extrusionOk="0" h="898" w="782">
                <a:moveTo>
                  <a:pt x="1" y="0"/>
                </a:moveTo>
                <a:lnTo>
                  <a:pt x="1" y="898"/>
                </a:lnTo>
                <a:lnTo>
                  <a:pt x="782" y="898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9"/>
          <p:cNvSpPr/>
          <p:nvPr/>
        </p:nvSpPr>
        <p:spPr>
          <a:xfrm>
            <a:off x="6274754" y="1871904"/>
            <a:ext cx="40758" cy="45825"/>
          </a:xfrm>
          <a:custGeom>
            <a:rect b="b" l="l" r="r" t="t"/>
            <a:pathLst>
              <a:path extrusionOk="0" h="1040" w="925">
                <a:moveTo>
                  <a:pt x="781" y="144"/>
                </a:moveTo>
                <a:lnTo>
                  <a:pt x="781" y="898"/>
                </a:lnTo>
                <a:lnTo>
                  <a:pt x="143" y="898"/>
                </a:lnTo>
                <a:lnTo>
                  <a:pt x="143" y="144"/>
                </a:lnTo>
                <a:close/>
                <a:moveTo>
                  <a:pt x="72" y="1"/>
                </a:moveTo>
                <a:cubicBezTo>
                  <a:pt x="32" y="1"/>
                  <a:pt x="0" y="32"/>
                  <a:pt x="0" y="72"/>
                </a:cubicBezTo>
                <a:lnTo>
                  <a:pt x="0" y="968"/>
                </a:lnTo>
                <a:cubicBezTo>
                  <a:pt x="0" y="1007"/>
                  <a:pt x="32" y="1039"/>
                  <a:pt x="72" y="1039"/>
                </a:cubicBezTo>
                <a:lnTo>
                  <a:pt x="853" y="1039"/>
                </a:lnTo>
                <a:cubicBezTo>
                  <a:pt x="891" y="1039"/>
                  <a:pt x="923" y="1007"/>
                  <a:pt x="924" y="968"/>
                </a:cubicBezTo>
                <a:lnTo>
                  <a:pt x="924" y="72"/>
                </a:lnTo>
                <a:cubicBezTo>
                  <a:pt x="924" y="32"/>
                  <a:pt x="892" y="1"/>
                  <a:pt x="853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9"/>
          <p:cNvSpPr/>
          <p:nvPr/>
        </p:nvSpPr>
        <p:spPr>
          <a:xfrm>
            <a:off x="6312295" y="1875077"/>
            <a:ext cx="34501" cy="39568"/>
          </a:xfrm>
          <a:custGeom>
            <a:rect b="b" l="l" r="r" t="t"/>
            <a:pathLst>
              <a:path extrusionOk="0" h="898" w="783">
                <a:moveTo>
                  <a:pt x="1" y="0"/>
                </a:moveTo>
                <a:lnTo>
                  <a:pt x="1" y="898"/>
                </a:lnTo>
                <a:lnTo>
                  <a:pt x="782" y="898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9"/>
          <p:cNvSpPr/>
          <p:nvPr/>
        </p:nvSpPr>
        <p:spPr>
          <a:xfrm>
            <a:off x="6309079" y="1871904"/>
            <a:ext cx="40802" cy="45825"/>
          </a:xfrm>
          <a:custGeom>
            <a:rect b="b" l="l" r="r" t="t"/>
            <a:pathLst>
              <a:path extrusionOk="0" h="1040" w="926">
                <a:moveTo>
                  <a:pt x="783" y="144"/>
                </a:moveTo>
                <a:lnTo>
                  <a:pt x="783" y="898"/>
                </a:lnTo>
                <a:lnTo>
                  <a:pt x="144" y="898"/>
                </a:lnTo>
                <a:lnTo>
                  <a:pt x="144" y="144"/>
                </a:lnTo>
                <a:close/>
                <a:moveTo>
                  <a:pt x="73" y="1"/>
                </a:moveTo>
                <a:cubicBezTo>
                  <a:pt x="33" y="1"/>
                  <a:pt x="1" y="32"/>
                  <a:pt x="1" y="72"/>
                </a:cubicBezTo>
                <a:lnTo>
                  <a:pt x="1" y="968"/>
                </a:lnTo>
                <a:cubicBezTo>
                  <a:pt x="1" y="1007"/>
                  <a:pt x="33" y="1039"/>
                  <a:pt x="73" y="1039"/>
                </a:cubicBezTo>
                <a:lnTo>
                  <a:pt x="854" y="1039"/>
                </a:lnTo>
                <a:cubicBezTo>
                  <a:pt x="894" y="1039"/>
                  <a:pt x="926" y="1007"/>
                  <a:pt x="926" y="968"/>
                </a:cubicBezTo>
                <a:lnTo>
                  <a:pt x="926" y="72"/>
                </a:lnTo>
                <a:cubicBezTo>
                  <a:pt x="926" y="32"/>
                  <a:pt x="894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9"/>
          <p:cNvSpPr/>
          <p:nvPr/>
        </p:nvSpPr>
        <p:spPr>
          <a:xfrm>
            <a:off x="6209057" y="1913015"/>
            <a:ext cx="34501" cy="39568"/>
          </a:xfrm>
          <a:custGeom>
            <a:rect b="b" l="l" r="r" t="t"/>
            <a:pathLst>
              <a:path extrusionOk="0" h="898" w="783">
                <a:moveTo>
                  <a:pt x="0" y="1"/>
                </a:moveTo>
                <a:lnTo>
                  <a:pt x="0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9"/>
          <p:cNvSpPr/>
          <p:nvPr/>
        </p:nvSpPr>
        <p:spPr>
          <a:xfrm>
            <a:off x="6205840" y="1909886"/>
            <a:ext cx="40802" cy="45781"/>
          </a:xfrm>
          <a:custGeom>
            <a:rect b="b" l="l" r="r" t="t"/>
            <a:pathLst>
              <a:path extrusionOk="0" h="1039" w="926">
                <a:moveTo>
                  <a:pt x="783" y="143"/>
                </a:moveTo>
                <a:lnTo>
                  <a:pt x="783" y="896"/>
                </a:lnTo>
                <a:lnTo>
                  <a:pt x="144" y="896"/>
                </a:lnTo>
                <a:lnTo>
                  <a:pt x="144" y="143"/>
                </a:lnTo>
                <a:close/>
                <a:moveTo>
                  <a:pt x="72" y="0"/>
                </a:moveTo>
                <a:cubicBezTo>
                  <a:pt x="33" y="0"/>
                  <a:pt x="1" y="32"/>
                  <a:pt x="1" y="72"/>
                </a:cubicBezTo>
                <a:lnTo>
                  <a:pt x="1" y="967"/>
                </a:lnTo>
                <a:cubicBezTo>
                  <a:pt x="1" y="1006"/>
                  <a:pt x="33" y="1039"/>
                  <a:pt x="72" y="1039"/>
                </a:cubicBezTo>
                <a:lnTo>
                  <a:pt x="854" y="1039"/>
                </a:lnTo>
                <a:cubicBezTo>
                  <a:pt x="894" y="1039"/>
                  <a:pt x="926" y="1006"/>
                  <a:pt x="926" y="967"/>
                </a:cubicBezTo>
                <a:lnTo>
                  <a:pt x="926" y="72"/>
                </a:lnTo>
                <a:cubicBezTo>
                  <a:pt x="926" y="32"/>
                  <a:pt x="894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9"/>
          <p:cNvSpPr/>
          <p:nvPr/>
        </p:nvSpPr>
        <p:spPr>
          <a:xfrm>
            <a:off x="6243470" y="1913015"/>
            <a:ext cx="34457" cy="39568"/>
          </a:xfrm>
          <a:custGeom>
            <a:rect b="b" l="l" r="r" t="t"/>
            <a:pathLst>
              <a:path extrusionOk="0" h="898" w="782">
                <a:moveTo>
                  <a:pt x="0" y="1"/>
                </a:moveTo>
                <a:lnTo>
                  <a:pt x="0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9"/>
          <p:cNvSpPr/>
          <p:nvPr/>
        </p:nvSpPr>
        <p:spPr>
          <a:xfrm>
            <a:off x="6240297" y="1909886"/>
            <a:ext cx="40802" cy="45781"/>
          </a:xfrm>
          <a:custGeom>
            <a:rect b="b" l="l" r="r" t="t"/>
            <a:pathLst>
              <a:path extrusionOk="0" h="1039" w="926">
                <a:moveTo>
                  <a:pt x="782" y="143"/>
                </a:moveTo>
                <a:lnTo>
                  <a:pt x="782" y="896"/>
                </a:lnTo>
                <a:lnTo>
                  <a:pt x="144" y="896"/>
                </a:lnTo>
                <a:lnTo>
                  <a:pt x="144" y="143"/>
                </a:lnTo>
                <a:close/>
                <a:moveTo>
                  <a:pt x="72" y="0"/>
                </a:moveTo>
                <a:cubicBezTo>
                  <a:pt x="32" y="0"/>
                  <a:pt x="1" y="32"/>
                  <a:pt x="1" y="72"/>
                </a:cubicBezTo>
                <a:lnTo>
                  <a:pt x="1" y="967"/>
                </a:lnTo>
                <a:cubicBezTo>
                  <a:pt x="1" y="1006"/>
                  <a:pt x="32" y="1039"/>
                  <a:pt x="72" y="1039"/>
                </a:cubicBezTo>
                <a:lnTo>
                  <a:pt x="854" y="1039"/>
                </a:lnTo>
                <a:cubicBezTo>
                  <a:pt x="893" y="1039"/>
                  <a:pt x="925" y="1006"/>
                  <a:pt x="925" y="967"/>
                </a:cubicBezTo>
                <a:lnTo>
                  <a:pt x="925" y="72"/>
                </a:lnTo>
                <a:cubicBezTo>
                  <a:pt x="925" y="32"/>
                  <a:pt x="893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9"/>
          <p:cNvSpPr/>
          <p:nvPr/>
        </p:nvSpPr>
        <p:spPr>
          <a:xfrm>
            <a:off x="6277883" y="1913015"/>
            <a:ext cx="34457" cy="39568"/>
          </a:xfrm>
          <a:custGeom>
            <a:rect b="b" l="l" r="r" t="t"/>
            <a:pathLst>
              <a:path extrusionOk="0" h="898" w="782">
                <a:moveTo>
                  <a:pt x="1" y="1"/>
                </a:moveTo>
                <a:lnTo>
                  <a:pt x="1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9"/>
          <p:cNvSpPr/>
          <p:nvPr/>
        </p:nvSpPr>
        <p:spPr>
          <a:xfrm>
            <a:off x="6274754" y="1909886"/>
            <a:ext cx="40758" cy="45781"/>
          </a:xfrm>
          <a:custGeom>
            <a:rect b="b" l="l" r="r" t="t"/>
            <a:pathLst>
              <a:path extrusionOk="0" h="1039" w="925">
                <a:moveTo>
                  <a:pt x="781" y="143"/>
                </a:moveTo>
                <a:lnTo>
                  <a:pt x="781" y="896"/>
                </a:lnTo>
                <a:lnTo>
                  <a:pt x="143" y="896"/>
                </a:lnTo>
                <a:lnTo>
                  <a:pt x="143" y="143"/>
                </a:lnTo>
                <a:close/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lnTo>
                  <a:pt x="0" y="967"/>
                </a:lnTo>
                <a:cubicBezTo>
                  <a:pt x="0" y="1006"/>
                  <a:pt x="32" y="1039"/>
                  <a:pt x="72" y="1039"/>
                </a:cubicBezTo>
                <a:lnTo>
                  <a:pt x="853" y="1039"/>
                </a:lnTo>
                <a:cubicBezTo>
                  <a:pt x="891" y="1039"/>
                  <a:pt x="923" y="1006"/>
                  <a:pt x="924" y="967"/>
                </a:cubicBezTo>
                <a:lnTo>
                  <a:pt x="924" y="72"/>
                </a:lnTo>
                <a:cubicBezTo>
                  <a:pt x="924" y="32"/>
                  <a:pt x="892" y="0"/>
                  <a:pt x="853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9"/>
          <p:cNvSpPr/>
          <p:nvPr/>
        </p:nvSpPr>
        <p:spPr>
          <a:xfrm>
            <a:off x="6312295" y="1913015"/>
            <a:ext cx="34501" cy="39568"/>
          </a:xfrm>
          <a:custGeom>
            <a:rect b="b" l="l" r="r" t="t"/>
            <a:pathLst>
              <a:path extrusionOk="0" h="898" w="783">
                <a:moveTo>
                  <a:pt x="1" y="1"/>
                </a:moveTo>
                <a:lnTo>
                  <a:pt x="1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9"/>
          <p:cNvSpPr/>
          <p:nvPr/>
        </p:nvSpPr>
        <p:spPr>
          <a:xfrm>
            <a:off x="6309079" y="1909886"/>
            <a:ext cx="40802" cy="45781"/>
          </a:xfrm>
          <a:custGeom>
            <a:rect b="b" l="l" r="r" t="t"/>
            <a:pathLst>
              <a:path extrusionOk="0" h="1039" w="926">
                <a:moveTo>
                  <a:pt x="783" y="143"/>
                </a:moveTo>
                <a:lnTo>
                  <a:pt x="783" y="896"/>
                </a:lnTo>
                <a:lnTo>
                  <a:pt x="144" y="896"/>
                </a:lnTo>
                <a:lnTo>
                  <a:pt x="144" y="143"/>
                </a:lnTo>
                <a:close/>
                <a:moveTo>
                  <a:pt x="73" y="0"/>
                </a:moveTo>
                <a:cubicBezTo>
                  <a:pt x="33" y="0"/>
                  <a:pt x="1" y="32"/>
                  <a:pt x="1" y="72"/>
                </a:cubicBezTo>
                <a:lnTo>
                  <a:pt x="1" y="967"/>
                </a:lnTo>
                <a:cubicBezTo>
                  <a:pt x="1" y="1006"/>
                  <a:pt x="33" y="1039"/>
                  <a:pt x="73" y="1039"/>
                </a:cubicBezTo>
                <a:lnTo>
                  <a:pt x="854" y="1039"/>
                </a:lnTo>
                <a:cubicBezTo>
                  <a:pt x="894" y="1039"/>
                  <a:pt x="926" y="1006"/>
                  <a:pt x="926" y="967"/>
                </a:cubicBezTo>
                <a:lnTo>
                  <a:pt x="926" y="72"/>
                </a:lnTo>
                <a:cubicBezTo>
                  <a:pt x="926" y="32"/>
                  <a:pt x="894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9"/>
          <p:cNvSpPr/>
          <p:nvPr/>
        </p:nvSpPr>
        <p:spPr>
          <a:xfrm>
            <a:off x="6209057" y="1950953"/>
            <a:ext cx="34501" cy="39524"/>
          </a:xfrm>
          <a:custGeom>
            <a:rect b="b" l="l" r="r" t="t"/>
            <a:pathLst>
              <a:path extrusionOk="0" h="897" w="783">
                <a:moveTo>
                  <a:pt x="0" y="0"/>
                </a:moveTo>
                <a:lnTo>
                  <a:pt x="0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9"/>
          <p:cNvSpPr/>
          <p:nvPr/>
        </p:nvSpPr>
        <p:spPr>
          <a:xfrm>
            <a:off x="6205840" y="1947692"/>
            <a:ext cx="40802" cy="45913"/>
          </a:xfrm>
          <a:custGeom>
            <a:rect b="b" l="l" r="r" t="t"/>
            <a:pathLst>
              <a:path extrusionOk="0" h="1042" w="926">
                <a:moveTo>
                  <a:pt x="783" y="146"/>
                </a:moveTo>
                <a:lnTo>
                  <a:pt x="783" y="899"/>
                </a:lnTo>
                <a:lnTo>
                  <a:pt x="144" y="899"/>
                </a:lnTo>
                <a:lnTo>
                  <a:pt x="144" y="146"/>
                </a:lnTo>
                <a:close/>
                <a:moveTo>
                  <a:pt x="72" y="1"/>
                </a:moveTo>
                <a:cubicBezTo>
                  <a:pt x="33" y="1"/>
                  <a:pt x="1" y="33"/>
                  <a:pt x="1" y="73"/>
                </a:cubicBezTo>
                <a:lnTo>
                  <a:pt x="1" y="970"/>
                </a:lnTo>
                <a:cubicBezTo>
                  <a:pt x="1" y="1009"/>
                  <a:pt x="33" y="1041"/>
                  <a:pt x="72" y="1041"/>
                </a:cubicBezTo>
                <a:lnTo>
                  <a:pt x="854" y="1041"/>
                </a:lnTo>
                <a:cubicBezTo>
                  <a:pt x="894" y="1041"/>
                  <a:pt x="926" y="1009"/>
                  <a:pt x="926" y="970"/>
                </a:cubicBezTo>
                <a:lnTo>
                  <a:pt x="926" y="73"/>
                </a:lnTo>
                <a:cubicBezTo>
                  <a:pt x="926" y="33"/>
                  <a:pt x="894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9"/>
          <p:cNvSpPr/>
          <p:nvPr/>
        </p:nvSpPr>
        <p:spPr>
          <a:xfrm>
            <a:off x="6243470" y="1950953"/>
            <a:ext cx="34457" cy="39524"/>
          </a:xfrm>
          <a:custGeom>
            <a:rect b="b" l="l" r="r" t="t"/>
            <a:pathLst>
              <a:path extrusionOk="0" h="897" w="782">
                <a:moveTo>
                  <a:pt x="0" y="0"/>
                </a:moveTo>
                <a:lnTo>
                  <a:pt x="0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9"/>
          <p:cNvSpPr/>
          <p:nvPr/>
        </p:nvSpPr>
        <p:spPr>
          <a:xfrm>
            <a:off x="6240297" y="1947692"/>
            <a:ext cx="40802" cy="45913"/>
          </a:xfrm>
          <a:custGeom>
            <a:rect b="b" l="l" r="r" t="t"/>
            <a:pathLst>
              <a:path extrusionOk="0" h="1042" w="926">
                <a:moveTo>
                  <a:pt x="782" y="146"/>
                </a:moveTo>
                <a:lnTo>
                  <a:pt x="782" y="899"/>
                </a:lnTo>
                <a:lnTo>
                  <a:pt x="144" y="899"/>
                </a:lnTo>
                <a:lnTo>
                  <a:pt x="144" y="146"/>
                </a:lnTo>
                <a:close/>
                <a:moveTo>
                  <a:pt x="72" y="1"/>
                </a:moveTo>
                <a:cubicBezTo>
                  <a:pt x="32" y="1"/>
                  <a:pt x="1" y="33"/>
                  <a:pt x="1" y="73"/>
                </a:cubicBezTo>
                <a:lnTo>
                  <a:pt x="1" y="970"/>
                </a:lnTo>
                <a:cubicBezTo>
                  <a:pt x="1" y="1009"/>
                  <a:pt x="32" y="1041"/>
                  <a:pt x="72" y="1041"/>
                </a:cubicBezTo>
                <a:lnTo>
                  <a:pt x="854" y="1041"/>
                </a:lnTo>
                <a:cubicBezTo>
                  <a:pt x="893" y="1041"/>
                  <a:pt x="925" y="1009"/>
                  <a:pt x="925" y="970"/>
                </a:cubicBezTo>
                <a:lnTo>
                  <a:pt x="925" y="73"/>
                </a:lnTo>
                <a:cubicBezTo>
                  <a:pt x="925" y="33"/>
                  <a:pt x="893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9"/>
          <p:cNvSpPr/>
          <p:nvPr/>
        </p:nvSpPr>
        <p:spPr>
          <a:xfrm>
            <a:off x="6277883" y="1950953"/>
            <a:ext cx="34457" cy="39524"/>
          </a:xfrm>
          <a:custGeom>
            <a:rect b="b" l="l" r="r" t="t"/>
            <a:pathLst>
              <a:path extrusionOk="0" h="897" w="782">
                <a:moveTo>
                  <a:pt x="1" y="0"/>
                </a:moveTo>
                <a:lnTo>
                  <a:pt x="1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9"/>
          <p:cNvSpPr/>
          <p:nvPr/>
        </p:nvSpPr>
        <p:spPr>
          <a:xfrm>
            <a:off x="6274754" y="1947692"/>
            <a:ext cx="40758" cy="45913"/>
          </a:xfrm>
          <a:custGeom>
            <a:rect b="b" l="l" r="r" t="t"/>
            <a:pathLst>
              <a:path extrusionOk="0" h="1042" w="925">
                <a:moveTo>
                  <a:pt x="781" y="146"/>
                </a:moveTo>
                <a:lnTo>
                  <a:pt x="781" y="899"/>
                </a:lnTo>
                <a:lnTo>
                  <a:pt x="143" y="899"/>
                </a:lnTo>
                <a:lnTo>
                  <a:pt x="143" y="146"/>
                </a:lnTo>
                <a:close/>
                <a:moveTo>
                  <a:pt x="72" y="1"/>
                </a:moveTo>
                <a:cubicBezTo>
                  <a:pt x="32" y="1"/>
                  <a:pt x="0" y="33"/>
                  <a:pt x="0" y="73"/>
                </a:cubicBezTo>
                <a:lnTo>
                  <a:pt x="0" y="970"/>
                </a:lnTo>
                <a:cubicBezTo>
                  <a:pt x="0" y="1009"/>
                  <a:pt x="32" y="1041"/>
                  <a:pt x="72" y="1041"/>
                </a:cubicBezTo>
                <a:lnTo>
                  <a:pt x="853" y="1041"/>
                </a:lnTo>
                <a:cubicBezTo>
                  <a:pt x="891" y="1041"/>
                  <a:pt x="923" y="1009"/>
                  <a:pt x="924" y="970"/>
                </a:cubicBezTo>
                <a:lnTo>
                  <a:pt x="924" y="73"/>
                </a:lnTo>
                <a:cubicBezTo>
                  <a:pt x="924" y="33"/>
                  <a:pt x="892" y="1"/>
                  <a:pt x="853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9"/>
          <p:cNvSpPr/>
          <p:nvPr/>
        </p:nvSpPr>
        <p:spPr>
          <a:xfrm>
            <a:off x="6312295" y="1950953"/>
            <a:ext cx="34501" cy="39524"/>
          </a:xfrm>
          <a:custGeom>
            <a:rect b="b" l="l" r="r" t="t"/>
            <a:pathLst>
              <a:path extrusionOk="0" h="897" w="783">
                <a:moveTo>
                  <a:pt x="1" y="0"/>
                </a:moveTo>
                <a:lnTo>
                  <a:pt x="1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9"/>
          <p:cNvSpPr/>
          <p:nvPr/>
        </p:nvSpPr>
        <p:spPr>
          <a:xfrm>
            <a:off x="6309079" y="1947692"/>
            <a:ext cx="40802" cy="45913"/>
          </a:xfrm>
          <a:custGeom>
            <a:rect b="b" l="l" r="r" t="t"/>
            <a:pathLst>
              <a:path extrusionOk="0" h="1042" w="926">
                <a:moveTo>
                  <a:pt x="783" y="146"/>
                </a:moveTo>
                <a:lnTo>
                  <a:pt x="783" y="899"/>
                </a:lnTo>
                <a:lnTo>
                  <a:pt x="144" y="899"/>
                </a:lnTo>
                <a:lnTo>
                  <a:pt x="144" y="146"/>
                </a:lnTo>
                <a:close/>
                <a:moveTo>
                  <a:pt x="73" y="1"/>
                </a:moveTo>
                <a:cubicBezTo>
                  <a:pt x="33" y="1"/>
                  <a:pt x="1" y="33"/>
                  <a:pt x="1" y="73"/>
                </a:cubicBezTo>
                <a:lnTo>
                  <a:pt x="1" y="970"/>
                </a:lnTo>
                <a:cubicBezTo>
                  <a:pt x="1" y="1009"/>
                  <a:pt x="33" y="1041"/>
                  <a:pt x="73" y="1041"/>
                </a:cubicBezTo>
                <a:lnTo>
                  <a:pt x="854" y="1041"/>
                </a:lnTo>
                <a:cubicBezTo>
                  <a:pt x="894" y="1041"/>
                  <a:pt x="926" y="1009"/>
                  <a:pt x="926" y="970"/>
                </a:cubicBezTo>
                <a:lnTo>
                  <a:pt x="926" y="73"/>
                </a:lnTo>
                <a:cubicBezTo>
                  <a:pt x="926" y="33"/>
                  <a:pt x="894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9"/>
          <p:cNvSpPr/>
          <p:nvPr/>
        </p:nvSpPr>
        <p:spPr>
          <a:xfrm>
            <a:off x="5320138" y="2027137"/>
            <a:ext cx="88830" cy="147477"/>
          </a:xfrm>
          <a:custGeom>
            <a:rect b="b" l="l" r="r" t="t"/>
            <a:pathLst>
              <a:path extrusionOk="0" h="3347" w="2016">
                <a:moveTo>
                  <a:pt x="0" y="0"/>
                </a:moveTo>
                <a:lnTo>
                  <a:pt x="0" y="3346"/>
                </a:lnTo>
                <a:lnTo>
                  <a:pt x="2016" y="3346"/>
                </a:lnTo>
                <a:lnTo>
                  <a:pt x="2016" y="0"/>
                </a:ln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9"/>
          <p:cNvSpPr/>
          <p:nvPr/>
        </p:nvSpPr>
        <p:spPr>
          <a:xfrm>
            <a:off x="5342082" y="1942361"/>
            <a:ext cx="34501" cy="39568"/>
          </a:xfrm>
          <a:custGeom>
            <a:rect b="b" l="l" r="r" t="t"/>
            <a:pathLst>
              <a:path extrusionOk="0" h="898" w="783">
                <a:moveTo>
                  <a:pt x="1" y="1"/>
                </a:moveTo>
                <a:lnTo>
                  <a:pt x="1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9"/>
          <p:cNvSpPr/>
          <p:nvPr/>
        </p:nvSpPr>
        <p:spPr>
          <a:xfrm>
            <a:off x="5338909" y="1939188"/>
            <a:ext cx="40802" cy="45825"/>
          </a:xfrm>
          <a:custGeom>
            <a:rect b="b" l="l" r="r" t="t"/>
            <a:pathLst>
              <a:path extrusionOk="0" h="1040" w="926">
                <a:moveTo>
                  <a:pt x="783" y="143"/>
                </a:moveTo>
                <a:lnTo>
                  <a:pt x="783" y="897"/>
                </a:lnTo>
                <a:lnTo>
                  <a:pt x="144" y="897"/>
                </a:lnTo>
                <a:lnTo>
                  <a:pt x="144" y="143"/>
                </a:lnTo>
                <a:close/>
                <a:moveTo>
                  <a:pt x="73" y="0"/>
                </a:moveTo>
                <a:cubicBezTo>
                  <a:pt x="34" y="0"/>
                  <a:pt x="1" y="32"/>
                  <a:pt x="1" y="72"/>
                </a:cubicBezTo>
                <a:lnTo>
                  <a:pt x="1" y="968"/>
                </a:lnTo>
                <a:cubicBezTo>
                  <a:pt x="1" y="1008"/>
                  <a:pt x="34" y="1040"/>
                  <a:pt x="73" y="1040"/>
                </a:cubicBezTo>
                <a:lnTo>
                  <a:pt x="854" y="1040"/>
                </a:lnTo>
                <a:cubicBezTo>
                  <a:pt x="894" y="1040"/>
                  <a:pt x="925" y="1008"/>
                  <a:pt x="926" y="968"/>
                </a:cubicBezTo>
                <a:lnTo>
                  <a:pt x="926" y="72"/>
                </a:lnTo>
                <a:cubicBezTo>
                  <a:pt x="926" y="32"/>
                  <a:pt x="894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9"/>
          <p:cNvSpPr/>
          <p:nvPr/>
        </p:nvSpPr>
        <p:spPr>
          <a:xfrm>
            <a:off x="5376539" y="1942361"/>
            <a:ext cx="34457" cy="39568"/>
          </a:xfrm>
          <a:custGeom>
            <a:rect b="b" l="l" r="r" t="t"/>
            <a:pathLst>
              <a:path extrusionOk="0" h="898" w="782">
                <a:moveTo>
                  <a:pt x="0" y="1"/>
                </a:moveTo>
                <a:lnTo>
                  <a:pt x="0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9"/>
          <p:cNvSpPr/>
          <p:nvPr/>
        </p:nvSpPr>
        <p:spPr>
          <a:xfrm>
            <a:off x="5373322" y="1939188"/>
            <a:ext cx="40802" cy="45825"/>
          </a:xfrm>
          <a:custGeom>
            <a:rect b="b" l="l" r="r" t="t"/>
            <a:pathLst>
              <a:path extrusionOk="0" h="1040" w="926">
                <a:moveTo>
                  <a:pt x="782" y="143"/>
                </a:moveTo>
                <a:lnTo>
                  <a:pt x="782" y="897"/>
                </a:lnTo>
                <a:lnTo>
                  <a:pt x="144" y="897"/>
                </a:lnTo>
                <a:lnTo>
                  <a:pt x="144" y="143"/>
                </a:lnTo>
                <a:close/>
                <a:moveTo>
                  <a:pt x="72" y="0"/>
                </a:moveTo>
                <a:cubicBezTo>
                  <a:pt x="32" y="0"/>
                  <a:pt x="1" y="32"/>
                  <a:pt x="1" y="72"/>
                </a:cubicBezTo>
                <a:lnTo>
                  <a:pt x="1" y="968"/>
                </a:lnTo>
                <a:cubicBezTo>
                  <a:pt x="1" y="1008"/>
                  <a:pt x="32" y="1040"/>
                  <a:pt x="72" y="1040"/>
                </a:cubicBezTo>
                <a:lnTo>
                  <a:pt x="854" y="1040"/>
                </a:lnTo>
                <a:cubicBezTo>
                  <a:pt x="893" y="1040"/>
                  <a:pt x="926" y="1008"/>
                  <a:pt x="926" y="968"/>
                </a:cubicBezTo>
                <a:lnTo>
                  <a:pt x="926" y="72"/>
                </a:lnTo>
                <a:cubicBezTo>
                  <a:pt x="926" y="32"/>
                  <a:pt x="893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9"/>
          <p:cNvSpPr/>
          <p:nvPr/>
        </p:nvSpPr>
        <p:spPr>
          <a:xfrm>
            <a:off x="5410863" y="1942361"/>
            <a:ext cx="34501" cy="39568"/>
          </a:xfrm>
          <a:custGeom>
            <a:rect b="b" l="l" r="r" t="t"/>
            <a:pathLst>
              <a:path extrusionOk="0" h="898" w="783">
                <a:moveTo>
                  <a:pt x="1" y="1"/>
                </a:moveTo>
                <a:lnTo>
                  <a:pt x="1" y="897"/>
                </a:lnTo>
                <a:lnTo>
                  <a:pt x="783" y="897"/>
                </a:lnTo>
                <a:lnTo>
                  <a:pt x="7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9"/>
          <p:cNvSpPr/>
          <p:nvPr/>
        </p:nvSpPr>
        <p:spPr>
          <a:xfrm>
            <a:off x="5407735" y="1939188"/>
            <a:ext cx="40802" cy="45825"/>
          </a:xfrm>
          <a:custGeom>
            <a:rect b="b" l="l" r="r" t="t"/>
            <a:pathLst>
              <a:path extrusionOk="0" h="1040" w="926">
                <a:moveTo>
                  <a:pt x="784" y="143"/>
                </a:moveTo>
                <a:lnTo>
                  <a:pt x="784" y="897"/>
                </a:lnTo>
                <a:lnTo>
                  <a:pt x="145" y="897"/>
                </a:lnTo>
                <a:lnTo>
                  <a:pt x="145" y="143"/>
                </a:lnTo>
                <a:close/>
                <a:moveTo>
                  <a:pt x="72" y="0"/>
                </a:moveTo>
                <a:cubicBezTo>
                  <a:pt x="33" y="0"/>
                  <a:pt x="0" y="32"/>
                  <a:pt x="0" y="72"/>
                </a:cubicBezTo>
                <a:lnTo>
                  <a:pt x="0" y="968"/>
                </a:lnTo>
                <a:cubicBezTo>
                  <a:pt x="0" y="1008"/>
                  <a:pt x="33" y="1040"/>
                  <a:pt x="72" y="1040"/>
                </a:cubicBezTo>
                <a:lnTo>
                  <a:pt x="854" y="1040"/>
                </a:lnTo>
                <a:cubicBezTo>
                  <a:pt x="894" y="1040"/>
                  <a:pt x="925" y="1008"/>
                  <a:pt x="925" y="968"/>
                </a:cubicBezTo>
                <a:lnTo>
                  <a:pt x="925" y="72"/>
                </a:lnTo>
                <a:cubicBezTo>
                  <a:pt x="925" y="32"/>
                  <a:pt x="894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9"/>
          <p:cNvSpPr/>
          <p:nvPr/>
        </p:nvSpPr>
        <p:spPr>
          <a:xfrm>
            <a:off x="5445320" y="1942361"/>
            <a:ext cx="34501" cy="39568"/>
          </a:xfrm>
          <a:custGeom>
            <a:rect b="b" l="l" r="r" t="t"/>
            <a:pathLst>
              <a:path extrusionOk="0" h="898" w="783">
                <a:moveTo>
                  <a:pt x="1" y="1"/>
                </a:moveTo>
                <a:lnTo>
                  <a:pt x="1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9"/>
          <p:cNvSpPr/>
          <p:nvPr/>
        </p:nvSpPr>
        <p:spPr>
          <a:xfrm>
            <a:off x="5442192" y="1939188"/>
            <a:ext cx="40758" cy="45825"/>
          </a:xfrm>
          <a:custGeom>
            <a:rect b="b" l="l" r="r" t="t"/>
            <a:pathLst>
              <a:path extrusionOk="0" h="1040" w="925">
                <a:moveTo>
                  <a:pt x="782" y="143"/>
                </a:moveTo>
                <a:lnTo>
                  <a:pt x="782" y="897"/>
                </a:lnTo>
                <a:lnTo>
                  <a:pt x="143" y="897"/>
                </a:lnTo>
                <a:lnTo>
                  <a:pt x="143" y="143"/>
                </a:lnTo>
                <a:close/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lnTo>
                  <a:pt x="0" y="968"/>
                </a:lnTo>
                <a:cubicBezTo>
                  <a:pt x="0" y="1008"/>
                  <a:pt x="32" y="1040"/>
                  <a:pt x="72" y="1040"/>
                </a:cubicBezTo>
                <a:lnTo>
                  <a:pt x="853" y="1040"/>
                </a:lnTo>
                <a:cubicBezTo>
                  <a:pt x="893" y="1040"/>
                  <a:pt x="924" y="1008"/>
                  <a:pt x="925" y="968"/>
                </a:cubicBezTo>
                <a:lnTo>
                  <a:pt x="925" y="72"/>
                </a:lnTo>
                <a:cubicBezTo>
                  <a:pt x="925" y="32"/>
                  <a:pt x="893" y="0"/>
                  <a:pt x="853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9"/>
          <p:cNvSpPr/>
          <p:nvPr/>
        </p:nvSpPr>
        <p:spPr>
          <a:xfrm>
            <a:off x="5342082" y="1980299"/>
            <a:ext cx="34501" cy="39524"/>
          </a:xfrm>
          <a:custGeom>
            <a:rect b="b" l="l" r="r" t="t"/>
            <a:pathLst>
              <a:path extrusionOk="0" h="897" w="783">
                <a:moveTo>
                  <a:pt x="1" y="0"/>
                </a:moveTo>
                <a:lnTo>
                  <a:pt x="1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9"/>
          <p:cNvSpPr/>
          <p:nvPr/>
        </p:nvSpPr>
        <p:spPr>
          <a:xfrm>
            <a:off x="5338909" y="1977082"/>
            <a:ext cx="40802" cy="45869"/>
          </a:xfrm>
          <a:custGeom>
            <a:rect b="b" l="l" r="r" t="t"/>
            <a:pathLst>
              <a:path extrusionOk="0" h="1041" w="926">
                <a:moveTo>
                  <a:pt x="783" y="145"/>
                </a:moveTo>
                <a:lnTo>
                  <a:pt x="783" y="898"/>
                </a:lnTo>
                <a:lnTo>
                  <a:pt x="144" y="898"/>
                </a:lnTo>
                <a:lnTo>
                  <a:pt x="144" y="145"/>
                </a:lnTo>
                <a:close/>
                <a:moveTo>
                  <a:pt x="73" y="1"/>
                </a:moveTo>
                <a:cubicBezTo>
                  <a:pt x="34" y="1"/>
                  <a:pt x="1" y="32"/>
                  <a:pt x="1" y="72"/>
                </a:cubicBezTo>
                <a:lnTo>
                  <a:pt x="1" y="969"/>
                </a:lnTo>
                <a:cubicBezTo>
                  <a:pt x="1" y="1009"/>
                  <a:pt x="34" y="1040"/>
                  <a:pt x="73" y="1040"/>
                </a:cubicBezTo>
                <a:lnTo>
                  <a:pt x="854" y="1040"/>
                </a:lnTo>
                <a:cubicBezTo>
                  <a:pt x="894" y="1040"/>
                  <a:pt x="925" y="1009"/>
                  <a:pt x="926" y="969"/>
                </a:cubicBezTo>
                <a:lnTo>
                  <a:pt x="926" y="72"/>
                </a:lnTo>
                <a:cubicBezTo>
                  <a:pt x="926" y="32"/>
                  <a:pt x="894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9"/>
          <p:cNvSpPr/>
          <p:nvPr/>
        </p:nvSpPr>
        <p:spPr>
          <a:xfrm>
            <a:off x="5376539" y="1980299"/>
            <a:ext cx="34457" cy="39524"/>
          </a:xfrm>
          <a:custGeom>
            <a:rect b="b" l="l" r="r" t="t"/>
            <a:pathLst>
              <a:path extrusionOk="0" h="897" w="782">
                <a:moveTo>
                  <a:pt x="0" y="0"/>
                </a:moveTo>
                <a:lnTo>
                  <a:pt x="0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9"/>
          <p:cNvSpPr/>
          <p:nvPr/>
        </p:nvSpPr>
        <p:spPr>
          <a:xfrm>
            <a:off x="5373322" y="1977082"/>
            <a:ext cx="40802" cy="45869"/>
          </a:xfrm>
          <a:custGeom>
            <a:rect b="b" l="l" r="r" t="t"/>
            <a:pathLst>
              <a:path extrusionOk="0" h="1041" w="926">
                <a:moveTo>
                  <a:pt x="782" y="145"/>
                </a:moveTo>
                <a:lnTo>
                  <a:pt x="782" y="898"/>
                </a:lnTo>
                <a:lnTo>
                  <a:pt x="144" y="898"/>
                </a:lnTo>
                <a:lnTo>
                  <a:pt x="144" y="145"/>
                </a:lnTo>
                <a:close/>
                <a:moveTo>
                  <a:pt x="72" y="1"/>
                </a:moveTo>
                <a:cubicBezTo>
                  <a:pt x="32" y="1"/>
                  <a:pt x="1" y="32"/>
                  <a:pt x="1" y="72"/>
                </a:cubicBezTo>
                <a:lnTo>
                  <a:pt x="1" y="969"/>
                </a:lnTo>
                <a:cubicBezTo>
                  <a:pt x="1" y="1009"/>
                  <a:pt x="32" y="1040"/>
                  <a:pt x="72" y="1040"/>
                </a:cubicBezTo>
                <a:lnTo>
                  <a:pt x="854" y="1040"/>
                </a:lnTo>
                <a:cubicBezTo>
                  <a:pt x="893" y="1040"/>
                  <a:pt x="926" y="1009"/>
                  <a:pt x="926" y="969"/>
                </a:cubicBezTo>
                <a:lnTo>
                  <a:pt x="926" y="72"/>
                </a:lnTo>
                <a:cubicBezTo>
                  <a:pt x="926" y="32"/>
                  <a:pt x="893" y="1"/>
                  <a:pt x="854" y="1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9"/>
          <p:cNvSpPr/>
          <p:nvPr/>
        </p:nvSpPr>
        <p:spPr>
          <a:xfrm>
            <a:off x="5410863" y="1980299"/>
            <a:ext cx="34501" cy="39524"/>
          </a:xfrm>
          <a:custGeom>
            <a:rect b="b" l="l" r="r" t="t"/>
            <a:pathLst>
              <a:path extrusionOk="0" h="897" w="783">
                <a:moveTo>
                  <a:pt x="1" y="0"/>
                </a:moveTo>
                <a:lnTo>
                  <a:pt x="1" y="897"/>
                </a:lnTo>
                <a:lnTo>
                  <a:pt x="783" y="897"/>
                </a:lnTo>
                <a:lnTo>
                  <a:pt x="78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9"/>
          <p:cNvSpPr/>
          <p:nvPr/>
        </p:nvSpPr>
        <p:spPr>
          <a:xfrm>
            <a:off x="5407735" y="1977082"/>
            <a:ext cx="40802" cy="45869"/>
          </a:xfrm>
          <a:custGeom>
            <a:rect b="b" l="l" r="r" t="t"/>
            <a:pathLst>
              <a:path extrusionOk="0" h="1041" w="926">
                <a:moveTo>
                  <a:pt x="784" y="145"/>
                </a:moveTo>
                <a:lnTo>
                  <a:pt x="784" y="898"/>
                </a:lnTo>
                <a:lnTo>
                  <a:pt x="145" y="898"/>
                </a:lnTo>
                <a:lnTo>
                  <a:pt x="145" y="145"/>
                </a:lnTo>
                <a:close/>
                <a:moveTo>
                  <a:pt x="72" y="1"/>
                </a:moveTo>
                <a:cubicBezTo>
                  <a:pt x="33" y="1"/>
                  <a:pt x="0" y="32"/>
                  <a:pt x="0" y="72"/>
                </a:cubicBezTo>
                <a:lnTo>
                  <a:pt x="0" y="969"/>
                </a:lnTo>
                <a:cubicBezTo>
                  <a:pt x="0" y="1009"/>
                  <a:pt x="33" y="1040"/>
                  <a:pt x="72" y="1040"/>
                </a:cubicBezTo>
                <a:lnTo>
                  <a:pt x="854" y="1040"/>
                </a:lnTo>
                <a:cubicBezTo>
                  <a:pt x="894" y="1040"/>
                  <a:pt x="925" y="1009"/>
                  <a:pt x="925" y="969"/>
                </a:cubicBezTo>
                <a:lnTo>
                  <a:pt x="925" y="72"/>
                </a:lnTo>
                <a:cubicBezTo>
                  <a:pt x="925" y="32"/>
                  <a:pt x="894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9"/>
          <p:cNvSpPr/>
          <p:nvPr/>
        </p:nvSpPr>
        <p:spPr>
          <a:xfrm>
            <a:off x="5445320" y="1980299"/>
            <a:ext cx="34501" cy="39524"/>
          </a:xfrm>
          <a:custGeom>
            <a:rect b="b" l="l" r="r" t="t"/>
            <a:pathLst>
              <a:path extrusionOk="0" h="897" w="783">
                <a:moveTo>
                  <a:pt x="1" y="0"/>
                </a:moveTo>
                <a:lnTo>
                  <a:pt x="1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9"/>
          <p:cNvSpPr/>
          <p:nvPr/>
        </p:nvSpPr>
        <p:spPr>
          <a:xfrm>
            <a:off x="5442192" y="1977082"/>
            <a:ext cx="40758" cy="45869"/>
          </a:xfrm>
          <a:custGeom>
            <a:rect b="b" l="l" r="r" t="t"/>
            <a:pathLst>
              <a:path extrusionOk="0" h="1041" w="925">
                <a:moveTo>
                  <a:pt x="782" y="145"/>
                </a:moveTo>
                <a:lnTo>
                  <a:pt x="782" y="898"/>
                </a:lnTo>
                <a:lnTo>
                  <a:pt x="143" y="898"/>
                </a:lnTo>
                <a:lnTo>
                  <a:pt x="143" y="145"/>
                </a:lnTo>
                <a:close/>
                <a:moveTo>
                  <a:pt x="72" y="1"/>
                </a:moveTo>
                <a:cubicBezTo>
                  <a:pt x="32" y="1"/>
                  <a:pt x="0" y="32"/>
                  <a:pt x="0" y="72"/>
                </a:cubicBezTo>
                <a:lnTo>
                  <a:pt x="0" y="969"/>
                </a:lnTo>
                <a:cubicBezTo>
                  <a:pt x="0" y="1009"/>
                  <a:pt x="32" y="1040"/>
                  <a:pt x="72" y="1040"/>
                </a:cubicBezTo>
                <a:lnTo>
                  <a:pt x="853" y="1040"/>
                </a:lnTo>
                <a:cubicBezTo>
                  <a:pt x="893" y="1040"/>
                  <a:pt x="924" y="1009"/>
                  <a:pt x="925" y="969"/>
                </a:cubicBezTo>
                <a:lnTo>
                  <a:pt x="925" y="72"/>
                </a:lnTo>
                <a:cubicBezTo>
                  <a:pt x="925" y="32"/>
                  <a:pt x="893" y="1"/>
                  <a:pt x="853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9"/>
          <p:cNvSpPr/>
          <p:nvPr/>
        </p:nvSpPr>
        <p:spPr>
          <a:xfrm>
            <a:off x="5342082" y="2018193"/>
            <a:ext cx="34501" cy="39612"/>
          </a:xfrm>
          <a:custGeom>
            <a:rect b="b" l="l" r="r" t="t"/>
            <a:pathLst>
              <a:path extrusionOk="0" h="899" w="783">
                <a:moveTo>
                  <a:pt x="1" y="1"/>
                </a:moveTo>
                <a:lnTo>
                  <a:pt x="1" y="898"/>
                </a:lnTo>
                <a:lnTo>
                  <a:pt x="782" y="898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9"/>
          <p:cNvSpPr/>
          <p:nvPr/>
        </p:nvSpPr>
        <p:spPr>
          <a:xfrm>
            <a:off x="5338909" y="2015064"/>
            <a:ext cx="40802" cy="45781"/>
          </a:xfrm>
          <a:custGeom>
            <a:rect b="b" l="l" r="r" t="t"/>
            <a:pathLst>
              <a:path extrusionOk="0" h="1039" w="926">
                <a:moveTo>
                  <a:pt x="783" y="143"/>
                </a:moveTo>
                <a:lnTo>
                  <a:pt x="783" y="898"/>
                </a:lnTo>
                <a:lnTo>
                  <a:pt x="144" y="898"/>
                </a:lnTo>
                <a:lnTo>
                  <a:pt x="144" y="143"/>
                </a:lnTo>
                <a:close/>
                <a:moveTo>
                  <a:pt x="73" y="0"/>
                </a:moveTo>
                <a:cubicBezTo>
                  <a:pt x="34" y="0"/>
                  <a:pt x="1" y="32"/>
                  <a:pt x="1" y="72"/>
                </a:cubicBezTo>
                <a:lnTo>
                  <a:pt x="1" y="967"/>
                </a:lnTo>
                <a:cubicBezTo>
                  <a:pt x="1" y="1007"/>
                  <a:pt x="34" y="1039"/>
                  <a:pt x="73" y="1039"/>
                </a:cubicBezTo>
                <a:lnTo>
                  <a:pt x="854" y="1039"/>
                </a:lnTo>
                <a:cubicBezTo>
                  <a:pt x="894" y="1039"/>
                  <a:pt x="925" y="1007"/>
                  <a:pt x="926" y="967"/>
                </a:cubicBezTo>
                <a:lnTo>
                  <a:pt x="926" y="72"/>
                </a:lnTo>
                <a:cubicBezTo>
                  <a:pt x="926" y="32"/>
                  <a:pt x="894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9"/>
          <p:cNvSpPr/>
          <p:nvPr/>
        </p:nvSpPr>
        <p:spPr>
          <a:xfrm>
            <a:off x="5376539" y="2018193"/>
            <a:ext cx="34457" cy="39612"/>
          </a:xfrm>
          <a:custGeom>
            <a:rect b="b" l="l" r="r" t="t"/>
            <a:pathLst>
              <a:path extrusionOk="0" h="899" w="782">
                <a:moveTo>
                  <a:pt x="0" y="1"/>
                </a:moveTo>
                <a:lnTo>
                  <a:pt x="0" y="898"/>
                </a:lnTo>
                <a:lnTo>
                  <a:pt x="782" y="898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9"/>
          <p:cNvSpPr/>
          <p:nvPr/>
        </p:nvSpPr>
        <p:spPr>
          <a:xfrm>
            <a:off x="5373322" y="2015064"/>
            <a:ext cx="40802" cy="45781"/>
          </a:xfrm>
          <a:custGeom>
            <a:rect b="b" l="l" r="r" t="t"/>
            <a:pathLst>
              <a:path extrusionOk="0" h="1039" w="926">
                <a:moveTo>
                  <a:pt x="782" y="143"/>
                </a:moveTo>
                <a:lnTo>
                  <a:pt x="782" y="898"/>
                </a:lnTo>
                <a:lnTo>
                  <a:pt x="144" y="898"/>
                </a:lnTo>
                <a:lnTo>
                  <a:pt x="144" y="143"/>
                </a:lnTo>
                <a:close/>
                <a:moveTo>
                  <a:pt x="72" y="0"/>
                </a:moveTo>
                <a:cubicBezTo>
                  <a:pt x="32" y="0"/>
                  <a:pt x="1" y="32"/>
                  <a:pt x="1" y="72"/>
                </a:cubicBezTo>
                <a:lnTo>
                  <a:pt x="1" y="967"/>
                </a:lnTo>
                <a:cubicBezTo>
                  <a:pt x="1" y="1007"/>
                  <a:pt x="32" y="1039"/>
                  <a:pt x="72" y="1039"/>
                </a:cubicBezTo>
                <a:lnTo>
                  <a:pt x="854" y="1039"/>
                </a:lnTo>
                <a:cubicBezTo>
                  <a:pt x="893" y="1039"/>
                  <a:pt x="926" y="1007"/>
                  <a:pt x="926" y="967"/>
                </a:cubicBezTo>
                <a:lnTo>
                  <a:pt x="926" y="72"/>
                </a:lnTo>
                <a:cubicBezTo>
                  <a:pt x="926" y="32"/>
                  <a:pt x="893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9"/>
          <p:cNvSpPr/>
          <p:nvPr/>
        </p:nvSpPr>
        <p:spPr>
          <a:xfrm>
            <a:off x="5410863" y="2018193"/>
            <a:ext cx="34501" cy="39612"/>
          </a:xfrm>
          <a:custGeom>
            <a:rect b="b" l="l" r="r" t="t"/>
            <a:pathLst>
              <a:path extrusionOk="0" h="899" w="783">
                <a:moveTo>
                  <a:pt x="1" y="1"/>
                </a:moveTo>
                <a:lnTo>
                  <a:pt x="1" y="898"/>
                </a:lnTo>
                <a:lnTo>
                  <a:pt x="783" y="898"/>
                </a:lnTo>
                <a:lnTo>
                  <a:pt x="7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9"/>
          <p:cNvSpPr/>
          <p:nvPr/>
        </p:nvSpPr>
        <p:spPr>
          <a:xfrm>
            <a:off x="5407735" y="2015064"/>
            <a:ext cx="40802" cy="45781"/>
          </a:xfrm>
          <a:custGeom>
            <a:rect b="b" l="l" r="r" t="t"/>
            <a:pathLst>
              <a:path extrusionOk="0" h="1039" w="926">
                <a:moveTo>
                  <a:pt x="784" y="143"/>
                </a:moveTo>
                <a:lnTo>
                  <a:pt x="784" y="898"/>
                </a:lnTo>
                <a:lnTo>
                  <a:pt x="145" y="898"/>
                </a:lnTo>
                <a:lnTo>
                  <a:pt x="145" y="143"/>
                </a:lnTo>
                <a:close/>
                <a:moveTo>
                  <a:pt x="72" y="0"/>
                </a:moveTo>
                <a:cubicBezTo>
                  <a:pt x="33" y="0"/>
                  <a:pt x="0" y="32"/>
                  <a:pt x="0" y="72"/>
                </a:cubicBezTo>
                <a:lnTo>
                  <a:pt x="0" y="967"/>
                </a:lnTo>
                <a:cubicBezTo>
                  <a:pt x="0" y="1007"/>
                  <a:pt x="33" y="1039"/>
                  <a:pt x="72" y="1039"/>
                </a:cubicBezTo>
                <a:lnTo>
                  <a:pt x="854" y="1039"/>
                </a:lnTo>
                <a:cubicBezTo>
                  <a:pt x="894" y="1039"/>
                  <a:pt x="925" y="1007"/>
                  <a:pt x="925" y="967"/>
                </a:cubicBezTo>
                <a:lnTo>
                  <a:pt x="925" y="72"/>
                </a:lnTo>
                <a:cubicBezTo>
                  <a:pt x="925" y="32"/>
                  <a:pt x="894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9"/>
          <p:cNvSpPr/>
          <p:nvPr/>
        </p:nvSpPr>
        <p:spPr>
          <a:xfrm>
            <a:off x="5445320" y="2018193"/>
            <a:ext cx="34501" cy="39612"/>
          </a:xfrm>
          <a:custGeom>
            <a:rect b="b" l="l" r="r" t="t"/>
            <a:pathLst>
              <a:path extrusionOk="0" h="899" w="783">
                <a:moveTo>
                  <a:pt x="1" y="1"/>
                </a:moveTo>
                <a:lnTo>
                  <a:pt x="1" y="898"/>
                </a:lnTo>
                <a:lnTo>
                  <a:pt x="782" y="898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9"/>
          <p:cNvSpPr/>
          <p:nvPr/>
        </p:nvSpPr>
        <p:spPr>
          <a:xfrm>
            <a:off x="5442192" y="2015064"/>
            <a:ext cx="40758" cy="45781"/>
          </a:xfrm>
          <a:custGeom>
            <a:rect b="b" l="l" r="r" t="t"/>
            <a:pathLst>
              <a:path extrusionOk="0" h="1039" w="925">
                <a:moveTo>
                  <a:pt x="782" y="143"/>
                </a:moveTo>
                <a:lnTo>
                  <a:pt x="782" y="898"/>
                </a:lnTo>
                <a:lnTo>
                  <a:pt x="143" y="898"/>
                </a:lnTo>
                <a:lnTo>
                  <a:pt x="143" y="143"/>
                </a:lnTo>
                <a:close/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lnTo>
                  <a:pt x="0" y="967"/>
                </a:lnTo>
                <a:cubicBezTo>
                  <a:pt x="0" y="1007"/>
                  <a:pt x="32" y="1039"/>
                  <a:pt x="72" y="1039"/>
                </a:cubicBezTo>
                <a:lnTo>
                  <a:pt x="853" y="1039"/>
                </a:lnTo>
                <a:cubicBezTo>
                  <a:pt x="893" y="1039"/>
                  <a:pt x="924" y="1007"/>
                  <a:pt x="925" y="967"/>
                </a:cubicBezTo>
                <a:lnTo>
                  <a:pt x="925" y="72"/>
                </a:lnTo>
                <a:cubicBezTo>
                  <a:pt x="925" y="32"/>
                  <a:pt x="893" y="0"/>
                  <a:pt x="853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9"/>
          <p:cNvSpPr/>
          <p:nvPr/>
        </p:nvSpPr>
        <p:spPr>
          <a:xfrm>
            <a:off x="5342082" y="2056175"/>
            <a:ext cx="34501" cy="39524"/>
          </a:xfrm>
          <a:custGeom>
            <a:rect b="b" l="l" r="r" t="t"/>
            <a:pathLst>
              <a:path extrusionOk="0" h="897" w="783">
                <a:moveTo>
                  <a:pt x="1" y="0"/>
                </a:moveTo>
                <a:lnTo>
                  <a:pt x="1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9"/>
          <p:cNvSpPr/>
          <p:nvPr/>
        </p:nvSpPr>
        <p:spPr>
          <a:xfrm>
            <a:off x="5338909" y="2053002"/>
            <a:ext cx="40802" cy="45825"/>
          </a:xfrm>
          <a:custGeom>
            <a:rect b="b" l="l" r="r" t="t"/>
            <a:pathLst>
              <a:path extrusionOk="0" h="1040" w="926">
                <a:moveTo>
                  <a:pt x="783" y="144"/>
                </a:moveTo>
                <a:lnTo>
                  <a:pt x="783" y="897"/>
                </a:lnTo>
                <a:lnTo>
                  <a:pt x="144" y="897"/>
                </a:lnTo>
                <a:lnTo>
                  <a:pt x="144" y="144"/>
                </a:lnTo>
                <a:close/>
                <a:moveTo>
                  <a:pt x="73" y="1"/>
                </a:moveTo>
                <a:cubicBezTo>
                  <a:pt x="34" y="1"/>
                  <a:pt x="1" y="32"/>
                  <a:pt x="1" y="72"/>
                </a:cubicBezTo>
                <a:lnTo>
                  <a:pt x="1" y="968"/>
                </a:lnTo>
                <a:cubicBezTo>
                  <a:pt x="1" y="1007"/>
                  <a:pt x="34" y="1039"/>
                  <a:pt x="73" y="1039"/>
                </a:cubicBezTo>
                <a:lnTo>
                  <a:pt x="854" y="1039"/>
                </a:lnTo>
                <a:cubicBezTo>
                  <a:pt x="894" y="1039"/>
                  <a:pt x="925" y="1007"/>
                  <a:pt x="926" y="968"/>
                </a:cubicBezTo>
                <a:lnTo>
                  <a:pt x="926" y="72"/>
                </a:lnTo>
                <a:cubicBezTo>
                  <a:pt x="926" y="32"/>
                  <a:pt x="894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9"/>
          <p:cNvSpPr/>
          <p:nvPr/>
        </p:nvSpPr>
        <p:spPr>
          <a:xfrm>
            <a:off x="5376539" y="2056175"/>
            <a:ext cx="34457" cy="39524"/>
          </a:xfrm>
          <a:custGeom>
            <a:rect b="b" l="l" r="r" t="t"/>
            <a:pathLst>
              <a:path extrusionOk="0" h="897" w="782">
                <a:moveTo>
                  <a:pt x="0" y="0"/>
                </a:moveTo>
                <a:lnTo>
                  <a:pt x="0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9"/>
          <p:cNvSpPr/>
          <p:nvPr/>
        </p:nvSpPr>
        <p:spPr>
          <a:xfrm>
            <a:off x="5373322" y="2053002"/>
            <a:ext cx="40802" cy="45825"/>
          </a:xfrm>
          <a:custGeom>
            <a:rect b="b" l="l" r="r" t="t"/>
            <a:pathLst>
              <a:path extrusionOk="0" h="1040" w="926">
                <a:moveTo>
                  <a:pt x="782" y="144"/>
                </a:moveTo>
                <a:lnTo>
                  <a:pt x="782" y="897"/>
                </a:lnTo>
                <a:lnTo>
                  <a:pt x="144" y="897"/>
                </a:lnTo>
                <a:lnTo>
                  <a:pt x="144" y="144"/>
                </a:lnTo>
                <a:close/>
                <a:moveTo>
                  <a:pt x="72" y="1"/>
                </a:moveTo>
                <a:cubicBezTo>
                  <a:pt x="32" y="1"/>
                  <a:pt x="1" y="32"/>
                  <a:pt x="1" y="72"/>
                </a:cubicBezTo>
                <a:lnTo>
                  <a:pt x="1" y="968"/>
                </a:lnTo>
                <a:cubicBezTo>
                  <a:pt x="1" y="1007"/>
                  <a:pt x="32" y="1039"/>
                  <a:pt x="72" y="1039"/>
                </a:cubicBezTo>
                <a:lnTo>
                  <a:pt x="854" y="1039"/>
                </a:lnTo>
                <a:cubicBezTo>
                  <a:pt x="893" y="1039"/>
                  <a:pt x="926" y="1007"/>
                  <a:pt x="926" y="968"/>
                </a:cubicBezTo>
                <a:lnTo>
                  <a:pt x="926" y="72"/>
                </a:lnTo>
                <a:cubicBezTo>
                  <a:pt x="926" y="32"/>
                  <a:pt x="893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9"/>
          <p:cNvSpPr/>
          <p:nvPr/>
        </p:nvSpPr>
        <p:spPr>
          <a:xfrm>
            <a:off x="5410863" y="2056175"/>
            <a:ext cx="34501" cy="39524"/>
          </a:xfrm>
          <a:custGeom>
            <a:rect b="b" l="l" r="r" t="t"/>
            <a:pathLst>
              <a:path extrusionOk="0" h="897" w="783">
                <a:moveTo>
                  <a:pt x="1" y="0"/>
                </a:moveTo>
                <a:lnTo>
                  <a:pt x="1" y="897"/>
                </a:lnTo>
                <a:lnTo>
                  <a:pt x="783" y="897"/>
                </a:lnTo>
                <a:lnTo>
                  <a:pt x="78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9"/>
          <p:cNvSpPr/>
          <p:nvPr/>
        </p:nvSpPr>
        <p:spPr>
          <a:xfrm>
            <a:off x="5407735" y="2053002"/>
            <a:ext cx="40802" cy="45825"/>
          </a:xfrm>
          <a:custGeom>
            <a:rect b="b" l="l" r="r" t="t"/>
            <a:pathLst>
              <a:path extrusionOk="0" h="1040" w="926">
                <a:moveTo>
                  <a:pt x="784" y="144"/>
                </a:moveTo>
                <a:lnTo>
                  <a:pt x="784" y="897"/>
                </a:lnTo>
                <a:lnTo>
                  <a:pt x="145" y="897"/>
                </a:lnTo>
                <a:lnTo>
                  <a:pt x="145" y="144"/>
                </a:lnTo>
                <a:close/>
                <a:moveTo>
                  <a:pt x="72" y="1"/>
                </a:moveTo>
                <a:cubicBezTo>
                  <a:pt x="33" y="1"/>
                  <a:pt x="0" y="32"/>
                  <a:pt x="0" y="72"/>
                </a:cubicBezTo>
                <a:lnTo>
                  <a:pt x="0" y="968"/>
                </a:lnTo>
                <a:cubicBezTo>
                  <a:pt x="0" y="1007"/>
                  <a:pt x="33" y="1039"/>
                  <a:pt x="72" y="1039"/>
                </a:cubicBezTo>
                <a:lnTo>
                  <a:pt x="854" y="1039"/>
                </a:lnTo>
                <a:cubicBezTo>
                  <a:pt x="894" y="1039"/>
                  <a:pt x="925" y="1007"/>
                  <a:pt x="925" y="968"/>
                </a:cubicBezTo>
                <a:lnTo>
                  <a:pt x="925" y="72"/>
                </a:lnTo>
                <a:cubicBezTo>
                  <a:pt x="925" y="32"/>
                  <a:pt x="894" y="1"/>
                  <a:pt x="854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9"/>
          <p:cNvSpPr/>
          <p:nvPr/>
        </p:nvSpPr>
        <p:spPr>
          <a:xfrm>
            <a:off x="5445320" y="2056175"/>
            <a:ext cx="34501" cy="39524"/>
          </a:xfrm>
          <a:custGeom>
            <a:rect b="b" l="l" r="r" t="t"/>
            <a:pathLst>
              <a:path extrusionOk="0" h="897" w="783">
                <a:moveTo>
                  <a:pt x="1" y="0"/>
                </a:moveTo>
                <a:lnTo>
                  <a:pt x="1" y="897"/>
                </a:lnTo>
                <a:lnTo>
                  <a:pt x="782" y="89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9"/>
          <p:cNvSpPr/>
          <p:nvPr/>
        </p:nvSpPr>
        <p:spPr>
          <a:xfrm>
            <a:off x="5442192" y="2053002"/>
            <a:ext cx="40758" cy="45825"/>
          </a:xfrm>
          <a:custGeom>
            <a:rect b="b" l="l" r="r" t="t"/>
            <a:pathLst>
              <a:path extrusionOk="0" h="1040" w="925">
                <a:moveTo>
                  <a:pt x="782" y="144"/>
                </a:moveTo>
                <a:lnTo>
                  <a:pt x="782" y="897"/>
                </a:lnTo>
                <a:lnTo>
                  <a:pt x="143" y="897"/>
                </a:lnTo>
                <a:lnTo>
                  <a:pt x="143" y="144"/>
                </a:lnTo>
                <a:close/>
                <a:moveTo>
                  <a:pt x="72" y="1"/>
                </a:moveTo>
                <a:cubicBezTo>
                  <a:pt x="32" y="1"/>
                  <a:pt x="0" y="32"/>
                  <a:pt x="0" y="72"/>
                </a:cubicBezTo>
                <a:lnTo>
                  <a:pt x="0" y="968"/>
                </a:lnTo>
                <a:cubicBezTo>
                  <a:pt x="0" y="1007"/>
                  <a:pt x="32" y="1039"/>
                  <a:pt x="72" y="1039"/>
                </a:cubicBezTo>
                <a:lnTo>
                  <a:pt x="853" y="1039"/>
                </a:lnTo>
                <a:cubicBezTo>
                  <a:pt x="893" y="1039"/>
                  <a:pt x="924" y="1007"/>
                  <a:pt x="925" y="968"/>
                </a:cubicBezTo>
                <a:lnTo>
                  <a:pt x="925" y="72"/>
                </a:lnTo>
                <a:cubicBezTo>
                  <a:pt x="925" y="32"/>
                  <a:pt x="893" y="1"/>
                  <a:pt x="853" y="1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9"/>
          <p:cNvSpPr/>
          <p:nvPr/>
        </p:nvSpPr>
        <p:spPr>
          <a:xfrm>
            <a:off x="5342082" y="2094069"/>
            <a:ext cx="34501" cy="39568"/>
          </a:xfrm>
          <a:custGeom>
            <a:rect b="b" l="l" r="r" t="t"/>
            <a:pathLst>
              <a:path extrusionOk="0" h="898" w="783">
                <a:moveTo>
                  <a:pt x="1" y="1"/>
                </a:moveTo>
                <a:lnTo>
                  <a:pt x="1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9"/>
          <p:cNvSpPr/>
          <p:nvPr/>
        </p:nvSpPr>
        <p:spPr>
          <a:xfrm>
            <a:off x="5338909" y="2090940"/>
            <a:ext cx="40802" cy="45781"/>
          </a:xfrm>
          <a:custGeom>
            <a:rect b="b" l="l" r="r" t="t"/>
            <a:pathLst>
              <a:path extrusionOk="0" h="1039" w="926">
                <a:moveTo>
                  <a:pt x="783" y="144"/>
                </a:moveTo>
                <a:lnTo>
                  <a:pt x="783" y="897"/>
                </a:lnTo>
                <a:lnTo>
                  <a:pt x="144" y="897"/>
                </a:lnTo>
                <a:lnTo>
                  <a:pt x="144" y="144"/>
                </a:lnTo>
                <a:close/>
                <a:moveTo>
                  <a:pt x="73" y="0"/>
                </a:moveTo>
                <a:cubicBezTo>
                  <a:pt x="34" y="0"/>
                  <a:pt x="1" y="32"/>
                  <a:pt x="1" y="72"/>
                </a:cubicBezTo>
                <a:lnTo>
                  <a:pt x="1" y="967"/>
                </a:lnTo>
                <a:cubicBezTo>
                  <a:pt x="1" y="1007"/>
                  <a:pt x="34" y="1039"/>
                  <a:pt x="73" y="1039"/>
                </a:cubicBezTo>
                <a:lnTo>
                  <a:pt x="854" y="1039"/>
                </a:lnTo>
                <a:cubicBezTo>
                  <a:pt x="894" y="1039"/>
                  <a:pt x="925" y="1007"/>
                  <a:pt x="926" y="967"/>
                </a:cubicBezTo>
                <a:lnTo>
                  <a:pt x="926" y="72"/>
                </a:lnTo>
                <a:cubicBezTo>
                  <a:pt x="926" y="32"/>
                  <a:pt x="894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9"/>
          <p:cNvSpPr/>
          <p:nvPr/>
        </p:nvSpPr>
        <p:spPr>
          <a:xfrm>
            <a:off x="5376539" y="2094069"/>
            <a:ext cx="34457" cy="39568"/>
          </a:xfrm>
          <a:custGeom>
            <a:rect b="b" l="l" r="r" t="t"/>
            <a:pathLst>
              <a:path extrusionOk="0" h="898" w="782">
                <a:moveTo>
                  <a:pt x="0" y="1"/>
                </a:moveTo>
                <a:lnTo>
                  <a:pt x="0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9"/>
          <p:cNvSpPr/>
          <p:nvPr/>
        </p:nvSpPr>
        <p:spPr>
          <a:xfrm>
            <a:off x="5373322" y="2090940"/>
            <a:ext cx="40802" cy="45781"/>
          </a:xfrm>
          <a:custGeom>
            <a:rect b="b" l="l" r="r" t="t"/>
            <a:pathLst>
              <a:path extrusionOk="0" h="1039" w="926">
                <a:moveTo>
                  <a:pt x="782" y="144"/>
                </a:moveTo>
                <a:lnTo>
                  <a:pt x="782" y="897"/>
                </a:lnTo>
                <a:lnTo>
                  <a:pt x="144" y="897"/>
                </a:lnTo>
                <a:lnTo>
                  <a:pt x="144" y="144"/>
                </a:lnTo>
                <a:close/>
                <a:moveTo>
                  <a:pt x="72" y="0"/>
                </a:moveTo>
                <a:cubicBezTo>
                  <a:pt x="32" y="0"/>
                  <a:pt x="1" y="32"/>
                  <a:pt x="1" y="72"/>
                </a:cubicBezTo>
                <a:lnTo>
                  <a:pt x="1" y="967"/>
                </a:lnTo>
                <a:cubicBezTo>
                  <a:pt x="1" y="1007"/>
                  <a:pt x="32" y="1039"/>
                  <a:pt x="72" y="1039"/>
                </a:cubicBezTo>
                <a:lnTo>
                  <a:pt x="854" y="1039"/>
                </a:lnTo>
                <a:cubicBezTo>
                  <a:pt x="893" y="1039"/>
                  <a:pt x="926" y="1007"/>
                  <a:pt x="926" y="967"/>
                </a:cubicBezTo>
                <a:lnTo>
                  <a:pt x="926" y="72"/>
                </a:lnTo>
                <a:cubicBezTo>
                  <a:pt x="926" y="32"/>
                  <a:pt x="893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9"/>
          <p:cNvSpPr/>
          <p:nvPr/>
        </p:nvSpPr>
        <p:spPr>
          <a:xfrm>
            <a:off x="5410863" y="2094069"/>
            <a:ext cx="34501" cy="39568"/>
          </a:xfrm>
          <a:custGeom>
            <a:rect b="b" l="l" r="r" t="t"/>
            <a:pathLst>
              <a:path extrusionOk="0" h="898" w="783">
                <a:moveTo>
                  <a:pt x="1" y="1"/>
                </a:moveTo>
                <a:lnTo>
                  <a:pt x="1" y="897"/>
                </a:lnTo>
                <a:lnTo>
                  <a:pt x="783" y="897"/>
                </a:lnTo>
                <a:lnTo>
                  <a:pt x="7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9"/>
          <p:cNvSpPr/>
          <p:nvPr/>
        </p:nvSpPr>
        <p:spPr>
          <a:xfrm>
            <a:off x="5407735" y="2090940"/>
            <a:ext cx="40802" cy="45781"/>
          </a:xfrm>
          <a:custGeom>
            <a:rect b="b" l="l" r="r" t="t"/>
            <a:pathLst>
              <a:path extrusionOk="0" h="1039" w="926">
                <a:moveTo>
                  <a:pt x="784" y="144"/>
                </a:moveTo>
                <a:lnTo>
                  <a:pt x="784" y="897"/>
                </a:lnTo>
                <a:lnTo>
                  <a:pt x="145" y="897"/>
                </a:lnTo>
                <a:lnTo>
                  <a:pt x="145" y="144"/>
                </a:lnTo>
                <a:close/>
                <a:moveTo>
                  <a:pt x="72" y="0"/>
                </a:moveTo>
                <a:cubicBezTo>
                  <a:pt x="33" y="0"/>
                  <a:pt x="0" y="32"/>
                  <a:pt x="0" y="72"/>
                </a:cubicBezTo>
                <a:lnTo>
                  <a:pt x="0" y="967"/>
                </a:lnTo>
                <a:cubicBezTo>
                  <a:pt x="0" y="1007"/>
                  <a:pt x="33" y="1039"/>
                  <a:pt x="72" y="1039"/>
                </a:cubicBezTo>
                <a:lnTo>
                  <a:pt x="854" y="1039"/>
                </a:lnTo>
                <a:cubicBezTo>
                  <a:pt x="894" y="1039"/>
                  <a:pt x="925" y="1007"/>
                  <a:pt x="925" y="967"/>
                </a:cubicBezTo>
                <a:lnTo>
                  <a:pt x="925" y="72"/>
                </a:lnTo>
                <a:cubicBezTo>
                  <a:pt x="925" y="32"/>
                  <a:pt x="894" y="0"/>
                  <a:pt x="854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9"/>
          <p:cNvSpPr/>
          <p:nvPr/>
        </p:nvSpPr>
        <p:spPr>
          <a:xfrm>
            <a:off x="5445320" y="2094069"/>
            <a:ext cx="34501" cy="39568"/>
          </a:xfrm>
          <a:custGeom>
            <a:rect b="b" l="l" r="r" t="t"/>
            <a:pathLst>
              <a:path extrusionOk="0" h="898" w="783">
                <a:moveTo>
                  <a:pt x="1" y="1"/>
                </a:moveTo>
                <a:lnTo>
                  <a:pt x="1" y="897"/>
                </a:lnTo>
                <a:lnTo>
                  <a:pt x="782" y="897"/>
                </a:lnTo>
                <a:lnTo>
                  <a:pt x="7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9"/>
          <p:cNvSpPr/>
          <p:nvPr/>
        </p:nvSpPr>
        <p:spPr>
          <a:xfrm>
            <a:off x="5442192" y="2090940"/>
            <a:ext cx="40758" cy="45781"/>
          </a:xfrm>
          <a:custGeom>
            <a:rect b="b" l="l" r="r" t="t"/>
            <a:pathLst>
              <a:path extrusionOk="0" h="1039" w="925">
                <a:moveTo>
                  <a:pt x="782" y="144"/>
                </a:moveTo>
                <a:lnTo>
                  <a:pt x="782" y="897"/>
                </a:lnTo>
                <a:lnTo>
                  <a:pt x="143" y="897"/>
                </a:lnTo>
                <a:lnTo>
                  <a:pt x="143" y="144"/>
                </a:lnTo>
                <a:close/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lnTo>
                  <a:pt x="0" y="967"/>
                </a:lnTo>
                <a:cubicBezTo>
                  <a:pt x="0" y="1007"/>
                  <a:pt x="32" y="1039"/>
                  <a:pt x="72" y="1039"/>
                </a:cubicBezTo>
                <a:lnTo>
                  <a:pt x="853" y="1039"/>
                </a:lnTo>
                <a:cubicBezTo>
                  <a:pt x="893" y="1039"/>
                  <a:pt x="924" y="1007"/>
                  <a:pt x="925" y="967"/>
                </a:cubicBezTo>
                <a:lnTo>
                  <a:pt x="925" y="72"/>
                </a:lnTo>
                <a:cubicBezTo>
                  <a:pt x="925" y="32"/>
                  <a:pt x="893" y="0"/>
                  <a:pt x="853" y="0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9"/>
          <p:cNvSpPr/>
          <p:nvPr/>
        </p:nvSpPr>
        <p:spPr>
          <a:xfrm>
            <a:off x="5514278" y="2073447"/>
            <a:ext cx="426569" cy="383608"/>
          </a:xfrm>
          <a:custGeom>
            <a:rect b="b" l="l" r="r" t="t"/>
            <a:pathLst>
              <a:path extrusionOk="0" h="8706" w="9681">
                <a:moveTo>
                  <a:pt x="0" y="0"/>
                </a:moveTo>
                <a:lnTo>
                  <a:pt x="0" y="8706"/>
                </a:lnTo>
                <a:lnTo>
                  <a:pt x="9680" y="8706"/>
                </a:lnTo>
                <a:lnTo>
                  <a:pt x="968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9"/>
          <p:cNvSpPr/>
          <p:nvPr/>
        </p:nvSpPr>
        <p:spPr>
          <a:xfrm>
            <a:off x="6009630" y="2337956"/>
            <a:ext cx="304913" cy="119101"/>
          </a:xfrm>
          <a:custGeom>
            <a:rect b="b" l="l" r="r" t="t"/>
            <a:pathLst>
              <a:path extrusionOk="0" h="2703" w="6920">
                <a:moveTo>
                  <a:pt x="1" y="0"/>
                </a:moveTo>
                <a:lnTo>
                  <a:pt x="1" y="2703"/>
                </a:lnTo>
                <a:lnTo>
                  <a:pt x="6920" y="2703"/>
                </a:lnTo>
                <a:lnTo>
                  <a:pt x="692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9"/>
          <p:cNvSpPr/>
          <p:nvPr/>
        </p:nvSpPr>
        <p:spPr>
          <a:xfrm>
            <a:off x="5964774" y="2020528"/>
            <a:ext cx="409517" cy="342894"/>
          </a:xfrm>
          <a:custGeom>
            <a:rect b="b" l="l" r="r" t="t"/>
            <a:pathLst>
              <a:path extrusionOk="0" h="7782" w="9294">
                <a:moveTo>
                  <a:pt x="1" y="0"/>
                </a:moveTo>
                <a:lnTo>
                  <a:pt x="1" y="7781"/>
                </a:lnTo>
                <a:lnTo>
                  <a:pt x="9293" y="7781"/>
                </a:lnTo>
                <a:lnTo>
                  <a:pt x="929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9"/>
          <p:cNvSpPr/>
          <p:nvPr/>
        </p:nvSpPr>
        <p:spPr>
          <a:xfrm>
            <a:off x="5870436" y="1956461"/>
            <a:ext cx="145186" cy="500594"/>
          </a:xfrm>
          <a:custGeom>
            <a:rect b="b" l="l" r="r" t="t"/>
            <a:pathLst>
              <a:path extrusionOk="0" h="11361" w="3295">
                <a:moveTo>
                  <a:pt x="0" y="0"/>
                </a:moveTo>
                <a:lnTo>
                  <a:pt x="0" y="11361"/>
                </a:lnTo>
                <a:lnTo>
                  <a:pt x="3295" y="11361"/>
                </a:lnTo>
                <a:lnTo>
                  <a:pt x="329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9"/>
          <p:cNvSpPr/>
          <p:nvPr/>
        </p:nvSpPr>
        <p:spPr>
          <a:xfrm>
            <a:off x="5569400" y="2147473"/>
            <a:ext cx="56620" cy="85702"/>
          </a:xfrm>
          <a:custGeom>
            <a:rect b="b" l="l" r="r" t="t"/>
            <a:pathLst>
              <a:path extrusionOk="0" h="1945" w="1285">
                <a:moveTo>
                  <a:pt x="0" y="0"/>
                </a:moveTo>
                <a:lnTo>
                  <a:pt x="0" y="1944"/>
                </a:lnTo>
                <a:lnTo>
                  <a:pt x="1285" y="1944"/>
                </a:lnTo>
                <a:lnTo>
                  <a:pt x="128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9"/>
          <p:cNvSpPr/>
          <p:nvPr/>
        </p:nvSpPr>
        <p:spPr>
          <a:xfrm>
            <a:off x="5565259" y="2143331"/>
            <a:ext cx="64860" cy="93941"/>
          </a:xfrm>
          <a:custGeom>
            <a:rect b="b" l="l" r="r" t="t"/>
            <a:pathLst>
              <a:path extrusionOk="0" h="2132" w="1472">
                <a:moveTo>
                  <a:pt x="1283" y="187"/>
                </a:moveTo>
                <a:lnTo>
                  <a:pt x="1283" y="1943"/>
                </a:lnTo>
                <a:lnTo>
                  <a:pt x="188" y="1943"/>
                </a:lnTo>
                <a:lnTo>
                  <a:pt x="188" y="187"/>
                </a:lnTo>
                <a:close/>
                <a:moveTo>
                  <a:pt x="94" y="0"/>
                </a:moveTo>
                <a:cubicBezTo>
                  <a:pt x="43" y="0"/>
                  <a:pt x="0" y="43"/>
                  <a:pt x="0" y="94"/>
                </a:cubicBezTo>
                <a:lnTo>
                  <a:pt x="0" y="2038"/>
                </a:lnTo>
                <a:cubicBezTo>
                  <a:pt x="0" y="2090"/>
                  <a:pt x="41" y="2132"/>
                  <a:pt x="94" y="2132"/>
                </a:cubicBezTo>
                <a:lnTo>
                  <a:pt x="1379" y="2132"/>
                </a:lnTo>
                <a:cubicBezTo>
                  <a:pt x="1430" y="2132"/>
                  <a:pt x="1472" y="2090"/>
                  <a:pt x="1472" y="2038"/>
                </a:cubicBezTo>
                <a:lnTo>
                  <a:pt x="1472" y="94"/>
                </a:lnTo>
                <a:cubicBezTo>
                  <a:pt x="1472" y="43"/>
                  <a:pt x="1431" y="0"/>
                  <a:pt x="137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9"/>
          <p:cNvSpPr/>
          <p:nvPr/>
        </p:nvSpPr>
        <p:spPr>
          <a:xfrm>
            <a:off x="5625933" y="2147473"/>
            <a:ext cx="56620" cy="85702"/>
          </a:xfrm>
          <a:custGeom>
            <a:rect b="b" l="l" r="r" t="t"/>
            <a:pathLst>
              <a:path extrusionOk="0" h="1945" w="1285">
                <a:moveTo>
                  <a:pt x="1" y="0"/>
                </a:moveTo>
                <a:lnTo>
                  <a:pt x="1" y="1944"/>
                </a:lnTo>
                <a:lnTo>
                  <a:pt x="1285" y="1944"/>
                </a:lnTo>
                <a:lnTo>
                  <a:pt x="128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9"/>
          <p:cNvSpPr/>
          <p:nvPr/>
        </p:nvSpPr>
        <p:spPr>
          <a:xfrm>
            <a:off x="5621835" y="2143331"/>
            <a:ext cx="64860" cy="93941"/>
          </a:xfrm>
          <a:custGeom>
            <a:rect b="b" l="l" r="r" t="t"/>
            <a:pathLst>
              <a:path extrusionOk="0" h="2132" w="1472">
                <a:moveTo>
                  <a:pt x="1284" y="187"/>
                </a:moveTo>
                <a:lnTo>
                  <a:pt x="1284" y="1943"/>
                </a:lnTo>
                <a:lnTo>
                  <a:pt x="188" y="1943"/>
                </a:lnTo>
                <a:lnTo>
                  <a:pt x="188" y="187"/>
                </a:lnTo>
                <a:close/>
                <a:moveTo>
                  <a:pt x="95" y="0"/>
                </a:moveTo>
                <a:cubicBezTo>
                  <a:pt x="43" y="0"/>
                  <a:pt x="0" y="43"/>
                  <a:pt x="0" y="94"/>
                </a:cubicBezTo>
                <a:lnTo>
                  <a:pt x="0" y="2038"/>
                </a:lnTo>
                <a:cubicBezTo>
                  <a:pt x="0" y="2090"/>
                  <a:pt x="41" y="2132"/>
                  <a:pt x="95" y="2132"/>
                </a:cubicBezTo>
                <a:lnTo>
                  <a:pt x="1379" y="2132"/>
                </a:lnTo>
                <a:cubicBezTo>
                  <a:pt x="1430" y="2132"/>
                  <a:pt x="1472" y="2090"/>
                  <a:pt x="1472" y="2038"/>
                </a:cubicBezTo>
                <a:lnTo>
                  <a:pt x="1472" y="94"/>
                </a:lnTo>
                <a:cubicBezTo>
                  <a:pt x="1472" y="43"/>
                  <a:pt x="1431" y="0"/>
                  <a:pt x="137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9"/>
          <p:cNvSpPr/>
          <p:nvPr/>
        </p:nvSpPr>
        <p:spPr>
          <a:xfrm>
            <a:off x="5725734" y="2147473"/>
            <a:ext cx="56620" cy="85702"/>
          </a:xfrm>
          <a:custGeom>
            <a:rect b="b" l="l" r="r" t="t"/>
            <a:pathLst>
              <a:path extrusionOk="0" h="1945" w="1285">
                <a:moveTo>
                  <a:pt x="1" y="0"/>
                </a:moveTo>
                <a:lnTo>
                  <a:pt x="1" y="1944"/>
                </a:lnTo>
                <a:lnTo>
                  <a:pt x="1285" y="1944"/>
                </a:lnTo>
                <a:lnTo>
                  <a:pt x="128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9"/>
          <p:cNvSpPr/>
          <p:nvPr/>
        </p:nvSpPr>
        <p:spPr>
          <a:xfrm>
            <a:off x="5721637" y="2143331"/>
            <a:ext cx="64904" cy="93941"/>
          </a:xfrm>
          <a:custGeom>
            <a:rect b="b" l="l" r="r" t="t"/>
            <a:pathLst>
              <a:path extrusionOk="0" h="2132" w="1473">
                <a:moveTo>
                  <a:pt x="1284" y="187"/>
                </a:moveTo>
                <a:lnTo>
                  <a:pt x="1284" y="1943"/>
                </a:lnTo>
                <a:lnTo>
                  <a:pt x="188" y="1943"/>
                </a:lnTo>
                <a:lnTo>
                  <a:pt x="188" y="187"/>
                </a:lnTo>
                <a:close/>
                <a:moveTo>
                  <a:pt x="94" y="0"/>
                </a:moveTo>
                <a:cubicBezTo>
                  <a:pt x="43" y="0"/>
                  <a:pt x="1" y="43"/>
                  <a:pt x="1" y="94"/>
                </a:cubicBezTo>
                <a:lnTo>
                  <a:pt x="1" y="2038"/>
                </a:lnTo>
                <a:cubicBezTo>
                  <a:pt x="1" y="2090"/>
                  <a:pt x="42" y="2132"/>
                  <a:pt x="94" y="2132"/>
                </a:cubicBezTo>
                <a:lnTo>
                  <a:pt x="1378" y="2132"/>
                </a:lnTo>
                <a:cubicBezTo>
                  <a:pt x="1429" y="2132"/>
                  <a:pt x="1472" y="2090"/>
                  <a:pt x="1472" y="2038"/>
                </a:cubicBezTo>
                <a:lnTo>
                  <a:pt x="1472" y="94"/>
                </a:lnTo>
                <a:cubicBezTo>
                  <a:pt x="1472" y="43"/>
                  <a:pt x="1431" y="0"/>
                  <a:pt x="137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9"/>
          <p:cNvSpPr/>
          <p:nvPr/>
        </p:nvSpPr>
        <p:spPr>
          <a:xfrm>
            <a:off x="5782311" y="2147473"/>
            <a:ext cx="56664" cy="85702"/>
          </a:xfrm>
          <a:custGeom>
            <a:rect b="b" l="l" r="r" t="t"/>
            <a:pathLst>
              <a:path extrusionOk="0" h="1945" w="1286">
                <a:moveTo>
                  <a:pt x="1" y="0"/>
                </a:moveTo>
                <a:lnTo>
                  <a:pt x="1" y="1944"/>
                </a:lnTo>
                <a:lnTo>
                  <a:pt x="1285" y="1944"/>
                </a:lnTo>
                <a:lnTo>
                  <a:pt x="128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9"/>
          <p:cNvSpPr/>
          <p:nvPr/>
        </p:nvSpPr>
        <p:spPr>
          <a:xfrm>
            <a:off x="5778213" y="2143331"/>
            <a:ext cx="64904" cy="93941"/>
          </a:xfrm>
          <a:custGeom>
            <a:rect b="b" l="l" r="r" t="t"/>
            <a:pathLst>
              <a:path extrusionOk="0" h="2132" w="1473">
                <a:moveTo>
                  <a:pt x="1284" y="187"/>
                </a:moveTo>
                <a:lnTo>
                  <a:pt x="1284" y="1943"/>
                </a:lnTo>
                <a:lnTo>
                  <a:pt x="188" y="1943"/>
                </a:lnTo>
                <a:lnTo>
                  <a:pt x="188" y="187"/>
                </a:lnTo>
                <a:close/>
                <a:moveTo>
                  <a:pt x="94" y="0"/>
                </a:moveTo>
                <a:cubicBezTo>
                  <a:pt x="43" y="0"/>
                  <a:pt x="1" y="43"/>
                  <a:pt x="1" y="94"/>
                </a:cubicBezTo>
                <a:lnTo>
                  <a:pt x="1" y="2038"/>
                </a:lnTo>
                <a:cubicBezTo>
                  <a:pt x="1" y="2090"/>
                  <a:pt x="42" y="2132"/>
                  <a:pt x="94" y="2132"/>
                </a:cubicBezTo>
                <a:lnTo>
                  <a:pt x="1378" y="2132"/>
                </a:lnTo>
                <a:cubicBezTo>
                  <a:pt x="1429" y="2132"/>
                  <a:pt x="1472" y="2090"/>
                  <a:pt x="1472" y="2038"/>
                </a:cubicBezTo>
                <a:lnTo>
                  <a:pt x="1472" y="94"/>
                </a:lnTo>
                <a:cubicBezTo>
                  <a:pt x="1472" y="43"/>
                  <a:pt x="1431" y="0"/>
                  <a:pt x="137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9"/>
          <p:cNvSpPr/>
          <p:nvPr/>
        </p:nvSpPr>
        <p:spPr>
          <a:xfrm>
            <a:off x="5569400" y="2287460"/>
            <a:ext cx="56620" cy="85702"/>
          </a:xfrm>
          <a:custGeom>
            <a:rect b="b" l="l" r="r" t="t"/>
            <a:pathLst>
              <a:path extrusionOk="0" h="1945" w="1285">
                <a:moveTo>
                  <a:pt x="0" y="0"/>
                </a:moveTo>
                <a:lnTo>
                  <a:pt x="0" y="1944"/>
                </a:lnTo>
                <a:lnTo>
                  <a:pt x="1285" y="1944"/>
                </a:lnTo>
                <a:lnTo>
                  <a:pt x="1285" y="0"/>
                </a:lnTo>
                <a:close/>
              </a:path>
            </a:pathLst>
          </a:custGeom>
          <a:solidFill>
            <a:srgbClr val="53B1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9"/>
          <p:cNvSpPr/>
          <p:nvPr/>
        </p:nvSpPr>
        <p:spPr>
          <a:xfrm>
            <a:off x="5565259" y="2283318"/>
            <a:ext cx="64860" cy="93941"/>
          </a:xfrm>
          <a:custGeom>
            <a:rect b="b" l="l" r="r" t="t"/>
            <a:pathLst>
              <a:path extrusionOk="0" h="2132" w="1472">
                <a:moveTo>
                  <a:pt x="1283" y="187"/>
                </a:moveTo>
                <a:lnTo>
                  <a:pt x="1283" y="1943"/>
                </a:lnTo>
                <a:lnTo>
                  <a:pt x="188" y="1943"/>
                </a:lnTo>
                <a:lnTo>
                  <a:pt x="188" y="187"/>
                </a:lnTo>
                <a:close/>
                <a:moveTo>
                  <a:pt x="94" y="0"/>
                </a:moveTo>
                <a:cubicBezTo>
                  <a:pt x="43" y="0"/>
                  <a:pt x="0" y="43"/>
                  <a:pt x="0" y="94"/>
                </a:cubicBezTo>
                <a:lnTo>
                  <a:pt x="0" y="2038"/>
                </a:lnTo>
                <a:cubicBezTo>
                  <a:pt x="0" y="2090"/>
                  <a:pt x="41" y="2132"/>
                  <a:pt x="94" y="2132"/>
                </a:cubicBezTo>
                <a:lnTo>
                  <a:pt x="1379" y="2132"/>
                </a:lnTo>
                <a:cubicBezTo>
                  <a:pt x="1430" y="2132"/>
                  <a:pt x="1472" y="2090"/>
                  <a:pt x="1472" y="2038"/>
                </a:cubicBezTo>
                <a:lnTo>
                  <a:pt x="1472" y="94"/>
                </a:lnTo>
                <a:cubicBezTo>
                  <a:pt x="1472" y="43"/>
                  <a:pt x="1431" y="0"/>
                  <a:pt x="137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9"/>
          <p:cNvSpPr/>
          <p:nvPr/>
        </p:nvSpPr>
        <p:spPr>
          <a:xfrm>
            <a:off x="5625933" y="2287460"/>
            <a:ext cx="56620" cy="85702"/>
          </a:xfrm>
          <a:custGeom>
            <a:rect b="b" l="l" r="r" t="t"/>
            <a:pathLst>
              <a:path extrusionOk="0" h="1945" w="1285">
                <a:moveTo>
                  <a:pt x="1" y="0"/>
                </a:moveTo>
                <a:lnTo>
                  <a:pt x="1" y="1944"/>
                </a:lnTo>
                <a:lnTo>
                  <a:pt x="1285" y="1944"/>
                </a:lnTo>
                <a:lnTo>
                  <a:pt x="1285" y="0"/>
                </a:lnTo>
                <a:close/>
              </a:path>
            </a:pathLst>
          </a:custGeom>
          <a:solidFill>
            <a:srgbClr val="53B1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9"/>
          <p:cNvSpPr/>
          <p:nvPr/>
        </p:nvSpPr>
        <p:spPr>
          <a:xfrm>
            <a:off x="5621835" y="2283318"/>
            <a:ext cx="64860" cy="93941"/>
          </a:xfrm>
          <a:custGeom>
            <a:rect b="b" l="l" r="r" t="t"/>
            <a:pathLst>
              <a:path extrusionOk="0" h="2132" w="1472">
                <a:moveTo>
                  <a:pt x="1284" y="187"/>
                </a:moveTo>
                <a:lnTo>
                  <a:pt x="1284" y="1943"/>
                </a:lnTo>
                <a:lnTo>
                  <a:pt x="188" y="1943"/>
                </a:lnTo>
                <a:lnTo>
                  <a:pt x="188" y="187"/>
                </a:lnTo>
                <a:close/>
                <a:moveTo>
                  <a:pt x="95" y="0"/>
                </a:moveTo>
                <a:cubicBezTo>
                  <a:pt x="43" y="0"/>
                  <a:pt x="0" y="43"/>
                  <a:pt x="0" y="94"/>
                </a:cubicBezTo>
                <a:lnTo>
                  <a:pt x="0" y="2038"/>
                </a:lnTo>
                <a:cubicBezTo>
                  <a:pt x="0" y="2090"/>
                  <a:pt x="41" y="2132"/>
                  <a:pt x="95" y="2132"/>
                </a:cubicBezTo>
                <a:lnTo>
                  <a:pt x="1379" y="2132"/>
                </a:lnTo>
                <a:cubicBezTo>
                  <a:pt x="1430" y="2132"/>
                  <a:pt x="1472" y="2090"/>
                  <a:pt x="1472" y="2038"/>
                </a:cubicBezTo>
                <a:lnTo>
                  <a:pt x="1472" y="94"/>
                </a:lnTo>
                <a:cubicBezTo>
                  <a:pt x="1472" y="43"/>
                  <a:pt x="1431" y="0"/>
                  <a:pt x="137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9"/>
          <p:cNvSpPr/>
          <p:nvPr/>
        </p:nvSpPr>
        <p:spPr>
          <a:xfrm>
            <a:off x="5725734" y="2287460"/>
            <a:ext cx="56620" cy="85702"/>
          </a:xfrm>
          <a:custGeom>
            <a:rect b="b" l="l" r="r" t="t"/>
            <a:pathLst>
              <a:path extrusionOk="0" h="1945" w="1285">
                <a:moveTo>
                  <a:pt x="1" y="0"/>
                </a:moveTo>
                <a:lnTo>
                  <a:pt x="1" y="1944"/>
                </a:lnTo>
                <a:lnTo>
                  <a:pt x="1285" y="1944"/>
                </a:lnTo>
                <a:lnTo>
                  <a:pt x="128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9"/>
          <p:cNvSpPr/>
          <p:nvPr/>
        </p:nvSpPr>
        <p:spPr>
          <a:xfrm>
            <a:off x="5721637" y="2283318"/>
            <a:ext cx="64904" cy="93941"/>
          </a:xfrm>
          <a:custGeom>
            <a:rect b="b" l="l" r="r" t="t"/>
            <a:pathLst>
              <a:path extrusionOk="0" h="2132" w="1473">
                <a:moveTo>
                  <a:pt x="1284" y="187"/>
                </a:moveTo>
                <a:lnTo>
                  <a:pt x="1284" y="1943"/>
                </a:lnTo>
                <a:lnTo>
                  <a:pt x="188" y="1943"/>
                </a:lnTo>
                <a:lnTo>
                  <a:pt x="188" y="187"/>
                </a:lnTo>
                <a:close/>
                <a:moveTo>
                  <a:pt x="94" y="0"/>
                </a:moveTo>
                <a:cubicBezTo>
                  <a:pt x="43" y="0"/>
                  <a:pt x="1" y="43"/>
                  <a:pt x="1" y="94"/>
                </a:cubicBezTo>
                <a:lnTo>
                  <a:pt x="1" y="2038"/>
                </a:lnTo>
                <a:cubicBezTo>
                  <a:pt x="1" y="2090"/>
                  <a:pt x="42" y="2132"/>
                  <a:pt x="94" y="2132"/>
                </a:cubicBezTo>
                <a:lnTo>
                  <a:pt x="1378" y="2132"/>
                </a:lnTo>
                <a:cubicBezTo>
                  <a:pt x="1429" y="2132"/>
                  <a:pt x="1472" y="2090"/>
                  <a:pt x="1472" y="2038"/>
                </a:cubicBezTo>
                <a:lnTo>
                  <a:pt x="1472" y="94"/>
                </a:lnTo>
                <a:cubicBezTo>
                  <a:pt x="1472" y="43"/>
                  <a:pt x="1431" y="0"/>
                  <a:pt x="137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9"/>
          <p:cNvSpPr/>
          <p:nvPr/>
        </p:nvSpPr>
        <p:spPr>
          <a:xfrm>
            <a:off x="5782311" y="2287460"/>
            <a:ext cx="56664" cy="85702"/>
          </a:xfrm>
          <a:custGeom>
            <a:rect b="b" l="l" r="r" t="t"/>
            <a:pathLst>
              <a:path extrusionOk="0" h="1945" w="1286">
                <a:moveTo>
                  <a:pt x="1" y="0"/>
                </a:moveTo>
                <a:lnTo>
                  <a:pt x="1" y="1944"/>
                </a:lnTo>
                <a:lnTo>
                  <a:pt x="1285" y="1944"/>
                </a:lnTo>
                <a:lnTo>
                  <a:pt x="128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9"/>
          <p:cNvSpPr/>
          <p:nvPr/>
        </p:nvSpPr>
        <p:spPr>
          <a:xfrm>
            <a:off x="5778213" y="2283318"/>
            <a:ext cx="64904" cy="93941"/>
          </a:xfrm>
          <a:custGeom>
            <a:rect b="b" l="l" r="r" t="t"/>
            <a:pathLst>
              <a:path extrusionOk="0" h="2132" w="1473">
                <a:moveTo>
                  <a:pt x="1284" y="187"/>
                </a:moveTo>
                <a:lnTo>
                  <a:pt x="1284" y="1943"/>
                </a:lnTo>
                <a:lnTo>
                  <a:pt x="188" y="1943"/>
                </a:lnTo>
                <a:lnTo>
                  <a:pt x="188" y="187"/>
                </a:lnTo>
                <a:close/>
                <a:moveTo>
                  <a:pt x="94" y="0"/>
                </a:moveTo>
                <a:cubicBezTo>
                  <a:pt x="43" y="0"/>
                  <a:pt x="1" y="43"/>
                  <a:pt x="1" y="94"/>
                </a:cubicBezTo>
                <a:lnTo>
                  <a:pt x="1" y="2038"/>
                </a:lnTo>
                <a:cubicBezTo>
                  <a:pt x="1" y="2090"/>
                  <a:pt x="42" y="2132"/>
                  <a:pt x="94" y="2132"/>
                </a:cubicBezTo>
                <a:lnTo>
                  <a:pt x="1378" y="2132"/>
                </a:lnTo>
                <a:cubicBezTo>
                  <a:pt x="1429" y="2132"/>
                  <a:pt x="1472" y="2090"/>
                  <a:pt x="1472" y="2038"/>
                </a:cubicBezTo>
                <a:lnTo>
                  <a:pt x="1472" y="94"/>
                </a:lnTo>
                <a:cubicBezTo>
                  <a:pt x="1472" y="43"/>
                  <a:pt x="1431" y="0"/>
                  <a:pt x="137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9"/>
          <p:cNvSpPr/>
          <p:nvPr/>
        </p:nvSpPr>
        <p:spPr>
          <a:xfrm>
            <a:off x="5906699" y="2003432"/>
            <a:ext cx="36352" cy="453579"/>
          </a:xfrm>
          <a:custGeom>
            <a:rect b="b" l="l" r="r" t="t"/>
            <a:pathLst>
              <a:path extrusionOk="0" h="10294" w="825">
                <a:moveTo>
                  <a:pt x="1" y="0"/>
                </a:moveTo>
                <a:lnTo>
                  <a:pt x="1" y="10294"/>
                </a:lnTo>
                <a:lnTo>
                  <a:pt x="825" y="10294"/>
                </a:lnTo>
                <a:lnTo>
                  <a:pt x="8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9"/>
          <p:cNvSpPr/>
          <p:nvPr/>
        </p:nvSpPr>
        <p:spPr>
          <a:xfrm>
            <a:off x="5902602" y="1999378"/>
            <a:ext cx="44547" cy="461775"/>
          </a:xfrm>
          <a:custGeom>
            <a:rect b="b" l="l" r="r" t="t"/>
            <a:pathLst>
              <a:path extrusionOk="0" h="10480" w="1011">
                <a:moveTo>
                  <a:pt x="823" y="186"/>
                </a:moveTo>
                <a:lnTo>
                  <a:pt x="823" y="10293"/>
                </a:lnTo>
                <a:lnTo>
                  <a:pt x="187" y="10293"/>
                </a:lnTo>
                <a:lnTo>
                  <a:pt x="187" y="186"/>
                </a:lnTo>
                <a:close/>
                <a:moveTo>
                  <a:pt x="94" y="0"/>
                </a:moveTo>
                <a:cubicBezTo>
                  <a:pt x="43" y="0"/>
                  <a:pt x="1" y="42"/>
                  <a:pt x="1" y="93"/>
                </a:cubicBezTo>
                <a:lnTo>
                  <a:pt x="1" y="10387"/>
                </a:lnTo>
                <a:cubicBezTo>
                  <a:pt x="1" y="10438"/>
                  <a:pt x="42" y="10480"/>
                  <a:pt x="94" y="10480"/>
                </a:cubicBezTo>
                <a:lnTo>
                  <a:pt x="918" y="10480"/>
                </a:lnTo>
                <a:cubicBezTo>
                  <a:pt x="969" y="10480"/>
                  <a:pt x="1011" y="10438"/>
                  <a:pt x="1011" y="10387"/>
                </a:cubicBezTo>
                <a:lnTo>
                  <a:pt x="1011" y="93"/>
                </a:lnTo>
                <a:cubicBezTo>
                  <a:pt x="1011" y="42"/>
                  <a:pt x="970" y="0"/>
                  <a:pt x="91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9"/>
          <p:cNvSpPr/>
          <p:nvPr/>
        </p:nvSpPr>
        <p:spPr>
          <a:xfrm>
            <a:off x="6015578" y="2108037"/>
            <a:ext cx="358757" cy="39480"/>
          </a:xfrm>
          <a:custGeom>
            <a:rect b="b" l="l" r="r" t="t"/>
            <a:pathLst>
              <a:path extrusionOk="0" h="896" w="8142">
                <a:moveTo>
                  <a:pt x="1" y="0"/>
                </a:moveTo>
                <a:lnTo>
                  <a:pt x="1" y="895"/>
                </a:lnTo>
                <a:lnTo>
                  <a:pt x="8141" y="895"/>
                </a:lnTo>
                <a:lnTo>
                  <a:pt x="814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9"/>
          <p:cNvSpPr/>
          <p:nvPr/>
        </p:nvSpPr>
        <p:spPr>
          <a:xfrm>
            <a:off x="6015578" y="2222996"/>
            <a:ext cx="358757" cy="39480"/>
          </a:xfrm>
          <a:custGeom>
            <a:rect b="b" l="l" r="r" t="t"/>
            <a:pathLst>
              <a:path extrusionOk="0" h="896" w="8142">
                <a:moveTo>
                  <a:pt x="1" y="0"/>
                </a:moveTo>
                <a:lnTo>
                  <a:pt x="1" y="895"/>
                </a:lnTo>
                <a:lnTo>
                  <a:pt x="8141" y="895"/>
                </a:lnTo>
                <a:lnTo>
                  <a:pt x="814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9"/>
          <p:cNvSpPr/>
          <p:nvPr/>
        </p:nvSpPr>
        <p:spPr>
          <a:xfrm>
            <a:off x="6100971" y="2387218"/>
            <a:ext cx="48293" cy="69839"/>
          </a:xfrm>
          <a:custGeom>
            <a:rect b="b" l="l" r="r" t="t"/>
            <a:pathLst>
              <a:path extrusionOk="0" h="1585" w="1096">
                <a:moveTo>
                  <a:pt x="1" y="1"/>
                </a:moveTo>
                <a:lnTo>
                  <a:pt x="1" y="1585"/>
                </a:lnTo>
                <a:lnTo>
                  <a:pt x="1096" y="1585"/>
                </a:lnTo>
                <a:lnTo>
                  <a:pt x="109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9"/>
          <p:cNvSpPr/>
          <p:nvPr/>
        </p:nvSpPr>
        <p:spPr>
          <a:xfrm>
            <a:off x="6096918" y="2383120"/>
            <a:ext cx="56488" cy="78035"/>
          </a:xfrm>
          <a:custGeom>
            <a:rect b="b" l="l" r="r" t="t"/>
            <a:pathLst>
              <a:path extrusionOk="0" h="1771" w="1282">
                <a:moveTo>
                  <a:pt x="1096" y="189"/>
                </a:moveTo>
                <a:lnTo>
                  <a:pt x="1096" y="1584"/>
                </a:lnTo>
                <a:lnTo>
                  <a:pt x="187" y="1584"/>
                </a:lnTo>
                <a:lnTo>
                  <a:pt x="187" y="189"/>
                </a:lnTo>
                <a:close/>
                <a:moveTo>
                  <a:pt x="94" y="1"/>
                </a:moveTo>
                <a:cubicBezTo>
                  <a:pt x="43" y="1"/>
                  <a:pt x="1" y="43"/>
                  <a:pt x="1" y="94"/>
                </a:cubicBezTo>
                <a:lnTo>
                  <a:pt x="1" y="1678"/>
                </a:lnTo>
                <a:cubicBezTo>
                  <a:pt x="1" y="1729"/>
                  <a:pt x="42" y="1771"/>
                  <a:pt x="94" y="1771"/>
                </a:cubicBezTo>
                <a:lnTo>
                  <a:pt x="1189" y="1771"/>
                </a:lnTo>
                <a:cubicBezTo>
                  <a:pt x="1240" y="1771"/>
                  <a:pt x="1282" y="1729"/>
                  <a:pt x="1282" y="1678"/>
                </a:cubicBezTo>
                <a:lnTo>
                  <a:pt x="1282" y="94"/>
                </a:lnTo>
                <a:cubicBezTo>
                  <a:pt x="1282" y="43"/>
                  <a:pt x="1241" y="1"/>
                  <a:pt x="118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9"/>
          <p:cNvSpPr/>
          <p:nvPr/>
        </p:nvSpPr>
        <p:spPr>
          <a:xfrm>
            <a:off x="6220777" y="2387218"/>
            <a:ext cx="48293" cy="69839"/>
          </a:xfrm>
          <a:custGeom>
            <a:rect b="b" l="l" r="r" t="t"/>
            <a:pathLst>
              <a:path extrusionOk="0" h="1585" w="1096">
                <a:moveTo>
                  <a:pt x="0" y="1"/>
                </a:moveTo>
                <a:lnTo>
                  <a:pt x="0" y="1585"/>
                </a:lnTo>
                <a:lnTo>
                  <a:pt x="1095" y="1585"/>
                </a:lnTo>
                <a:lnTo>
                  <a:pt x="109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9"/>
          <p:cNvSpPr/>
          <p:nvPr/>
        </p:nvSpPr>
        <p:spPr>
          <a:xfrm>
            <a:off x="6216680" y="2383120"/>
            <a:ext cx="56576" cy="78035"/>
          </a:xfrm>
          <a:custGeom>
            <a:rect b="b" l="l" r="r" t="t"/>
            <a:pathLst>
              <a:path extrusionOk="0" h="1771" w="1284">
                <a:moveTo>
                  <a:pt x="1095" y="189"/>
                </a:moveTo>
                <a:lnTo>
                  <a:pt x="1095" y="1584"/>
                </a:lnTo>
                <a:lnTo>
                  <a:pt x="188" y="1584"/>
                </a:lnTo>
                <a:lnTo>
                  <a:pt x="188" y="189"/>
                </a:lnTo>
                <a:close/>
                <a:moveTo>
                  <a:pt x="93" y="1"/>
                </a:moveTo>
                <a:cubicBezTo>
                  <a:pt x="42" y="1"/>
                  <a:pt x="0" y="43"/>
                  <a:pt x="0" y="94"/>
                </a:cubicBezTo>
                <a:lnTo>
                  <a:pt x="0" y="1678"/>
                </a:lnTo>
                <a:cubicBezTo>
                  <a:pt x="0" y="1729"/>
                  <a:pt x="41" y="1771"/>
                  <a:pt x="93" y="1771"/>
                </a:cubicBezTo>
                <a:lnTo>
                  <a:pt x="1188" y="1771"/>
                </a:lnTo>
                <a:cubicBezTo>
                  <a:pt x="1242" y="1771"/>
                  <a:pt x="1283" y="1729"/>
                  <a:pt x="1282" y="1678"/>
                </a:cubicBezTo>
                <a:lnTo>
                  <a:pt x="1282" y="94"/>
                </a:lnTo>
                <a:cubicBezTo>
                  <a:pt x="1282" y="43"/>
                  <a:pt x="1242" y="1"/>
                  <a:pt x="118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9"/>
          <p:cNvSpPr/>
          <p:nvPr/>
        </p:nvSpPr>
        <p:spPr>
          <a:xfrm>
            <a:off x="5014124" y="1934738"/>
            <a:ext cx="266975" cy="576426"/>
          </a:xfrm>
          <a:custGeom>
            <a:rect b="b" l="l" r="r" t="t"/>
            <a:pathLst>
              <a:path extrusionOk="0" h="13082" w="6059">
                <a:moveTo>
                  <a:pt x="1" y="1"/>
                </a:moveTo>
                <a:lnTo>
                  <a:pt x="1" y="13081"/>
                </a:lnTo>
                <a:lnTo>
                  <a:pt x="6058" y="13081"/>
                </a:lnTo>
                <a:lnTo>
                  <a:pt x="605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9"/>
          <p:cNvSpPr/>
          <p:nvPr/>
        </p:nvSpPr>
        <p:spPr>
          <a:xfrm>
            <a:off x="5281055" y="2398366"/>
            <a:ext cx="407798" cy="112800"/>
          </a:xfrm>
          <a:custGeom>
            <a:rect b="b" l="l" r="r" t="t"/>
            <a:pathLst>
              <a:path extrusionOk="0" h="2560" w="9255">
                <a:moveTo>
                  <a:pt x="0" y="0"/>
                </a:moveTo>
                <a:lnTo>
                  <a:pt x="0" y="2559"/>
                </a:lnTo>
                <a:lnTo>
                  <a:pt x="9255" y="2559"/>
                </a:lnTo>
                <a:lnTo>
                  <a:pt x="925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9"/>
          <p:cNvSpPr/>
          <p:nvPr/>
        </p:nvSpPr>
        <p:spPr>
          <a:xfrm>
            <a:off x="5281055" y="2189597"/>
            <a:ext cx="407798" cy="217713"/>
          </a:xfrm>
          <a:custGeom>
            <a:rect b="b" l="l" r="r" t="t"/>
            <a:pathLst>
              <a:path extrusionOk="0" h="4941" w="9255">
                <a:moveTo>
                  <a:pt x="0" y="0"/>
                </a:moveTo>
                <a:lnTo>
                  <a:pt x="0" y="4941"/>
                </a:lnTo>
                <a:lnTo>
                  <a:pt x="9255" y="4941"/>
                </a:lnTo>
                <a:lnTo>
                  <a:pt x="92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9"/>
          <p:cNvSpPr/>
          <p:nvPr/>
        </p:nvSpPr>
        <p:spPr>
          <a:xfrm>
            <a:off x="5281099" y="2174439"/>
            <a:ext cx="435558" cy="245208"/>
          </a:xfrm>
          <a:custGeom>
            <a:rect b="b" l="l" r="r" t="t"/>
            <a:pathLst>
              <a:path extrusionOk="0" h="5565" w="9885">
                <a:moveTo>
                  <a:pt x="0" y="0"/>
                </a:moveTo>
                <a:lnTo>
                  <a:pt x="0" y="5564"/>
                </a:lnTo>
                <a:lnTo>
                  <a:pt x="9884" y="5564"/>
                </a:lnTo>
                <a:lnTo>
                  <a:pt x="9884" y="4750"/>
                </a:lnTo>
                <a:lnTo>
                  <a:pt x="1307" y="4750"/>
                </a:lnTo>
                <a:lnTo>
                  <a:pt x="1307" y="3109"/>
                </a:lnTo>
                <a:lnTo>
                  <a:pt x="9884" y="3109"/>
                </a:lnTo>
                <a:lnTo>
                  <a:pt x="9884" y="2369"/>
                </a:lnTo>
                <a:lnTo>
                  <a:pt x="1307" y="2369"/>
                </a:lnTo>
                <a:lnTo>
                  <a:pt x="1307" y="727"/>
                </a:lnTo>
                <a:lnTo>
                  <a:pt x="9884" y="727"/>
                </a:lnTo>
                <a:lnTo>
                  <a:pt x="9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9"/>
          <p:cNvSpPr/>
          <p:nvPr/>
        </p:nvSpPr>
        <p:spPr>
          <a:xfrm>
            <a:off x="5349484" y="2443354"/>
            <a:ext cx="67856" cy="67856"/>
          </a:xfrm>
          <a:custGeom>
            <a:rect b="b" l="l" r="r" t="t"/>
            <a:pathLst>
              <a:path extrusionOk="0" h="1540" w="1540">
                <a:moveTo>
                  <a:pt x="0" y="1"/>
                </a:moveTo>
                <a:lnTo>
                  <a:pt x="0" y="1539"/>
                </a:lnTo>
                <a:lnTo>
                  <a:pt x="1539" y="1539"/>
                </a:lnTo>
                <a:lnTo>
                  <a:pt x="153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9"/>
          <p:cNvSpPr/>
          <p:nvPr/>
        </p:nvSpPr>
        <p:spPr>
          <a:xfrm>
            <a:off x="5345386" y="2439256"/>
            <a:ext cx="76052" cy="76052"/>
          </a:xfrm>
          <a:custGeom>
            <a:rect b="b" l="l" r="r" t="t"/>
            <a:pathLst>
              <a:path extrusionOk="0" h="1726" w="1726">
                <a:moveTo>
                  <a:pt x="1539" y="188"/>
                </a:moveTo>
                <a:lnTo>
                  <a:pt x="1539" y="1538"/>
                </a:lnTo>
                <a:lnTo>
                  <a:pt x="189" y="1538"/>
                </a:lnTo>
                <a:lnTo>
                  <a:pt x="189" y="188"/>
                </a:lnTo>
                <a:close/>
                <a:moveTo>
                  <a:pt x="93" y="0"/>
                </a:moveTo>
                <a:cubicBezTo>
                  <a:pt x="42" y="0"/>
                  <a:pt x="0" y="42"/>
                  <a:pt x="0" y="94"/>
                </a:cubicBezTo>
                <a:lnTo>
                  <a:pt x="0" y="1632"/>
                </a:lnTo>
                <a:cubicBezTo>
                  <a:pt x="0" y="1684"/>
                  <a:pt x="41" y="1726"/>
                  <a:pt x="93" y="1726"/>
                </a:cubicBezTo>
                <a:lnTo>
                  <a:pt x="1632" y="1726"/>
                </a:lnTo>
                <a:cubicBezTo>
                  <a:pt x="1684" y="1726"/>
                  <a:pt x="1725" y="1684"/>
                  <a:pt x="1725" y="1632"/>
                </a:cubicBezTo>
                <a:lnTo>
                  <a:pt x="1725" y="94"/>
                </a:lnTo>
                <a:cubicBezTo>
                  <a:pt x="1725" y="42"/>
                  <a:pt x="1684" y="0"/>
                  <a:pt x="163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9"/>
          <p:cNvSpPr/>
          <p:nvPr/>
        </p:nvSpPr>
        <p:spPr>
          <a:xfrm>
            <a:off x="5417561" y="2443354"/>
            <a:ext cx="67856" cy="67856"/>
          </a:xfrm>
          <a:custGeom>
            <a:rect b="b" l="l" r="r" t="t"/>
            <a:pathLst>
              <a:path extrusionOk="0" h="1540" w="1540">
                <a:moveTo>
                  <a:pt x="0" y="1"/>
                </a:moveTo>
                <a:lnTo>
                  <a:pt x="0" y="1539"/>
                </a:lnTo>
                <a:lnTo>
                  <a:pt x="1539" y="1539"/>
                </a:lnTo>
                <a:lnTo>
                  <a:pt x="153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9"/>
          <p:cNvSpPr/>
          <p:nvPr/>
        </p:nvSpPr>
        <p:spPr>
          <a:xfrm>
            <a:off x="5413463" y="2439256"/>
            <a:ext cx="76052" cy="76052"/>
          </a:xfrm>
          <a:custGeom>
            <a:rect b="b" l="l" r="r" t="t"/>
            <a:pathLst>
              <a:path extrusionOk="0" h="1726" w="1726">
                <a:moveTo>
                  <a:pt x="1537" y="188"/>
                </a:moveTo>
                <a:lnTo>
                  <a:pt x="1537" y="1538"/>
                </a:lnTo>
                <a:lnTo>
                  <a:pt x="186" y="1538"/>
                </a:lnTo>
                <a:lnTo>
                  <a:pt x="186" y="188"/>
                </a:lnTo>
                <a:close/>
                <a:moveTo>
                  <a:pt x="93" y="0"/>
                </a:moveTo>
                <a:cubicBezTo>
                  <a:pt x="42" y="0"/>
                  <a:pt x="0" y="42"/>
                  <a:pt x="0" y="94"/>
                </a:cubicBezTo>
                <a:lnTo>
                  <a:pt x="0" y="1632"/>
                </a:lnTo>
                <a:cubicBezTo>
                  <a:pt x="0" y="1684"/>
                  <a:pt x="41" y="1726"/>
                  <a:pt x="93" y="1726"/>
                </a:cubicBezTo>
                <a:lnTo>
                  <a:pt x="1632" y="1726"/>
                </a:lnTo>
                <a:cubicBezTo>
                  <a:pt x="1683" y="1726"/>
                  <a:pt x="1725" y="1684"/>
                  <a:pt x="1725" y="1632"/>
                </a:cubicBezTo>
                <a:lnTo>
                  <a:pt x="1725" y="94"/>
                </a:lnTo>
                <a:cubicBezTo>
                  <a:pt x="1725" y="42"/>
                  <a:pt x="1684" y="0"/>
                  <a:pt x="163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9"/>
          <p:cNvSpPr/>
          <p:nvPr/>
        </p:nvSpPr>
        <p:spPr>
          <a:xfrm>
            <a:off x="5513353" y="2443354"/>
            <a:ext cx="67856" cy="67856"/>
          </a:xfrm>
          <a:custGeom>
            <a:rect b="b" l="l" r="r" t="t"/>
            <a:pathLst>
              <a:path extrusionOk="0" h="1540" w="1540">
                <a:moveTo>
                  <a:pt x="1" y="1"/>
                </a:moveTo>
                <a:lnTo>
                  <a:pt x="1" y="1539"/>
                </a:lnTo>
                <a:lnTo>
                  <a:pt x="1540" y="1539"/>
                </a:lnTo>
                <a:lnTo>
                  <a:pt x="154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9"/>
          <p:cNvSpPr/>
          <p:nvPr/>
        </p:nvSpPr>
        <p:spPr>
          <a:xfrm>
            <a:off x="5509255" y="2439256"/>
            <a:ext cx="76052" cy="76052"/>
          </a:xfrm>
          <a:custGeom>
            <a:rect b="b" l="l" r="r" t="t"/>
            <a:pathLst>
              <a:path extrusionOk="0" h="1726" w="1726">
                <a:moveTo>
                  <a:pt x="1537" y="188"/>
                </a:moveTo>
                <a:lnTo>
                  <a:pt x="1537" y="1538"/>
                </a:lnTo>
                <a:lnTo>
                  <a:pt x="187" y="1538"/>
                </a:lnTo>
                <a:lnTo>
                  <a:pt x="187" y="188"/>
                </a:lnTo>
                <a:close/>
                <a:moveTo>
                  <a:pt x="94" y="0"/>
                </a:moveTo>
                <a:cubicBezTo>
                  <a:pt x="42" y="0"/>
                  <a:pt x="1" y="42"/>
                  <a:pt x="1" y="94"/>
                </a:cubicBezTo>
                <a:lnTo>
                  <a:pt x="1" y="1632"/>
                </a:lnTo>
                <a:cubicBezTo>
                  <a:pt x="1" y="1684"/>
                  <a:pt x="41" y="1726"/>
                  <a:pt x="94" y="1726"/>
                </a:cubicBezTo>
                <a:lnTo>
                  <a:pt x="1633" y="1726"/>
                </a:lnTo>
                <a:cubicBezTo>
                  <a:pt x="1684" y="1726"/>
                  <a:pt x="1726" y="1684"/>
                  <a:pt x="1726" y="1632"/>
                </a:cubicBezTo>
                <a:lnTo>
                  <a:pt x="1726" y="94"/>
                </a:lnTo>
                <a:cubicBezTo>
                  <a:pt x="1726" y="42"/>
                  <a:pt x="1685" y="0"/>
                  <a:pt x="163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9"/>
          <p:cNvSpPr/>
          <p:nvPr/>
        </p:nvSpPr>
        <p:spPr>
          <a:xfrm>
            <a:off x="5581430" y="2443354"/>
            <a:ext cx="67856" cy="67856"/>
          </a:xfrm>
          <a:custGeom>
            <a:rect b="b" l="l" r="r" t="t"/>
            <a:pathLst>
              <a:path extrusionOk="0" h="1540" w="1540">
                <a:moveTo>
                  <a:pt x="1" y="1"/>
                </a:moveTo>
                <a:lnTo>
                  <a:pt x="1" y="1539"/>
                </a:lnTo>
                <a:lnTo>
                  <a:pt x="1540" y="1539"/>
                </a:lnTo>
                <a:lnTo>
                  <a:pt x="154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9"/>
          <p:cNvSpPr/>
          <p:nvPr/>
        </p:nvSpPr>
        <p:spPr>
          <a:xfrm>
            <a:off x="5577332" y="2439256"/>
            <a:ext cx="76052" cy="76052"/>
          </a:xfrm>
          <a:custGeom>
            <a:rect b="b" l="l" r="r" t="t"/>
            <a:pathLst>
              <a:path extrusionOk="0" h="1726" w="1726">
                <a:moveTo>
                  <a:pt x="1537" y="188"/>
                </a:moveTo>
                <a:lnTo>
                  <a:pt x="1537" y="1538"/>
                </a:lnTo>
                <a:lnTo>
                  <a:pt x="187" y="1538"/>
                </a:lnTo>
                <a:lnTo>
                  <a:pt x="187" y="188"/>
                </a:lnTo>
                <a:close/>
                <a:moveTo>
                  <a:pt x="94" y="0"/>
                </a:moveTo>
                <a:cubicBezTo>
                  <a:pt x="43" y="0"/>
                  <a:pt x="1" y="42"/>
                  <a:pt x="1" y="94"/>
                </a:cubicBezTo>
                <a:lnTo>
                  <a:pt x="1" y="1632"/>
                </a:lnTo>
                <a:cubicBezTo>
                  <a:pt x="1" y="1684"/>
                  <a:pt x="41" y="1726"/>
                  <a:pt x="94" y="1726"/>
                </a:cubicBezTo>
                <a:lnTo>
                  <a:pt x="1633" y="1726"/>
                </a:lnTo>
                <a:cubicBezTo>
                  <a:pt x="1684" y="1726"/>
                  <a:pt x="1726" y="1684"/>
                  <a:pt x="1726" y="1632"/>
                </a:cubicBezTo>
                <a:lnTo>
                  <a:pt x="1726" y="94"/>
                </a:lnTo>
                <a:cubicBezTo>
                  <a:pt x="1726" y="42"/>
                  <a:pt x="1685" y="0"/>
                  <a:pt x="163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9"/>
          <p:cNvSpPr/>
          <p:nvPr/>
        </p:nvSpPr>
        <p:spPr>
          <a:xfrm>
            <a:off x="5938997" y="2392506"/>
            <a:ext cx="198149" cy="76889"/>
          </a:xfrm>
          <a:custGeom>
            <a:rect b="b" l="l" r="r" t="t"/>
            <a:pathLst>
              <a:path extrusionOk="0" h="1745" w="4497">
                <a:moveTo>
                  <a:pt x="446" y="0"/>
                </a:moveTo>
                <a:cubicBezTo>
                  <a:pt x="200" y="0"/>
                  <a:pt x="1" y="200"/>
                  <a:pt x="1" y="445"/>
                </a:cubicBezTo>
                <a:lnTo>
                  <a:pt x="1" y="1745"/>
                </a:lnTo>
                <a:lnTo>
                  <a:pt x="4496" y="1745"/>
                </a:lnTo>
                <a:cubicBezTo>
                  <a:pt x="4496" y="781"/>
                  <a:pt x="3715" y="1"/>
                  <a:pt x="275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9"/>
          <p:cNvSpPr/>
          <p:nvPr/>
        </p:nvSpPr>
        <p:spPr>
          <a:xfrm>
            <a:off x="5860522" y="2382591"/>
            <a:ext cx="334831" cy="164441"/>
          </a:xfrm>
          <a:custGeom>
            <a:rect b="b" l="l" r="r" t="t"/>
            <a:pathLst>
              <a:path extrusionOk="0" h="3732" w="7599">
                <a:moveTo>
                  <a:pt x="589" y="0"/>
                </a:moveTo>
                <a:cubicBezTo>
                  <a:pt x="264" y="0"/>
                  <a:pt x="0" y="263"/>
                  <a:pt x="0" y="589"/>
                </a:cubicBezTo>
                <a:lnTo>
                  <a:pt x="0" y="1970"/>
                </a:lnTo>
                <a:lnTo>
                  <a:pt x="0" y="2173"/>
                </a:lnTo>
                <a:lnTo>
                  <a:pt x="0" y="3307"/>
                </a:lnTo>
                <a:cubicBezTo>
                  <a:pt x="0" y="3542"/>
                  <a:pt x="191" y="3732"/>
                  <a:pt x="425" y="3732"/>
                </a:cubicBezTo>
                <a:lnTo>
                  <a:pt x="7173" y="3732"/>
                </a:lnTo>
                <a:cubicBezTo>
                  <a:pt x="7407" y="3732"/>
                  <a:pt x="7597" y="3542"/>
                  <a:pt x="7597" y="3307"/>
                </a:cubicBezTo>
                <a:lnTo>
                  <a:pt x="7597" y="2395"/>
                </a:lnTo>
                <a:cubicBezTo>
                  <a:pt x="7598" y="2160"/>
                  <a:pt x="7408" y="1970"/>
                  <a:pt x="7173" y="1970"/>
                </a:cubicBezTo>
                <a:lnTo>
                  <a:pt x="3065" y="1970"/>
                </a:lnTo>
                <a:lnTo>
                  <a:pt x="306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9"/>
          <p:cNvSpPr/>
          <p:nvPr/>
        </p:nvSpPr>
        <p:spPr>
          <a:xfrm>
            <a:off x="5967197" y="2518569"/>
            <a:ext cx="56973" cy="56929"/>
          </a:xfrm>
          <a:custGeom>
            <a:rect b="b" l="l" r="r" t="t"/>
            <a:pathLst>
              <a:path extrusionOk="0" h="1292" w="1293">
                <a:moveTo>
                  <a:pt x="647" y="0"/>
                </a:moveTo>
                <a:cubicBezTo>
                  <a:pt x="291" y="0"/>
                  <a:pt x="0" y="291"/>
                  <a:pt x="0" y="646"/>
                </a:cubicBezTo>
                <a:cubicBezTo>
                  <a:pt x="0" y="1003"/>
                  <a:pt x="291" y="1291"/>
                  <a:pt x="647" y="1291"/>
                </a:cubicBezTo>
                <a:cubicBezTo>
                  <a:pt x="1003" y="1291"/>
                  <a:pt x="1292" y="1003"/>
                  <a:pt x="1292" y="646"/>
                </a:cubicBezTo>
                <a:cubicBezTo>
                  <a:pt x="1292" y="289"/>
                  <a:pt x="1002" y="0"/>
                  <a:pt x="64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9"/>
          <p:cNvSpPr/>
          <p:nvPr/>
        </p:nvSpPr>
        <p:spPr>
          <a:xfrm>
            <a:off x="5959002" y="2510462"/>
            <a:ext cx="73320" cy="73276"/>
          </a:xfrm>
          <a:custGeom>
            <a:rect b="b" l="l" r="r" t="t"/>
            <a:pathLst>
              <a:path extrusionOk="0" h="1663" w="1664">
                <a:moveTo>
                  <a:pt x="833" y="369"/>
                </a:moveTo>
                <a:cubicBezTo>
                  <a:pt x="1085" y="369"/>
                  <a:pt x="1293" y="575"/>
                  <a:pt x="1293" y="830"/>
                </a:cubicBezTo>
                <a:cubicBezTo>
                  <a:pt x="1293" y="1085"/>
                  <a:pt x="1086" y="1290"/>
                  <a:pt x="833" y="1290"/>
                </a:cubicBezTo>
                <a:cubicBezTo>
                  <a:pt x="578" y="1290"/>
                  <a:pt x="372" y="1085"/>
                  <a:pt x="372" y="830"/>
                </a:cubicBezTo>
                <a:cubicBezTo>
                  <a:pt x="372" y="577"/>
                  <a:pt x="579" y="369"/>
                  <a:pt x="833" y="369"/>
                </a:cubicBezTo>
                <a:close/>
                <a:moveTo>
                  <a:pt x="833" y="0"/>
                </a:moveTo>
                <a:cubicBezTo>
                  <a:pt x="373" y="0"/>
                  <a:pt x="1" y="372"/>
                  <a:pt x="1" y="831"/>
                </a:cubicBezTo>
                <a:cubicBezTo>
                  <a:pt x="1" y="1290"/>
                  <a:pt x="373" y="1663"/>
                  <a:pt x="833" y="1663"/>
                </a:cubicBezTo>
                <a:cubicBezTo>
                  <a:pt x="1291" y="1663"/>
                  <a:pt x="1664" y="1290"/>
                  <a:pt x="1664" y="831"/>
                </a:cubicBezTo>
                <a:cubicBezTo>
                  <a:pt x="1664" y="372"/>
                  <a:pt x="1291" y="0"/>
                  <a:pt x="833" y="0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9"/>
          <p:cNvSpPr/>
          <p:nvPr/>
        </p:nvSpPr>
        <p:spPr>
          <a:xfrm>
            <a:off x="6101720" y="2518569"/>
            <a:ext cx="56973" cy="56929"/>
          </a:xfrm>
          <a:custGeom>
            <a:rect b="b" l="l" r="r" t="t"/>
            <a:pathLst>
              <a:path extrusionOk="0" h="1292" w="1293">
                <a:moveTo>
                  <a:pt x="646" y="0"/>
                </a:moveTo>
                <a:cubicBezTo>
                  <a:pt x="291" y="0"/>
                  <a:pt x="0" y="291"/>
                  <a:pt x="0" y="646"/>
                </a:cubicBezTo>
                <a:cubicBezTo>
                  <a:pt x="0" y="1003"/>
                  <a:pt x="291" y="1291"/>
                  <a:pt x="646" y="1291"/>
                </a:cubicBezTo>
                <a:cubicBezTo>
                  <a:pt x="1003" y="1291"/>
                  <a:pt x="1293" y="1003"/>
                  <a:pt x="1293" y="646"/>
                </a:cubicBezTo>
                <a:cubicBezTo>
                  <a:pt x="1293" y="289"/>
                  <a:pt x="1002" y="0"/>
                  <a:pt x="64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9"/>
          <p:cNvSpPr/>
          <p:nvPr/>
        </p:nvSpPr>
        <p:spPr>
          <a:xfrm>
            <a:off x="6093569" y="2510462"/>
            <a:ext cx="73276" cy="73276"/>
          </a:xfrm>
          <a:custGeom>
            <a:rect b="b" l="l" r="r" t="t"/>
            <a:pathLst>
              <a:path extrusionOk="0" h="1663" w="1663">
                <a:moveTo>
                  <a:pt x="831" y="369"/>
                </a:moveTo>
                <a:cubicBezTo>
                  <a:pt x="1085" y="369"/>
                  <a:pt x="1291" y="575"/>
                  <a:pt x="1291" y="830"/>
                </a:cubicBezTo>
                <a:cubicBezTo>
                  <a:pt x="1291" y="1085"/>
                  <a:pt x="1086" y="1290"/>
                  <a:pt x="831" y="1290"/>
                </a:cubicBezTo>
                <a:cubicBezTo>
                  <a:pt x="578" y="1290"/>
                  <a:pt x="370" y="1085"/>
                  <a:pt x="370" y="830"/>
                </a:cubicBezTo>
                <a:cubicBezTo>
                  <a:pt x="370" y="577"/>
                  <a:pt x="578" y="369"/>
                  <a:pt x="831" y="369"/>
                </a:cubicBezTo>
                <a:close/>
                <a:moveTo>
                  <a:pt x="831" y="0"/>
                </a:moveTo>
                <a:cubicBezTo>
                  <a:pt x="372" y="0"/>
                  <a:pt x="0" y="372"/>
                  <a:pt x="0" y="831"/>
                </a:cubicBezTo>
                <a:cubicBezTo>
                  <a:pt x="0" y="1290"/>
                  <a:pt x="372" y="1663"/>
                  <a:pt x="831" y="1663"/>
                </a:cubicBezTo>
                <a:cubicBezTo>
                  <a:pt x="1290" y="1663"/>
                  <a:pt x="1663" y="1290"/>
                  <a:pt x="1663" y="831"/>
                </a:cubicBezTo>
                <a:cubicBezTo>
                  <a:pt x="1663" y="372"/>
                  <a:pt x="1290" y="0"/>
                  <a:pt x="831" y="0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9"/>
          <p:cNvSpPr/>
          <p:nvPr/>
        </p:nvSpPr>
        <p:spPr>
          <a:xfrm>
            <a:off x="6160324" y="2486183"/>
            <a:ext cx="35030" cy="22031"/>
          </a:xfrm>
          <a:custGeom>
            <a:rect b="b" l="l" r="r" t="t"/>
            <a:pathLst>
              <a:path extrusionOk="0" h="500" w="795">
                <a:moveTo>
                  <a:pt x="251" y="1"/>
                </a:moveTo>
                <a:cubicBezTo>
                  <a:pt x="113" y="1"/>
                  <a:pt x="1" y="112"/>
                  <a:pt x="1" y="250"/>
                </a:cubicBezTo>
                <a:cubicBezTo>
                  <a:pt x="0" y="388"/>
                  <a:pt x="113" y="500"/>
                  <a:pt x="251" y="500"/>
                </a:cubicBezTo>
                <a:lnTo>
                  <a:pt x="794" y="500"/>
                </a:lnTo>
                <a:lnTo>
                  <a:pt x="79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9"/>
          <p:cNvSpPr/>
          <p:nvPr/>
        </p:nvSpPr>
        <p:spPr>
          <a:xfrm>
            <a:off x="5126660" y="2451417"/>
            <a:ext cx="198105" cy="76933"/>
          </a:xfrm>
          <a:custGeom>
            <a:rect b="b" l="l" r="r" t="t"/>
            <a:pathLst>
              <a:path extrusionOk="0" h="1746" w="4496">
                <a:moveTo>
                  <a:pt x="1743" y="1"/>
                </a:moveTo>
                <a:cubicBezTo>
                  <a:pt x="780" y="2"/>
                  <a:pt x="1" y="782"/>
                  <a:pt x="1" y="1745"/>
                </a:cubicBezTo>
                <a:lnTo>
                  <a:pt x="4496" y="1745"/>
                </a:lnTo>
                <a:lnTo>
                  <a:pt x="4496" y="446"/>
                </a:lnTo>
                <a:cubicBezTo>
                  <a:pt x="4496" y="200"/>
                  <a:pt x="4296" y="1"/>
                  <a:pt x="405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9"/>
          <p:cNvSpPr/>
          <p:nvPr/>
        </p:nvSpPr>
        <p:spPr>
          <a:xfrm>
            <a:off x="5068409" y="2528263"/>
            <a:ext cx="256444" cy="77770"/>
          </a:xfrm>
          <a:custGeom>
            <a:rect b="b" l="l" r="r" t="t"/>
            <a:pathLst>
              <a:path extrusionOk="0" h="1765" w="5820">
                <a:moveTo>
                  <a:pt x="448" y="0"/>
                </a:moveTo>
                <a:cubicBezTo>
                  <a:pt x="202" y="0"/>
                  <a:pt x="3" y="200"/>
                  <a:pt x="3" y="445"/>
                </a:cubicBezTo>
                <a:lnTo>
                  <a:pt x="3" y="1319"/>
                </a:lnTo>
                <a:cubicBezTo>
                  <a:pt x="1" y="1566"/>
                  <a:pt x="200" y="1764"/>
                  <a:pt x="446" y="1764"/>
                </a:cubicBezTo>
                <a:lnTo>
                  <a:pt x="5375" y="1764"/>
                </a:lnTo>
                <a:cubicBezTo>
                  <a:pt x="5620" y="1764"/>
                  <a:pt x="5820" y="1565"/>
                  <a:pt x="5820" y="1319"/>
                </a:cubicBezTo>
                <a:lnTo>
                  <a:pt x="58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9"/>
          <p:cNvSpPr/>
          <p:nvPr/>
        </p:nvSpPr>
        <p:spPr>
          <a:xfrm>
            <a:off x="5239592" y="2577481"/>
            <a:ext cx="56973" cy="56973"/>
          </a:xfrm>
          <a:custGeom>
            <a:rect b="b" l="l" r="r" t="t"/>
            <a:pathLst>
              <a:path extrusionOk="0" h="1293" w="1293">
                <a:moveTo>
                  <a:pt x="646" y="1"/>
                </a:moveTo>
                <a:cubicBezTo>
                  <a:pt x="289" y="1"/>
                  <a:pt x="1" y="291"/>
                  <a:pt x="1" y="647"/>
                </a:cubicBezTo>
                <a:cubicBezTo>
                  <a:pt x="1" y="1003"/>
                  <a:pt x="290" y="1293"/>
                  <a:pt x="646" y="1293"/>
                </a:cubicBezTo>
                <a:cubicBezTo>
                  <a:pt x="1004" y="1293"/>
                  <a:pt x="1292" y="1003"/>
                  <a:pt x="1292" y="647"/>
                </a:cubicBezTo>
                <a:cubicBezTo>
                  <a:pt x="1292" y="291"/>
                  <a:pt x="1004" y="1"/>
                  <a:pt x="64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9"/>
          <p:cNvSpPr/>
          <p:nvPr/>
        </p:nvSpPr>
        <p:spPr>
          <a:xfrm>
            <a:off x="5231396" y="2569373"/>
            <a:ext cx="73320" cy="73320"/>
          </a:xfrm>
          <a:custGeom>
            <a:rect b="b" l="l" r="r" t="t"/>
            <a:pathLst>
              <a:path extrusionOk="0" h="1664" w="1664">
                <a:moveTo>
                  <a:pt x="832" y="372"/>
                </a:moveTo>
                <a:cubicBezTo>
                  <a:pt x="1085" y="372"/>
                  <a:pt x="1293" y="577"/>
                  <a:pt x="1293" y="832"/>
                </a:cubicBezTo>
                <a:cubicBezTo>
                  <a:pt x="1293" y="1087"/>
                  <a:pt x="1087" y="1293"/>
                  <a:pt x="832" y="1293"/>
                </a:cubicBezTo>
                <a:cubicBezTo>
                  <a:pt x="578" y="1293"/>
                  <a:pt x="372" y="1085"/>
                  <a:pt x="372" y="832"/>
                </a:cubicBezTo>
                <a:cubicBezTo>
                  <a:pt x="372" y="578"/>
                  <a:pt x="579" y="372"/>
                  <a:pt x="832" y="372"/>
                </a:cubicBezTo>
                <a:close/>
                <a:moveTo>
                  <a:pt x="832" y="0"/>
                </a:moveTo>
                <a:cubicBezTo>
                  <a:pt x="373" y="0"/>
                  <a:pt x="1" y="373"/>
                  <a:pt x="1" y="832"/>
                </a:cubicBezTo>
                <a:cubicBezTo>
                  <a:pt x="1" y="1292"/>
                  <a:pt x="373" y="1663"/>
                  <a:pt x="832" y="1663"/>
                </a:cubicBezTo>
                <a:cubicBezTo>
                  <a:pt x="1292" y="1663"/>
                  <a:pt x="1663" y="1292"/>
                  <a:pt x="1663" y="832"/>
                </a:cubicBezTo>
                <a:cubicBezTo>
                  <a:pt x="1663" y="373"/>
                  <a:pt x="1292" y="0"/>
                  <a:pt x="832" y="0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9"/>
          <p:cNvSpPr/>
          <p:nvPr/>
        </p:nvSpPr>
        <p:spPr>
          <a:xfrm>
            <a:off x="5105069" y="2577481"/>
            <a:ext cx="56929" cy="56973"/>
          </a:xfrm>
          <a:custGeom>
            <a:rect b="b" l="l" r="r" t="t"/>
            <a:pathLst>
              <a:path extrusionOk="0" h="1293" w="1292">
                <a:moveTo>
                  <a:pt x="646" y="1"/>
                </a:moveTo>
                <a:cubicBezTo>
                  <a:pt x="289" y="1"/>
                  <a:pt x="1" y="291"/>
                  <a:pt x="1" y="647"/>
                </a:cubicBezTo>
                <a:cubicBezTo>
                  <a:pt x="1" y="1003"/>
                  <a:pt x="291" y="1293"/>
                  <a:pt x="646" y="1293"/>
                </a:cubicBezTo>
                <a:cubicBezTo>
                  <a:pt x="1003" y="1293"/>
                  <a:pt x="1292" y="1003"/>
                  <a:pt x="1292" y="647"/>
                </a:cubicBezTo>
                <a:cubicBezTo>
                  <a:pt x="1292" y="291"/>
                  <a:pt x="1002" y="1"/>
                  <a:pt x="64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9"/>
          <p:cNvSpPr/>
          <p:nvPr/>
        </p:nvSpPr>
        <p:spPr>
          <a:xfrm>
            <a:off x="5096917" y="2569373"/>
            <a:ext cx="73320" cy="73320"/>
          </a:xfrm>
          <a:custGeom>
            <a:rect b="b" l="l" r="r" t="t"/>
            <a:pathLst>
              <a:path extrusionOk="0" h="1664" w="1664">
                <a:moveTo>
                  <a:pt x="831" y="372"/>
                </a:moveTo>
                <a:cubicBezTo>
                  <a:pt x="1086" y="372"/>
                  <a:pt x="1292" y="577"/>
                  <a:pt x="1292" y="832"/>
                </a:cubicBezTo>
                <a:cubicBezTo>
                  <a:pt x="1292" y="1087"/>
                  <a:pt x="1086" y="1293"/>
                  <a:pt x="831" y="1293"/>
                </a:cubicBezTo>
                <a:cubicBezTo>
                  <a:pt x="579" y="1293"/>
                  <a:pt x="371" y="1085"/>
                  <a:pt x="371" y="832"/>
                </a:cubicBezTo>
                <a:cubicBezTo>
                  <a:pt x="371" y="578"/>
                  <a:pt x="579" y="372"/>
                  <a:pt x="831" y="372"/>
                </a:cubicBezTo>
                <a:close/>
                <a:moveTo>
                  <a:pt x="831" y="0"/>
                </a:moveTo>
                <a:cubicBezTo>
                  <a:pt x="372" y="0"/>
                  <a:pt x="0" y="373"/>
                  <a:pt x="0" y="832"/>
                </a:cubicBezTo>
                <a:cubicBezTo>
                  <a:pt x="0" y="1292"/>
                  <a:pt x="372" y="1663"/>
                  <a:pt x="831" y="1663"/>
                </a:cubicBezTo>
                <a:cubicBezTo>
                  <a:pt x="1291" y="1663"/>
                  <a:pt x="1663" y="1292"/>
                  <a:pt x="1663" y="832"/>
                </a:cubicBezTo>
                <a:cubicBezTo>
                  <a:pt x="1663" y="373"/>
                  <a:pt x="1291" y="0"/>
                  <a:pt x="831" y="0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9"/>
          <p:cNvSpPr/>
          <p:nvPr/>
        </p:nvSpPr>
        <p:spPr>
          <a:xfrm>
            <a:off x="5068409" y="2545139"/>
            <a:ext cx="34986" cy="22031"/>
          </a:xfrm>
          <a:custGeom>
            <a:rect b="b" l="l" r="r" t="t"/>
            <a:pathLst>
              <a:path extrusionOk="0" h="500" w="794">
                <a:moveTo>
                  <a:pt x="1" y="1"/>
                </a:moveTo>
                <a:lnTo>
                  <a:pt x="1" y="499"/>
                </a:lnTo>
                <a:lnTo>
                  <a:pt x="545" y="499"/>
                </a:lnTo>
                <a:cubicBezTo>
                  <a:pt x="683" y="499"/>
                  <a:pt x="794" y="389"/>
                  <a:pt x="794" y="251"/>
                </a:cubicBezTo>
                <a:cubicBezTo>
                  <a:pt x="794" y="112"/>
                  <a:pt x="683" y="1"/>
                  <a:pt x="545" y="1"/>
                </a:cubicBezTo>
                <a:close/>
              </a:path>
            </a:pathLst>
          </a:custGeom>
          <a:solidFill>
            <a:srgbClr val="F2D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3" name="Google Shape;713;p19"/>
          <p:cNvGrpSpPr/>
          <p:nvPr/>
        </p:nvGrpSpPr>
        <p:grpSpPr>
          <a:xfrm>
            <a:off x="4661932" y="2822602"/>
            <a:ext cx="1962018" cy="1904564"/>
            <a:chOff x="4661932" y="2822602"/>
            <a:chExt cx="1962018" cy="1904564"/>
          </a:xfrm>
        </p:grpSpPr>
        <p:sp>
          <p:nvSpPr>
            <p:cNvPr id="714" name="Google Shape;714;p19"/>
            <p:cNvSpPr/>
            <p:nvPr/>
          </p:nvSpPr>
          <p:spPr>
            <a:xfrm>
              <a:off x="6248889" y="2913151"/>
              <a:ext cx="375060" cy="1168978"/>
            </a:xfrm>
            <a:custGeom>
              <a:rect b="b" l="l" r="r" t="t"/>
              <a:pathLst>
                <a:path extrusionOk="0" h="26530" w="8512">
                  <a:moveTo>
                    <a:pt x="1" y="0"/>
                  </a:moveTo>
                  <a:lnTo>
                    <a:pt x="1" y="1421"/>
                  </a:lnTo>
                  <a:lnTo>
                    <a:pt x="5182" y="1421"/>
                  </a:lnTo>
                  <a:cubicBezTo>
                    <a:pt x="6235" y="1421"/>
                    <a:pt x="7091" y="2277"/>
                    <a:pt x="7091" y="3330"/>
                  </a:cubicBezTo>
                  <a:lnTo>
                    <a:pt x="7091" y="23201"/>
                  </a:lnTo>
                  <a:cubicBezTo>
                    <a:pt x="7091" y="24253"/>
                    <a:pt x="6235" y="25108"/>
                    <a:pt x="5183" y="25108"/>
                  </a:cubicBezTo>
                  <a:lnTo>
                    <a:pt x="1" y="25108"/>
                  </a:lnTo>
                  <a:lnTo>
                    <a:pt x="1" y="26529"/>
                  </a:lnTo>
                  <a:lnTo>
                    <a:pt x="5183" y="26529"/>
                  </a:lnTo>
                  <a:cubicBezTo>
                    <a:pt x="7019" y="26529"/>
                    <a:pt x="8512" y="25037"/>
                    <a:pt x="8512" y="23201"/>
                  </a:cubicBezTo>
                  <a:lnTo>
                    <a:pt x="8512" y="3331"/>
                  </a:lnTo>
                  <a:cubicBezTo>
                    <a:pt x="8512" y="1494"/>
                    <a:pt x="7019" y="0"/>
                    <a:pt x="51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9"/>
            <p:cNvSpPr/>
            <p:nvPr/>
          </p:nvSpPr>
          <p:spPr>
            <a:xfrm>
              <a:off x="5556887" y="2822602"/>
              <a:ext cx="835425" cy="231460"/>
            </a:xfrm>
            <a:custGeom>
              <a:rect b="b" l="l" r="r" t="t"/>
              <a:pathLst>
                <a:path extrusionOk="0" h="5253" w="18960">
                  <a:moveTo>
                    <a:pt x="1893" y="1"/>
                  </a:moveTo>
                  <a:cubicBezTo>
                    <a:pt x="852" y="1"/>
                    <a:pt x="0" y="852"/>
                    <a:pt x="0" y="1893"/>
                  </a:cubicBezTo>
                  <a:lnTo>
                    <a:pt x="0" y="3360"/>
                  </a:lnTo>
                  <a:cubicBezTo>
                    <a:pt x="0" y="4401"/>
                    <a:pt x="852" y="5253"/>
                    <a:pt x="1893" y="5253"/>
                  </a:cubicBezTo>
                  <a:lnTo>
                    <a:pt x="17067" y="5253"/>
                  </a:lnTo>
                  <a:cubicBezTo>
                    <a:pt x="18108" y="5253"/>
                    <a:pt x="18960" y="4401"/>
                    <a:pt x="18960" y="3360"/>
                  </a:cubicBezTo>
                  <a:lnTo>
                    <a:pt x="18960" y="1893"/>
                  </a:lnTo>
                  <a:cubicBezTo>
                    <a:pt x="18960" y="852"/>
                    <a:pt x="18108" y="1"/>
                    <a:pt x="170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9"/>
            <p:cNvSpPr/>
            <p:nvPr/>
          </p:nvSpPr>
          <p:spPr>
            <a:xfrm>
              <a:off x="4661932" y="4005422"/>
              <a:ext cx="393610" cy="721744"/>
            </a:xfrm>
            <a:custGeom>
              <a:rect b="b" l="l" r="r" t="t"/>
              <a:pathLst>
                <a:path extrusionOk="0" h="16380" w="8933">
                  <a:moveTo>
                    <a:pt x="3330" y="1"/>
                  </a:moveTo>
                  <a:cubicBezTo>
                    <a:pt x="1495" y="1"/>
                    <a:pt x="1" y="1495"/>
                    <a:pt x="1" y="3330"/>
                  </a:cubicBezTo>
                  <a:lnTo>
                    <a:pt x="1" y="16379"/>
                  </a:lnTo>
                  <a:lnTo>
                    <a:pt x="1423" y="16379"/>
                  </a:lnTo>
                  <a:lnTo>
                    <a:pt x="1423" y="3328"/>
                  </a:lnTo>
                  <a:cubicBezTo>
                    <a:pt x="1423" y="2278"/>
                    <a:pt x="2278" y="1422"/>
                    <a:pt x="3330" y="1422"/>
                  </a:cubicBezTo>
                  <a:lnTo>
                    <a:pt x="8932" y="1422"/>
                  </a:lnTo>
                  <a:lnTo>
                    <a:pt x="893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9"/>
            <p:cNvSpPr/>
            <p:nvPr/>
          </p:nvSpPr>
          <p:spPr>
            <a:xfrm>
              <a:off x="4856424" y="3889141"/>
              <a:ext cx="1593564" cy="295263"/>
            </a:xfrm>
            <a:custGeom>
              <a:rect b="b" l="l" r="r" t="t"/>
              <a:pathLst>
                <a:path extrusionOk="0" h="6701" w="36166">
                  <a:moveTo>
                    <a:pt x="2550" y="0"/>
                  </a:moveTo>
                  <a:cubicBezTo>
                    <a:pt x="1148" y="0"/>
                    <a:pt x="1" y="1147"/>
                    <a:pt x="1" y="2549"/>
                  </a:cubicBezTo>
                  <a:lnTo>
                    <a:pt x="1" y="4151"/>
                  </a:lnTo>
                  <a:cubicBezTo>
                    <a:pt x="1" y="5553"/>
                    <a:pt x="1148" y="6701"/>
                    <a:pt x="2550" y="6701"/>
                  </a:cubicBezTo>
                  <a:lnTo>
                    <a:pt x="33617" y="6701"/>
                  </a:lnTo>
                  <a:cubicBezTo>
                    <a:pt x="35018" y="6701"/>
                    <a:pt x="36165" y="5553"/>
                    <a:pt x="36165" y="4151"/>
                  </a:cubicBezTo>
                  <a:lnTo>
                    <a:pt x="36165" y="2549"/>
                  </a:lnTo>
                  <a:cubicBezTo>
                    <a:pt x="36165" y="1147"/>
                    <a:pt x="35018" y="0"/>
                    <a:pt x="336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8" name="Google Shape;718;p19"/>
          <p:cNvSpPr/>
          <p:nvPr/>
        </p:nvSpPr>
        <p:spPr>
          <a:xfrm>
            <a:off x="5616195" y="3530558"/>
            <a:ext cx="108922" cy="108922"/>
          </a:xfrm>
          <a:custGeom>
            <a:rect b="b" l="l" r="r" t="t"/>
            <a:pathLst>
              <a:path extrusionOk="0" h="2472" w="2472">
                <a:moveTo>
                  <a:pt x="1237" y="1"/>
                </a:moveTo>
                <a:cubicBezTo>
                  <a:pt x="553" y="1"/>
                  <a:pt x="1" y="553"/>
                  <a:pt x="1" y="1237"/>
                </a:cubicBezTo>
                <a:cubicBezTo>
                  <a:pt x="1" y="1919"/>
                  <a:pt x="553" y="2472"/>
                  <a:pt x="1237" y="2472"/>
                </a:cubicBezTo>
                <a:cubicBezTo>
                  <a:pt x="1919" y="2472"/>
                  <a:pt x="2472" y="1918"/>
                  <a:pt x="2472" y="1237"/>
                </a:cubicBezTo>
                <a:cubicBezTo>
                  <a:pt x="2472" y="553"/>
                  <a:pt x="1919" y="1"/>
                  <a:pt x="123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9"/>
          <p:cNvSpPr/>
          <p:nvPr/>
        </p:nvSpPr>
        <p:spPr>
          <a:xfrm>
            <a:off x="5569753" y="3484072"/>
            <a:ext cx="201806" cy="201806"/>
          </a:xfrm>
          <a:custGeom>
            <a:rect b="b" l="l" r="r" t="t"/>
            <a:pathLst>
              <a:path extrusionOk="0" h="4580" w="4580">
                <a:moveTo>
                  <a:pt x="2291" y="521"/>
                </a:moveTo>
                <a:cubicBezTo>
                  <a:pt x="3268" y="521"/>
                  <a:pt x="4062" y="1315"/>
                  <a:pt x="4062" y="2292"/>
                </a:cubicBezTo>
                <a:cubicBezTo>
                  <a:pt x="4062" y="3269"/>
                  <a:pt x="3268" y="4063"/>
                  <a:pt x="2291" y="4063"/>
                </a:cubicBezTo>
                <a:cubicBezTo>
                  <a:pt x="1313" y="4063"/>
                  <a:pt x="519" y="3269"/>
                  <a:pt x="519" y="2292"/>
                </a:cubicBezTo>
                <a:cubicBezTo>
                  <a:pt x="519" y="1315"/>
                  <a:pt x="1313" y="521"/>
                  <a:pt x="2291" y="521"/>
                </a:cubicBezTo>
                <a:close/>
                <a:moveTo>
                  <a:pt x="2291" y="1"/>
                </a:moveTo>
                <a:cubicBezTo>
                  <a:pt x="1028" y="1"/>
                  <a:pt x="1" y="1028"/>
                  <a:pt x="1" y="2291"/>
                </a:cubicBezTo>
                <a:cubicBezTo>
                  <a:pt x="1" y="3552"/>
                  <a:pt x="1028" y="4580"/>
                  <a:pt x="2291" y="4580"/>
                </a:cubicBezTo>
                <a:cubicBezTo>
                  <a:pt x="3553" y="4580"/>
                  <a:pt x="4579" y="3552"/>
                  <a:pt x="4579" y="2291"/>
                </a:cubicBezTo>
                <a:cubicBezTo>
                  <a:pt x="4579" y="1028"/>
                  <a:pt x="3553" y="1"/>
                  <a:pt x="229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9"/>
          <p:cNvSpPr/>
          <p:nvPr/>
        </p:nvSpPr>
        <p:spPr>
          <a:xfrm>
            <a:off x="4917274" y="3597533"/>
            <a:ext cx="182243" cy="267459"/>
          </a:xfrm>
          <a:custGeom>
            <a:rect b="b" l="l" r="r" t="t"/>
            <a:pathLst>
              <a:path extrusionOk="0" h="6070" w="4136">
                <a:moveTo>
                  <a:pt x="2068" y="0"/>
                </a:moveTo>
                <a:cubicBezTo>
                  <a:pt x="1281" y="0"/>
                  <a:pt x="0" y="2326"/>
                  <a:pt x="0" y="4001"/>
                </a:cubicBezTo>
                <a:cubicBezTo>
                  <a:pt x="0" y="5677"/>
                  <a:pt x="926" y="6070"/>
                  <a:pt x="2068" y="6070"/>
                </a:cubicBezTo>
                <a:cubicBezTo>
                  <a:pt x="3210" y="6070"/>
                  <a:pt x="4136" y="5678"/>
                  <a:pt x="4136" y="4001"/>
                </a:cubicBezTo>
                <a:cubicBezTo>
                  <a:pt x="4136" y="2325"/>
                  <a:pt x="2855" y="0"/>
                  <a:pt x="206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9"/>
          <p:cNvSpPr/>
          <p:nvPr/>
        </p:nvSpPr>
        <p:spPr>
          <a:xfrm>
            <a:off x="5001037" y="3810841"/>
            <a:ext cx="47147" cy="37718"/>
          </a:xfrm>
          <a:custGeom>
            <a:rect b="b" l="l" r="r" t="t"/>
            <a:pathLst>
              <a:path extrusionOk="0" h="856" w="1070">
                <a:moveTo>
                  <a:pt x="903" y="0"/>
                </a:moveTo>
                <a:cubicBezTo>
                  <a:pt x="872" y="0"/>
                  <a:pt x="840" y="10"/>
                  <a:pt x="814" y="30"/>
                </a:cubicBezTo>
                <a:lnTo>
                  <a:pt x="77" y="588"/>
                </a:lnTo>
                <a:cubicBezTo>
                  <a:pt x="12" y="638"/>
                  <a:pt x="0" y="730"/>
                  <a:pt x="49" y="796"/>
                </a:cubicBezTo>
                <a:cubicBezTo>
                  <a:pt x="79" y="835"/>
                  <a:pt x="122" y="855"/>
                  <a:pt x="167" y="855"/>
                </a:cubicBezTo>
                <a:cubicBezTo>
                  <a:pt x="198" y="855"/>
                  <a:pt x="229" y="846"/>
                  <a:pt x="256" y="825"/>
                </a:cubicBezTo>
                <a:lnTo>
                  <a:pt x="993" y="265"/>
                </a:lnTo>
                <a:cubicBezTo>
                  <a:pt x="1058" y="215"/>
                  <a:pt x="1069" y="124"/>
                  <a:pt x="1021" y="58"/>
                </a:cubicBezTo>
                <a:cubicBezTo>
                  <a:pt x="992" y="20"/>
                  <a:pt x="947" y="0"/>
                  <a:pt x="90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9"/>
          <p:cNvSpPr/>
          <p:nvPr/>
        </p:nvSpPr>
        <p:spPr>
          <a:xfrm>
            <a:off x="4998614" y="3783037"/>
            <a:ext cx="19520" cy="166512"/>
          </a:xfrm>
          <a:custGeom>
            <a:rect b="b" l="l" r="r" t="t"/>
            <a:pathLst>
              <a:path extrusionOk="0" h="3779" w="443">
                <a:moveTo>
                  <a:pt x="222" y="1"/>
                </a:moveTo>
                <a:cubicBezTo>
                  <a:pt x="100" y="1"/>
                  <a:pt x="1" y="100"/>
                  <a:pt x="1" y="223"/>
                </a:cubicBezTo>
                <a:lnTo>
                  <a:pt x="1" y="3556"/>
                </a:lnTo>
                <a:cubicBezTo>
                  <a:pt x="1" y="3678"/>
                  <a:pt x="99" y="3778"/>
                  <a:pt x="222" y="3778"/>
                </a:cubicBezTo>
                <a:cubicBezTo>
                  <a:pt x="344" y="3778"/>
                  <a:pt x="443" y="3678"/>
                  <a:pt x="443" y="3556"/>
                </a:cubicBezTo>
                <a:lnTo>
                  <a:pt x="443" y="223"/>
                </a:lnTo>
                <a:cubicBezTo>
                  <a:pt x="443" y="101"/>
                  <a:pt x="345" y="1"/>
                  <a:pt x="22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9"/>
          <p:cNvSpPr/>
          <p:nvPr/>
        </p:nvSpPr>
        <p:spPr>
          <a:xfrm>
            <a:off x="5127849" y="3597533"/>
            <a:ext cx="182287" cy="267459"/>
          </a:xfrm>
          <a:custGeom>
            <a:rect b="b" l="l" r="r" t="t"/>
            <a:pathLst>
              <a:path extrusionOk="0" h="6070" w="4137">
                <a:moveTo>
                  <a:pt x="2068" y="0"/>
                </a:moveTo>
                <a:cubicBezTo>
                  <a:pt x="1281" y="0"/>
                  <a:pt x="0" y="2326"/>
                  <a:pt x="0" y="4001"/>
                </a:cubicBezTo>
                <a:cubicBezTo>
                  <a:pt x="0" y="5677"/>
                  <a:pt x="926" y="6070"/>
                  <a:pt x="2068" y="6070"/>
                </a:cubicBezTo>
                <a:cubicBezTo>
                  <a:pt x="3210" y="6070"/>
                  <a:pt x="4136" y="5678"/>
                  <a:pt x="4136" y="4001"/>
                </a:cubicBezTo>
                <a:cubicBezTo>
                  <a:pt x="4136" y="2325"/>
                  <a:pt x="2855" y="0"/>
                  <a:pt x="206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9"/>
          <p:cNvSpPr/>
          <p:nvPr/>
        </p:nvSpPr>
        <p:spPr>
          <a:xfrm>
            <a:off x="5175834" y="3810885"/>
            <a:ext cx="47235" cy="37673"/>
          </a:xfrm>
          <a:custGeom>
            <a:rect b="b" l="l" r="r" t="t"/>
            <a:pathLst>
              <a:path extrusionOk="0" h="855" w="1072">
                <a:moveTo>
                  <a:pt x="168" y="0"/>
                </a:moveTo>
                <a:cubicBezTo>
                  <a:pt x="123" y="0"/>
                  <a:pt x="78" y="21"/>
                  <a:pt x="49" y="58"/>
                </a:cubicBezTo>
                <a:cubicBezTo>
                  <a:pt x="0" y="124"/>
                  <a:pt x="12" y="216"/>
                  <a:pt x="78" y="266"/>
                </a:cubicBezTo>
                <a:lnTo>
                  <a:pt x="814" y="825"/>
                </a:lnTo>
                <a:cubicBezTo>
                  <a:pt x="841" y="844"/>
                  <a:pt x="873" y="854"/>
                  <a:pt x="904" y="854"/>
                </a:cubicBezTo>
                <a:cubicBezTo>
                  <a:pt x="949" y="854"/>
                  <a:pt x="993" y="835"/>
                  <a:pt x="1021" y="796"/>
                </a:cubicBezTo>
                <a:cubicBezTo>
                  <a:pt x="1071" y="731"/>
                  <a:pt x="1059" y="638"/>
                  <a:pt x="994" y="589"/>
                </a:cubicBezTo>
                <a:lnTo>
                  <a:pt x="257" y="30"/>
                </a:lnTo>
                <a:cubicBezTo>
                  <a:pt x="230" y="10"/>
                  <a:pt x="199" y="0"/>
                  <a:pt x="16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9"/>
          <p:cNvSpPr/>
          <p:nvPr/>
        </p:nvSpPr>
        <p:spPr>
          <a:xfrm>
            <a:off x="5205884" y="3783037"/>
            <a:ext cx="19564" cy="166512"/>
          </a:xfrm>
          <a:custGeom>
            <a:rect b="b" l="l" r="r" t="t"/>
            <a:pathLst>
              <a:path extrusionOk="0" h="3779" w="444">
                <a:moveTo>
                  <a:pt x="222" y="1"/>
                </a:moveTo>
                <a:cubicBezTo>
                  <a:pt x="101" y="1"/>
                  <a:pt x="1" y="100"/>
                  <a:pt x="1" y="223"/>
                </a:cubicBezTo>
                <a:lnTo>
                  <a:pt x="1" y="3556"/>
                </a:lnTo>
                <a:cubicBezTo>
                  <a:pt x="1" y="3678"/>
                  <a:pt x="99" y="3778"/>
                  <a:pt x="222" y="3778"/>
                </a:cubicBezTo>
                <a:cubicBezTo>
                  <a:pt x="344" y="3778"/>
                  <a:pt x="444" y="3678"/>
                  <a:pt x="444" y="3556"/>
                </a:cubicBezTo>
                <a:lnTo>
                  <a:pt x="444" y="223"/>
                </a:lnTo>
                <a:cubicBezTo>
                  <a:pt x="444" y="101"/>
                  <a:pt x="344" y="1"/>
                  <a:pt x="22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9"/>
          <p:cNvSpPr/>
          <p:nvPr/>
        </p:nvSpPr>
        <p:spPr>
          <a:xfrm>
            <a:off x="5338424" y="3597533"/>
            <a:ext cx="182331" cy="267459"/>
          </a:xfrm>
          <a:custGeom>
            <a:rect b="b" l="l" r="r" t="t"/>
            <a:pathLst>
              <a:path extrusionOk="0" h="6070" w="4138">
                <a:moveTo>
                  <a:pt x="2069" y="0"/>
                </a:moveTo>
                <a:cubicBezTo>
                  <a:pt x="1283" y="0"/>
                  <a:pt x="1" y="2326"/>
                  <a:pt x="1" y="4001"/>
                </a:cubicBezTo>
                <a:cubicBezTo>
                  <a:pt x="1" y="5677"/>
                  <a:pt x="927" y="6070"/>
                  <a:pt x="2069" y="6070"/>
                </a:cubicBezTo>
                <a:cubicBezTo>
                  <a:pt x="3211" y="6070"/>
                  <a:pt x="4137" y="5678"/>
                  <a:pt x="4137" y="4001"/>
                </a:cubicBezTo>
                <a:cubicBezTo>
                  <a:pt x="4137" y="2325"/>
                  <a:pt x="2855" y="0"/>
                  <a:pt x="20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9"/>
          <p:cNvSpPr/>
          <p:nvPr/>
        </p:nvSpPr>
        <p:spPr>
          <a:xfrm>
            <a:off x="5422231" y="3810841"/>
            <a:ext cx="47191" cy="37718"/>
          </a:xfrm>
          <a:custGeom>
            <a:rect b="b" l="l" r="r" t="t"/>
            <a:pathLst>
              <a:path extrusionOk="0" h="856" w="1071">
                <a:moveTo>
                  <a:pt x="903" y="0"/>
                </a:moveTo>
                <a:cubicBezTo>
                  <a:pt x="872" y="0"/>
                  <a:pt x="841" y="10"/>
                  <a:pt x="814" y="30"/>
                </a:cubicBezTo>
                <a:lnTo>
                  <a:pt x="78" y="588"/>
                </a:lnTo>
                <a:cubicBezTo>
                  <a:pt x="12" y="638"/>
                  <a:pt x="1" y="730"/>
                  <a:pt x="49" y="796"/>
                </a:cubicBezTo>
                <a:cubicBezTo>
                  <a:pt x="79" y="835"/>
                  <a:pt x="123" y="855"/>
                  <a:pt x="167" y="855"/>
                </a:cubicBezTo>
                <a:cubicBezTo>
                  <a:pt x="197" y="855"/>
                  <a:pt x="230" y="846"/>
                  <a:pt x="257" y="825"/>
                </a:cubicBezTo>
                <a:lnTo>
                  <a:pt x="993" y="265"/>
                </a:lnTo>
                <a:cubicBezTo>
                  <a:pt x="1059" y="215"/>
                  <a:pt x="1070" y="124"/>
                  <a:pt x="1021" y="58"/>
                </a:cubicBezTo>
                <a:cubicBezTo>
                  <a:pt x="992" y="20"/>
                  <a:pt x="948" y="0"/>
                  <a:pt x="90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9"/>
          <p:cNvSpPr/>
          <p:nvPr/>
        </p:nvSpPr>
        <p:spPr>
          <a:xfrm>
            <a:off x="5419808" y="3783037"/>
            <a:ext cx="19564" cy="166512"/>
          </a:xfrm>
          <a:custGeom>
            <a:rect b="b" l="l" r="r" t="t"/>
            <a:pathLst>
              <a:path extrusionOk="0" h="3779" w="444">
                <a:moveTo>
                  <a:pt x="222" y="1"/>
                </a:moveTo>
                <a:cubicBezTo>
                  <a:pt x="101" y="1"/>
                  <a:pt x="1" y="100"/>
                  <a:pt x="1" y="223"/>
                </a:cubicBezTo>
                <a:lnTo>
                  <a:pt x="1" y="3556"/>
                </a:lnTo>
                <a:cubicBezTo>
                  <a:pt x="1" y="3678"/>
                  <a:pt x="99" y="3778"/>
                  <a:pt x="222" y="3778"/>
                </a:cubicBezTo>
                <a:cubicBezTo>
                  <a:pt x="343" y="3778"/>
                  <a:pt x="444" y="3678"/>
                  <a:pt x="444" y="3556"/>
                </a:cubicBezTo>
                <a:lnTo>
                  <a:pt x="444" y="223"/>
                </a:lnTo>
                <a:cubicBezTo>
                  <a:pt x="444" y="101"/>
                  <a:pt x="344" y="1"/>
                  <a:pt x="22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9"/>
          <p:cNvSpPr/>
          <p:nvPr/>
        </p:nvSpPr>
        <p:spPr>
          <a:xfrm>
            <a:off x="5406281" y="3900332"/>
            <a:ext cx="27539" cy="116369"/>
          </a:xfrm>
          <a:custGeom>
            <a:rect b="b" l="l" r="r" t="t"/>
            <a:pathLst>
              <a:path extrusionOk="0" h="2641" w="625">
                <a:moveTo>
                  <a:pt x="313" y="1"/>
                </a:moveTo>
                <a:cubicBezTo>
                  <a:pt x="140" y="1"/>
                  <a:pt x="1" y="140"/>
                  <a:pt x="1" y="313"/>
                </a:cubicBezTo>
                <a:lnTo>
                  <a:pt x="1" y="2641"/>
                </a:lnTo>
                <a:lnTo>
                  <a:pt x="625" y="2641"/>
                </a:lnTo>
                <a:lnTo>
                  <a:pt x="625" y="313"/>
                </a:lnTo>
                <a:cubicBezTo>
                  <a:pt x="625" y="140"/>
                  <a:pt x="486" y="1"/>
                  <a:pt x="3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9"/>
          <p:cNvSpPr/>
          <p:nvPr/>
        </p:nvSpPr>
        <p:spPr>
          <a:xfrm>
            <a:off x="5461315" y="3900332"/>
            <a:ext cx="27583" cy="116369"/>
          </a:xfrm>
          <a:custGeom>
            <a:rect b="b" l="l" r="r" t="t"/>
            <a:pathLst>
              <a:path extrusionOk="0" h="2641" w="626">
                <a:moveTo>
                  <a:pt x="313" y="1"/>
                </a:moveTo>
                <a:cubicBezTo>
                  <a:pt x="141" y="1"/>
                  <a:pt x="1" y="140"/>
                  <a:pt x="1" y="313"/>
                </a:cubicBezTo>
                <a:lnTo>
                  <a:pt x="1" y="2641"/>
                </a:lnTo>
                <a:lnTo>
                  <a:pt x="625" y="2641"/>
                </a:lnTo>
                <a:lnTo>
                  <a:pt x="625" y="313"/>
                </a:lnTo>
                <a:cubicBezTo>
                  <a:pt x="625" y="140"/>
                  <a:pt x="486" y="1"/>
                  <a:pt x="3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9"/>
          <p:cNvSpPr/>
          <p:nvPr/>
        </p:nvSpPr>
        <p:spPr>
          <a:xfrm>
            <a:off x="5516437" y="3900332"/>
            <a:ext cx="27495" cy="116369"/>
          </a:xfrm>
          <a:custGeom>
            <a:rect b="b" l="l" r="r" t="t"/>
            <a:pathLst>
              <a:path extrusionOk="0" h="2641" w="624">
                <a:moveTo>
                  <a:pt x="312" y="1"/>
                </a:moveTo>
                <a:cubicBezTo>
                  <a:pt x="139" y="1"/>
                  <a:pt x="0" y="140"/>
                  <a:pt x="0" y="313"/>
                </a:cubicBezTo>
                <a:lnTo>
                  <a:pt x="0" y="2641"/>
                </a:lnTo>
                <a:lnTo>
                  <a:pt x="623" y="2641"/>
                </a:lnTo>
                <a:lnTo>
                  <a:pt x="623" y="313"/>
                </a:lnTo>
                <a:cubicBezTo>
                  <a:pt x="623" y="140"/>
                  <a:pt x="484" y="1"/>
                  <a:pt x="31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9"/>
          <p:cNvSpPr/>
          <p:nvPr/>
        </p:nvSpPr>
        <p:spPr>
          <a:xfrm>
            <a:off x="5571471" y="3900332"/>
            <a:ext cx="27539" cy="116369"/>
          </a:xfrm>
          <a:custGeom>
            <a:rect b="b" l="l" r="r" t="t"/>
            <a:pathLst>
              <a:path extrusionOk="0" h="2641" w="625">
                <a:moveTo>
                  <a:pt x="313" y="1"/>
                </a:moveTo>
                <a:cubicBezTo>
                  <a:pt x="140" y="1"/>
                  <a:pt x="1" y="140"/>
                  <a:pt x="1" y="313"/>
                </a:cubicBezTo>
                <a:lnTo>
                  <a:pt x="1" y="2641"/>
                </a:lnTo>
                <a:lnTo>
                  <a:pt x="625" y="2641"/>
                </a:lnTo>
                <a:lnTo>
                  <a:pt x="625" y="313"/>
                </a:lnTo>
                <a:cubicBezTo>
                  <a:pt x="625" y="140"/>
                  <a:pt x="486" y="1"/>
                  <a:pt x="3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9"/>
          <p:cNvSpPr/>
          <p:nvPr/>
        </p:nvSpPr>
        <p:spPr>
          <a:xfrm>
            <a:off x="5626461" y="3900332"/>
            <a:ext cx="27539" cy="116369"/>
          </a:xfrm>
          <a:custGeom>
            <a:rect b="b" l="l" r="r" t="t"/>
            <a:pathLst>
              <a:path extrusionOk="0" h="2641" w="625">
                <a:moveTo>
                  <a:pt x="313" y="1"/>
                </a:moveTo>
                <a:cubicBezTo>
                  <a:pt x="140" y="1"/>
                  <a:pt x="1" y="140"/>
                  <a:pt x="1" y="313"/>
                </a:cubicBezTo>
                <a:lnTo>
                  <a:pt x="1" y="2641"/>
                </a:lnTo>
                <a:lnTo>
                  <a:pt x="625" y="2641"/>
                </a:lnTo>
                <a:lnTo>
                  <a:pt x="625" y="313"/>
                </a:lnTo>
                <a:cubicBezTo>
                  <a:pt x="625" y="140"/>
                  <a:pt x="486" y="1"/>
                  <a:pt x="3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9"/>
          <p:cNvSpPr/>
          <p:nvPr/>
        </p:nvSpPr>
        <p:spPr>
          <a:xfrm>
            <a:off x="5406281" y="3928885"/>
            <a:ext cx="233972" cy="13792"/>
          </a:xfrm>
          <a:custGeom>
            <a:rect b="b" l="l" r="r" t="t"/>
            <a:pathLst>
              <a:path extrusionOk="0" h="313" w="5310">
                <a:moveTo>
                  <a:pt x="1" y="1"/>
                </a:moveTo>
                <a:lnTo>
                  <a:pt x="1" y="313"/>
                </a:lnTo>
                <a:lnTo>
                  <a:pt x="5310" y="313"/>
                </a:lnTo>
                <a:lnTo>
                  <a:pt x="531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9"/>
          <p:cNvSpPr/>
          <p:nvPr/>
        </p:nvSpPr>
        <p:spPr>
          <a:xfrm>
            <a:off x="5406281" y="3970216"/>
            <a:ext cx="233972" cy="13792"/>
          </a:xfrm>
          <a:custGeom>
            <a:rect b="b" l="l" r="r" t="t"/>
            <a:pathLst>
              <a:path extrusionOk="0" h="313" w="5310">
                <a:moveTo>
                  <a:pt x="1" y="1"/>
                </a:moveTo>
                <a:lnTo>
                  <a:pt x="1" y="313"/>
                </a:lnTo>
                <a:lnTo>
                  <a:pt x="5310" y="313"/>
                </a:lnTo>
                <a:lnTo>
                  <a:pt x="531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9"/>
          <p:cNvSpPr/>
          <p:nvPr/>
        </p:nvSpPr>
        <p:spPr>
          <a:xfrm>
            <a:off x="5948206" y="3779116"/>
            <a:ext cx="435117" cy="244547"/>
          </a:xfrm>
          <a:custGeom>
            <a:rect b="b" l="l" r="r" t="t"/>
            <a:pathLst>
              <a:path extrusionOk="0" h="5550" w="9875">
                <a:moveTo>
                  <a:pt x="0" y="1"/>
                </a:moveTo>
                <a:lnTo>
                  <a:pt x="0" y="5549"/>
                </a:lnTo>
                <a:lnTo>
                  <a:pt x="9874" y="5549"/>
                </a:lnTo>
                <a:lnTo>
                  <a:pt x="987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9"/>
          <p:cNvSpPr/>
          <p:nvPr/>
        </p:nvSpPr>
        <p:spPr>
          <a:xfrm>
            <a:off x="5933093" y="3674511"/>
            <a:ext cx="450187" cy="104648"/>
          </a:xfrm>
          <a:custGeom>
            <a:rect b="b" l="l" r="r" t="t"/>
            <a:pathLst>
              <a:path extrusionOk="0" h="2375" w="10217">
                <a:moveTo>
                  <a:pt x="1" y="1"/>
                </a:moveTo>
                <a:lnTo>
                  <a:pt x="1" y="2375"/>
                </a:lnTo>
                <a:lnTo>
                  <a:pt x="10216" y="2375"/>
                </a:lnTo>
                <a:lnTo>
                  <a:pt x="528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9"/>
          <p:cNvSpPr/>
          <p:nvPr/>
        </p:nvSpPr>
        <p:spPr>
          <a:xfrm>
            <a:off x="5715556" y="3674511"/>
            <a:ext cx="435117" cy="349195"/>
          </a:xfrm>
          <a:custGeom>
            <a:rect b="b" l="l" r="r" t="t"/>
            <a:pathLst>
              <a:path extrusionOk="0" h="7925" w="9875">
                <a:moveTo>
                  <a:pt x="4938" y="1"/>
                </a:moveTo>
                <a:lnTo>
                  <a:pt x="1" y="2375"/>
                </a:lnTo>
                <a:lnTo>
                  <a:pt x="1" y="7924"/>
                </a:lnTo>
                <a:lnTo>
                  <a:pt x="9874" y="7924"/>
                </a:lnTo>
                <a:lnTo>
                  <a:pt x="9874" y="2375"/>
                </a:lnTo>
                <a:lnTo>
                  <a:pt x="493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9"/>
          <p:cNvSpPr/>
          <p:nvPr/>
        </p:nvSpPr>
        <p:spPr>
          <a:xfrm>
            <a:off x="5818795" y="3853758"/>
            <a:ext cx="113373" cy="169905"/>
          </a:xfrm>
          <a:custGeom>
            <a:rect b="b" l="l" r="r" t="t"/>
            <a:pathLst>
              <a:path extrusionOk="0" h="3856" w="2573">
                <a:moveTo>
                  <a:pt x="1" y="1"/>
                </a:moveTo>
                <a:lnTo>
                  <a:pt x="1" y="3855"/>
                </a:lnTo>
                <a:lnTo>
                  <a:pt x="2572" y="3855"/>
                </a:lnTo>
                <a:lnTo>
                  <a:pt x="257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9"/>
          <p:cNvSpPr/>
          <p:nvPr/>
        </p:nvSpPr>
        <p:spPr>
          <a:xfrm>
            <a:off x="5932124" y="3853758"/>
            <a:ext cx="113285" cy="169905"/>
          </a:xfrm>
          <a:custGeom>
            <a:rect b="b" l="l" r="r" t="t"/>
            <a:pathLst>
              <a:path extrusionOk="0" h="3856" w="2571">
                <a:moveTo>
                  <a:pt x="0" y="1"/>
                </a:moveTo>
                <a:lnTo>
                  <a:pt x="0" y="3855"/>
                </a:lnTo>
                <a:lnTo>
                  <a:pt x="2570" y="3855"/>
                </a:lnTo>
                <a:lnTo>
                  <a:pt x="257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9"/>
          <p:cNvSpPr/>
          <p:nvPr/>
        </p:nvSpPr>
        <p:spPr>
          <a:xfrm>
            <a:off x="5842280" y="3875481"/>
            <a:ext cx="89799" cy="148182"/>
          </a:xfrm>
          <a:custGeom>
            <a:rect b="b" l="l" r="r" t="t"/>
            <a:pathLst>
              <a:path extrusionOk="0" h="3363" w="2038">
                <a:moveTo>
                  <a:pt x="1" y="0"/>
                </a:moveTo>
                <a:lnTo>
                  <a:pt x="1" y="3362"/>
                </a:lnTo>
                <a:lnTo>
                  <a:pt x="2038" y="3362"/>
                </a:lnTo>
                <a:lnTo>
                  <a:pt x="203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9"/>
          <p:cNvSpPr/>
          <p:nvPr/>
        </p:nvSpPr>
        <p:spPr>
          <a:xfrm>
            <a:off x="5932124" y="3875481"/>
            <a:ext cx="89799" cy="148182"/>
          </a:xfrm>
          <a:custGeom>
            <a:rect b="b" l="l" r="r" t="t"/>
            <a:pathLst>
              <a:path extrusionOk="0" h="3363" w="2038">
                <a:moveTo>
                  <a:pt x="0" y="0"/>
                </a:moveTo>
                <a:lnTo>
                  <a:pt x="0" y="3362"/>
                </a:lnTo>
                <a:lnTo>
                  <a:pt x="2037" y="3362"/>
                </a:lnTo>
                <a:lnTo>
                  <a:pt x="20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9"/>
          <p:cNvSpPr/>
          <p:nvPr/>
        </p:nvSpPr>
        <p:spPr>
          <a:xfrm>
            <a:off x="5909916" y="3708131"/>
            <a:ext cx="46398" cy="46310"/>
          </a:xfrm>
          <a:custGeom>
            <a:rect b="b" l="l" r="r" t="t"/>
            <a:pathLst>
              <a:path extrusionOk="0" h="1051" w="1053">
                <a:moveTo>
                  <a:pt x="527" y="0"/>
                </a:moveTo>
                <a:cubicBezTo>
                  <a:pt x="236" y="0"/>
                  <a:pt x="1" y="235"/>
                  <a:pt x="1" y="526"/>
                </a:cubicBezTo>
                <a:cubicBezTo>
                  <a:pt x="1" y="814"/>
                  <a:pt x="234" y="1051"/>
                  <a:pt x="523" y="1051"/>
                </a:cubicBezTo>
                <a:cubicBezTo>
                  <a:pt x="524" y="1051"/>
                  <a:pt x="525" y="1051"/>
                  <a:pt x="527" y="1051"/>
                </a:cubicBezTo>
                <a:cubicBezTo>
                  <a:pt x="817" y="1051"/>
                  <a:pt x="1052" y="816"/>
                  <a:pt x="1052" y="526"/>
                </a:cubicBezTo>
                <a:cubicBezTo>
                  <a:pt x="1052" y="235"/>
                  <a:pt x="817" y="0"/>
                  <a:pt x="52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9"/>
          <p:cNvSpPr/>
          <p:nvPr/>
        </p:nvSpPr>
        <p:spPr>
          <a:xfrm>
            <a:off x="5715556" y="3835340"/>
            <a:ext cx="435117" cy="18506"/>
          </a:xfrm>
          <a:custGeom>
            <a:rect b="b" l="l" r="r" t="t"/>
            <a:pathLst>
              <a:path extrusionOk="0" h="420" w="9875">
                <a:moveTo>
                  <a:pt x="1" y="0"/>
                </a:moveTo>
                <a:lnTo>
                  <a:pt x="1" y="420"/>
                </a:lnTo>
                <a:lnTo>
                  <a:pt x="9874" y="420"/>
                </a:lnTo>
                <a:lnTo>
                  <a:pt x="987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9"/>
          <p:cNvSpPr/>
          <p:nvPr/>
        </p:nvSpPr>
        <p:spPr>
          <a:xfrm>
            <a:off x="5715556" y="3779116"/>
            <a:ext cx="435117" cy="18550"/>
          </a:xfrm>
          <a:custGeom>
            <a:rect b="b" l="l" r="r" t="t"/>
            <a:pathLst>
              <a:path extrusionOk="0" h="421" w="9875">
                <a:moveTo>
                  <a:pt x="1" y="1"/>
                </a:moveTo>
                <a:lnTo>
                  <a:pt x="1" y="420"/>
                </a:lnTo>
                <a:lnTo>
                  <a:pt x="9874" y="420"/>
                </a:lnTo>
                <a:lnTo>
                  <a:pt x="987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9"/>
          <p:cNvSpPr/>
          <p:nvPr/>
        </p:nvSpPr>
        <p:spPr>
          <a:xfrm>
            <a:off x="6150630" y="3835340"/>
            <a:ext cx="232650" cy="18506"/>
          </a:xfrm>
          <a:custGeom>
            <a:rect b="b" l="l" r="r" t="t"/>
            <a:pathLst>
              <a:path extrusionOk="0" h="420" w="5280">
                <a:moveTo>
                  <a:pt x="0" y="0"/>
                </a:moveTo>
                <a:lnTo>
                  <a:pt x="0" y="420"/>
                </a:lnTo>
                <a:lnTo>
                  <a:pt x="5279" y="420"/>
                </a:lnTo>
                <a:lnTo>
                  <a:pt x="527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9"/>
          <p:cNvSpPr/>
          <p:nvPr/>
        </p:nvSpPr>
        <p:spPr>
          <a:xfrm>
            <a:off x="5757239" y="3779116"/>
            <a:ext cx="18506" cy="244547"/>
          </a:xfrm>
          <a:custGeom>
            <a:rect b="b" l="l" r="r" t="t"/>
            <a:pathLst>
              <a:path extrusionOk="0" h="5550" w="420">
                <a:moveTo>
                  <a:pt x="0" y="1"/>
                </a:moveTo>
                <a:lnTo>
                  <a:pt x="0" y="5549"/>
                </a:lnTo>
                <a:lnTo>
                  <a:pt x="420" y="5549"/>
                </a:lnTo>
                <a:lnTo>
                  <a:pt x="42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9"/>
          <p:cNvSpPr/>
          <p:nvPr/>
        </p:nvSpPr>
        <p:spPr>
          <a:xfrm>
            <a:off x="6199099" y="3779116"/>
            <a:ext cx="18506" cy="244547"/>
          </a:xfrm>
          <a:custGeom>
            <a:rect b="b" l="l" r="r" t="t"/>
            <a:pathLst>
              <a:path extrusionOk="0" h="5550" w="420">
                <a:moveTo>
                  <a:pt x="0" y="1"/>
                </a:moveTo>
                <a:lnTo>
                  <a:pt x="0" y="5549"/>
                </a:lnTo>
                <a:lnTo>
                  <a:pt x="420" y="5549"/>
                </a:lnTo>
                <a:lnTo>
                  <a:pt x="42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9"/>
          <p:cNvSpPr/>
          <p:nvPr/>
        </p:nvSpPr>
        <p:spPr>
          <a:xfrm>
            <a:off x="6266955" y="3779116"/>
            <a:ext cx="18506" cy="244547"/>
          </a:xfrm>
          <a:custGeom>
            <a:rect b="b" l="l" r="r" t="t"/>
            <a:pathLst>
              <a:path extrusionOk="0" h="5550" w="420">
                <a:moveTo>
                  <a:pt x="0" y="1"/>
                </a:moveTo>
                <a:lnTo>
                  <a:pt x="0" y="5549"/>
                </a:lnTo>
                <a:lnTo>
                  <a:pt x="420" y="5549"/>
                </a:lnTo>
                <a:lnTo>
                  <a:pt x="42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9"/>
          <p:cNvSpPr/>
          <p:nvPr/>
        </p:nvSpPr>
        <p:spPr>
          <a:xfrm>
            <a:off x="6334811" y="3779116"/>
            <a:ext cx="18506" cy="244547"/>
          </a:xfrm>
          <a:custGeom>
            <a:rect b="b" l="l" r="r" t="t"/>
            <a:pathLst>
              <a:path extrusionOk="0" h="5550" w="420">
                <a:moveTo>
                  <a:pt x="0" y="1"/>
                </a:moveTo>
                <a:lnTo>
                  <a:pt x="0" y="5549"/>
                </a:lnTo>
                <a:lnTo>
                  <a:pt x="420" y="5549"/>
                </a:lnTo>
                <a:lnTo>
                  <a:pt x="42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9"/>
          <p:cNvSpPr/>
          <p:nvPr/>
        </p:nvSpPr>
        <p:spPr>
          <a:xfrm>
            <a:off x="6088458" y="3779116"/>
            <a:ext cx="18506" cy="244547"/>
          </a:xfrm>
          <a:custGeom>
            <a:rect b="b" l="l" r="r" t="t"/>
            <a:pathLst>
              <a:path extrusionOk="0" h="5550" w="420">
                <a:moveTo>
                  <a:pt x="0" y="1"/>
                </a:moveTo>
                <a:lnTo>
                  <a:pt x="0" y="5549"/>
                </a:lnTo>
                <a:lnTo>
                  <a:pt x="420" y="5549"/>
                </a:lnTo>
                <a:lnTo>
                  <a:pt x="42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9"/>
          <p:cNvSpPr/>
          <p:nvPr/>
        </p:nvSpPr>
        <p:spPr>
          <a:xfrm>
            <a:off x="6105510" y="4058077"/>
            <a:ext cx="171800" cy="85922"/>
          </a:xfrm>
          <a:custGeom>
            <a:rect b="b" l="l" r="r" t="t"/>
            <a:pathLst>
              <a:path extrusionOk="0" h="1950" w="3899">
                <a:moveTo>
                  <a:pt x="1949" y="0"/>
                </a:moveTo>
                <a:cubicBezTo>
                  <a:pt x="872" y="0"/>
                  <a:pt x="0" y="874"/>
                  <a:pt x="0" y="1949"/>
                </a:cubicBezTo>
                <a:lnTo>
                  <a:pt x="3899" y="1949"/>
                </a:lnTo>
                <a:cubicBezTo>
                  <a:pt x="3899" y="873"/>
                  <a:pt x="3025" y="0"/>
                  <a:pt x="19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9"/>
          <p:cNvSpPr/>
          <p:nvPr/>
        </p:nvSpPr>
        <p:spPr>
          <a:xfrm>
            <a:off x="6066603" y="4058077"/>
            <a:ext cx="171800" cy="85922"/>
          </a:xfrm>
          <a:custGeom>
            <a:rect b="b" l="l" r="r" t="t"/>
            <a:pathLst>
              <a:path extrusionOk="0" h="1950" w="3899">
                <a:moveTo>
                  <a:pt x="1949" y="0"/>
                </a:moveTo>
                <a:cubicBezTo>
                  <a:pt x="873" y="0"/>
                  <a:pt x="0" y="874"/>
                  <a:pt x="0" y="1949"/>
                </a:cubicBezTo>
                <a:lnTo>
                  <a:pt x="3899" y="1949"/>
                </a:lnTo>
                <a:cubicBezTo>
                  <a:pt x="3899" y="873"/>
                  <a:pt x="3027" y="0"/>
                  <a:pt x="194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9"/>
          <p:cNvSpPr/>
          <p:nvPr/>
        </p:nvSpPr>
        <p:spPr>
          <a:xfrm>
            <a:off x="6027739" y="4058077"/>
            <a:ext cx="171800" cy="85922"/>
          </a:xfrm>
          <a:custGeom>
            <a:rect b="b" l="l" r="r" t="t"/>
            <a:pathLst>
              <a:path extrusionOk="0" h="1950" w="3899">
                <a:moveTo>
                  <a:pt x="1949" y="0"/>
                </a:moveTo>
                <a:cubicBezTo>
                  <a:pt x="872" y="0"/>
                  <a:pt x="0" y="874"/>
                  <a:pt x="0" y="1949"/>
                </a:cubicBezTo>
                <a:lnTo>
                  <a:pt x="3899" y="1949"/>
                </a:lnTo>
                <a:cubicBezTo>
                  <a:pt x="3899" y="873"/>
                  <a:pt x="3025" y="0"/>
                  <a:pt x="19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9"/>
          <p:cNvSpPr/>
          <p:nvPr/>
        </p:nvSpPr>
        <p:spPr>
          <a:xfrm>
            <a:off x="5988920" y="4058077"/>
            <a:ext cx="171756" cy="85922"/>
          </a:xfrm>
          <a:custGeom>
            <a:rect b="b" l="l" r="r" t="t"/>
            <a:pathLst>
              <a:path extrusionOk="0" h="1950" w="3898">
                <a:moveTo>
                  <a:pt x="1948" y="0"/>
                </a:moveTo>
                <a:cubicBezTo>
                  <a:pt x="872" y="0"/>
                  <a:pt x="0" y="874"/>
                  <a:pt x="0" y="1949"/>
                </a:cubicBezTo>
                <a:lnTo>
                  <a:pt x="3898" y="1949"/>
                </a:lnTo>
                <a:cubicBezTo>
                  <a:pt x="3898" y="873"/>
                  <a:pt x="3025" y="0"/>
                  <a:pt x="19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9"/>
          <p:cNvSpPr/>
          <p:nvPr/>
        </p:nvSpPr>
        <p:spPr>
          <a:xfrm>
            <a:off x="5950013" y="4058077"/>
            <a:ext cx="171800" cy="85922"/>
          </a:xfrm>
          <a:custGeom>
            <a:rect b="b" l="l" r="r" t="t"/>
            <a:pathLst>
              <a:path extrusionOk="0" h="1950" w="3899">
                <a:moveTo>
                  <a:pt x="1949" y="0"/>
                </a:moveTo>
                <a:cubicBezTo>
                  <a:pt x="873" y="0"/>
                  <a:pt x="0" y="874"/>
                  <a:pt x="0" y="1949"/>
                </a:cubicBezTo>
                <a:lnTo>
                  <a:pt x="3899" y="1949"/>
                </a:lnTo>
                <a:cubicBezTo>
                  <a:pt x="3899" y="873"/>
                  <a:pt x="3025" y="0"/>
                  <a:pt x="19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9"/>
          <p:cNvSpPr/>
          <p:nvPr/>
        </p:nvSpPr>
        <p:spPr>
          <a:xfrm>
            <a:off x="5368475" y="3900949"/>
            <a:ext cx="19784" cy="79136"/>
          </a:xfrm>
          <a:custGeom>
            <a:rect b="b" l="l" r="r" t="t"/>
            <a:pathLst>
              <a:path extrusionOk="0" h="1796" w="449">
                <a:moveTo>
                  <a:pt x="224" y="0"/>
                </a:moveTo>
                <a:cubicBezTo>
                  <a:pt x="101" y="0"/>
                  <a:pt x="0" y="102"/>
                  <a:pt x="0" y="224"/>
                </a:cubicBezTo>
                <a:lnTo>
                  <a:pt x="0" y="1573"/>
                </a:lnTo>
                <a:cubicBezTo>
                  <a:pt x="0" y="1696"/>
                  <a:pt x="101" y="1796"/>
                  <a:pt x="224" y="1796"/>
                </a:cubicBezTo>
                <a:cubicBezTo>
                  <a:pt x="347" y="1796"/>
                  <a:pt x="447" y="1697"/>
                  <a:pt x="448" y="1574"/>
                </a:cubicBezTo>
                <a:lnTo>
                  <a:pt x="448" y="224"/>
                </a:lnTo>
                <a:cubicBezTo>
                  <a:pt x="448" y="102"/>
                  <a:pt x="347" y="0"/>
                  <a:pt x="2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9"/>
          <p:cNvSpPr/>
          <p:nvPr/>
        </p:nvSpPr>
        <p:spPr>
          <a:xfrm>
            <a:off x="5232498" y="3863937"/>
            <a:ext cx="93148" cy="123022"/>
          </a:xfrm>
          <a:custGeom>
            <a:rect b="b" l="l" r="r" t="t"/>
            <a:pathLst>
              <a:path extrusionOk="0" h="2792" w="2114">
                <a:moveTo>
                  <a:pt x="0" y="0"/>
                </a:moveTo>
                <a:lnTo>
                  <a:pt x="0" y="2791"/>
                </a:lnTo>
                <a:lnTo>
                  <a:pt x="2113" y="2791"/>
                </a:lnTo>
                <a:lnTo>
                  <a:pt x="2113" y="1109"/>
                </a:lnTo>
                <a:cubicBezTo>
                  <a:pt x="2113" y="496"/>
                  <a:pt x="1617" y="0"/>
                  <a:pt x="10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9"/>
          <p:cNvSpPr/>
          <p:nvPr/>
        </p:nvSpPr>
        <p:spPr>
          <a:xfrm>
            <a:off x="5232498" y="3957350"/>
            <a:ext cx="167482" cy="95748"/>
          </a:xfrm>
          <a:custGeom>
            <a:rect b="b" l="l" r="r" t="t"/>
            <a:pathLst>
              <a:path extrusionOk="0" h="2173" w="3801">
                <a:moveTo>
                  <a:pt x="0" y="0"/>
                </a:moveTo>
                <a:lnTo>
                  <a:pt x="0" y="2172"/>
                </a:lnTo>
                <a:lnTo>
                  <a:pt x="3800" y="2172"/>
                </a:lnTo>
                <a:lnTo>
                  <a:pt x="38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9"/>
          <p:cNvSpPr/>
          <p:nvPr/>
        </p:nvSpPr>
        <p:spPr>
          <a:xfrm>
            <a:off x="5232498" y="3849132"/>
            <a:ext cx="114034" cy="23001"/>
          </a:xfrm>
          <a:custGeom>
            <a:rect b="b" l="l" r="r" t="t"/>
            <a:pathLst>
              <a:path extrusionOk="0" h="522" w="2588">
                <a:moveTo>
                  <a:pt x="500" y="1"/>
                </a:moveTo>
                <a:cubicBezTo>
                  <a:pt x="224" y="1"/>
                  <a:pt x="0" y="224"/>
                  <a:pt x="0" y="500"/>
                </a:cubicBezTo>
                <a:lnTo>
                  <a:pt x="0" y="521"/>
                </a:lnTo>
                <a:lnTo>
                  <a:pt x="2588" y="521"/>
                </a:lnTo>
                <a:lnTo>
                  <a:pt x="2588" y="500"/>
                </a:lnTo>
                <a:cubicBezTo>
                  <a:pt x="2588" y="225"/>
                  <a:pt x="2365" y="1"/>
                  <a:pt x="208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9"/>
          <p:cNvSpPr/>
          <p:nvPr/>
        </p:nvSpPr>
        <p:spPr>
          <a:xfrm>
            <a:off x="5269378" y="4015072"/>
            <a:ext cx="156554" cy="38026"/>
          </a:xfrm>
          <a:custGeom>
            <a:rect b="b" l="l" r="r" t="t"/>
            <a:pathLst>
              <a:path extrusionOk="0" h="863" w="3553">
                <a:moveTo>
                  <a:pt x="0" y="1"/>
                </a:moveTo>
                <a:lnTo>
                  <a:pt x="0" y="862"/>
                </a:lnTo>
                <a:lnTo>
                  <a:pt x="3553" y="862"/>
                </a:lnTo>
                <a:lnTo>
                  <a:pt x="355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9"/>
          <p:cNvSpPr/>
          <p:nvPr/>
        </p:nvSpPr>
        <p:spPr>
          <a:xfrm>
            <a:off x="5124060" y="4015072"/>
            <a:ext cx="104957" cy="38026"/>
          </a:xfrm>
          <a:custGeom>
            <a:rect b="b" l="l" r="r" t="t"/>
            <a:pathLst>
              <a:path extrusionOk="0" h="863" w="2382">
                <a:moveTo>
                  <a:pt x="0" y="1"/>
                </a:moveTo>
                <a:lnTo>
                  <a:pt x="0" y="862"/>
                </a:lnTo>
                <a:lnTo>
                  <a:pt x="2381" y="862"/>
                </a:lnTo>
                <a:lnTo>
                  <a:pt x="23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9"/>
          <p:cNvSpPr/>
          <p:nvPr/>
        </p:nvSpPr>
        <p:spPr>
          <a:xfrm>
            <a:off x="5192577" y="3990749"/>
            <a:ext cx="99405" cy="99449"/>
          </a:xfrm>
          <a:custGeom>
            <a:rect b="b" l="l" r="r" t="t"/>
            <a:pathLst>
              <a:path extrusionOk="0" h="2257" w="2256">
                <a:moveTo>
                  <a:pt x="1129" y="0"/>
                </a:moveTo>
                <a:cubicBezTo>
                  <a:pt x="507" y="0"/>
                  <a:pt x="1" y="507"/>
                  <a:pt x="1" y="1128"/>
                </a:cubicBezTo>
                <a:cubicBezTo>
                  <a:pt x="1" y="1750"/>
                  <a:pt x="507" y="2257"/>
                  <a:pt x="1129" y="2257"/>
                </a:cubicBezTo>
                <a:cubicBezTo>
                  <a:pt x="1750" y="2257"/>
                  <a:pt x="2256" y="1751"/>
                  <a:pt x="2256" y="1128"/>
                </a:cubicBezTo>
                <a:cubicBezTo>
                  <a:pt x="2256" y="505"/>
                  <a:pt x="1750" y="0"/>
                  <a:pt x="11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9"/>
          <p:cNvSpPr/>
          <p:nvPr/>
        </p:nvSpPr>
        <p:spPr>
          <a:xfrm>
            <a:off x="5181958" y="3980042"/>
            <a:ext cx="120731" cy="120775"/>
          </a:xfrm>
          <a:custGeom>
            <a:rect b="b" l="l" r="r" t="t"/>
            <a:pathLst>
              <a:path extrusionOk="0" h="2741" w="2740">
                <a:moveTo>
                  <a:pt x="1370" y="487"/>
                </a:moveTo>
                <a:cubicBezTo>
                  <a:pt x="1857" y="487"/>
                  <a:pt x="2255" y="884"/>
                  <a:pt x="2255" y="1372"/>
                </a:cubicBezTo>
                <a:cubicBezTo>
                  <a:pt x="2255" y="1861"/>
                  <a:pt x="1858" y="2257"/>
                  <a:pt x="1370" y="2257"/>
                </a:cubicBezTo>
                <a:cubicBezTo>
                  <a:pt x="882" y="2257"/>
                  <a:pt x="485" y="1861"/>
                  <a:pt x="485" y="1372"/>
                </a:cubicBezTo>
                <a:cubicBezTo>
                  <a:pt x="485" y="884"/>
                  <a:pt x="881" y="487"/>
                  <a:pt x="1370" y="487"/>
                </a:cubicBezTo>
                <a:close/>
                <a:moveTo>
                  <a:pt x="1370" y="1"/>
                </a:moveTo>
                <a:cubicBezTo>
                  <a:pt x="613" y="1"/>
                  <a:pt x="0" y="615"/>
                  <a:pt x="0" y="1371"/>
                </a:cubicBezTo>
                <a:cubicBezTo>
                  <a:pt x="0" y="2128"/>
                  <a:pt x="614" y="2741"/>
                  <a:pt x="1370" y="2741"/>
                </a:cubicBezTo>
                <a:cubicBezTo>
                  <a:pt x="2127" y="2741"/>
                  <a:pt x="2739" y="2127"/>
                  <a:pt x="2739" y="1371"/>
                </a:cubicBezTo>
                <a:cubicBezTo>
                  <a:pt x="2739" y="615"/>
                  <a:pt x="2125" y="1"/>
                  <a:pt x="137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9"/>
          <p:cNvSpPr/>
          <p:nvPr/>
        </p:nvSpPr>
        <p:spPr>
          <a:xfrm>
            <a:off x="5354419" y="4043713"/>
            <a:ext cx="46486" cy="46486"/>
          </a:xfrm>
          <a:custGeom>
            <a:rect b="b" l="l" r="r" t="t"/>
            <a:pathLst>
              <a:path extrusionOk="0" h="1055" w="1055">
                <a:moveTo>
                  <a:pt x="528" y="1"/>
                </a:moveTo>
                <a:cubicBezTo>
                  <a:pt x="237" y="1"/>
                  <a:pt x="1" y="237"/>
                  <a:pt x="1" y="528"/>
                </a:cubicBezTo>
                <a:cubicBezTo>
                  <a:pt x="1" y="817"/>
                  <a:pt x="237" y="1055"/>
                  <a:pt x="528" y="1055"/>
                </a:cubicBezTo>
                <a:cubicBezTo>
                  <a:pt x="819" y="1055"/>
                  <a:pt x="1055" y="817"/>
                  <a:pt x="1055" y="528"/>
                </a:cubicBezTo>
                <a:cubicBezTo>
                  <a:pt x="1055" y="237"/>
                  <a:pt x="818" y="1"/>
                  <a:pt x="52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9"/>
          <p:cNvSpPr/>
          <p:nvPr/>
        </p:nvSpPr>
        <p:spPr>
          <a:xfrm>
            <a:off x="5343756" y="4033005"/>
            <a:ext cx="67900" cy="67900"/>
          </a:xfrm>
          <a:custGeom>
            <a:rect b="b" l="l" r="r" t="t"/>
            <a:pathLst>
              <a:path extrusionOk="0" h="1541" w="1541">
                <a:moveTo>
                  <a:pt x="770" y="486"/>
                </a:moveTo>
                <a:cubicBezTo>
                  <a:pt x="927" y="486"/>
                  <a:pt x="1054" y="614"/>
                  <a:pt x="1054" y="771"/>
                </a:cubicBezTo>
                <a:cubicBezTo>
                  <a:pt x="1054" y="927"/>
                  <a:pt x="926" y="1054"/>
                  <a:pt x="770" y="1054"/>
                </a:cubicBezTo>
                <a:cubicBezTo>
                  <a:pt x="612" y="1054"/>
                  <a:pt x="486" y="926"/>
                  <a:pt x="486" y="771"/>
                </a:cubicBezTo>
                <a:cubicBezTo>
                  <a:pt x="486" y="614"/>
                  <a:pt x="614" y="486"/>
                  <a:pt x="770" y="486"/>
                </a:cubicBezTo>
                <a:close/>
                <a:moveTo>
                  <a:pt x="770" y="0"/>
                </a:moveTo>
                <a:cubicBezTo>
                  <a:pt x="345" y="0"/>
                  <a:pt x="0" y="346"/>
                  <a:pt x="0" y="771"/>
                </a:cubicBezTo>
                <a:cubicBezTo>
                  <a:pt x="0" y="1195"/>
                  <a:pt x="345" y="1540"/>
                  <a:pt x="770" y="1540"/>
                </a:cubicBezTo>
                <a:cubicBezTo>
                  <a:pt x="1194" y="1540"/>
                  <a:pt x="1540" y="1195"/>
                  <a:pt x="1540" y="771"/>
                </a:cubicBezTo>
                <a:cubicBezTo>
                  <a:pt x="1540" y="346"/>
                  <a:pt x="1195" y="0"/>
                  <a:pt x="7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9"/>
          <p:cNvSpPr/>
          <p:nvPr/>
        </p:nvSpPr>
        <p:spPr>
          <a:xfrm>
            <a:off x="4931551" y="3883633"/>
            <a:ext cx="232386" cy="169464"/>
          </a:xfrm>
          <a:custGeom>
            <a:rect b="b" l="l" r="r" t="t"/>
            <a:pathLst>
              <a:path extrusionOk="0" h="3846" w="5274">
                <a:moveTo>
                  <a:pt x="0" y="0"/>
                </a:moveTo>
                <a:lnTo>
                  <a:pt x="0" y="3845"/>
                </a:lnTo>
                <a:lnTo>
                  <a:pt x="5274" y="3845"/>
                </a:lnTo>
                <a:lnTo>
                  <a:pt x="527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9"/>
          <p:cNvSpPr/>
          <p:nvPr/>
        </p:nvSpPr>
        <p:spPr>
          <a:xfrm>
            <a:off x="4952568" y="3824633"/>
            <a:ext cx="22472" cy="173474"/>
          </a:xfrm>
          <a:custGeom>
            <a:rect b="b" l="l" r="r" t="t"/>
            <a:pathLst>
              <a:path extrusionOk="0" h="3937" w="510">
                <a:moveTo>
                  <a:pt x="255" y="1"/>
                </a:moveTo>
                <a:cubicBezTo>
                  <a:pt x="115" y="1"/>
                  <a:pt x="0" y="116"/>
                  <a:pt x="0" y="256"/>
                </a:cubicBezTo>
                <a:lnTo>
                  <a:pt x="0" y="3681"/>
                </a:lnTo>
                <a:cubicBezTo>
                  <a:pt x="0" y="3823"/>
                  <a:pt x="116" y="3936"/>
                  <a:pt x="255" y="3936"/>
                </a:cubicBezTo>
                <a:cubicBezTo>
                  <a:pt x="394" y="3936"/>
                  <a:pt x="510" y="3823"/>
                  <a:pt x="510" y="3681"/>
                </a:cubicBezTo>
                <a:lnTo>
                  <a:pt x="510" y="256"/>
                </a:lnTo>
                <a:cubicBezTo>
                  <a:pt x="510" y="115"/>
                  <a:pt x="394" y="1"/>
                  <a:pt x="25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9"/>
          <p:cNvSpPr/>
          <p:nvPr/>
        </p:nvSpPr>
        <p:spPr>
          <a:xfrm>
            <a:off x="4994780" y="3824633"/>
            <a:ext cx="22472" cy="173474"/>
          </a:xfrm>
          <a:custGeom>
            <a:rect b="b" l="l" r="r" t="t"/>
            <a:pathLst>
              <a:path extrusionOk="0" h="3937" w="510">
                <a:moveTo>
                  <a:pt x="255" y="1"/>
                </a:moveTo>
                <a:cubicBezTo>
                  <a:pt x="115" y="1"/>
                  <a:pt x="1" y="116"/>
                  <a:pt x="1" y="256"/>
                </a:cubicBezTo>
                <a:lnTo>
                  <a:pt x="1" y="3681"/>
                </a:lnTo>
                <a:cubicBezTo>
                  <a:pt x="1" y="3823"/>
                  <a:pt x="116" y="3936"/>
                  <a:pt x="255" y="3936"/>
                </a:cubicBezTo>
                <a:cubicBezTo>
                  <a:pt x="395" y="3936"/>
                  <a:pt x="508" y="3823"/>
                  <a:pt x="509" y="3681"/>
                </a:cubicBezTo>
                <a:lnTo>
                  <a:pt x="509" y="256"/>
                </a:lnTo>
                <a:cubicBezTo>
                  <a:pt x="509" y="115"/>
                  <a:pt x="395" y="1"/>
                  <a:pt x="25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9"/>
          <p:cNvSpPr/>
          <p:nvPr/>
        </p:nvSpPr>
        <p:spPr>
          <a:xfrm>
            <a:off x="5036948" y="3824633"/>
            <a:ext cx="22472" cy="173474"/>
          </a:xfrm>
          <a:custGeom>
            <a:rect b="b" l="l" r="r" t="t"/>
            <a:pathLst>
              <a:path extrusionOk="0" h="3937" w="510">
                <a:moveTo>
                  <a:pt x="254" y="1"/>
                </a:moveTo>
                <a:cubicBezTo>
                  <a:pt x="114" y="1"/>
                  <a:pt x="1" y="116"/>
                  <a:pt x="1" y="256"/>
                </a:cubicBezTo>
                <a:lnTo>
                  <a:pt x="1" y="3681"/>
                </a:lnTo>
                <a:cubicBezTo>
                  <a:pt x="1" y="3823"/>
                  <a:pt x="115" y="3936"/>
                  <a:pt x="254" y="3936"/>
                </a:cubicBezTo>
                <a:cubicBezTo>
                  <a:pt x="396" y="3936"/>
                  <a:pt x="509" y="3823"/>
                  <a:pt x="509" y="3681"/>
                </a:cubicBezTo>
                <a:lnTo>
                  <a:pt x="509" y="256"/>
                </a:lnTo>
                <a:cubicBezTo>
                  <a:pt x="509" y="115"/>
                  <a:pt x="395" y="1"/>
                  <a:pt x="25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9"/>
          <p:cNvSpPr/>
          <p:nvPr/>
        </p:nvSpPr>
        <p:spPr>
          <a:xfrm>
            <a:off x="5079160" y="3824633"/>
            <a:ext cx="22428" cy="173474"/>
          </a:xfrm>
          <a:custGeom>
            <a:rect b="b" l="l" r="r" t="t"/>
            <a:pathLst>
              <a:path extrusionOk="0" h="3937" w="509">
                <a:moveTo>
                  <a:pt x="255" y="1"/>
                </a:moveTo>
                <a:cubicBezTo>
                  <a:pt x="114" y="1"/>
                  <a:pt x="0" y="116"/>
                  <a:pt x="0" y="256"/>
                </a:cubicBezTo>
                <a:lnTo>
                  <a:pt x="0" y="3681"/>
                </a:lnTo>
                <a:cubicBezTo>
                  <a:pt x="0" y="3823"/>
                  <a:pt x="115" y="3936"/>
                  <a:pt x="255" y="3936"/>
                </a:cubicBezTo>
                <a:cubicBezTo>
                  <a:pt x="394" y="3936"/>
                  <a:pt x="509" y="3823"/>
                  <a:pt x="509" y="3681"/>
                </a:cubicBezTo>
                <a:lnTo>
                  <a:pt x="509" y="256"/>
                </a:lnTo>
                <a:cubicBezTo>
                  <a:pt x="509" y="115"/>
                  <a:pt x="394" y="1"/>
                  <a:pt x="25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9"/>
          <p:cNvSpPr/>
          <p:nvPr/>
        </p:nvSpPr>
        <p:spPr>
          <a:xfrm>
            <a:off x="5121372" y="3824633"/>
            <a:ext cx="22428" cy="173474"/>
          </a:xfrm>
          <a:custGeom>
            <a:rect b="b" l="l" r="r" t="t"/>
            <a:pathLst>
              <a:path extrusionOk="0" h="3937" w="509">
                <a:moveTo>
                  <a:pt x="255" y="1"/>
                </a:moveTo>
                <a:cubicBezTo>
                  <a:pt x="114" y="1"/>
                  <a:pt x="0" y="116"/>
                  <a:pt x="0" y="256"/>
                </a:cubicBezTo>
                <a:lnTo>
                  <a:pt x="0" y="3681"/>
                </a:lnTo>
                <a:cubicBezTo>
                  <a:pt x="0" y="3823"/>
                  <a:pt x="116" y="3936"/>
                  <a:pt x="255" y="3936"/>
                </a:cubicBezTo>
                <a:cubicBezTo>
                  <a:pt x="394" y="3936"/>
                  <a:pt x="508" y="3823"/>
                  <a:pt x="509" y="3681"/>
                </a:cubicBezTo>
                <a:lnTo>
                  <a:pt x="509" y="256"/>
                </a:lnTo>
                <a:cubicBezTo>
                  <a:pt x="509" y="115"/>
                  <a:pt x="394" y="1"/>
                  <a:pt x="25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9"/>
          <p:cNvSpPr/>
          <p:nvPr/>
        </p:nvSpPr>
        <p:spPr>
          <a:xfrm>
            <a:off x="4958913" y="4023400"/>
            <a:ext cx="66799" cy="66799"/>
          </a:xfrm>
          <a:custGeom>
            <a:rect b="b" l="l" r="r" t="t"/>
            <a:pathLst>
              <a:path extrusionOk="0" h="1516" w="1516">
                <a:moveTo>
                  <a:pt x="759" y="0"/>
                </a:moveTo>
                <a:cubicBezTo>
                  <a:pt x="340" y="0"/>
                  <a:pt x="0" y="340"/>
                  <a:pt x="0" y="758"/>
                </a:cubicBezTo>
                <a:cubicBezTo>
                  <a:pt x="0" y="1176"/>
                  <a:pt x="340" y="1516"/>
                  <a:pt x="759" y="1516"/>
                </a:cubicBezTo>
                <a:cubicBezTo>
                  <a:pt x="1176" y="1516"/>
                  <a:pt x="1516" y="1176"/>
                  <a:pt x="1516" y="758"/>
                </a:cubicBezTo>
                <a:cubicBezTo>
                  <a:pt x="1516" y="340"/>
                  <a:pt x="1176" y="0"/>
                  <a:pt x="75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9"/>
          <p:cNvSpPr/>
          <p:nvPr/>
        </p:nvSpPr>
        <p:spPr>
          <a:xfrm>
            <a:off x="4948206" y="4012692"/>
            <a:ext cx="88213" cy="88213"/>
          </a:xfrm>
          <a:custGeom>
            <a:rect b="b" l="l" r="r" t="t"/>
            <a:pathLst>
              <a:path extrusionOk="0" h="2002" w="2002">
                <a:moveTo>
                  <a:pt x="1002" y="486"/>
                </a:moveTo>
                <a:cubicBezTo>
                  <a:pt x="1285" y="486"/>
                  <a:pt x="1516" y="717"/>
                  <a:pt x="1516" y="1001"/>
                </a:cubicBezTo>
                <a:cubicBezTo>
                  <a:pt x="1516" y="1285"/>
                  <a:pt x="1285" y="1516"/>
                  <a:pt x="1002" y="1516"/>
                </a:cubicBezTo>
                <a:cubicBezTo>
                  <a:pt x="717" y="1516"/>
                  <a:pt x="486" y="1285"/>
                  <a:pt x="486" y="1001"/>
                </a:cubicBezTo>
                <a:cubicBezTo>
                  <a:pt x="486" y="717"/>
                  <a:pt x="717" y="486"/>
                  <a:pt x="1002" y="486"/>
                </a:cubicBezTo>
                <a:close/>
                <a:moveTo>
                  <a:pt x="1002" y="1"/>
                </a:moveTo>
                <a:cubicBezTo>
                  <a:pt x="449" y="1"/>
                  <a:pt x="1" y="449"/>
                  <a:pt x="1" y="1001"/>
                </a:cubicBezTo>
                <a:cubicBezTo>
                  <a:pt x="1" y="1554"/>
                  <a:pt x="449" y="2001"/>
                  <a:pt x="1002" y="2001"/>
                </a:cubicBezTo>
                <a:cubicBezTo>
                  <a:pt x="1554" y="2001"/>
                  <a:pt x="2001" y="1554"/>
                  <a:pt x="2001" y="1001"/>
                </a:cubicBezTo>
                <a:cubicBezTo>
                  <a:pt x="2001" y="449"/>
                  <a:pt x="1554" y="1"/>
                  <a:pt x="100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9"/>
          <p:cNvSpPr/>
          <p:nvPr/>
        </p:nvSpPr>
        <p:spPr>
          <a:xfrm>
            <a:off x="5070921" y="4023400"/>
            <a:ext cx="66755" cy="66799"/>
          </a:xfrm>
          <a:custGeom>
            <a:rect b="b" l="l" r="r" t="t"/>
            <a:pathLst>
              <a:path extrusionOk="0" h="1516" w="1515">
                <a:moveTo>
                  <a:pt x="757" y="0"/>
                </a:moveTo>
                <a:cubicBezTo>
                  <a:pt x="340" y="0"/>
                  <a:pt x="0" y="340"/>
                  <a:pt x="0" y="758"/>
                </a:cubicBezTo>
                <a:cubicBezTo>
                  <a:pt x="0" y="1176"/>
                  <a:pt x="340" y="1516"/>
                  <a:pt x="757" y="1516"/>
                </a:cubicBezTo>
                <a:cubicBezTo>
                  <a:pt x="1176" y="1516"/>
                  <a:pt x="1514" y="1176"/>
                  <a:pt x="1514" y="758"/>
                </a:cubicBezTo>
                <a:cubicBezTo>
                  <a:pt x="1514" y="340"/>
                  <a:pt x="1176" y="0"/>
                  <a:pt x="7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9"/>
          <p:cNvSpPr/>
          <p:nvPr/>
        </p:nvSpPr>
        <p:spPr>
          <a:xfrm>
            <a:off x="5060213" y="4012692"/>
            <a:ext cx="88213" cy="88213"/>
          </a:xfrm>
          <a:custGeom>
            <a:rect b="b" l="l" r="r" t="t"/>
            <a:pathLst>
              <a:path extrusionOk="0" h="2002" w="2002">
                <a:moveTo>
                  <a:pt x="1000" y="486"/>
                </a:moveTo>
                <a:cubicBezTo>
                  <a:pt x="1285" y="486"/>
                  <a:pt x="1516" y="717"/>
                  <a:pt x="1516" y="1001"/>
                </a:cubicBezTo>
                <a:cubicBezTo>
                  <a:pt x="1516" y="1285"/>
                  <a:pt x="1285" y="1516"/>
                  <a:pt x="1000" y="1516"/>
                </a:cubicBezTo>
                <a:cubicBezTo>
                  <a:pt x="717" y="1516"/>
                  <a:pt x="486" y="1285"/>
                  <a:pt x="486" y="1001"/>
                </a:cubicBezTo>
                <a:cubicBezTo>
                  <a:pt x="487" y="717"/>
                  <a:pt x="717" y="486"/>
                  <a:pt x="1000" y="486"/>
                </a:cubicBezTo>
                <a:close/>
                <a:moveTo>
                  <a:pt x="1000" y="1"/>
                </a:moveTo>
                <a:cubicBezTo>
                  <a:pt x="448" y="1"/>
                  <a:pt x="1" y="449"/>
                  <a:pt x="1" y="1001"/>
                </a:cubicBezTo>
                <a:cubicBezTo>
                  <a:pt x="1" y="1554"/>
                  <a:pt x="448" y="2001"/>
                  <a:pt x="1000" y="2001"/>
                </a:cubicBezTo>
                <a:cubicBezTo>
                  <a:pt x="1553" y="2001"/>
                  <a:pt x="2001" y="1554"/>
                  <a:pt x="2001" y="1001"/>
                </a:cubicBezTo>
                <a:cubicBezTo>
                  <a:pt x="2002" y="449"/>
                  <a:pt x="1553" y="1"/>
                  <a:pt x="100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9"/>
          <p:cNvSpPr/>
          <p:nvPr/>
        </p:nvSpPr>
        <p:spPr>
          <a:xfrm>
            <a:off x="5562086" y="4040937"/>
            <a:ext cx="101961" cy="50980"/>
          </a:xfrm>
          <a:custGeom>
            <a:rect b="b" l="l" r="r" t="t"/>
            <a:pathLst>
              <a:path extrusionOk="0" h="1157" w="2314">
                <a:moveTo>
                  <a:pt x="1157" y="0"/>
                </a:moveTo>
                <a:cubicBezTo>
                  <a:pt x="519" y="0"/>
                  <a:pt x="1" y="519"/>
                  <a:pt x="1" y="1156"/>
                </a:cubicBezTo>
                <a:lnTo>
                  <a:pt x="2313" y="1156"/>
                </a:lnTo>
                <a:cubicBezTo>
                  <a:pt x="2313" y="519"/>
                  <a:pt x="1795" y="0"/>
                  <a:pt x="115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9"/>
          <p:cNvSpPr/>
          <p:nvPr/>
        </p:nvSpPr>
        <p:spPr>
          <a:xfrm>
            <a:off x="5511106" y="4066493"/>
            <a:ext cx="101917" cy="50980"/>
          </a:xfrm>
          <a:custGeom>
            <a:rect b="b" l="l" r="r" t="t"/>
            <a:pathLst>
              <a:path extrusionOk="0" h="1157" w="2313">
                <a:moveTo>
                  <a:pt x="1157" y="0"/>
                </a:moveTo>
                <a:cubicBezTo>
                  <a:pt x="518" y="0"/>
                  <a:pt x="0" y="518"/>
                  <a:pt x="0" y="1157"/>
                </a:cubicBezTo>
                <a:lnTo>
                  <a:pt x="2313" y="1157"/>
                </a:lnTo>
                <a:cubicBezTo>
                  <a:pt x="2313" y="518"/>
                  <a:pt x="1795" y="0"/>
                  <a:pt x="115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9"/>
          <p:cNvSpPr/>
          <p:nvPr/>
        </p:nvSpPr>
        <p:spPr>
          <a:xfrm>
            <a:off x="5460169" y="4091961"/>
            <a:ext cx="101917" cy="50980"/>
          </a:xfrm>
          <a:custGeom>
            <a:rect b="b" l="l" r="r" t="t"/>
            <a:pathLst>
              <a:path extrusionOk="0" h="1157" w="2313">
                <a:moveTo>
                  <a:pt x="1156" y="0"/>
                </a:moveTo>
                <a:cubicBezTo>
                  <a:pt x="518" y="0"/>
                  <a:pt x="0" y="518"/>
                  <a:pt x="0" y="1157"/>
                </a:cubicBezTo>
                <a:lnTo>
                  <a:pt x="2313" y="1157"/>
                </a:lnTo>
                <a:cubicBezTo>
                  <a:pt x="2313" y="518"/>
                  <a:pt x="1795" y="0"/>
                  <a:pt x="115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9"/>
          <p:cNvSpPr/>
          <p:nvPr/>
        </p:nvSpPr>
        <p:spPr>
          <a:xfrm>
            <a:off x="5682553" y="4040937"/>
            <a:ext cx="101961" cy="50980"/>
          </a:xfrm>
          <a:custGeom>
            <a:rect b="b" l="l" r="r" t="t"/>
            <a:pathLst>
              <a:path extrusionOk="0" h="1157" w="2314">
                <a:moveTo>
                  <a:pt x="1157" y="0"/>
                </a:moveTo>
                <a:cubicBezTo>
                  <a:pt x="518" y="0"/>
                  <a:pt x="1" y="519"/>
                  <a:pt x="1" y="1156"/>
                </a:cubicBezTo>
                <a:lnTo>
                  <a:pt x="2313" y="1156"/>
                </a:lnTo>
                <a:cubicBezTo>
                  <a:pt x="2313" y="519"/>
                  <a:pt x="1794" y="0"/>
                  <a:pt x="115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9"/>
          <p:cNvSpPr/>
          <p:nvPr/>
        </p:nvSpPr>
        <p:spPr>
          <a:xfrm>
            <a:off x="5631529" y="4066493"/>
            <a:ext cx="101917" cy="50980"/>
          </a:xfrm>
          <a:custGeom>
            <a:rect b="b" l="l" r="r" t="t"/>
            <a:pathLst>
              <a:path extrusionOk="0" h="1157" w="2313">
                <a:moveTo>
                  <a:pt x="1157" y="0"/>
                </a:moveTo>
                <a:cubicBezTo>
                  <a:pt x="519" y="0"/>
                  <a:pt x="0" y="518"/>
                  <a:pt x="0" y="1157"/>
                </a:cubicBezTo>
                <a:lnTo>
                  <a:pt x="2313" y="1157"/>
                </a:lnTo>
                <a:cubicBezTo>
                  <a:pt x="2313" y="518"/>
                  <a:pt x="1795" y="0"/>
                  <a:pt x="115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9"/>
          <p:cNvSpPr/>
          <p:nvPr/>
        </p:nvSpPr>
        <p:spPr>
          <a:xfrm>
            <a:off x="5580592" y="4091961"/>
            <a:ext cx="101917" cy="50980"/>
          </a:xfrm>
          <a:custGeom>
            <a:rect b="b" l="l" r="r" t="t"/>
            <a:pathLst>
              <a:path extrusionOk="0" h="1157" w="2313">
                <a:moveTo>
                  <a:pt x="1156" y="0"/>
                </a:moveTo>
                <a:cubicBezTo>
                  <a:pt x="519" y="0"/>
                  <a:pt x="0" y="518"/>
                  <a:pt x="0" y="1157"/>
                </a:cubicBezTo>
                <a:lnTo>
                  <a:pt x="2313" y="1157"/>
                </a:lnTo>
                <a:cubicBezTo>
                  <a:pt x="2313" y="518"/>
                  <a:pt x="1795" y="0"/>
                  <a:pt x="115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19"/>
          <p:cNvSpPr/>
          <p:nvPr/>
        </p:nvSpPr>
        <p:spPr>
          <a:xfrm>
            <a:off x="5802976" y="4040937"/>
            <a:ext cx="101917" cy="50980"/>
          </a:xfrm>
          <a:custGeom>
            <a:rect b="b" l="l" r="r" t="t"/>
            <a:pathLst>
              <a:path extrusionOk="0" h="1157" w="2313">
                <a:moveTo>
                  <a:pt x="1157" y="0"/>
                </a:moveTo>
                <a:cubicBezTo>
                  <a:pt x="518" y="0"/>
                  <a:pt x="1" y="519"/>
                  <a:pt x="1" y="1156"/>
                </a:cubicBezTo>
                <a:lnTo>
                  <a:pt x="2313" y="1156"/>
                </a:lnTo>
                <a:cubicBezTo>
                  <a:pt x="2313" y="519"/>
                  <a:pt x="1794" y="0"/>
                  <a:pt x="115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9"/>
          <p:cNvSpPr/>
          <p:nvPr/>
        </p:nvSpPr>
        <p:spPr>
          <a:xfrm>
            <a:off x="5751996" y="4066493"/>
            <a:ext cx="101872" cy="50980"/>
          </a:xfrm>
          <a:custGeom>
            <a:rect b="b" l="l" r="r" t="t"/>
            <a:pathLst>
              <a:path extrusionOk="0" h="1157" w="2312">
                <a:moveTo>
                  <a:pt x="1157" y="0"/>
                </a:moveTo>
                <a:cubicBezTo>
                  <a:pt x="518" y="0"/>
                  <a:pt x="0" y="518"/>
                  <a:pt x="0" y="1157"/>
                </a:cubicBezTo>
                <a:lnTo>
                  <a:pt x="2312" y="1157"/>
                </a:lnTo>
                <a:cubicBezTo>
                  <a:pt x="2312" y="518"/>
                  <a:pt x="1794" y="0"/>
                  <a:pt x="115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9"/>
          <p:cNvSpPr/>
          <p:nvPr/>
        </p:nvSpPr>
        <p:spPr>
          <a:xfrm>
            <a:off x="5701059" y="4091961"/>
            <a:ext cx="101917" cy="50980"/>
          </a:xfrm>
          <a:custGeom>
            <a:rect b="b" l="l" r="r" t="t"/>
            <a:pathLst>
              <a:path extrusionOk="0" h="1157" w="2313">
                <a:moveTo>
                  <a:pt x="1156" y="0"/>
                </a:moveTo>
                <a:cubicBezTo>
                  <a:pt x="518" y="0"/>
                  <a:pt x="0" y="518"/>
                  <a:pt x="0" y="1157"/>
                </a:cubicBezTo>
                <a:lnTo>
                  <a:pt x="2313" y="1157"/>
                </a:lnTo>
                <a:cubicBezTo>
                  <a:pt x="2313" y="518"/>
                  <a:pt x="1794" y="0"/>
                  <a:pt x="115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6" name="Google Shape;786;p19"/>
          <p:cNvGrpSpPr/>
          <p:nvPr/>
        </p:nvGrpSpPr>
        <p:grpSpPr>
          <a:xfrm>
            <a:off x="2520050" y="3119541"/>
            <a:ext cx="1914298" cy="1607627"/>
            <a:chOff x="2520050" y="3119541"/>
            <a:chExt cx="1914298" cy="1607627"/>
          </a:xfrm>
        </p:grpSpPr>
        <p:sp>
          <p:nvSpPr>
            <p:cNvPr id="787" name="Google Shape;787;p19"/>
            <p:cNvSpPr/>
            <p:nvPr/>
          </p:nvSpPr>
          <p:spPr>
            <a:xfrm>
              <a:off x="4207999" y="4368587"/>
              <a:ext cx="226349" cy="358581"/>
            </a:xfrm>
            <a:custGeom>
              <a:rect b="b" l="l" r="r" t="t"/>
              <a:pathLst>
                <a:path extrusionOk="0" h="8138" w="5137">
                  <a:moveTo>
                    <a:pt x="0" y="1"/>
                  </a:moveTo>
                  <a:lnTo>
                    <a:pt x="0" y="1422"/>
                  </a:lnTo>
                  <a:lnTo>
                    <a:pt x="1807" y="1422"/>
                  </a:lnTo>
                  <a:cubicBezTo>
                    <a:pt x="2859" y="1422"/>
                    <a:pt x="3714" y="2277"/>
                    <a:pt x="3714" y="3328"/>
                  </a:cubicBezTo>
                  <a:lnTo>
                    <a:pt x="3714" y="8137"/>
                  </a:lnTo>
                  <a:lnTo>
                    <a:pt x="5137" y="8137"/>
                  </a:lnTo>
                  <a:lnTo>
                    <a:pt x="5137" y="3329"/>
                  </a:lnTo>
                  <a:cubicBezTo>
                    <a:pt x="5137" y="1495"/>
                    <a:pt x="3643" y="1"/>
                    <a:pt x="18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9"/>
            <p:cNvSpPr/>
            <p:nvPr/>
          </p:nvSpPr>
          <p:spPr>
            <a:xfrm>
              <a:off x="2520050" y="3210090"/>
              <a:ext cx="375104" cy="1220619"/>
            </a:xfrm>
            <a:custGeom>
              <a:rect b="b" l="l" r="r" t="t"/>
              <a:pathLst>
                <a:path extrusionOk="0" h="27702" w="8513">
                  <a:moveTo>
                    <a:pt x="3331" y="1"/>
                  </a:moveTo>
                  <a:cubicBezTo>
                    <a:pt x="1494" y="1"/>
                    <a:pt x="0" y="1493"/>
                    <a:pt x="0" y="3329"/>
                  </a:cubicBezTo>
                  <a:lnTo>
                    <a:pt x="0" y="24373"/>
                  </a:lnTo>
                  <a:cubicBezTo>
                    <a:pt x="0" y="26208"/>
                    <a:pt x="1494" y="27702"/>
                    <a:pt x="3330" y="27702"/>
                  </a:cubicBezTo>
                  <a:lnTo>
                    <a:pt x="8512" y="27702"/>
                  </a:lnTo>
                  <a:lnTo>
                    <a:pt x="8512" y="26279"/>
                  </a:lnTo>
                  <a:lnTo>
                    <a:pt x="3330" y="26279"/>
                  </a:lnTo>
                  <a:cubicBezTo>
                    <a:pt x="2279" y="26279"/>
                    <a:pt x="1422" y="25424"/>
                    <a:pt x="1422" y="24373"/>
                  </a:cubicBezTo>
                  <a:lnTo>
                    <a:pt x="1422" y="3329"/>
                  </a:lnTo>
                  <a:cubicBezTo>
                    <a:pt x="1422" y="2277"/>
                    <a:pt x="2279" y="1421"/>
                    <a:pt x="3331" y="1421"/>
                  </a:cubicBezTo>
                  <a:lnTo>
                    <a:pt x="8512" y="1421"/>
                  </a:lnTo>
                  <a:lnTo>
                    <a:pt x="851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9"/>
            <p:cNvSpPr/>
            <p:nvPr/>
          </p:nvSpPr>
          <p:spPr>
            <a:xfrm>
              <a:off x="2751731" y="3119541"/>
              <a:ext cx="835425" cy="231504"/>
            </a:xfrm>
            <a:custGeom>
              <a:rect b="b" l="l" r="r" t="t"/>
              <a:pathLst>
                <a:path extrusionOk="0" h="5254" w="18960">
                  <a:moveTo>
                    <a:pt x="1893" y="0"/>
                  </a:moveTo>
                  <a:cubicBezTo>
                    <a:pt x="853" y="0"/>
                    <a:pt x="0" y="852"/>
                    <a:pt x="0" y="1893"/>
                  </a:cubicBezTo>
                  <a:lnTo>
                    <a:pt x="0" y="3360"/>
                  </a:lnTo>
                  <a:cubicBezTo>
                    <a:pt x="0" y="4401"/>
                    <a:pt x="853" y="5253"/>
                    <a:pt x="1893" y="5253"/>
                  </a:cubicBezTo>
                  <a:lnTo>
                    <a:pt x="17067" y="5253"/>
                  </a:lnTo>
                  <a:cubicBezTo>
                    <a:pt x="18109" y="5253"/>
                    <a:pt x="18960" y="4401"/>
                    <a:pt x="18960" y="3360"/>
                  </a:cubicBezTo>
                  <a:lnTo>
                    <a:pt x="18960" y="1893"/>
                  </a:lnTo>
                  <a:cubicBezTo>
                    <a:pt x="18960" y="852"/>
                    <a:pt x="18109" y="0"/>
                    <a:pt x="170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9"/>
            <p:cNvSpPr/>
            <p:nvPr/>
          </p:nvSpPr>
          <p:spPr>
            <a:xfrm>
              <a:off x="2693392" y="4252218"/>
              <a:ext cx="1593520" cy="295263"/>
            </a:xfrm>
            <a:custGeom>
              <a:rect b="b" l="l" r="r" t="t"/>
              <a:pathLst>
                <a:path extrusionOk="0" h="6701" w="36165">
                  <a:moveTo>
                    <a:pt x="2550" y="1"/>
                  </a:moveTo>
                  <a:cubicBezTo>
                    <a:pt x="1148" y="1"/>
                    <a:pt x="0" y="1148"/>
                    <a:pt x="0" y="2550"/>
                  </a:cubicBezTo>
                  <a:lnTo>
                    <a:pt x="0" y="4152"/>
                  </a:lnTo>
                  <a:cubicBezTo>
                    <a:pt x="0" y="5554"/>
                    <a:pt x="1148" y="6701"/>
                    <a:pt x="2550" y="6701"/>
                  </a:cubicBezTo>
                  <a:lnTo>
                    <a:pt x="33616" y="6701"/>
                  </a:lnTo>
                  <a:cubicBezTo>
                    <a:pt x="35018" y="6701"/>
                    <a:pt x="36165" y="5554"/>
                    <a:pt x="36165" y="4152"/>
                  </a:cubicBezTo>
                  <a:lnTo>
                    <a:pt x="36165" y="2550"/>
                  </a:lnTo>
                  <a:cubicBezTo>
                    <a:pt x="36165" y="1148"/>
                    <a:pt x="35018" y="1"/>
                    <a:pt x="336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1" name="Google Shape;791;p19"/>
          <p:cNvSpPr/>
          <p:nvPr/>
        </p:nvSpPr>
        <p:spPr>
          <a:xfrm>
            <a:off x="2709607" y="4117341"/>
            <a:ext cx="155585" cy="77814"/>
          </a:xfrm>
          <a:custGeom>
            <a:rect b="b" l="l" r="r" t="t"/>
            <a:pathLst>
              <a:path extrusionOk="0" h="1766" w="3531">
                <a:moveTo>
                  <a:pt x="1766" y="1"/>
                </a:moveTo>
                <a:cubicBezTo>
                  <a:pt x="792" y="1"/>
                  <a:pt x="1" y="791"/>
                  <a:pt x="1" y="1766"/>
                </a:cubicBezTo>
                <a:lnTo>
                  <a:pt x="3531" y="1766"/>
                </a:lnTo>
                <a:cubicBezTo>
                  <a:pt x="3531" y="791"/>
                  <a:pt x="2741" y="1"/>
                  <a:pt x="176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9"/>
          <p:cNvSpPr/>
          <p:nvPr/>
        </p:nvSpPr>
        <p:spPr>
          <a:xfrm>
            <a:off x="3530449" y="4051952"/>
            <a:ext cx="130469" cy="45296"/>
          </a:xfrm>
          <a:custGeom>
            <a:rect b="b" l="l" r="r" t="t"/>
            <a:pathLst>
              <a:path extrusionOk="0" h="1028" w="2961">
                <a:moveTo>
                  <a:pt x="1" y="1"/>
                </a:moveTo>
                <a:lnTo>
                  <a:pt x="1" y="1027"/>
                </a:lnTo>
                <a:lnTo>
                  <a:pt x="2961" y="1027"/>
                </a:lnTo>
                <a:lnTo>
                  <a:pt x="296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9"/>
          <p:cNvSpPr/>
          <p:nvPr/>
        </p:nvSpPr>
        <p:spPr>
          <a:xfrm>
            <a:off x="3543007" y="4043757"/>
            <a:ext cx="10531" cy="43622"/>
          </a:xfrm>
          <a:custGeom>
            <a:rect b="b" l="l" r="r" t="t"/>
            <a:pathLst>
              <a:path extrusionOk="0" h="990" w="239">
                <a:moveTo>
                  <a:pt x="120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6"/>
                  <a:pt x="54" y="989"/>
                  <a:pt x="120" y="989"/>
                </a:cubicBezTo>
                <a:cubicBezTo>
                  <a:pt x="184" y="989"/>
                  <a:pt x="238" y="936"/>
                  <a:pt x="239" y="870"/>
                </a:cubicBezTo>
                <a:lnTo>
                  <a:pt x="239" y="119"/>
                </a:lnTo>
                <a:cubicBezTo>
                  <a:pt x="239" y="54"/>
                  <a:pt x="184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9"/>
          <p:cNvSpPr/>
          <p:nvPr/>
        </p:nvSpPr>
        <p:spPr>
          <a:xfrm>
            <a:off x="3562174" y="4043757"/>
            <a:ext cx="10531" cy="43622"/>
          </a:xfrm>
          <a:custGeom>
            <a:rect b="b" l="l" r="r" t="t"/>
            <a:pathLst>
              <a:path extrusionOk="0" h="990" w="239">
                <a:moveTo>
                  <a:pt x="120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6"/>
                  <a:pt x="54" y="989"/>
                  <a:pt x="120" y="989"/>
                </a:cubicBezTo>
                <a:cubicBezTo>
                  <a:pt x="184" y="989"/>
                  <a:pt x="237" y="936"/>
                  <a:pt x="239" y="870"/>
                </a:cubicBezTo>
                <a:lnTo>
                  <a:pt x="239" y="119"/>
                </a:lnTo>
                <a:cubicBezTo>
                  <a:pt x="239" y="54"/>
                  <a:pt x="184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9"/>
          <p:cNvSpPr/>
          <p:nvPr/>
        </p:nvSpPr>
        <p:spPr>
          <a:xfrm>
            <a:off x="3581297" y="4043757"/>
            <a:ext cx="10575" cy="43622"/>
          </a:xfrm>
          <a:custGeom>
            <a:rect b="b" l="l" r="r" t="t"/>
            <a:pathLst>
              <a:path extrusionOk="0" h="990" w="240">
                <a:moveTo>
                  <a:pt x="121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6"/>
                  <a:pt x="55" y="989"/>
                  <a:pt x="121" y="989"/>
                </a:cubicBezTo>
                <a:cubicBezTo>
                  <a:pt x="185" y="989"/>
                  <a:pt x="238" y="936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2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9"/>
          <p:cNvSpPr/>
          <p:nvPr/>
        </p:nvSpPr>
        <p:spPr>
          <a:xfrm>
            <a:off x="3600464" y="4043757"/>
            <a:ext cx="10575" cy="43622"/>
          </a:xfrm>
          <a:custGeom>
            <a:rect b="b" l="l" r="r" t="t"/>
            <a:pathLst>
              <a:path extrusionOk="0" h="990" w="240">
                <a:moveTo>
                  <a:pt x="121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6"/>
                  <a:pt x="55" y="989"/>
                  <a:pt x="121" y="989"/>
                </a:cubicBezTo>
                <a:cubicBezTo>
                  <a:pt x="185" y="989"/>
                  <a:pt x="238" y="936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2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9"/>
          <p:cNvSpPr/>
          <p:nvPr/>
        </p:nvSpPr>
        <p:spPr>
          <a:xfrm>
            <a:off x="3619632" y="4043757"/>
            <a:ext cx="10575" cy="43622"/>
          </a:xfrm>
          <a:custGeom>
            <a:rect b="b" l="l" r="r" t="t"/>
            <a:pathLst>
              <a:path extrusionOk="0" h="990" w="240">
                <a:moveTo>
                  <a:pt x="120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6"/>
                  <a:pt x="55" y="989"/>
                  <a:pt x="120" y="989"/>
                </a:cubicBezTo>
                <a:cubicBezTo>
                  <a:pt x="185" y="989"/>
                  <a:pt x="238" y="936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19"/>
          <p:cNvSpPr/>
          <p:nvPr/>
        </p:nvSpPr>
        <p:spPr>
          <a:xfrm>
            <a:off x="3638799" y="4043757"/>
            <a:ext cx="10531" cy="43622"/>
          </a:xfrm>
          <a:custGeom>
            <a:rect b="b" l="l" r="r" t="t"/>
            <a:pathLst>
              <a:path extrusionOk="0" h="990" w="239">
                <a:moveTo>
                  <a:pt x="120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6"/>
                  <a:pt x="55" y="989"/>
                  <a:pt x="120" y="989"/>
                </a:cubicBezTo>
                <a:cubicBezTo>
                  <a:pt x="185" y="989"/>
                  <a:pt x="238" y="936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9"/>
          <p:cNvSpPr/>
          <p:nvPr/>
        </p:nvSpPr>
        <p:spPr>
          <a:xfrm>
            <a:off x="3530449" y="4185815"/>
            <a:ext cx="130469" cy="45208"/>
          </a:xfrm>
          <a:custGeom>
            <a:rect b="b" l="l" r="r" t="t"/>
            <a:pathLst>
              <a:path extrusionOk="0" h="1026" w="2961">
                <a:moveTo>
                  <a:pt x="1" y="1"/>
                </a:moveTo>
                <a:lnTo>
                  <a:pt x="1" y="1026"/>
                </a:lnTo>
                <a:lnTo>
                  <a:pt x="2961" y="1026"/>
                </a:lnTo>
                <a:lnTo>
                  <a:pt x="296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9"/>
          <p:cNvSpPr/>
          <p:nvPr/>
        </p:nvSpPr>
        <p:spPr>
          <a:xfrm>
            <a:off x="3543007" y="4177619"/>
            <a:ext cx="10531" cy="43578"/>
          </a:xfrm>
          <a:custGeom>
            <a:rect b="b" l="l" r="r" t="t"/>
            <a:pathLst>
              <a:path extrusionOk="0" h="989" w="239">
                <a:moveTo>
                  <a:pt x="120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4" y="989"/>
                  <a:pt x="120" y="989"/>
                </a:cubicBezTo>
                <a:cubicBezTo>
                  <a:pt x="184" y="989"/>
                  <a:pt x="238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4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9"/>
          <p:cNvSpPr/>
          <p:nvPr/>
        </p:nvSpPr>
        <p:spPr>
          <a:xfrm>
            <a:off x="3562174" y="4177619"/>
            <a:ext cx="10531" cy="43578"/>
          </a:xfrm>
          <a:custGeom>
            <a:rect b="b" l="l" r="r" t="t"/>
            <a:pathLst>
              <a:path extrusionOk="0" h="989" w="239">
                <a:moveTo>
                  <a:pt x="120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4" y="989"/>
                  <a:pt x="120" y="989"/>
                </a:cubicBezTo>
                <a:cubicBezTo>
                  <a:pt x="184" y="989"/>
                  <a:pt x="237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4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9"/>
          <p:cNvSpPr/>
          <p:nvPr/>
        </p:nvSpPr>
        <p:spPr>
          <a:xfrm>
            <a:off x="3581297" y="4177619"/>
            <a:ext cx="10575" cy="43578"/>
          </a:xfrm>
          <a:custGeom>
            <a:rect b="b" l="l" r="r" t="t"/>
            <a:pathLst>
              <a:path extrusionOk="0" h="989" w="240">
                <a:moveTo>
                  <a:pt x="121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5" y="989"/>
                  <a:pt x="121" y="989"/>
                </a:cubicBezTo>
                <a:cubicBezTo>
                  <a:pt x="185" y="989"/>
                  <a:pt x="238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2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9"/>
          <p:cNvSpPr/>
          <p:nvPr/>
        </p:nvSpPr>
        <p:spPr>
          <a:xfrm>
            <a:off x="3600464" y="4177619"/>
            <a:ext cx="10575" cy="43578"/>
          </a:xfrm>
          <a:custGeom>
            <a:rect b="b" l="l" r="r" t="t"/>
            <a:pathLst>
              <a:path extrusionOk="0" h="989" w="240">
                <a:moveTo>
                  <a:pt x="121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5" y="989"/>
                  <a:pt x="121" y="989"/>
                </a:cubicBezTo>
                <a:cubicBezTo>
                  <a:pt x="185" y="989"/>
                  <a:pt x="238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2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9"/>
          <p:cNvSpPr/>
          <p:nvPr/>
        </p:nvSpPr>
        <p:spPr>
          <a:xfrm>
            <a:off x="3619632" y="4177619"/>
            <a:ext cx="10575" cy="43578"/>
          </a:xfrm>
          <a:custGeom>
            <a:rect b="b" l="l" r="r" t="t"/>
            <a:pathLst>
              <a:path extrusionOk="0" h="989" w="240">
                <a:moveTo>
                  <a:pt x="120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5" y="989"/>
                  <a:pt x="120" y="989"/>
                </a:cubicBezTo>
                <a:cubicBezTo>
                  <a:pt x="185" y="989"/>
                  <a:pt x="238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9"/>
          <p:cNvSpPr/>
          <p:nvPr/>
        </p:nvSpPr>
        <p:spPr>
          <a:xfrm>
            <a:off x="3638799" y="4177619"/>
            <a:ext cx="10531" cy="43578"/>
          </a:xfrm>
          <a:custGeom>
            <a:rect b="b" l="l" r="r" t="t"/>
            <a:pathLst>
              <a:path extrusionOk="0" h="989" w="239">
                <a:moveTo>
                  <a:pt x="120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5" y="989"/>
                  <a:pt x="120" y="989"/>
                </a:cubicBezTo>
                <a:cubicBezTo>
                  <a:pt x="185" y="989"/>
                  <a:pt x="238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9"/>
          <p:cNvSpPr/>
          <p:nvPr/>
        </p:nvSpPr>
        <p:spPr>
          <a:xfrm>
            <a:off x="3530449" y="4141179"/>
            <a:ext cx="130469" cy="45252"/>
          </a:xfrm>
          <a:custGeom>
            <a:rect b="b" l="l" r="r" t="t"/>
            <a:pathLst>
              <a:path extrusionOk="0" h="1027" w="2961">
                <a:moveTo>
                  <a:pt x="1" y="1"/>
                </a:moveTo>
                <a:lnTo>
                  <a:pt x="1" y="1026"/>
                </a:lnTo>
                <a:lnTo>
                  <a:pt x="2961" y="1026"/>
                </a:lnTo>
                <a:lnTo>
                  <a:pt x="296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19"/>
          <p:cNvSpPr/>
          <p:nvPr/>
        </p:nvSpPr>
        <p:spPr>
          <a:xfrm>
            <a:off x="3543007" y="4132984"/>
            <a:ext cx="10531" cy="43578"/>
          </a:xfrm>
          <a:custGeom>
            <a:rect b="b" l="l" r="r" t="t"/>
            <a:pathLst>
              <a:path extrusionOk="0" h="989" w="239">
                <a:moveTo>
                  <a:pt x="120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4" y="989"/>
                  <a:pt x="120" y="989"/>
                </a:cubicBezTo>
                <a:cubicBezTo>
                  <a:pt x="184" y="989"/>
                  <a:pt x="238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4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19"/>
          <p:cNvSpPr/>
          <p:nvPr/>
        </p:nvSpPr>
        <p:spPr>
          <a:xfrm>
            <a:off x="3562174" y="4132984"/>
            <a:ext cx="10531" cy="43578"/>
          </a:xfrm>
          <a:custGeom>
            <a:rect b="b" l="l" r="r" t="t"/>
            <a:pathLst>
              <a:path extrusionOk="0" h="989" w="239">
                <a:moveTo>
                  <a:pt x="120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4" y="989"/>
                  <a:pt x="120" y="989"/>
                </a:cubicBezTo>
                <a:cubicBezTo>
                  <a:pt x="184" y="989"/>
                  <a:pt x="237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4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9"/>
          <p:cNvSpPr/>
          <p:nvPr/>
        </p:nvSpPr>
        <p:spPr>
          <a:xfrm>
            <a:off x="3581297" y="4132984"/>
            <a:ext cx="10575" cy="43578"/>
          </a:xfrm>
          <a:custGeom>
            <a:rect b="b" l="l" r="r" t="t"/>
            <a:pathLst>
              <a:path extrusionOk="0" h="989" w="240">
                <a:moveTo>
                  <a:pt x="121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5" y="989"/>
                  <a:pt x="121" y="989"/>
                </a:cubicBezTo>
                <a:cubicBezTo>
                  <a:pt x="185" y="989"/>
                  <a:pt x="238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2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19"/>
          <p:cNvSpPr/>
          <p:nvPr/>
        </p:nvSpPr>
        <p:spPr>
          <a:xfrm>
            <a:off x="3600464" y="4132984"/>
            <a:ext cx="10575" cy="43578"/>
          </a:xfrm>
          <a:custGeom>
            <a:rect b="b" l="l" r="r" t="t"/>
            <a:pathLst>
              <a:path extrusionOk="0" h="989" w="240">
                <a:moveTo>
                  <a:pt x="121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5" y="989"/>
                  <a:pt x="121" y="989"/>
                </a:cubicBezTo>
                <a:cubicBezTo>
                  <a:pt x="185" y="989"/>
                  <a:pt x="238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2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19"/>
          <p:cNvSpPr/>
          <p:nvPr/>
        </p:nvSpPr>
        <p:spPr>
          <a:xfrm>
            <a:off x="3619632" y="4132984"/>
            <a:ext cx="10575" cy="43578"/>
          </a:xfrm>
          <a:custGeom>
            <a:rect b="b" l="l" r="r" t="t"/>
            <a:pathLst>
              <a:path extrusionOk="0" h="989" w="240">
                <a:moveTo>
                  <a:pt x="120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5" y="989"/>
                  <a:pt x="120" y="989"/>
                </a:cubicBezTo>
                <a:cubicBezTo>
                  <a:pt x="185" y="989"/>
                  <a:pt x="238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9"/>
          <p:cNvSpPr/>
          <p:nvPr/>
        </p:nvSpPr>
        <p:spPr>
          <a:xfrm>
            <a:off x="3638799" y="4132984"/>
            <a:ext cx="10531" cy="43578"/>
          </a:xfrm>
          <a:custGeom>
            <a:rect b="b" l="l" r="r" t="t"/>
            <a:pathLst>
              <a:path extrusionOk="0" h="989" w="239">
                <a:moveTo>
                  <a:pt x="120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5" y="989"/>
                  <a:pt x="120" y="989"/>
                </a:cubicBezTo>
                <a:cubicBezTo>
                  <a:pt x="185" y="989"/>
                  <a:pt x="238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9"/>
          <p:cNvSpPr/>
          <p:nvPr/>
        </p:nvSpPr>
        <p:spPr>
          <a:xfrm>
            <a:off x="3530449" y="4096279"/>
            <a:ext cx="130469" cy="45208"/>
          </a:xfrm>
          <a:custGeom>
            <a:rect b="b" l="l" r="r" t="t"/>
            <a:pathLst>
              <a:path extrusionOk="0" h="1026" w="2961">
                <a:moveTo>
                  <a:pt x="1" y="1"/>
                </a:moveTo>
                <a:lnTo>
                  <a:pt x="1" y="1026"/>
                </a:lnTo>
                <a:lnTo>
                  <a:pt x="2961" y="1026"/>
                </a:lnTo>
                <a:lnTo>
                  <a:pt x="296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19"/>
          <p:cNvSpPr/>
          <p:nvPr/>
        </p:nvSpPr>
        <p:spPr>
          <a:xfrm>
            <a:off x="3543007" y="4088040"/>
            <a:ext cx="10531" cy="43622"/>
          </a:xfrm>
          <a:custGeom>
            <a:rect b="b" l="l" r="r" t="t"/>
            <a:pathLst>
              <a:path extrusionOk="0" h="990" w="239">
                <a:moveTo>
                  <a:pt x="120" y="0"/>
                </a:moveTo>
                <a:cubicBezTo>
                  <a:pt x="54" y="0"/>
                  <a:pt x="0" y="55"/>
                  <a:pt x="0" y="120"/>
                </a:cubicBezTo>
                <a:lnTo>
                  <a:pt x="0" y="870"/>
                </a:lnTo>
                <a:cubicBezTo>
                  <a:pt x="0" y="936"/>
                  <a:pt x="54" y="990"/>
                  <a:pt x="120" y="990"/>
                </a:cubicBezTo>
                <a:cubicBezTo>
                  <a:pt x="184" y="990"/>
                  <a:pt x="238" y="936"/>
                  <a:pt x="239" y="870"/>
                </a:cubicBezTo>
                <a:lnTo>
                  <a:pt x="239" y="120"/>
                </a:lnTo>
                <a:cubicBezTo>
                  <a:pt x="239" y="55"/>
                  <a:pt x="184" y="0"/>
                  <a:pt x="1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9"/>
          <p:cNvSpPr/>
          <p:nvPr/>
        </p:nvSpPr>
        <p:spPr>
          <a:xfrm>
            <a:off x="3562174" y="4088040"/>
            <a:ext cx="10531" cy="43622"/>
          </a:xfrm>
          <a:custGeom>
            <a:rect b="b" l="l" r="r" t="t"/>
            <a:pathLst>
              <a:path extrusionOk="0" h="990" w="239">
                <a:moveTo>
                  <a:pt x="120" y="0"/>
                </a:moveTo>
                <a:cubicBezTo>
                  <a:pt x="54" y="0"/>
                  <a:pt x="0" y="55"/>
                  <a:pt x="0" y="120"/>
                </a:cubicBezTo>
                <a:lnTo>
                  <a:pt x="0" y="870"/>
                </a:lnTo>
                <a:cubicBezTo>
                  <a:pt x="0" y="936"/>
                  <a:pt x="54" y="990"/>
                  <a:pt x="120" y="990"/>
                </a:cubicBezTo>
                <a:cubicBezTo>
                  <a:pt x="184" y="990"/>
                  <a:pt x="237" y="936"/>
                  <a:pt x="239" y="870"/>
                </a:cubicBezTo>
                <a:lnTo>
                  <a:pt x="239" y="120"/>
                </a:lnTo>
                <a:cubicBezTo>
                  <a:pt x="239" y="55"/>
                  <a:pt x="184" y="0"/>
                  <a:pt x="1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9"/>
          <p:cNvSpPr/>
          <p:nvPr/>
        </p:nvSpPr>
        <p:spPr>
          <a:xfrm>
            <a:off x="3581297" y="4088040"/>
            <a:ext cx="10575" cy="43622"/>
          </a:xfrm>
          <a:custGeom>
            <a:rect b="b" l="l" r="r" t="t"/>
            <a:pathLst>
              <a:path extrusionOk="0" h="990" w="240">
                <a:moveTo>
                  <a:pt x="121" y="0"/>
                </a:moveTo>
                <a:cubicBezTo>
                  <a:pt x="55" y="0"/>
                  <a:pt x="1" y="55"/>
                  <a:pt x="1" y="120"/>
                </a:cubicBezTo>
                <a:lnTo>
                  <a:pt x="1" y="870"/>
                </a:lnTo>
                <a:cubicBezTo>
                  <a:pt x="1" y="936"/>
                  <a:pt x="55" y="990"/>
                  <a:pt x="121" y="990"/>
                </a:cubicBezTo>
                <a:cubicBezTo>
                  <a:pt x="185" y="990"/>
                  <a:pt x="238" y="936"/>
                  <a:pt x="239" y="870"/>
                </a:cubicBezTo>
                <a:lnTo>
                  <a:pt x="239" y="120"/>
                </a:lnTo>
                <a:cubicBezTo>
                  <a:pt x="239" y="55"/>
                  <a:pt x="185" y="0"/>
                  <a:pt x="12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19"/>
          <p:cNvSpPr/>
          <p:nvPr/>
        </p:nvSpPr>
        <p:spPr>
          <a:xfrm>
            <a:off x="3600464" y="4088040"/>
            <a:ext cx="10575" cy="43622"/>
          </a:xfrm>
          <a:custGeom>
            <a:rect b="b" l="l" r="r" t="t"/>
            <a:pathLst>
              <a:path extrusionOk="0" h="990" w="240">
                <a:moveTo>
                  <a:pt x="121" y="0"/>
                </a:moveTo>
                <a:cubicBezTo>
                  <a:pt x="55" y="0"/>
                  <a:pt x="1" y="55"/>
                  <a:pt x="1" y="120"/>
                </a:cubicBezTo>
                <a:lnTo>
                  <a:pt x="1" y="870"/>
                </a:lnTo>
                <a:cubicBezTo>
                  <a:pt x="1" y="936"/>
                  <a:pt x="55" y="990"/>
                  <a:pt x="121" y="990"/>
                </a:cubicBezTo>
                <a:cubicBezTo>
                  <a:pt x="185" y="990"/>
                  <a:pt x="238" y="936"/>
                  <a:pt x="239" y="870"/>
                </a:cubicBezTo>
                <a:lnTo>
                  <a:pt x="239" y="120"/>
                </a:lnTo>
                <a:cubicBezTo>
                  <a:pt x="239" y="55"/>
                  <a:pt x="185" y="0"/>
                  <a:pt x="12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19"/>
          <p:cNvSpPr/>
          <p:nvPr/>
        </p:nvSpPr>
        <p:spPr>
          <a:xfrm>
            <a:off x="3619632" y="4088040"/>
            <a:ext cx="10575" cy="43622"/>
          </a:xfrm>
          <a:custGeom>
            <a:rect b="b" l="l" r="r" t="t"/>
            <a:pathLst>
              <a:path extrusionOk="0" h="990" w="240">
                <a:moveTo>
                  <a:pt x="120" y="0"/>
                </a:moveTo>
                <a:cubicBezTo>
                  <a:pt x="55" y="0"/>
                  <a:pt x="1" y="55"/>
                  <a:pt x="1" y="120"/>
                </a:cubicBezTo>
                <a:lnTo>
                  <a:pt x="1" y="870"/>
                </a:lnTo>
                <a:cubicBezTo>
                  <a:pt x="1" y="936"/>
                  <a:pt x="55" y="990"/>
                  <a:pt x="120" y="990"/>
                </a:cubicBezTo>
                <a:cubicBezTo>
                  <a:pt x="185" y="990"/>
                  <a:pt x="238" y="936"/>
                  <a:pt x="239" y="870"/>
                </a:cubicBezTo>
                <a:lnTo>
                  <a:pt x="239" y="120"/>
                </a:lnTo>
                <a:cubicBezTo>
                  <a:pt x="239" y="55"/>
                  <a:pt x="185" y="0"/>
                  <a:pt x="1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19"/>
          <p:cNvSpPr/>
          <p:nvPr/>
        </p:nvSpPr>
        <p:spPr>
          <a:xfrm>
            <a:off x="3638799" y="4088040"/>
            <a:ext cx="10531" cy="43622"/>
          </a:xfrm>
          <a:custGeom>
            <a:rect b="b" l="l" r="r" t="t"/>
            <a:pathLst>
              <a:path extrusionOk="0" h="990" w="239">
                <a:moveTo>
                  <a:pt x="120" y="0"/>
                </a:moveTo>
                <a:cubicBezTo>
                  <a:pt x="55" y="0"/>
                  <a:pt x="1" y="55"/>
                  <a:pt x="1" y="120"/>
                </a:cubicBezTo>
                <a:lnTo>
                  <a:pt x="1" y="870"/>
                </a:lnTo>
                <a:cubicBezTo>
                  <a:pt x="1" y="936"/>
                  <a:pt x="55" y="990"/>
                  <a:pt x="120" y="990"/>
                </a:cubicBezTo>
                <a:cubicBezTo>
                  <a:pt x="185" y="990"/>
                  <a:pt x="238" y="936"/>
                  <a:pt x="239" y="870"/>
                </a:cubicBezTo>
                <a:lnTo>
                  <a:pt x="239" y="120"/>
                </a:lnTo>
                <a:cubicBezTo>
                  <a:pt x="239" y="55"/>
                  <a:pt x="185" y="0"/>
                  <a:pt x="1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9"/>
          <p:cNvSpPr/>
          <p:nvPr/>
        </p:nvSpPr>
        <p:spPr>
          <a:xfrm>
            <a:off x="3660830" y="4051952"/>
            <a:ext cx="130513" cy="45296"/>
          </a:xfrm>
          <a:custGeom>
            <a:rect b="b" l="l" r="r" t="t"/>
            <a:pathLst>
              <a:path extrusionOk="0" h="1028" w="2962">
                <a:moveTo>
                  <a:pt x="1" y="1"/>
                </a:moveTo>
                <a:lnTo>
                  <a:pt x="1" y="1027"/>
                </a:lnTo>
                <a:lnTo>
                  <a:pt x="2962" y="1027"/>
                </a:lnTo>
                <a:lnTo>
                  <a:pt x="296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9"/>
          <p:cNvSpPr/>
          <p:nvPr/>
        </p:nvSpPr>
        <p:spPr>
          <a:xfrm>
            <a:off x="3673432" y="4043757"/>
            <a:ext cx="10487" cy="43622"/>
          </a:xfrm>
          <a:custGeom>
            <a:rect b="b" l="l" r="r" t="t"/>
            <a:pathLst>
              <a:path extrusionOk="0" h="990" w="238">
                <a:moveTo>
                  <a:pt x="119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6"/>
                  <a:pt x="54" y="989"/>
                  <a:pt x="119" y="989"/>
                </a:cubicBezTo>
                <a:cubicBezTo>
                  <a:pt x="185" y="989"/>
                  <a:pt x="238" y="936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9"/>
          <p:cNvSpPr/>
          <p:nvPr/>
        </p:nvSpPr>
        <p:spPr>
          <a:xfrm>
            <a:off x="3692599" y="4043757"/>
            <a:ext cx="10487" cy="43622"/>
          </a:xfrm>
          <a:custGeom>
            <a:rect b="b" l="l" r="r" t="t"/>
            <a:pathLst>
              <a:path extrusionOk="0" h="990" w="238">
                <a:moveTo>
                  <a:pt x="119" y="1"/>
                </a:moveTo>
                <a:cubicBezTo>
                  <a:pt x="53" y="1"/>
                  <a:pt x="0" y="54"/>
                  <a:pt x="0" y="119"/>
                </a:cubicBezTo>
                <a:lnTo>
                  <a:pt x="0" y="870"/>
                </a:lnTo>
                <a:cubicBezTo>
                  <a:pt x="0" y="936"/>
                  <a:pt x="53" y="989"/>
                  <a:pt x="119" y="989"/>
                </a:cubicBezTo>
                <a:cubicBezTo>
                  <a:pt x="184" y="989"/>
                  <a:pt x="238" y="936"/>
                  <a:pt x="238" y="870"/>
                </a:cubicBezTo>
                <a:lnTo>
                  <a:pt x="238" y="119"/>
                </a:lnTo>
                <a:cubicBezTo>
                  <a:pt x="238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9"/>
          <p:cNvSpPr/>
          <p:nvPr/>
        </p:nvSpPr>
        <p:spPr>
          <a:xfrm>
            <a:off x="3711766" y="4043757"/>
            <a:ext cx="10487" cy="43622"/>
          </a:xfrm>
          <a:custGeom>
            <a:rect b="b" l="l" r="r" t="t"/>
            <a:pathLst>
              <a:path extrusionOk="0" h="990" w="238">
                <a:moveTo>
                  <a:pt x="119" y="1"/>
                </a:moveTo>
                <a:cubicBezTo>
                  <a:pt x="53" y="1"/>
                  <a:pt x="0" y="54"/>
                  <a:pt x="0" y="119"/>
                </a:cubicBezTo>
                <a:lnTo>
                  <a:pt x="0" y="870"/>
                </a:lnTo>
                <a:cubicBezTo>
                  <a:pt x="0" y="936"/>
                  <a:pt x="53" y="989"/>
                  <a:pt x="119" y="989"/>
                </a:cubicBezTo>
                <a:cubicBezTo>
                  <a:pt x="184" y="989"/>
                  <a:pt x="237" y="936"/>
                  <a:pt x="237" y="870"/>
                </a:cubicBezTo>
                <a:lnTo>
                  <a:pt x="237" y="119"/>
                </a:lnTo>
                <a:cubicBezTo>
                  <a:pt x="237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9"/>
          <p:cNvSpPr/>
          <p:nvPr/>
        </p:nvSpPr>
        <p:spPr>
          <a:xfrm>
            <a:off x="3730890" y="4043757"/>
            <a:ext cx="10531" cy="43622"/>
          </a:xfrm>
          <a:custGeom>
            <a:rect b="b" l="l" r="r" t="t"/>
            <a:pathLst>
              <a:path extrusionOk="0" h="990" w="239">
                <a:moveTo>
                  <a:pt x="120" y="1"/>
                </a:moveTo>
                <a:cubicBezTo>
                  <a:pt x="54" y="1"/>
                  <a:pt x="1" y="54"/>
                  <a:pt x="1" y="119"/>
                </a:cubicBezTo>
                <a:lnTo>
                  <a:pt x="1" y="870"/>
                </a:lnTo>
                <a:cubicBezTo>
                  <a:pt x="1" y="936"/>
                  <a:pt x="54" y="989"/>
                  <a:pt x="120" y="989"/>
                </a:cubicBezTo>
                <a:cubicBezTo>
                  <a:pt x="185" y="989"/>
                  <a:pt x="238" y="936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9"/>
          <p:cNvSpPr/>
          <p:nvPr/>
        </p:nvSpPr>
        <p:spPr>
          <a:xfrm>
            <a:off x="3750057" y="4043757"/>
            <a:ext cx="10531" cy="43622"/>
          </a:xfrm>
          <a:custGeom>
            <a:rect b="b" l="l" r="r" t="t"/>
            <a:pathLst>
              <a:path extrusionOk="0" h="990" w="239">
                <a:moveTo>
                  <a:pt x="119" y="1"/>
                </a:moveTo>
                <a:cubicBezTo>
                  <a:pt x="54" y="1"/>
                  <a:pt x="1" y="54"/>
                  <a:pt x="1" y="119"/>
                </a:cubicBezTo>
                <a:lnTo>
                  <a:pt x="1" y="870"/>
                </a:lnTo>
                <a:cubicBezTo>
                  <a:pt x="1" y="936"/>
                  <a:pt x="54" y="989"/>
                  <a:pt x="119" y="989"/>
                </a:cubicBezTo>
                <a:cubicBezTo>
                  <a:pt x="185" y="989"/>
                  <a:pt x="238" y="936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9"/>
          <p:cNvSpPr/>
          <p:nvPr/>
        </p:nvSpPr>
        <p:spPr>
          <a:xfrm>
            <a:off x="3769224" y="4043757"/>
            <a:ext cx="10487" cy="43622"/>
          </a:xfrm>
          <a:custGeom>
            <a:rect b="b" l="l" r="r" t="t"/>
            <a:pathLst>
              <a:path extrusionOk="0" h="990" w="238">
                <a:moveTo>
                  <a:pt x="119" y="1"/>
                </a:moveTo>
                <a:cubicBezTo>
                  <a:pt x="54" y="1"/>
                  <a:pt x="1" y="54"/>
                  <a:pt x="1" y="119"/>
                </a:cubicBezTo>
                <a:lnTo>
                  <a:pt x="1" y="870"/>
                </a:lnTo>
                <a:cubicBezTo>
                  <a:pt x="1" y="936"/>
                  <a:pt x="54" y="989"/>
                  <a:pt x="119" y="989"/>
                </a:cubicBezTo>
                <a:cubicBezTo>
                  <a:pt x="185" y="989"/>
                  <a:pt x="238" y="936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9"/>
          <p:cNvSpPr/>
          <p:nvPr/>
        </p:nvSpPr>
        <p:spPr>
          <a:xfrm>
            <a:off x="3660830" y="4185815"/>
            <a:ext cx="130513" cy="45208"/>
          </a:xfrm>
          <a:custGeom>
            <a:rect b="b" l="l" r="r" t="t"/>
            <a:pathLst>
              <a:path extrusionOk="0" h="1026" w="2962">
                <a:moveTo>
                  <a:pt x="1" y="1"/>
                </a:moveTo>
                <a:lnTo>
                  <a:pt x="1" y="1026"/>
                </a:lnTo>
                <a:lnTo>
                  <a:pt x="2962" y="1026"/>
                </a:lnTo>
                <a:lnTo>
                  <a:pt x="296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9"/>
          <p:cNvSpPr/>
          <p:nvPr/>
        </p:nvSpPr>
        <p:spPr>
          <a:xfrm>
            <a:off x="3673432" y="4177619"/>
            <a:ext cx="10487" cy="43578"/>
          </a:xfrm>
          <a:custGeom>
            <a:rect b="b" l="l" r="r" t="t"/>
            <a:pathLst>
              <a:path extrusionOk="0" h="989" w="238">
                <a:moveTo>
                  <a:pt x="119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4" y="989"/>
                  <a:pt x="119" y="989"/>
                </a:cubicBezTo>
                <a:cubicBezTo>
                  <a:pt x="185" y="989"/>
                  <a:pt x="238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9"/>
          <p:cNvSpPr/>
          <p:nvPr/>
        </p:nvSpPr>
        <p:spPr>
          <a:xfrm>
            <a:off x="3692599" y="4177619"/>
            <a:ext cx="10487" cy="43578"/>
          </a:xfrm>
          <a:custGeom>
            <a:rect b="b" l="l" r="r" t="t"/>
            <a:pathLst>
              <a:path extrusionOk="0" h="989" w="238">
                <a:moveTo>
                  <a:pt x="119" y="1"/>
                </a:moveTo>
                <a:cubicBezTo>
                  <a:pt x="53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3" y="989"/>
                  <a:pt x="119" y="989"/>
                </a:cubicBezTo>
                <a:cubicBezTo>
                  <a:pt x="184" y="989"/>
                  <a:pt x="238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9"/>
          <p:cNvSpPr/>
          <p:nvPr/>
        </p:nvSpPr>
        <p:spPr>
          <a:xfrm>
            <a:off x="3711766" y="4177619"/>
            <a:ext cx="10487" cy="43578"/>
          </a:xfrm>
          <a:custGeom>
            <a:rect b="b" l="l" r="r" t="t"/>
            <a:pathLst>
              <a:path extrusionOk="0" h="989" w="238">
                <a:moveTo>
                  <a:pt x="119" y="1"/>
                </a:moveTo>
                <a:cubicBezTo>
                  <a:pt x="53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3" y="989"/>
                  <a:pt x="119" y="989"/>
                </a:cubicBezTo>
                <a:cubicBezTo>
                  <a:pt x="184" y="989"/>
                  <a:pt x="237" y="935"/>
                  <a:pt x="237" y="870"/>
                </a:cubicBezTo>
                <a:lnTo>
                  <a:pt x="237" y="119"/>
                </a:lnTo>
                <a:cubicBezTo>
                  <a:pt x="237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9"/>
          <p:cNvSpPr/>
          <p:nvPr/>
        </p:nvSpPr>
        <p:spPr>
          <a:xfrm>
            <a:off x="3730890" y="4177619"/>
            <a:ext cx="10531" cy="43578"/>
          </a:xfrm>
          <a:custGeom>
            <a:rect b="b" l="l" r="r" t="t"/>
            <a:pathLst>
              <a:path extrusionOk="0" h="989" w="239">
                <a:moveTo>
                  <a:pt x="120" y="1"/>
                </a:moveTo>
                <a:cubicBezTo>
                  <a:pt x="54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4" y="989"/>
                  <a:pt x="120" y="989"/>
                </a:cubicBezTo>
                <a:cubicBezTo>
                  <a:pt x="185" y="989"/>
                  <a:pt x="238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9"/>
          <p:cNvSpPr/>
          <p:nvPr/>
        </p:nvSpPr>
        <p:spPr>
          <a:xfrm>
            <a:off x="3750057" y="4177619"/>
            <a:ext cx="10531" cy="43578"/>
          </a:xfrm>
          <a:custGeom>
            <a:rect b="b" l="l" r="r" t="t"/>
            <a:pathLst>
              <a:path extrusionOk="0" h="989" w="239">
                <a:moveTo>
                  <a:pt x="119" y="1"/>
                </a:moveTo>
                <a:cubicBezTo>
                  <a:pt x="54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4" y="989"/>
                  <a:pt x="119" y="989"/>
                </a:cubicBezTo>
                <a:cubicBezTo>
                  <a:pt x="185" y="989"/>
                  <a:pt x="238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9"/>
          <p:cNvSpPr/>
          <p:nvPr/>
        </p:nvSpPr>
        <p:spPr>
          <a:xfrm>
            <a:off x="3769224" y="4177619"/>
            <a:ext cx="10487" cy="43578"/>
          </a:xfrm>
          <a:custGeom>
            <a:rect b="b" l="l" r="r" t="t"/>
            <a:pathLst>
              <a:path extrusionOk="0" h="989" w="238">
                <a:moveTo>
                  <a:pt x="119" y="1"/>
                </a:moveTo>
                <a:cubicBezTo>
                  <a:pt x="54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4" y="989"/>
                  <a:pt x="119" y="989"/>
                </a:cubicBezTo>
                <a:cubicBezTo>
                  <a:pt x="185" y="989"/>
                  <a:pt x="238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9"/>
          <p:cNvSpPr/>
          <p:nvPr/>
        </p:nvSpPr>
        <p:spPr>
          <a:xfrm>
            <a:off x="3660830" y="4141179"/>
            <a:ext cx="130513" cy="45252"/>
          </a:xfrm>
          <a:custGeom>
            <a:rect b="b" l="l" r="r" t="t"/>
            <a:pathLst>
              <a:path extrusionOk="0" h="1027" w="2962">
                <a:moveTo>
                  <a:pt x="1" y="1"/>
                </a:moveTo>
                <a:lnTo>
                  <a:pt x="1" y="1026"/>
                </a:lnTo>
                <a:lnTo>
                  <a:pt x="2962" y="1026"/>
                </a:lnTo>
                <a:lnTo>
                  <a:pt x="296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9"/>
          <p:cNvSpPr/>
          <p:nvPr/>
        </p:nvSpPr>
        <p:spPr>
          <a:xfrm>
            <a:off x="3673432" y="4132984"/>
            <a:ext cx="10487" cy="43578"/>
          </a:xfrm>
          <a:custGeom>
            <a:rect b="b" l="l" r="r" t="t"/>
            <a:pathLst>
              <a:path extrusionOk="0" h="989" w="238">
                <a:moveTo>
                  <a:pt x="119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4" y="989"/>
                  <a:pt x="119" y="989"/>
                </a:cubicBezTo>
                <a:cubicBezTo>
                  <a:pt x="185" y="989"/>
                  <a:pt x="238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9"/>
          <p:cNvSpPr/>
          <p:nvPr/>
        </p:nvSpPr>
        <p:spPr>
          <a:xfrm>
            <a:off x="3692599" y="4132984"/>
            <a:ext cx="10487" cy="43578"/>
          </a:xfrm>
          <a:custGeom>
            <a:rect b="b" l="l" r="r" t="t"/>
            <a:pathLst>
              <a:path extrusionOk="0" h="989" w="238">
                <a:moveTo>
                  <a:pt x="119" y="1"/>
                </a:moveTo>
                <a:cubicBezTo>
                  <a:pt x="53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3" y="989"/>
                  <a:pt x="119" y="989"/>
                </a:cubicBezTo>
                <a:cubicBezTo>
                  <a:pt x="184" y="989"/>
                  <a:pt x="238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9"/>
          <p:cNvSpPr/>
          <p:nvPr/>
        </p:nvSpPr>
        <p:spPr>
          <a:xfrm>
            <a:off x="3711766" y="4132984"/>
            <a:ext cx="10487" cy="43578"/>
          </a:xfrm>
          <a:custGeom>
            <a:rect b="b" l="l" r="r" t="t"/>
            <a:pathLst>
              <a:path extrusionOk="0" h="989" w="238">
                <a:moveTo>
                  <a:pt x="119" y="1"/>
                </a:moveTo>
                <a:cubicBezTo>
                  <a:pt x="53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3" y="989"/>
                  <a:pt x="119" y="989"/>
                </a:cubicBezTo>
                <a:cubicBezTo>
                  <a:pt x="184" y="989"/>
                  <a:pt x="237" y="935"/>
                  <a:pt x="237" y="870"/>
                </a:cubicBezTo>
                <a:lnTo>
                  <a:pt x="237" y="119"/>
                </a:lnTo>
                <a:cubicBezTo>
                  <a:pt x="237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9"/>
          <p:cNvSpPr/>
          <p:nvPr/>
        </p:nvSpPr>
        <p:spPr>
          <a:xfrm>
            <a:off x="3730890" y="4132984"/>
            <a:ext cx="10531" cy="43578"/>
          </a:xfrm>
          <a:custGeom>
            <a:rect b="b" l="l" r="r" t="t"/>
            <a:pathLst>
              <a:path extrusionOk="0" h="989" w="239">
                <a:moveTo>
                  <a:pt x="120" y="1"/>
                </a:moveTo>
                <a:cubicBezTo>
                  <a:pt x="54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4" y="989"/>
                  <a:pt x="120" y="989"/>
                </a:cubicBezTo>
                <a:cubicBezTo>
                  <a:pt x="185" y="989"/>
                  <a:pt x="238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9"/>
          <p:cNvSpPr/>
          <p:nvPr/>
        </p:nvSpPr>
        <p:spPr>
          <a:xfrm>
            <a:off x="3750057" y="4132984"/>
            <a:ext cx="10531" cy="43578"/>
          </a:xfrm>
          <a:custGeom>
            <a:rect b="b" l="l" r="r" t="t"/>
            <a:pathLst>
              <a:path extrusionOk="0" h="989" w="239">
                <a:moveTo>
                  <a:pt x="119" y="1"/>
                </a:moveTo>
                <a:cubicBezTo>
                  <a:pt x="54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4" y="989"/>
                  <a:pt x="119" y="989"/>
                </a:cubicBezTo>
                <a:cubicBezTo>
                  <a:pt x="185" y="989"/>
                  <a:pt x="238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9"/>
          <p:cNvSpPr/>
          <p:nvPr/>
        </p:nvSpPr>
        <p:spPr>
          <a:xfrm>
            <a:off x="3769224" y="4132984"/>
            <a:ext cx="10487" cy="43578"/>
          </a:xfrm>
          <a:custGeom>
            <a:rect b="b" l="l" r="r" t="t"/>
            <a:pathLst>
              <a:path extrusionOk="0" h="989" w="238">
                <a:moveTo>
                  <a:pt x="119" y="1"/>
                </a:moveTo>
                <a:cubicBezTo>
                  <a:pt x="54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4" y="989"/>
                  <a:pt x="119" y="989"/>
                </a:cubicBezTo>
                <a:cubicBezTo>
                  <a:pt x="185" y="989"/>
                  <a:pt x="238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9"/>
          <p:cNvSpPr/>
          <p:nvPr/>
        </p:nvSpPr>
        <p:spPr>
          <a:xfrm>
            <a:off x="3660830" y="4096279"/>
            <a:ext cx="130513" cy="45208"/>
          </a:xfrm>
          <a:custGeom>
            <a:rect b="b" l="l" r="r" t="t"/>
            <a:pathLst>
              <a:path extrusionOk="0" h="1026" w="2962">
                <a:moveTo>
                  <a:pt x="1" y="1"/>
                </a:moveTo>
                <a:lnTo>
                  <a:pt x="1" y="1026"/>
                </a:lnTo>
                <a:lnTo>
                  <a:pt x="2962" y="1026"/>
                </a:lnTo>
                <a:lnTo>
                  <a:pt x="296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9"/>
          <p:cNvSpPr/>
          <p:nvPr/>
        </p:nvSpPr>
        <p:spPr>
          <a:xfrm>
            <a:off x="3673432" y="4088040"/>
            <a:ext cx="10487" cy="43622"/>
          </a:xfrm>
          <a:custGeom>
            <a:rect b="b" l="l" r="r" t="t"/>
            <a:pathLst>
              <a:path extrusionOk="0" h="990" w="238">
                <a:moveTo>
                  <a:pt x="119" y="0"/>
                </a:moveTo>
                <a:cubicBezTo>
                  <a:pt x="54" y="0"/>
                  <a:pt x="0" y="55"/>
                  <a:pt x="0" y="120"/>
                </a:cubicBezTo>
                <a:lnTo>
                  <a:pt x="0" y="870"/>
                </a:lnTo>
                <a:cubicBezTo>
                  <a:pt x="0" y="936"/>
                  <a:pt x="54" y="990"/>
                  <a:pt x="119" y="990"/>
                </a:cubicBezTo>
                <a:cubicBezTo>
                  <a:pt x="185" y="990"/>
                  <a:pt x="238" y="936"/>
                  <a:pt x="238" y="870"/>
                </a:cubicBezTo>
                <a:lnTo>
                  <a:pt x="238" y="120"/>
                </a:lnTo>
                <a:cubicBezTo>
                  <a:pt x="238" y="55"/>
                  <a:pt x="185" y="0"/>
                  <a:pt x="1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9"/>
          <p:cNvSpPr/>
          <p:nvPr/>
        </p:nvSpPr>
        <p:spPr>
          <a:xfrm>
            <a:off x="3692599" y="4088040"/>
            <a:ext cx="10487" cy="43622"/>
          </a:xfrm>
          <a:custGeom>
            <a:rect b="b" l="l" r="r" t="t"/>
            <a:pathLst>
              <a:path extrusionOk="0" h="990" w="238">
                <a:moveTo>
                  <a:pt x="119" y="0"/>
                </a:moveTo>
                <a:cubicBezTo>
                  <a:pt x="53" y="0"/>
                  <a:pt x="0" y="55"/>
                  <a:pt x="0" y="120"/>
                </a:cubicBezTo>
                <a:lnTo>
                  <a:pt x="0" y="870"/>
                </a:lnTo>
                <a:cubicBezTo>
                  <a:pt x="0" y="936"/>
                  <a:pt x="53" y="990"/>
                  <a:pt x="119" y="990"/>
                </a:cubicBezTo>
                <a:cubicBezTo>
                  <a:pt x="184" y="990"/>
                  <a:pt x="238" y="936"/>
                  <a:pt x="238" y="870"/>
                </a:cubicBezTo>
                <a:lnTo>
                  <a:pt x="238" y="120"/>
                </a:lnTo>
                <a:cubicBezTo>
                  <a:pt x="238" y="55"/>
                  <a:pt x="184" y="0"/>
                  <a:pt x="1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9"/>
          <p:cNvSpPr/>
          <p:nvPr/>
        </p:nvSpPr>
        <p:spPr>
          <a:xfrm>
            <a:off x="3711766" y="4088040"/>
            <a:ext cx="10487" cy="43622"/>
          </a:xfrm>
          <a:custGeom>
            <a:rect b="b" l="l" r="r" t="t"/>
            <a:pathLst>
              <a:path extrusionOk="0" h="990" w="238">
                <a:moveTo>
                  <a:pt x="119" y="0"/>
                </a:moveTo>
                <a:cubicBezTo>
                  <a:pt x="53" y="0"/>
                  <a:pt x="0" y="55"/>
                  <a:pt x="0" y="120"/>
                </a:cubicBezTo>
                <a:lnTo>
                  <a:pt x="0" y="870"/>
                </a:lnTo>
                <a:cubicBezTo>
                  <a:pt x="0" y="936"/>
                  <a:pt x="53" y="990"/>
                  <a:pt x="119" y="990"/>
                </a:cubicBezTo>
                <a:cubicBezTo>
                  <a:pt x="184" y="990"/>
                  <a:pt x="237" y="936"/>
                  <a:pt x="237" y="870"/>
                </a:cubicBezTo>
                <a:lnTo>
                  <a:pt x="237" y="120"/>
                </a:lnTo>
                <a:cubicBezTo>
                  <a:pt x="237" y="55"/>
                  <a:pt x="184" y="0"/>
                  <a:pt x="1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9"/>
          <p:cNvSpPr/>
          <p:nvPr/>
        </p:nvSpPr>
        <p:spPr>
          <a:xfrm>
            <a:off x="3730890" y="4088040"/>
            <a:ext cx="10531" cy="43622"/>
          </a:xfrm>
          <a:custGeom>
            <a:rect b="b" l="l" r="r" t="t"/>
            <a:pathLst>
              <a:path extrusionOk="0" h="990" w="239">
                <a:moveTo>
                  <a:pt x="120" y="0"/>
                </a:moveTo>
                <a:cubicBezTo>
                  <a:pt x="54" y="0"/>
                  <a:pt x="1" y="55"/>
                  <a:pt x="1" y="120"/>
                </a:cubicBezTo>
                <a:lnTo>
                  <a:pt x="1" y="870"/>
                </a:lnTo>
                <a:cubicBezTo>
                  <a:pt x="1" y="936"/>
                  <a:pt x="54" y="990"/>
                  <a:pt x="120" y="990"/>
                </a:cubicBezTo>
                <a:cubicBezTo>
                  <a:pt x="185" y="990"/>
                  <a:pt x="238" y="936"/>
                  <a:pt x="238" y="870"/>
                </a:cubicBezTo>
                <a:lnTo>
                  <a:pt x="238" y="120"/>
                </a:lnTo>
                <a:cubicBezTo>
                  <a:pt x="238" y="55"/>
                  <a:pt x="185" y="0"/>
                  <a:pt x="1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9"/>
          <p:cNvSpPr/>
          <p:nvPr/>
        </p:nvSpPr>
        <p:spPr>
          <a:xfrm>
            <a:off x="3750057" y="4088040"/>
            <a:ext cx="10531" cy="43622"/>
          </a:xfrm>
          <a:custGeom>
            <a:rect b="b" l="l" r="r" t="t"/>
            <a:pathLst>
              <a:path extrusionOk="0" h="990" w="239">
                <a:moveTo>
                  <a:pt x="119" y="0"/>
                </a:moveTo>
                <a:cubicBezTo>
                  <a:pt x="54" y="0"/>
                  <a:pt x="1" y="55"/>
                  <a:pt x="1" y="120"/>
                </a:cubicBezTo>
                <a:lnTo>
                  <a:pt x="1" y="870"/>
                </a:lnTo>
                <a:cubicBezTo>
                  <a:pt x="1" y="936"/>
                  <a:pt x="54" y="990"/>
                  <a:pt x="119" y="990"/>
                </a:cubicBezTo>
                <a:cubicBezTo>
                  <a:pt x="185" y="990"/>
                  <a:pt x="238" y="936"/>
                  <a:pt x="238" y="870"/>
                </a:cubicBezTo>
                <a:lnTo>
                  <a:pt x="238" y="120"/>
                </a:lnTo>
                <a:cubicBezTo>
                  <a:pt x="238" y="55"/>
                  <a:pt x="185" y="0"/>
                  <a:pt x="1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19"/>
          <p:cNvSpPr/>
          <p:nvPr/>
        </p:nvSpPr>
        <p:spPr>
          <a:xfrm>
            <a:off x="3769224" y="4088040"/>
            <a:ext cx="10487" cy="43622"/>
          </a:xfrm>
          <a:custGeom>
            <a:rect b="b" l="l" r="r" t="t"/>
            <a:pathLst>
              <a:path extrusionOk="0" h="990" w="238">
                <a:moveTo>
                  <a:pt x="119" y="0"/>
                </a:moveTo>
                <a:cubicBezTo>
                  <a:pt x="54" y="0"/>
                  <a:pt x="1" y="55"/>
                  <a:pt x="1" y="120"/>
                </a:cubicBezTo>
                <a:lnTo>
                  <a:pt x="1" y="870"/>
                </a:lnTo>
                <a:cubicBezTo>
                  <a:pt x="1" y="936"/>
                  <a:pt x="54" y="990"/>
                  <a:pt x="119" y="990"/>
                </a:cubicBezTo>
                <a:cubicBezTo>
                  <a:pt x="185" y="990"/>
                  <a:pt x="238" y="936"/>
                  <a:pt x="238" y="870"/>
                </a:cubicBezTo>
                <a:lnTo>
                  <a:pt x="238" y="120"/>
                </a:lnTo>
                <a:cubicBezTo>
                  <a:pt x="238" y="55"/>
                  <a:pt x="185" y="0"/>
                  <a:pt x="1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9"/>
          <p:cNvSpPr/>
          <p:nvPr/>
        </p:nvSpPr>
        <p:spPr>
          <a:xfrm>
            <a:off x="3791299" y="4051952"/>
            <a:ext cx="130513" cy="45296"/>
          </a:xfrm>
          <a:custGeom>
            <a:rect b="b" l="l" r="r" t="t"/>
            <a:pathLst>
              <a:path extrusionOk="0" h="1028" w="2962">
                <a:moveTo>
                  <a:pt x="1" y="1"/>
                </a:moveTo>
                <a:lnTo>
                  <a:pt x="1" y="1027"/>
                </a:lnTo>
                <a:lnTo>
                  <a:pt x="2961" y="1027"/>
                </a:lnTo>
                <a:lnTo>
                  <a:pt x="296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9"/>
          <p:cNvSpPr/>
          <p:nvPr/>
        </p:nvSpPr>
        <p:spPr>
          <a:xfrm>
            <a:off x="3803901" y="4043757"/>
            <a:ext cx="10487" cy="43622"/>
          </a:xfrm>
          <a:custGeom>
            <a:rect b="b" l="l" r="r" t="t"/>
            <a:pathLst>
              <a:path extrusionOk="0" h="990" w="238">
                <a:moveTo>
                  <a:pt x="119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6"/>
                  <a:pt x="54" y="989"/>
                  <a:pt x="119" y="989"/>
                </a:cubicBezTo>
                <a:cubicBezTo>
                  <a:pt x="185" y="989"/>
                  <a:pt x="237" y="936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9"/>
          <p:cNvSpPr/>
          <p:nvPr/>
        </p:nvSpPr>
        <p:spPr>
          <a:xfrm>
            <a:off x="3823068" y="4043757"/>
            <a:ext cx="10487" cy="43622"/>
          </a:xfrm>
          <a:custGeom>
            <a:rect b="b" l="l" r="r" t="t"/>
            <a:pathLst>
              <a:path extrusionOk="0" h="990" w="238">
                <a:moveTo>
                  <a:pt x="119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6"/>
                  <a:pt x="54" y="989"/>
                  <a:pt x="119" y="989"/>
                </a:cubicBezTo>
                <a:cubicBezTo>
                  <a:pt x="184" y="989"/>
                  <a:pt x="237" y="936"/>
                  <a:pt x="238" y="870"/>
                </a:cubicBezTo>
                <a:lnTo>
                  <a:pt x="238" y="119"/>
                </a:lnTo>
                <a:cubicBezTo>
                  <a:pt x="238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9"/>
          <p:cNvSpPr/>
          <p:nvPr/>
        </p:nvSpPr>
        <p:spPr>
          <a:xfrm>
            <a:off x="3842236" y="4043757"/>
            <a:ext cx="10487" cy="43622"/>
          </a:xfrm>
          <a:custGeom>
            <a:rect b="b" l="l" r="r" t="t"/>
            <a:pathLst>
              <a:path extrusionOk="0" h="990" w="238">
                <a:moveTo>
                  <a:pt x="119" y="1"/>
                </a:moveTo>
                <a:cubicBezTo>
                  <a:pt x="53" y="1"/>
                  <a:pt x="0" y="54"/>
                  <a:pt x="0" y="119"/>
                </a:cubicBezTo>
                <a:lnTo>
                  <a:pt x="0" y="870"/>
                </a:lnTo>
                <a:cubicBezTo>
                  <a:pt x="0" y="936"/>
                  <a:pt x="53" y="989"/>
                  <a:pt x="119" y="989"/>
                </a:cubicBezTo>
                <a:cubicBezTo>
                  <a:pt x="184" y="989"/>
                  <a:pt x="237" y="936"/>
                  <a:pt x="238" y="870"/>
                </a:cubicBezTo>
                <a:lnTo>
                  <a:pt x="238" y="119"/>
                </a:lnTo>
                <a:cubicBezTo>
                  <a:pt x="238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9"/>
          <p:cNvSpPr/>
          <p:nvPr/>
        </p:nvSpPr>
        <p:spPr>
          <a:xfrm>
            <a:off x="3861403" y="4043757"/>
            <a:ext cx="10487" cy="43622"/>
          </a:xfrm>
          <a:custGeom>
            <a:rect b="b" l="l" r="r" t="t"/>
            <a:pathLst>
              <a:path extrusionOk="0" h="990" w="238">
                <a:moveTo>
                  <a:pt x="119" y="1"/>
                </a:moveTo>
                <a:cubicBezTo>
                  <a:pt x="53" y="1"/>
                  <a:pt x="0" y="54"/>
                  <a:pt x="0" y="119"/>
                </a:cubicBezTo>
                <a:lnTo>
                  <a:pt x="0" y="870"/>
                </a:lnTo>
                <a:cubicBezTo>
                  <a:pt x="0" y="936"/>
                  <a:pt x="53" y="989"/>
                  <a:pt x="119" y="989"/>
                </a:cubicBezTo>
                <a:cubicBezTo>
                  <a:pt x="184" y="989"/>
                  <a:pt x="236" y="936"/>
                  <a:pt x="237" y="870"/>
                </a:cubicBezTo>
                <a:lnTo>
                  <a:pt x="237" y="119"/>
                </a:lnTo>
                <a:cubicBezTo>
                  <a:pt x="237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9"/>
          <p:cNvSpPr/>
          <p:nvPr/>
        </p:nvSpPr>
        <p:spPr>
          <a:xfrm>
            <a:off x="3880526" y="4043757"/>
            <a:ext cx="10531" cy="43622"/>
          </a:xfrm>
          <a:custGeom>
            <a:rect b="b" l="l" r="r" t="t"/>
            <a:pathLst>
              <a:path extrusionOk="0" h="990" w="239">
                <a:moveTo>
                  <a:pt x="120" y="1"/>
                </a:moveTo>
                <a:cubicBezTo>
                  <a:pt x="54" y="1"/>
                  <a:pt x="1" y="54"/>
                  <a:pt x="1" y="119"/>
                </a:cubicBezTo>
                <a:lnTo>
                  <a:pt x="1" y="870"/>
                </a:lnTo>
                <a:cubicBezTo>
                  <a:pt x="1" y="936"/>
                  <a:pt x="54" y="989"/>
                  <a:pt x="120" y="989"/>
                </a:cubicBezTo>
                <a:cubicBezTo>
                  <a:pt x="185" y="989"/>
                  <a:pt x="237" y="936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9"/>
          <p:cNvSpPr/>
          <p:nvPr/>
        </p:nvSpPr>
        <p:spPr>
          <a:xfrm>
            <a:off x="3899693" y="4043757"/>
            <a:ext cx="10531" cy="43622"/>
          </a:xfrm>
          <a:custGeom>
            <a:rect b="b" l="l" r="r" t="t"/>
            <a:pathLst>
              <a:path extrusionOk="0" h="990" w="239">
                <a:moveTo>
                  <a:pt x="119" y="1"/>
                </a:moveTo>
                <a:cubicBezTo>
                  <a:pt x="54" y="1"/>
                  <a:pt x="1" y="54"/>
                  <a:pt x="1" y="119"/>
                </a:cubicBezTo>
                <a:lnTo>
                  <a:pt x="1" y="870"/>
                </a:lnTo>
                <a:cubicBezTo>
                  <a:pt x="1" y="936"/>
                  <a:pt x="54" y="989"/>
                  <a:pt x="119" y="989"/>
                </a:cubicBezTo>
                <a:cubicBezTo>
                  <a:pt x="185" y="989"/>
                  <a:pt x="237" y="936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19"/>
          <p:cNvSpPr/>
          <p:nvPr/>
        </p:nvSpPr>
        <p:spPr>
          <a:xfrm>
            <a:off x="3791299" y="4185815"/>
            <a:ext cx="130513" cy="45208"/>
          </a:xfrm>
          <a:custGeom>
            <a:rect b="b" l="l" r="r" t="t"/>
            <a:pathLst>
              <a:path extrusionOk="0" h="1026" w="2962">
                <a:moveTo>
                  <a:pt x="1" y="1"/>
                </a:moveTo>
                <a:lnTo>
                  <a:pt x="1" y="1026"/>
                </a:lnTo>
                <a:lnTo>
                  <a:pt x="2961" y="1026"/>
                </a:lnTo>
                <a:lnTo>
                  <a:pt x="296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9"/>
          <p:cNvSpPr/>
          <p:nvPr/>
        </p:nvSpPr>
        <p:spPr>
          <a:xfrm>
            <a:off x="3803901" y="4177619"/>
            <a:ext cx="10487" cy="43578"/>
          </a:xfrm>
          <a:custGeom>
            <a:rect b="b" l="l" r="r" t="t"/>
            <a:pathLst>
              <a:path extrusionOk="0" h="989" w="238">
                <a:moveTo>
                  <a:pt x="119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4" y="989"/>
                  <a:pt x="119" y="989"/>
                </a:cubicBezTo>
                <a:cubicBezTo>
                  <a:pt x="185" y="989"/>
                  <a:pt x="237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19"/>
          <p:cNvSpPr/>
          <p:nvPr/>
        </p:nvSpPr>
        <p:spPr>
          <a:xfrm>
            <a:off x="3823068" y="4177619"/>
            <a:ext cx="10487" cy="43578"/>
          </a:xfrm>
          <a:custGeom>
            <a:rect b="b" l="l" r="r" t="t"/>
            <a:pathLst>
              <a:path extrusionOk="0" h="989" w="238">
                <a:moveTo>
                  <a:pt x="119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4" y="989"/>
                  <a:pt x="119" y="989"/>
                </a:cubicBezTo>
                <a:cubicBezTo>
                  <a:pt x="184" y="989"/>
                  <a:pt x="237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19"/>
          <p:cNvSpPr/>
          <p:nvPr/>
        </p:nvSpPr>
        <p:spPr>
          <a:xfrm>
            <a:off x="3842236" y="4177619"/>
            <a:ext cx="10487" cy="43578"/>
          </a:xfrm>
          <a:custGeom>
            <a:rect b="b" l="l" r="r" t="t"/>
            <a:pathLst>
              <a:path extrusionOk="0" h="989" w="238">
                <a:moveTo>
                  <a:pt x="119" y="1"/>
                </a:moveTo>
                <a:cubicBezTo>
                  <a:pt x="53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3" y="989"/>
                  <a:pt x="119" y="989"/>
                </a:cubicBezTo>
                <a:cubicBezTo>
                  <a:pt x="184" y="989"/>
                  <a:pt x="237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19"/>
          <p:cNvSpPr/>
          <p:nvPr/>
        </p:nvSpPr>
        <p:spPr>
          <a:xfrm>
            <a:off x="3861403" y="4177619"/>
            <a:ext cx="10487" cy="43578"/>
          </a:xfrm>
          <a:custGeom>
            <a:rect b="b" l="l" r="r" t="t"/>
            <a:pathLst>
              <a:path extrusionOk="0" h="989" w="238">
                <a:moveTo>
                  <a:pt x="119" y="1"/>
                </a:moveTo>
                <a:cubicBezTo>
                  <a:pt x="53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3" y="989"/>
                  <a:pt x="119" y="989"/>
                </a:cubicBezTo>
                <a:cubicBezTo>
                  <a:pt x="184" y="989"/>
                  <a:pt x="236" y="935"/>
                  <a:pt x="237" y="870"/>
                </a:cubicBezTo>
                <a:lnTo>
                  <a:pt x="237" y="119"/>
                </a:lnTo>
                <a:cubicBezTo>
                  <a:pt x="237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9"/>
          <p:cNvSpPr/>
          <p:nvPr/>
        </p:nvSpPr>
        <p:spPr>
          <a:xfrm>
            <a:off x="3880526" y="4177619"/>
            <a:ext cx="10531" cy="43578"/>
          </a:xfrm>
          <a:custGeom>
            <a:rect b="b" l="l" r="r" t="t"/>
            <a:pathLst>
              <a:path extrusionOk="0" h="989" w="239">
                <a:moveTo>
                  <a:pt x="120" y="1"/>
                </a:moveTo>
                <a:cubicBezTo>
                  <a:pt x="54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4" y="989"/>
                  <a:pt x="120" y="989"/>
                </a:cubicBezTo>
                <a:cubicBezTo>
                  <a:pt x="185" y="989"/>
                  <a:pt x="237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19"/>
          <p:cNvSpPr/>
          <p:nvPr/>
        </p:nvSpPr>
        <p:spPr>
          <a:xfrm>
            <a:off x="3899693" y="4177619"/>
            <a:ext cx="10531" cy="43578"/>
          </a:xfrm>
          <a:custGeom>
            <a:rect b="b" l="l" r="r" t="t"/>
            <a:pathLst>
              <a:path extrusionOk="0" h="989" w="239">
                <a:moveTo>
                  <a:pt x="119" y="1"/>
                </a:moveTo>
                <a:cubicBezTo>
                  <a:pt x="54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4" y="989"/>
                  <a:pt x="119" y="989"/>
                </a:cubicBezTo>
                <a:cubicBezTo>
                  <a:pt x="185" y="989"/>
                  <a:pt x="237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9"/>
          <p:cNvSpPr/>
          <p:nvPr/>
        </p:nvSpPr>
        <p:spPr>
          <a:xfrm>
            <a:off x="3791299" y="4141179"/>
            <a:ext cx="130513" cy="45252"/>
          </a:xfrm>
          <a:custGeom>
            <a:rect b="b" l="l" r="r" t="t"/>
            <a:pathLst>
              <a:path extrusionOk="0" h="1027" w="2962">
                <a:moveTo>
                  <a:pt x="1" y="1"/>
                </a:moveTo>
                <a:lnTo>
                  <a:pt x="1" y="1026"/>
                </a:lnTo>
                <a:lnTo>
                  <a:pt x="2961" y="1026"/>
                </a:lnTo>
                <a:lnTo>
                  <a:pt x="296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9"/>
          <p:cNvSpPr/>
          <p:nvPr/>
        </p:nvSpPr>
        <p:spPr>
          <a:xfrm>
            <a:off x="3803901" y="4132984"/>
            <a:ext cx="10487" cy="43578"/>
          </a:xfrm>
          <a:custGeom>
            <a:rect b="b" l="l" r="r" t="t"/>
            <a:pathLst>
              <a:path extrusionOk="0" h="989" w="238">
                <a:moveTo>
                  <a:pt x="119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4" y="989"/>
                  <a:pt x="119" y="989"/>
                </a:cubicBezTo>
                <a:cubicBezTo>
                  <a:pt x="185" y="989"/>
                  <a:pt x="237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9"/>
          <p:cNvSpPr/>
          <p:nvPr/>
        </p:nvSpPr>
        <p:spPr>
          <a:xfrm>
            <a:off x="3823068" y="4132984"/>
            <a:ext cx="10487" cy="43578"/>
          </a:xfrm>
          <a:custGeom>
            <a:rect b="b" l="l" r="r" t="t"/>
            <a:pathLst>
              <a:path extrusionOk="0" h="989" w="238">
                <a:moveTo>
                  <a:pt x="119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4" y="989"/>
                  <a:pt x="119" y="989"/>
                </a:cubicBezTo>
                <a:cubicBezTo>
                  <a:pt x="184" y="989"/>
                  <a:pt x="237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9"/>
          <p:cNvSpPr/>
          <p:nvPr/>
        </p:nvSpPr>
        <p:spPr>
          <a:xfrm>
            <a:off x="3842236" y="4132984"/>
            <a:ext cx="10487" cy="43578"/>
          </a:xfrm>
          <a:custGeom>
            <a:rect b="b" l="l" r="r" t="t"/>
            <a:pathLst>
              <a:path extrusionOk="0" h="989" w="238">
                <a:moveTo>
                  <a:pt x="119" y="1"/>
                </a:moveTo>
                <a:cubicBezTo>
                  <a:pt x="53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3" y="989"/>
                  <a:pt x="119" y="989"/>
                </a:cubicBezTo>
                <a:cubicBezTo>
                  <a:pt x="184" y="989"/>
                  <a:pt x="237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9"/>
          <p:cNvSpPr/>
          <p:nvPr/>
        </p:nvSpPr>
        <p:spPr>
          <a:xfrm>
            <a:off x="3861403" y="4132984"/>
            <a:ext cx="10487" cy="43578"/>
          </a:xfrm>
          <a:custGeom>
            <a:rect b="b" l="l" r="r" t="t"/>
            <a:pathLst>
              <a:path extrusionOk="0" h="989" w="238">
                <a:moveTo>
                  <a:pt x="119" y="1"/>
                </a:moveTo>
                <a:cubicBezTo>
                  <a:pt x="53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3" y="989"/>
                  <a:pt x="119" y="989"/>
                </a:cubicBezTo>
                <a:cubicBezTo>
                  <a:pt x="184" y="989"/>
                  <a:pt x="236" y="935"/>
                  <a:pt x="237" y="870"/>
                </a:cubicBezTo>
                <a:lnTo>
                  <a:pt x="237" y="119"/>
                </a:lnTo>
                <a:cubicBezTo>
                  <a:pt x="237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9"/>
          <p:cNvSpPr/>
          <p:nvPr/>
        </p:nvSpPr>
        <p:spPr>
          <a:xfrm>
            <a:off x="3880526" y="4132984"/>
            <a:ext cx="10531" cy="43578"/>
          </a:xfrm>
          <a:custGeom>
            <a:rect b="b" l="l" r="r" t="t"/>
            <a:pathLst>
              <a:path extrusionOk="0" h="989" w="239">
                <a:moveTo>
                  <a:pt x="120" y="1"/>
                </a:moveTo>
                <a:cubicBezTo>
                  <a:pt x="54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4" y="989"/>
                  <a:pt x="120" y="989"/>
                </a:cubicBezTo>
                <a:cubicBezTo>
                  <a:pt x="185" y="989"/>
                  <a:pt x="237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9"/>
          <p:cNvSpPr/>
          <p:nvPr/>
        </p:nvSpPr>
        <p:spPr>
          <a:xfrm>
            <a:off x="3899693" y="4132984"/>
            <a:ext cx="10531" cy="43578"/>
          </a:xfrm>
          <a:custGeom>
            <a:rect b="b" l="l" r="r" t="t"/>
            <a:pathLst>
              <a:path extrusionOk="0" h="989" w="239">
                <a:moveTo>
                  <a:pt x="119" y="1"/>
                </a:moveTo>
                <a:cubicBezTo>
                  <a:pt x="54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4" y="989"/>
                  <a:pt x="119" y="989"/>
                </a:cubicBezTo>
                <a:cubicBezTo>
                  <a:pt x="185" y="989"/>
                  <a:pt x="237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9"/>
          <p:cNvSpPr/>
          <p:nvPr/>
        </p:nvSpPr>
        <p:spPr>
          <a:xfrm>
            <a:off x="3791299" y="4096279"/>
            <a:ext cx="130513" cy="45208"/>
          </a:xfrm>
          <a:custGeom>
            <a:rect b="b" l="l" r="r" t="t"/>
            <a:pathLst>
              <a:path extrusionOk="0" h="1026" w="2962">
                <a:moveTo>
                  <a:pt x="1" y="1"/>
                </a:moveTo>
                <a:lnTo>
                  <a:pt x="1" y="1026"/>
                </a:lnTo>
                <a:lnTo>
                  <a:pt x="2961" y="1026"/>
                </a:lnTo>
                <a:lnTo>
                  <a:pt x="296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9"/>
          <p:cNvSpPr/>
          <p:nvPr/>
        </p:nvSpPr>
        <p:spPr>
          <a:xfrm>
            <a:off x="3803901" y="4088040"/>
            <a:ext cx="10487" cy="43622"/>
          </a:xfrm>
          <a:custGeom>
            <a:rect b="b" l="l" r="r" t="t"/>
            <a:pathLst>
              <a:path extrusionOk="0" h="990" w="238">
                <a:moveTo>
                  <a:pt x="119" y="0"/>
                </a:moveTo>
                <a:cubicBezTo>
                  <a:pt x="54" y="0"/>
                  <a:pt x="0" y="55"/>
                  <a:pt x="0" y="120"/>
                </a:cubicBezTo>
                <a:lnTo>
                  <a:pt x="0" y="870"/>
                </a:lnTo>
                <a:cubicBezTo>
                  <a:pt x="0" y="936"/>
                  <a:pt x="54" y="990"/>
                  <a:pt x="119" y="990"/>
                </a:cubicBezTo>
                <a:cubicBezTo>
                  <a:pt x="185" y="990"/>
                  <a:pt x="237" y="936"/>
                  <a:pt x="238" y="870"/>
                </a:cubicBezTo>
                <a:lnTo>
                  <a:pt x="238" y="120"/>
                </a:lnTo>
                <a:cubicBezTo>
                  <a:pt x="238" y="55"/>
                  <a:pt x="185" y="0"/>
                  <a:pt x="1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9"/>
          <p:cNvSpPr/>
          <p:nvPr/>
        </p:nvSpPr>
        <p:spPr>
          <a:xfrm>
            <a:off x="3823068" y="4088040"/>
            <a:ext cx="10487" cy="43622"/>
          </a:xfrm>
          <a:custGeom>
            <a:rect b="b" l="l" r="r" t="t"/>
            <a:pathLst>
              <a:path extrusionOk="0" h="990" w="238">
                <a:moveTo>
                  <a:pt x="119" y="0"/>
                </a:moveTo>
                <a:cubicBezTo>
                  <a:pt x="54" y="0"/>
                  <a:pt x="0" y="55"/>
                  <a:pt x="0" y="120"/>
                </a:cubicBezTo>
                <a:lnTo>
                  <a:pt x="0" y="870"/>
                </a:lnTo>
                <a:cubicBezTo>
                  <a:pt x="0" y="936"/>
                  <a:pt x="54" y="990"/>
                  <a:pt x="119" y="990"/>
                </a:cubicBezTo>
                <a:cubicBezTo>
                  <a:pt x="184" y="990"/>
                  <a:pt x="237" y="936"/>
                  <a:pt x="238" y="870"/>
                </a:cubicBezTo>
                <a:lnTo>
                  <a:pt x="238" y="120"/>
                </a:lnTo>
                <a:cubicBezTo>
                  <a:pt x="238" y="55"/>
                  <a:pt x="184" y="0"/>
                  <a:pt x="1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19"/>
          <p:cNvSpPr/>
          <p:nvPr/>
        </p:nvSpPr>
        <p:spPr>
          <a:xfrm>
            <a:off x="3842236" y="4088040"/>
            <a:ext cx="10487" cy="43622"/>
          </a:xfrm>
          <a:custGeom>
            <a:rect b="b" l="l" r="r" t="t"/>
            <a:pathLst>
              <a:path extrusionOk="0" h="990" w="238">
                <a:moveTo>
                  <a:pt x="119" y="0"/>
                </a:moveTo>
                <a:cubicBezTo>
                  <a:pt x="53" y="0"/>
                  <a:pt x="0" y="55"/>
                  <a:pt x="0" y="120"/>
                </a:cubicBezTo>
                <a:lnTo>
                  <a:pt x="0" y="870"/>
                </a:lnTo>
                <a:cubicBezTo>
                  <a:pt x="0" y="936"/>
                  <a:pt x="53" y="990"/>
                  <a:pt x="119" y="990"/>
                </a:cubicBezTo>
                <a:cubicBezTo>
                  <a:pt x="184" y="990"/>
                  <a:pt x="237" y="936"/>
                  <a:pt x="238" y="870"/>
                </a:cubicBezTo>
                <a:lnTo>
                  <a:pt x="238" y="120"/>
                </a:lnTo>
                <a:cubicBezTo>
                  <a:pt x="238" y="55"/>
                  <a:pt x="184" y="0"/>
                  <a:pt x="1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19"/>
          <p:cNvSpPr/>
          <p:nvPr/>
        </p:nvSpPr>
        <p:spPr>
          <a:xfrm>
            <a:off x="3861403" y="4088040"/>
            <a:ext cx="10487" cy="43622"/>
          </a:xfrm>
          <a:custGeom>
            <a:rect b="b" l="l" r="r" t="t"/>
            <a:pathLst>
              <a:path extrusionOk="0" h="990" w="238">
                <a:moveTo>
                  <a:pt x="119" y="0"/>
                </a:moveTo>
                <a:cubicBezTo>
                  <a:pt x="53" y="0"/>
                  <a:pt x="0" y="55"/>
                  <a:pt x="0" y="120"/>
                </a:cubicBezTo>
                <a:lnTo>
                  <a:pt x="0" y="870"/>
                </a:lnTo>
                <a:cubicBezTo>
                  <a:pt x="0" y="936"/>
                  <a:pt x="53" y="990"/>
                  <a:pt x="119" y="990"/>
                </a:cubicBezTo>
                <a:cubicBezTo>
                  <a:pt x="184" y="990"/>
                  <a:pt x="236" y="936"/>
                  <a:pt x="237" y="870"/>
                </a:cubicBezTo>
                <a:lnTo>
                  <a:pt x="237" y="120"/>
                </a:lnTo>
                <a:cubicBezTo>
                  <a:pt x="237" y="55"/>
                  <a:pt x="184" y="0"/>
                  <a:pt x="1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19"/>
          <p:cNvSpPr/>
          <p:nvPr/>
        </p:nvSpPr>
        <p:spPr>
          <a:xfrm>
            <a:off x="3880526" y="4088040"/>
            <a:ext cx="10531" cy="43622"/>
          </a:xfrm>
          <a:custGeom>
            <a:rect b="b" l="l" r="r" t="t"/>
            <a:pathLst>
              <a:path extrusionOk="0" h="990" w="239">
                <a:moveTo>
                  <a:pt x="120" y="0"/>
                </a:moveTo>
                <a:cubicBezTo>
                  <a:pt x="54" y="0"/>
                  <a:pt x="1" y="55"/>
                  <a:pt x="1" y="120"/>
                </a:cubicBezTo>
                <a:lnTo>
                  <a:pt x="1" y="870"/>
                </a:lnTo>
                <a:cubicBezTo>
                  <a:pt x="1" y="936"/>
                  <a:pt x="54" y="990"/>
                  <a:pt x="120" y="990"/>
                </a:cubicBezTo>
                <a:cubicBezTo>
                  <a:pt x="185" y="990"/>
                  <a:pt x="237" y="936"/>
                  <a:pt x="238" y="870"/>
                </a:cubicBezTo>
                <a:lnTo>
                  <a:pt x="238" y="120"/>
                </a:lnTo>
                <a:cubicBezTo>
                  <a:pt x="238" y="55"/>
                  <a:pt x="185" y="0"/>
                  <a:pt x="1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9"/>
          <p:cNvSpPr/>
          <p:nvPr/>
        </p:nvSpPr>
        <p:spPr>
          <a:xfrm>
            <a:off x="3899693" y="4088040"/>
            <a:ext cx="10531" cy="43622"/>
          </a:xfrm>
          <a:custGeom>
            <a:rect b="b" l="l" r="r" t="t"/>
            <a:pathLst>
              <a:path extrusionOk="0" h="990" w="239">
                <a:moveTo>
                  <a:pt x="119" y="0"/>
                </a:moveTo>
                <a:cubicBezTo>
                  <a:pt x="54" y="0"/>
                  <a:pt x="1" y="55"/>
                  <a:pt x="1" y="120"/>
                </a:cubicBezTo>
                <a:lnTo>
                  <a:pt x="1" y="870"/>
                </a:lnTo>
                <a:cubicBezTo>
                  <a:pt x="1" y="936"/>
                  <a:pt x="54" y="990"/>
                  <a:pt x="119" y="990"/>
                </a:cubicBezTo>
                <a:cubicBezTo>
                  <a:pt x="185" y="990"/>
                  <a:pt x="237" y="936"/>
                  <a:pt x="238" y="870"/>
                </a:cubicBezTo>
                <a:lnTo>
                  <a:pt x="238" y="120"/>
                </a:lnTo>
                <a:cubicBezTo>
                  <a:pt x="238" y="55"/>
                  <a:pt x="185" y="0"/>
                  <a:pt x="1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19"/>
          <p:cNvSpPr/>
          <p:nvPr/>
        </p:nvSpPr>
        <p:spPr>
          <a:xfrm>
            <a:off x="3921725" y="4051952"/>
            <a:ext cx="130513" cy="45296"/>
          </a:xfrm>
          <a:custGeom>
            <a:rect b="b" l="l" r="r" t="t"/>
            <a:pathLst>
              <a:path extrusionOk="0" h="1028" w="2962">
                <a:moveTo>
                  <a:pt x="0" y="1"/>
                </a:moveTo>
                <a:lnTo>
                  <a:pt x="0" y="1027"/>
                </a:lnTo>
                <a:lnTo>
                  <a:pt x="2961" y="1027"/>
                </a:lnTo>
                <a:lnTo>
                  <a:pt x="296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9"/>
          <p:cNvSpPr/>
          <p:nvPr/>
        </p:nvSpPr>
        <p:spPr>
          <a:xfrm>
            <a:off x="3934282" y="4043757"/>
            <a:ext cx="10531" cy="43622"/>
          </a:xfrm>
          <a:custGeom>
            <a:rect b="b" l="l" r="r" t="t"/>
            <a:pathLst>
              <a:path extrusionOk="0" h="990" w="239">
                <a:moveTo>
                  <a:pt x="119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6"/>
                  <a:pt x="55" y="989"/>
                  <a:pt x="119" y="989"/>
                </a:cubicBezTo>
                <a:cubicBezTo>
                  <a:pt x="185" y="989"/>
                  <a:pt x="239" y="936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9"/>
          <p:cNvSpPr/>
          <p:nvPr/>
        </p:nvSpPr>
        <p:spPr>
          <a:xfrm>
            <a:off x="3953450" y="4043757"/>
            <a:ext cx="10531" cy="43622"/>
          </a:xfrm>
          <a:custGeom>
            <a:rect b="b" l="l" r="r" t="t"/>
            <a:pathLst>
              <a:path extrusionOk="0" h="990" w="239">
                <a:moveTo>
                  <a:pt x="119" y="1"/>
                </a:moveTo>
                <a:cubicBezTo>
                  <a:pt x="55" y="1"/>
                  <a:pt x="0" y="54"/>
                  <a:pt x="0" y="119"/>
                </a:cubicBezTo>
                <a:lnTo>
                  <a:pt x="0" y="870"/>
                </a:lnTo>
                <a:cubicBezTo>
                  <a:pt x="0" y="936"/>
                  <a:pt x="55" y="989"/>
                  <a:pt x="119" y="989"/>
                </a:cubicBezTo>
                <a:cubicBezTo>
                  <a:pt x="185" y="989"/>
                  <a:pt x="239" y="936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19"/>
          <p:cNvSpPr/>
          <p:nvPr/>
        </p:nvSpPr>
        <p:spPr>
          <a:xfrm>
            <a:off x="3972617" y="4043757"/>
            <a:ext cx="10531" cy="43622"/>
          </a:xfrm>
          <a:custGeom>
            <a:rect b="b" l="l" r="r" t="t"/>
            <a:pathLst>
              <a:path extrusionOk="0" h="990" w="239">
                <a:moveTo>
                  <a:pt x="119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6"/>
                  <a:pt x="54" y="989"/>
                  <a:pt x="119" y="989"/>
                </a:cubicBezTo>
                <a:cubicBezTo>
                  <a:pt x="184" y="989"/>
                  <a:pt x="239" y="936"/>
                  <a:pt x="239" y="870"/>
                </a:cubicBezTo>
                <a:lnTo>
                  <a:pt x="239" y="119"/>
                </a:lnTo>
                <a:cubicBezTo>
                  <a:pt x="239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9"/>
          <p:cNvSpPr/>
          <p:nvPr/>
        </p:nvSpPr>
        <p:spPr>
          <a:xfrm>
            <a:off x="3991784" y="4043757"/>
            <a:ext cx="10531" cy="43622"/>
          </a:xfrm>
          <a:custGeom>
            <a:rect b="b" l="l" r="r" t="t"/>
            <a:pathLst>
              <a:path extrusionOk="0" h="990" w="239">
                <a:moveTo>
                  <a:pt x="119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6"/>
                  <a:pt x="54" y="989"/>
                  <a:pt x="119" y="989"/>
                </a:cubicBezTo>
                <a:cubicBezTo>
                  <a:pt x="184" y="989"/>
                  <a:pt x="238" y="936"/>
                  <a:pt x="238" y="870"/>
                </a:cubicBezTo>
                <a:lnTo>
                  <a:pt x="238" y="119"/>
                </a:lnTo>
                <a:cubicBezTo>
                  <a:pt x="238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9"/>
          <p:cNvSpPr/>
          <p:nvPr/>
        </p:nvSpPr>
        <p:spPr>
          <a:xfrm>
            <a:off x="4010907" y="4043757"/>
            <a:ext cx="10575" cy="43622"/>
          </a:xfrm>
          <a:custGeom>
            <a:rect b="b" l="l" r="r" t="t"/>
            <a:pathLst>
              <a:path extrusionOk="0" h="990" w="240">
                <a:moveTo>
                  <a:pt x="120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6"/>
                  <a:pt x="55" y="989"/>
                  <a:pt x="120" y="989"/>
                </a:cubicBezTo>
                <a:cubicBezTo>
                  <a:pt x="185" y="989"/>
                  <a:pt x="239" y="936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19"/>
          <p:cNvSpPr/>
          <p:nvPr/>
        </p:nvSpPr>
        <p:spPr>
          <a:xfrm>
            <a:off x="4030074" y="4043757"/>
            <a:ext cx="10575" cy="43622"/>
          </a:xfrm>
          <a:custGeom>
            <a:rect b="b" l="l" r="r" t="t"/>
            <a:pathLst>
              <a:path extrusionOk="0" h="990" w="240">
                <a:moveTo>
                  <a:pt x="119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6"/>
                  <a:pt x="55" y="989"/>
                  <a:pt x="119" y="989"/>
                </a:cubicBezTo>
                <a:cubicBezTo>
                  <a:pt x="185" y="989"/>
                  <a:pt x="239" y="936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9"/>
          <p:cNvSpPr/>
          <p:nvPr/>
        </p:nvSpPr>
        <p:spPr>
          <a:xfrm>
            <a:off x="3921725" y="4185815"/>
            <a:ext cx="130513" cy="45208"/>
          </a:xfrm>
          <a:custGeom>
            <a:rect b="b" l="l" r="r" t="t"/>
            <a:pathLst>
              <a:path extrusionOk="0" h="1026" w="2962">
                <a:moveTo>
                  <a:pt x="0" y="1"/>
                </a:moveTo>
                <a:lnTo>
                  <a:pt x="0" y="1026"/>
                </a:lnTo>
                <a:lnTo>
                  <a:pt x="2961" y="1026"/>
                </a:lnTo>
                <a:lnTo>
                  <a:pt x="296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19"/>
          <p:cNvSpPr/>
          <p:nvPr/>
        </p:nvSpPr>
        <p:spPr>
          <a:xfrm>
            <a:off x="3934282" y="4177619"/>
            <a:ext cx="10531" cy="43578"/>
          </a:xfrm>
          <a:custGeom>
            <a:rect b="b" l="l" r="r" t="t"/>
            <a:pathLst>
              <a:path extrusionOk="0" h="989" w="239">
                <a:moveTo>
                  <a:pt x="119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5" y="989"/>
                  <a:pt x="119" y="989"/>
                </a:cubicBezTo>
                <a:cubicBezTo>
                  <a:pt x="185" y="989"/>
                  <a:pt x="239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9"/>
          <p:cNvSpPr/>
          <p:nvPr/>
        </p:nvSpPr>
        <p:spPr>
          <a:xfrm>
            <a:off x="3953450" y="4177619"/>
            <a:ext cx="10531" cy="43578"/>
          </a:xfrm>
          <a:custGeom>
            <a:rect b="b" l="l" r="r" t="t"/>
            <a:pathLst>
              <a:path extrusionOk="0" h="989" w="239">
                <a:moveTo>
                  <a:pt x="119" y="1"/>
                </a:moveTo>
                <a:cubicBezTo>
                  <a:pt x="55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5" y="989"/>
                  <a:pt x="119" y="989"/>
                </a:cubicBezTo>
                <a:cubicBezTo>
                  <a:pt x="185" y="989"/>
                  <a:pt x="239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19"/>
          <p:cNvSpPr/>
          <p:nvPr/>
        </p:nvSpPr>
        <p:spPr>
          <a:xfrm>
            <a:off x="3972617" y="4177619"/>
            <a:ext cx="10531" cy="43578"/>
          </a:xfrm>
          <a:custGeom>
            <a:rect b="b" l="l" r="r" t="t"/>
            <a:pathLst>
              <a:path extrusionOk="0" h="989" w="239">
                <a:moveTo>
                  <a:pt x="119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4" y="989"/>
                  <a:pt x="119" y="989"/>
                </a:cubicBezTo>
                <a:cubicBezTo>
                  <a:pt x="184" y="989"/>
                  <a:pt x="239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19"/>
          <p:cNvSpPr/>
          <p:nvPr/>
        </p:nvSpPr>
        <p:spPr>
          <a:xfrm>
            <a:off x="3991784" y="4177619"/>
            <a:ext cx="10531" cy="43578"/>
          </a:xfrm>
          <a:custGeom>
            <a:rect b="b" l="l" r="r" t="t"/>
            <a:pathLst>
              <a:path extrusionOk="0" h="989" w="239">
                <a:moveTo>
                  <a:pt x="119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4" y="989"/>
                  <a:pt x="119" y="989"/>
                </a:cubicBezTo>
                <a:cubicBezTo>
                  <a:pt x="184" y="989"/>
                  <a:pt x="238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19"/>
          <p:cNvSpPr/>
          <p:nvPr/>
        </p:nvSpPr>
        <p:spPr>
          <a:xfrm>
            <a:off x="4010907" y="4177619"/>
            <a:ext cx="10575" cy="43578"/>
          </a:xfrm>
          <a:custGeom>
            <a:rect b="b" l="l" r="r" t="t"/>
            <a:pathLst>
              <a:path extrusionOk="0" h="989" w="240">
                <a:moveTo>
                  <a:pt x="120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5" y="989"/>
                  <a:pt x="120" y="989"/>
                </a:cubicBezTo>
                <a:cubicBezTo>
                  <a:pt x="185" y="989"/>
                  <a:pt x="239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19"/>
          <p:cNvSpPr/>
          <p:nvPr/>
        </p:nvSpPr>
        <p:spPr>
          <a:xfrm>
            <a:off x="4030074" y="4177619"/>
            <a:ext cx="10575" cy="43578"/>
          </a:xfrm>
          <a:custGeom>
            <a:rect b="b" l="l" r="r" t="t"/>
            <a:pathLst>
              <a:path extrusionOk="0" h="989" w="240">
                <a:moveTo>
                  <a:pt x="119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5" y="989"/>
                  <a:pt x="119" y="989"/>
                </a:cubicBezTo>
                <a:cubicBezTo>
                  <a:pt x="185" y="989"/>
                  <a:pt x="239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19"/>
          <p:cNvSpPr/>
          <p:nvPr/>
        </p:nvSpPr>
        <p:spPr>
          <a:xfrm>
            <a:off x="3921725" y="4141179"/>
            <a:ext cx="130513" cy="45252"/>
          </a:xfrm>
          <a:custGeom>
            <a:rect b="b" l="l" r="r" t="t"/>
            <a:pathLst>
              <a:path extrusionOk="0" h="1027" w="2962">
                <a:moveTo>
                  <a:pt x="0" y="1"/>
                </a:moveTo>
                <a:lnTo>
                  <a:pt x="0" y="1026"/>
                </a:lnTo>
                <a:lnTo>
                  <a:pt x="2961" y="1026"/>
                </a:lnTo>
                <a:lnTo>
                  <a:pt x="296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9"/>
          <p:cNvSpPr/>
          <p:nvPr/>
        </p:nvSpPr>
        <p:spPr>
          <a:xfrm>
            <a:off x="3934282" y="4132984"/>
            <a:ext cx="10531" cy="43578"/>
          </a:xfrm>
          <a:custGeom>
            <a:rect b="b" l="l" r="r" t="t"/>
            <a:pathLst>
              <a:path extrusionOk="0" h="989" w="239">
                <a:moveTo>
                  <a:pt x="119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5" y="989"/>
                  <a:pt x="119" y="989"/>
                </a:cubicBezTo>
                <a:cubicBezTo>
                  <a:pt x="185" y="989"/>
                  <a:pt x="239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19"/>
          <p:cNvSpPr/>
          <p:nvPr/>
        </p:nvSpPr>
        <p:spPr>
          <a:xfrm>
            <a:off x="3953450" y="4132984"/>
            <a:ext cx="10531" cy="43578"/>
          </a:xfrm>
          <a:custGeom>
            <a:rect b="b" l="l" r="r" t="t"/>
            <a:pathLst>
              <a:path extrusionOk="0" h="989" w="239">
                <a:moveTo>
                  <a:pt x="119" y="1"/>
                </a:moveTo>
                <a:cubicBezTo>
                  <a:pt x="55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5" y="989"/>
                  <a:pt x="119" y="989"/>
                </a:cubicBezTo>
                <a:cubicBezTo>
                  <a:pt x="185" y="989"/>
                  <a:pt x="239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19"/>
          <p:cNvSpPr/>
          <p:nvPr/>
        </p:nvSpPr>
        <p:spPr>
          <a:xfrm>
            <a:off x="3972617" y="4132984"/>
            <a:ext cx="10531" cy="43578"/>
          </a:xfrm>
          <a:custGeom>
            <a:rect b="b" l="l" r="r" t="t"/>
            <a:pathLst>
              <a:path extrusionOk="0" h="989" w="239">
                <a:moveTo>
                  <a:pt x="119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4" y="989"/>
                  <a:pt x="119" y="989"/>
                </a:cubicBezTo>
                <a:cubicBezTo>
                  <a:pt x="184" y="989"/>
                  <a:pt x="239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19"/>
          <p:cNvSpPr/>
          <p:nvPr/>
        </p:nvSpPr>
        <p:spPr>
          <a:xfrm>
            <a:off x="3991784" y="4132984"/>
            <a:ext cx="10531" cy="43578"/>
          </a:xfrm>
          <a:custGeom>
            <a:rect b="b" l="l" r="r" t="t"/>
            <a:pathLst>
              <a:path extrusionOk="0" h="989" w="239">
                <a:moveTo>
                  <a:pt x="119" y="1"/>
                </a:moveTo>
                <a:cubicBezTo>
                  <a:pt x="54" y="1"/>
                  <a:pt x="0" y="54"/>
                  <a:pt x="0" y="119"/>
                </a:cubicBezTo>
                <a:lnTo>
                  <a:pt x="0" y="870"/>
                </a:lnTo>
                <a:cubicBezTo>
                  <a:pt x="0" y="935"/>
                  <a:pt x="54" y="989"/>
                  <a:pt x="119" y="989"/>
                </a:cubicBezTo>
                <a:cubicBezTo>
                  <a:pt x="184" y="989"/>
                  <a:pt x="238" y="935"/>
                  <a:pt x="238" y="870"/>
                </a:cubicBezTo>
                <a:lnTo>
                  <a:pt x="238" y="119"/>
                </a:lnTo>
                <a:cubicBezTo>
                  <a:pt x="238" y="54"/>
                  <a:pt x="184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19"/>
          <p:cNvSpPr/>
          <p:nvPr/>
        </p:nvSpPr>
        <p:spPr>
          <a:xfrm>
            <a:off x="4010907" y="4132984"/>
            <a:ext cx="10575" cy="43578"/>
          </a:xfrm>
          <a:custGeom>
            <a:rect b="b" l="l" r="r" t="t"/>
            <a:pathLst>
              <a:path extrusionOk="0" h="989" w="240">
                <a:moveTo>
                  <a:pt x="120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5" y="989"/>
                  <a:pt x="120" y="989"/>
                </a:cubicBezTo>
                <a:cubicBezTo>
                  <a:pt x="185" y="989"/>
                  <a:pt x="239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19"/>
          <p:cNvSpPr/>
          <p:nvPr/>
        </p:nvSpPr>
        <p:spPr>
          <a:xfrm>
            <a:off x="4030074" y="4132984"/>
            <a:ext cx="10575" cy="43578"/>
          </a:xfrm>
          <a:custGeom>
            <a:rect b="b" l="l" r="r" t="t"/>
            <a:pathLst>
              <a:path extrusionOk="0" h="989" w="240">
                <a:moveTo>
                  <a:pt x="119" y="1"/>
                </a:moveTo>
                <a:cubicBezTo>
                  <a:pt x="55" y="1"/>
                  <a:pt x="1" y="54"/>
                  <a:pt x="1" y="119"/>
                </a:cubicBezTo>
                <a:lnTo>
                  <a:pt x="1" y="870"/>
                </a:lnTo>
                <a:cubicBezTo>
                  <a:pt x="1" y="935"/>
                  <a:pt x="55" y="989"/>
                  <a:pt x="119" y="989"/>
                </a:cubicBezTo>
                <a:cubicBezTo>
                  <a:pt x="185" y="989"/>
                  <a:pt x="239" y="935"/>
                  <a:pt x="239" y="870"/>
                </a:cubicBezTo>
                <a:lnTo>
                  <a:pt x="239" y="119"/>
                </a:lnTo>
                <a:cubicBezTo>
                  <a:pt x="239" y="54"/>
                  <a:pt x="185" y="1"/>
                  <a:pt x="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19"/>
          <p:cNvSpPr/>
          <p:nvPr/>
        </p:nvSpPr>
        <p:spPr>
          <a:xfrm>
            <a:off x="3921725" y="4096279"/>
            <a:ext cx="130513" cy="45208"/>
          </a:xfrm>
          <a:custGeom>
            <a:rect b="b" l="l" r="r" t="t"/>
            <a:pathLst>
              <a:path extrusionOk="0" h="1026" w="2962">
                <a:moveTo>
                  <a:pt x="0" y="1"/>
                </a:moveTo>
                <a:lnTo>
                  <a:pt x="0" y="1026"/>
                </a:lnTo>
                <a:lnTo>
                  <a:pt x="2961" y="1026"/>
                </a:lnTo>
                <a:lnTo>
                  <a:pt x="296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19"/>
          <p:cNvSpPr/>
          <p:nvPr/>
        </p:nvSpPr>
        <p:spPr>
          <a:xfrm>
            <a:off x="3934282" y="4088040"/>
            <a:ext cx="10531" cy="43622"/>
          </a:xfrm>
          <a:custGeom>
            <a:rect b="b" l="l" r="r" t="t"/>
            <a:pathLst>
              <a:path extrusionOk="0" h="990" w="239">
                <a:moveTo>
                  <a:pt x="119" y="0"/>
                </a:moveTo>
                <a:cubicBezTo>
                  <a:pt x="55" y="0"/>
                  <a:pt x="1" y="55"/>
                  <a:pt x="1" y="120"/>
                </a:cubicBezTo>
                <a:lnTo>
                  <a:pt x="1" y="870"/>
                </a:lnTo>
                <a:cubicBezTo>
                  <a:pt x="1" y="936"/>
                  <a:pt x="55" y="990"/>
                  <a:pt x="119" y="990"/>
                </a:cubicBezTo>
                <a:cubicBezTo>
                  <a:pt x="185" y="990"/>
                  <a:pt x="239" y="936"/>
                  <a:pt x="239" y="870"/>
                </a:cubicBezTo>
                <a:lnTo>
                  <a:pt x="239" y="120"/>
                </a:lnTo>
                <a:cubicBezTo>
                  <a:pt x="239" y="55"/>
                  <a:pt x="185" y="0"/>
                  <a:pt x="1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19"/>
          <p:cNvSpPr/>
          <p:nvPr/>
        </p:nvSpPr>
        <p:spPr>
          <a:xfrm>
            <a:off x="3953450" y="4088040"/>
            <a:ext cx="10531" cy="43622"/>
          </a:xfrm>
          <a:custGeom>
            <a:rect b="b" l="l" r="r" t="t"/>
            <a:pathLst>
              <a:path extrusionOk="0" h="990" w="239">
                <a:moveTo>
                  <a:pt x="119" y="0"/>
                </a:moveTo>
                <a:cubicBezTo>
                  <a:pt x="55" y="0"/>
                  <a:pt x="0" y="55"/>
                  <a:pt x="0" y="120"/>
                </a:cubicBezTo>
                <a:lnTo>
                  <a:pt x="0" y="870"/>
                </a:lnTo>
                <a:cubicBezTo>
                  <a:pt x="0" y="936"/>
                  <a:pt x="55" y="990"/>
                  <a:pt x="119" y="990"/>
                </a:cubicBezTo>
                <a:cubicBezTo>
                  <a:pt x="185" y="990"/>
                  <a:pt x="239" y="936"/>
                  <a:pt x="239" y="870"/>
                </a:cubicBezTo>
                <a:lnTo>
                  <a:pt x="239" y="120"/>
                </a:lnTo>
                <a:cubicBezTo>
                  <a:pt x="239" y="55"/>
                  <a:pt x="185" y="0"/>
                  <a:pt x="1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19"/>
          <p:cNvSpPr/>
          <p:nvPr/>
        </p:nvSpPr>
        <p:spPr>
          <a:xfrm>
            <a:off x="3972617" y="4088040"/>
            <a:ext cx="10531" cy="43622"/>
          </a:xfrm>
          <a:custGeom>
            <a:rect b="b" l="l" r="r" t="t"/>
            <a:pathLst>
              <a:path extrusionOk="0" h="990" w="239">
                <a:moveTo>
                  <a:pt x="119" y="0"/>
                </a:moveTo>
                <a:cubicBezTo>
                  <a:pt x="54" y="0"/>
                  <a:pt x="0" y="55"/>
                  <a:pt x="0" y="120"/>
                </a:cubicBezTo>
                <a:lnTo>
                  <a:pt x="0" y="870"/>
                </a:lnTo>
                <a:cubicBezTo>
                  <a:pt x="0" y="936"/>
                  <a:pt x="54" y="990"/>
                  <a:pt x="119" y="990"/>
                </a:cubicBezTo>
                <a:cubicBezTo>
                  <a:pt x="184" y="990"/>
                  <a:pt x="239" y="936"/>
                  <a:pt x="239" y="870"/>
                </a:cubicBezTo>
                <a:lnTo>
                  <a:pt x="239" y="120"/>
                </a:lnTo>
                <a:cubicBezTo>
                  <a:pt x="239" y="55"/>
                  <a:pt x="184" y="0"/>
                  <a:pt x="1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9"/>
          <p:cNvSpPr/>
          <p:nvPr/>
        </p:nvSpPr>
        <p:spPr>
          <a:xfrm>
            <a:off x="3991784" y="4088040"/>
            <a:ext cx="10531" cy="43622"/>
          </a:xfrm>
          <a:custGeom>
            <a:rect b="b" l="l" r="r" t="t"/>
            <a:pathLst>
              <a:path extrusionOk="0" h="990" w="239">
                <a:moveTo>
                  <a:pt x="119" y="0"/>
                </a:moveTo>
                <a:cubicBezTo>
                  <a:pt x="54" y="0"/>
                  <a:pt x="0" y="55"/>
                  <a:pt x="0" y="120"/>
                </a:cubicBezTo>
                <a:lnTo>
                  <a:pt x="0" y="870"/>
                </a:lnTo>
                <a:cubicBezTo>
                  <a:pt x="0" y="936"/>
                  <a:pt x="54" y="990"/>
                  <a:pt x="119" y="990"/>
                </a:cubicBezTo>
                <a:cubicBezTo>
                  <a:pt x="184" y="990"/>
                  <a:pt x="238" y="936"/>
                  <a:pt x="238" y="870"/>
                </a:cubicBezTo>
                <a:lnTo>
                  <a:pt x="238" y="120"/>
                </a:lnTo>
                <a:cubicBezTo>
                  <a:pt x="238" y="55"/>
                  <a:pt x="184" y="0"/>
                  <a:pt x="1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9"/>
          <p:cNvSpPr/>
          <p:nvPr/>
        </p:nvSpPr>
        <p:spPr>
          <a:xfrm>
            <a:off x="4010907" y="4088040"/>
            <a:ext cx="10575" cy="43622"/>
          </a:xfrm>
          <a:custGeom>
            <a:rect b="b" l="l" r="r" t="t"/>
            <a:pathLst>
              <a:path extrusionOk="0" h="990" w="240">
                <a:moveTo>
                  <a:pt x="120" y="0"/>
                </a:moveTo>
                <a:cubicBezTo>
                  <a:pt x="55" y="0"/>
                  <a:pt x="1" y="55"/>
                  <a:pt x="1" y="120"/>
                </a:cubicBezTo>
                <a:lnTo>
                  <a:pt x="1" y="870"/>
                </a:lnTo>
                <a:cubicBezTo>
                  <a:pt x="1" y="936"/>
                  <a:pt x="55" y="990"/>
                  <a:pt x="120" y="990"/>
                </a:cubicBezTo>
                <a:cubicBezTo>
                  <a:pt x="185" y="990"/>
                  <a:pt x="239" y="936"/>
                  <a:pt x="239" y="870"/>
                </a:cubicBezTo>
                <a:lnTo>
                  <a:pt x="239" y="120"/>
                </a:lnTo>
                <a:cubicBezTo>
                  <a:pt x="239" y="55"/>
                  <a:pt x="185" y="0"/>
                  <a:pt x="1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19"/>
          <p:cNvSpPr/>
          <p:nvPr/>
        </p:nvSpPr>
        <p:spPr>
          <a:xfrm>
            <a:off x="4030074" y="4088040"/>
            <a:ext cx="10575" cy="43622"/>
          </a:xfrm>
          <a:custGeom>
            <a:rect b="b" l="l" r="r" t="t"/>
            <a:pathLst>
              <a:path extrusionOk="0" h="990" w="240">
                <a:moveTo>
                  <a:pt x="119" y="0"/>
                </a:moveTo>
                <a:cubicBezTo>
                  <a:pt x="55" y="0"/>
                  <a:pt x="1" y="55"/>
                  <a:pt x="1" y="120"/>
                </a:cubicBezTo>
                <a:lnTo>
                  <a:pt x="1" y="870"/>
                </a:lnTo>
                <a:cubicBezTo>
                  <a:pt x="1" y="936"/>
                  <a:pt x="55" y="990"/>
                  <a:pt x="119" y="990"/>
                </a:cubicBezTo>
                <a:cubicBezTo>
                  <a:pt x="185" y="990"/>
                  <a:pt x="239" y="936"/>
                  <a:pt x="239" y="870"/>
                </a:cubicBezTo>
                <a:lnTo>
                  <a:pt x="239" y="120"/>
                </a:lnTo>
                <a:cubicBezTo>
                  <a:pt x="239" y="55"/>
                  <a:pt x="185" y="0"/>
                  <a:pt x="1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19"/>
          <p:cNvSpPr/>
          <p:nvPr/>
        </p:nvSpPr>
        <p:spPr>
          <a:xfrm>
            <a:off x="3342698" y="4075834"/>
            <a:ext cx="187794" cy="155232"/>
          </a:xfrm>
          <a:custGeom>
            <a:rect b="b" l="l" r="r" t="t"/>
            <a:pathLst>
              <a:path extrusionOk="0" h="3523" w="4262">
                <a:moveTo>
                  <a:pt x="912" y="0"/>
                </a:moveTo>
                <a:cubicBezTo>
                  <a:pt x="407" y="0"/>
                  <a:pt x="0" y="408"/>
                  <a:pt x="0" y="912"/>
                </a:cubicBezTo>
                <a:lnTo>
                  <a:pt x="0" y="3523"/>
                </a:lnTo>
                <a:lnTo>
                  <a:pt x="4262" y="3523"/>
                </a:lnTo>
                <a:lnTo>
                  <a:pt x="4262" y="912"/>
                </a:lnTo>
                <a:cubicBezTo>
                  <a:pt x="4262" y="408"/>
                  <a:pt x="3854" y="0"/>
                  <a:pt x="3349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19"/>
          <p:cNvSpPr/>
          <p:nvPr/>
        </p:nvSpPr>
        <p:spPr>
          <a:xfrm>
            <a:off x="3393679" y="4015072"/>
            <a:ext cx="85746" cy="110068"/>
          </a:xfrm>
          <a:custGeom>
            <a:rect b="b" l="l" r="r" t="t"/>
            <a:pathLst>
              <a:path extrusionOk="0" h="2498" w="1946">
                <a:moveTo>
                  <a:pt x="603" y="1"/>
                </a:moveTo>
                <a:cubicBezTo>
                  <a:pt x="271" y="1"/>
                  <a:pt x="0" y="270"/>
                  <a:pt x="0" y="603"/>
                </a:cubicBezTo>
                <a:lnTo>
                  <a:pt x="0" y="2498"/>
                </a:lnTo>
                <a:lnTo>
                  <a:pt x="1946" y="2498"/>
                </a:lnTo>
                <a:lnTo>
                  <a:pt x="1946" y="603"/>
                </a:lnTo>
                <a:cubicBezTo>
                  <a:pt x="1946" y="270"/>
                  <a:pt x="1675" y="1"/>
                  <a:pt x="1343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19"/>
          <p:cNvSpPr/>
          <p:nvPr/>
        </p:nvSpPr>
        <p:spPr>
          <a:xfrm>
            <a:off x="3323311" y="4175989"/>
            <a:ext cx="970697" cy="161357"/>
          </a:xfrm>
          <a:custGeom>
            <a:rect b="b" l="l" r="r" t="t"/>
            <a:pathLst>
              <a:path extrusionOk="0" h="3662" w="22030">
                <a:moveTo>
                  <a:pt x="17412" y="1"/>
                </a:moveTo>
                <a:cubicBezTo>
                  <a:pt x="17355" y="1"/>
                  <a:pt x="17299" y="23"/>
                  <a:pt x="17257" y="61"/>
                </a:cubicBezTo>
                <a:lnTo>
                  <a:pt x="15968" y="1250"/>
                </a:lnTo>
                <a:lnTo>
                  <a:pt x="0" y="1250"/>
                </a:lnTo>
                <a:lnTo>
                  <a:pt x="0" y="3662"/>
                </a:lnTo>
                <a:lnTo>
                  <a:pt x="18869" y="3662"/>
                </a:lnTo>
                <a:lnTo>
                  <a:pt x="21894" y="383"/>
                </a:lnTo>
                <a:cubicBezTo>
                  <a:pt x="22029" y="238"/>
                  <a:pt x="21925" y="1"/>
                  <a:pt x="2172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9"/>
          <p:cNvSpPr/>
          <p:nvPr/>
        </p:nvSpPr>
        <p:spPr>
          <a:xfrm>
            <a:off x="3300971" y="4309411"/>
            <a:ext cx="919628" cy="94514"/>
          </a:xfrm>
          <a:custGeom>
            <a:rect b="b" l="l" r="r" t="t"/>
            <a:pathLst>
              <a:path extrusionOk="0" h="2145" w="20871">
                <a:moveTo>
                  <a:pt x="1" y="0"/>
                </a:moveTo>
                <a:lnTo>
                  <a:pt x="1" y="2145"/>
                </a:lnTo>
                <a:lnTo>
                  <a:pt x="20871" y="2145"/>
                </a:lnTo>
                <a:lnTo>
                  <a:pt x="2087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19"/>
          <p:cNvSpPr/>
          <p:nvPr/>
        </p:nvSpPr>
        <p:spPr>
          <a:xfrm>
            <a:off x="3397512" y="4103285"/>
            <a:ext cx="20313" cy="40009"/>
          </a:xfrm>
          <a:custGeom>
            <a:rect b="b" l="l" r="r" t="t"/>
            <a:pathLst>
              <a:path extrusionOk="0" h="908" w="461">
                <a:moveTo>
                  <a:pt x="231" y="0"/>
                </a:moveTo>
                <a:cubicBezTo>
                  <a:pt x="104" y="0"/>
                  <a:pt x="0" y="104"/>
                  <a:pt x="0" y="230"/>
                </a:cubicBezTo>
                <a:lnTo>
                  <a:pt x="0" y="678"/>
                </a:lnTo>
                <a:cubicBezTo>
                  <a:pt x="0" y="805"/>
                  <a:pt x="104" y="908"/>
                  <a:pt x="231" y="908"/>
                </a:cubicBezTo>
                <a:cubicBezTo>
                  <a:pt x="358" y="908"/>
                  <a:pt x="461" y="806"/>
                  <a:pt x="461" y="678"/>
                </a:cubicBezTo>
                <a:lnTo>
                  <a:pt x="461" y="230"/>
                </a:lnTo>
                <a:cubicBezTo>
                  <a:pt x="461" y="104"/>
                  <a:pt x="358" y="0"/>
                  <a:pt x="231" y="0"/>
                </a:cubicBez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19"/>
          <p:cNvSpPr/>
          <p:nvPr/>
        </p:nvSpPr>
        <p:spPr>
          <a:xfrm>
            <a:off x="3447391" y="4103285"/>
            <a:ext cx="20313" cy="40009"/>
          </a:xfrm>
          <a:custGeom>
            <a:rect b="b" l="l" r="r" t="t"/>
            <a:pathLst>
              <a:path extrusionOk="0" h="908" w="461">
                <a:moveTo>
                  <a:pt x="230" y="0"/>
                </a:moveTo>
                <a:cubicBezTo>
                  <a:pt x="103" y="0"/>
                  <a:pt x="0" y="104"/>
                  <a:pt x="0" y="230"/>
                </a:cubicBezTo>
                <a:lnTo>
                  <a:pt x="0" y="678"/>
                </a:lnTo>
                <a:cubicBezTo>
                  <a:pt x="0" y="805"/>
                  <a:pt x="103" y="908"/>
                  <a:pt x="230" y="908"/>
                </a:cubicBezTo>
                <a:cubicBezTo>
                  <a:pt x="357" y="908"/>
                  <a:pt x="461" y="806"/>
                  <a:pt x="461" y="678"/>
                </a:cubicBezTo>
                <a:lnTo>
                  <a:pt x="461" y="230"/>
                </a:lnTo>
                <a:cubicBezTo>
                  <a:pt x="461" y="104"/>
                  <a:pt x="357" y="0"/>
                  <a:pt x="230" y="0"/>
                </a:cubicBez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9"/>
          <p:cNvSpPr/>
          <p:nvPr/>
        </p:nvSpPr>
        <p:spPr>
          <a:xfrm>
            <a:off x="3397512" y="4166383"/>
            <a:ext cx="20313" cy="40053"/>
          </a:xfrm>
          <a:custGeom>
            <a:rect b="b" l="l" r="r" t="t"/>
            <a:pathLst>
              <a:path extrusionOk="0" h="909" w="461">
                <a:moveTo>
                  <a:pt x="231" y="1"/>
                </a:moveTo>
                <a:cubicBezTo>
                  <a:pt x="104" y="1"/>
                  <a:pt x="0" y="104"/>
                  <a:pt x="0" y="231"/>
                </a:cubicBezTo>
                <a:lnTo>
                  <a:pt x="0" y="678"/>
                </a:lnTo>
                <a:cubicBezTo>
                  <a:pt x="0" y="805"/>
                  <a:pt x="104" y="908"/>
                  <a:pt x="231" y="908"/>
                </a:cubicBezTo>
                <a:cubicBezTo>
                  <a:pt x="358" y="908"/>
                  <a:pt x="461" y="805"/>
                  <a:pt x="461" y="678"/>
                </a:cubicBezTo>
                <a:lnTo>
                  <a:pt x="461" y="231"/>
                </a:lnTo>
                <a:cubicBezTo>
                  <a:pt x="461" y="104"/>
                  <a:pt x="358" y="1"/>
                  <a:pt x="231" y="1"/>
                </a:cubicBez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19"/>
          <p:cNvSpPr/>
          <p:nvPr/>
        </p:nvSpPr>
        <p:spPr>
          <a:xfrm>
            <a:off x="3447391" y="4166383"/>
            <a:ext cx="20313" cy="40053"/>
          </a:xfrm>
          <a:custGeom>
            <a:rect b="b" l="l" r="r" t="t"/>
            <a:pathLst>
              <a:path extrusionOk="0" h="909" w="461">
                <a:moveTo>
                  <a:pt x="230" y="1"/>
                </a:moveTo>
                <a:cubicBezTo>
                  <a:pt x="103" y="1"/>
                  <a:pt x="0" y="104"/>
                  <a:pt x="0" y="231"/>
                </a:cubicBezTo>
                <a:lnTo>
                  <a:pt x="0" y="678"/>
                </a:lnTo>
                <a:cubicBezTo>
                  <a:pt x="0" y="805"/>
                  <a:pt x="103" y="908"/>
                  <a:pt x="230" y="908"/>
                </a:cubicBezTo>
                <a:cubicBezTo>
                  <a:pt x="357" y="908"/>
                  <a:pt x="461" y="805"/>
                  <a:pt x="461" y="678"/>
                </a:cubicBezTo>
                <a:lnTo>
                  <a:pt x="461" y="231"/>
                </a:lnTo>
                <a:cubicBezTo>
                  <a:pt x="461" y="104"/>
                  <a:pt x="357" y="1"/>
                  <a:pt x="230" y="1"/>
                </a:cubicBez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19"/>
          <p:cNvSpPr/>
          <p:nvPr/>
        </p:nvSpPr>
        <p:spPr>
          <a:xfrm>
            <a:off x="4139217" y="4217276"/>
            <a:ext cx="39436" cy="39392"/>
          </a:xfrm>
          <a:custGeom>
            <a:rect b="b" l="l" r="r" t="t"/>
            <a:pathLst>
              <a:path extrusionOk="0" h="894" w="895">
                <a:moveTo>
                  <a:pt x="448" y="1"/>
                </a:moveTo>
                <a:cubicBezTo>
                  <a:pt x="200" y="1"/>
                  <a:pt x="1" y="200"/>
                  <a:pt x="1" y="447"/>
                </a:cubicBezTo>
                <a:cubicBezTo>
                  <a:pt x="1" y="694"/>
                  <a:pt x="200" y="893"/>
                  <a:pt x="448" y="893"/>
                </a:cubicBezTo>
                <a:cubicBezTo>
                  <a:pt x="695" y="893"/>
                  <a:pt x="894" y="694"/>
                  <a:pt x="894" y="447"/>
                </a:cubicBezTo>
                <a:cubicBezTo>
                  <a:pt x="894" y="200"/>
                  <a:pt x="695" y="1"/>
                  <a:pt x="44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19"/>
          <p:cNvSpPr/>
          <p:nvPr/>
        </p:nvSpPr>
        <p:spPr>
          <a:xfrm>
            <a:off x="3323267" y="4001368"/>
            <a:ext cx="224058" cy="24631"/>
          </a:xfrm>
          <a:custGeom>
            <a:rect b="b" l="l" r="r" t="t"/>
            <a:pathLst>
              <a:path extrusionOk="0" h="559" w="5085">
                <a:moveTo>
                  <a:pt x="280" y="1"/>
                </a:moveTo>
                <a:cubicBezTo>
                  <a:pt x="126" y="1"/>
                  <a:pt x="0" y="126"/>
                  <a:pt x="0" y="279"/>
                </a:cubicBezTo>
                <a:cubicBezTo>
                  <a:pt x="0" y="433"/>
                  <a:pt x="126" y="559"/>
                  <a:pt x="280" y="559"/>
                </a:cubicBezTo>
                <a:lnTo>
                  <a:pt x="4806" y="559"/>
                </a:lnTo>
                <a:cubicBezTo>
                  <a:pt x="4960" y="559"/>
                  <a:pt x="5084" y="433"/>
                  <a:pt x="5084" y="279"/>
                </a:cubicBezTo>
                <a:cubicBezTo>
                  <a:pt x="5084" y="126"/>
                  <a:pt x="4960" y="1"/>
                  <a:pt x="4806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9"/>
          <p:cNvSpPr/>
          <p:nvPr/>
        </p:nvSpPr>
        <p:spPr>
          <a:xfrm>
            <a:off x="2693392" y="4186432"/>
            <a:ext cx="441330" cy="173210"/>
          </a:xfrm>
          <a:custGeom>
            <a:rect b="b" l="l" r="r" t="t"/>
            <a:pathLst>
              <a:path extrusionOk="0" h="3931" w="10016">
                <a:moveTo>
                  <a:pt x="0" y="0"/>
                </a:moveTo>
                <a:lnTo>
                  <a:pt x="0" y="3930"/>
                </a:lnTo>
                <a:lnTo>
                  <a:pt x="10015" y="3930"/>
                </a:lnTo>
                <a:cubicBezTo>
                  <a:pt x="10015" y="1760"/>
                  <a:pt x="8255" y="0"/>
                  <a:pt x="608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19"/>
          <p:cNvSpPr/>
          <p:nvPr/>
        </p:nvSpPr>
        <p:spPr>
          <a:xfrm>
            <a:off x="2989449" y="4292182"/>
            <a:ext cx="277682" cy="170654"/>
          </a:xfrm>
          <a:custGeom>
            <a:rect b="b" l="l" r="r" t="t"/>
            <a:pathLst>
              <a:path extrusionOk="0" h="3873" w="6302">
                <a:moveTo>
                  <a:pt x="526" y="1"/>
                </a:moveTo>
                <a:cubicBezTo>
                  <a:pt x="439" y="1"/>
                  <a:pt x="1" y="988"/>
                  <a:pt x="539" y="1623"/>
                </a:cubicBezTo>
                <a:cubicBezTo>
                  <a:pt x="1152" y="2348"/>
                  <a:pt x="2589" y="1708"/>
                  <a:pt x="2708" y="2313"/>
                </a:cubicBezTo>
                <a:cubicBezTo>
                  <a:pt x="2827" y="2918"/>
                  <a:pt x="2433" y="3872"/>
                  <a:pt x="2433" y="3872"/>
                </a:cubicBezTo>
                <a:lnTo>
                  <a:pt x="3869" y="3872"/>
                </a:lnTo>
                <a:cubicBezTo>
                  <a:pt x="3869" y="3872"/>
                  <a:pt x="3475" y="2918"/>
                  <a:pt x="3594" y="2313"/>
                </a:cubicBezTo>
                <a:cubicBezTo>
                  <a:pt x="3713" y="1708"/>
                  <a:pt x="5150" y="2346"/>
                  <a:pt x="5763" y="1623"/>
                </a:cubicBezTo>
                <a:cubicBezTo>
                  <a:pt x="6301" y="988"/>
                  <a:pt x="5863" y="1"/>
                  <a:pt x="5776" y="1"/>
                </a:cubicBezTo>
                <a:cubicBezTo>
                  <a:pt x="5764" y="1"/>
                  <a:pt x="5759" y="20"/>
                  <a:pt x="5764" y="62"/>
                </a:cubicBezTo>
                <a:cubicBezTo>
                  <a:pt x="5796" y="329"/>
                  <a:pt x="5404" y="690"/>
                  <a:pt x="4938" y="690"/>
                </a:cubicBezTo>
                <a:cubicBezTo>
                  <a:pt x="4807" y="690"/>
                  <a:pt x="4670" y="662"/>
                  <a:pt x="4535" y="595"/>
                </a:cubicBezTo>
                <a:cubicBezTo>
                  <a:pt x="4398" y="527"/>
                  <a:pt x="4246" y="495"/>
                  <a:pt x="4093" y="495"/>
                </a:cubicBezTo>
                <a:cubicBezTo>
                  <a:pt x="3722" y="495"/>
                  <a:pt x="3345" y="682"/>
                  <a:pt x="3152" y="995"/>
                </a:cubicBezTo>
                <a:cubicBezTo>
                  <a:pt x="2957" y="682"/>
                  <a:pt x="2580" y="495"/>
                  <a:pt x="2210" y="495"/>
                </a:cubicBezTo>
                <a:cubicBezTo>
                  <a:pt x="2057" y="495"/>
                  <a:pt x="1905" y="527"/>
                  <a:pt x="1768" y="595"/>
                </a:cubicBezTo>
                <a:cubicBezTo>
                  <a:pt x="1633" y="662"/>
                  <a:pt x="1496" y="690"/>
                  <a:pt x="1365" y="690"/>
                </a:cubicBezTo>
                <a:cubicBezTo>
                  <a:pt x="898" y="690"/>
                  <a:pt x="507" y="329"/>
                  <a:pt x="539" y="62"/>
                </a:cubicBezTo>
                <a:cubicBezTo>
                  <a:pt x="544" y="20"/>
                  <a:pt x="538" y="1"/>
                  <a:pt x="52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19"/>
          <p:cNvSpPr/>
          <p:nvPr/>
        </p:nvSpPr>
        <p:spPr>
          <a:xfrm>
            <a:off x="3318111" y="4435871"/>
            <a:ext cx="282749" cy="53756"/>
          </a:xfrm>
          <a:custGeom>
            <a:rect b="b" l="l" r="r" t="t"/>
            <a:pathLst>
              <a:path extrusionOk="0" h="1220" w="6417">
                <a:moveTo>
                  <a:pt x="203" y="0"/>
                </a:moveTo>
                <a:cubicBezTo>
                  <a:pt x="91" y="0"/>
                  <a:pt x="1" y="91"/>
                  <a:pt x="1" y="204"/>
                </a:cubicBezTo>
                <a:cubicBezTo>
                  <a:pt x="1" y="317"/>
                  <a:pt x="91" y="408"/>
                  <a:pt x="203" y="408"/>
                </a:cubicBezTo>
                <a:cubicBezTo>
                  <a:pt x="392" y="408"/>
                  <a:pt x="488" y="523"/>
                  <a:pt x="641" y="731"/>
                </a:cubicBezTo>
                <a:cubicBezTo>
                  <a:pt x="802" y="949"/>
                  <a:pt x="1001" y="1220"/>
                  <a:pt x="1404" y="1220"/>
                </a:cubicBezTo>
                <a:cubicBezTo>
                  <a:pt x="1808" y="1220"/>
                  <a:pt x="2007" y="949"/>
                  <a:pt x="2168" y="731"/>
                </a:cubicBezTo>
                <a:cubicBezTo>
                  <a:pt x="2321" y="524"/>
                  <a:pt x="2417" y="408"/>
                  <a:pt x="2606" y="408"/>
                </a:cubicBezTo>
                <a:cubicBezTo>
                  <a:pt x="2795" y="408"/>
                  <a:pt x="2889" y="523"/>
                  <a:pt x="3043" y="731"/>
                </a:cubicBezTo>
                <a:cubicBezTo>
                  <a:pt x="3202" y="949"/>
                  <a:pt x="3404" y="1220"/>
                  <a:pt x="3806" y="1220"/>
                </a:cubicBezTo>
                <a:cubicBezTo>
                  <a:pt x="4209" y="1220"/>
                  <a:pt x="4410" y="949"/>
                  <a:pt x="4571" y="731"/>
                </a:cubicBezTo>
                <a:cubicBezTo>
                  <a:pt x="4725" y="524"/>
                  <a:pt x="4821" y="408"/>
                  <a:pt x="5010" y="408"/>
                </a:cubicBezTo>
                <a:cubicBezTo>
                  <a:pt x="5199" y="408"/>
                  <a:pt x="5296" y="523"/>
                  <a:pt x="5449" y="731"/>
                </a:cubicBezTo>
                <a:cubicBezTo>
                  <a:pt x="5610" y="949"/>
                  <a:pt x="5810" y="1220"/>
                  <a:pt x="6213" y="1220"/>
                </a:cubicBezTo>
                <a:cubicBezTo>
                  <a:pt x="6326" y="1220"/>
                  <a:pt x="6417" y="1129"/>
                  <a:pt x="6417" y="1016"/>
                </a:cubicBezTo>
                <a:cubicBezTo>
                  <a:pt x="6417" y="904"/>
                  <a:pt x="6326" y="813"/>
                  <a:pt x="6213" y="813"/>
                </a:cubicBezTo>
                <a:cubicBezTo>
                  <a:pt x="6024" y="813"/>
                  <a:pt x="5928" y="696"/>
                  <a:pt x="5774" y="489"/>
                </a:cubicBezTo>
                <a:cubicBezTo>
                  <a:pt x="5614" y="271"/>
                  <a:pt x="5412" y="0"/>
                  <a:pt x="5010" y="0"/>
                </a:cubicBezTo>
                <a:cubicBezTo>
                  <a:pt x="4607" y="0"/>
                  <a:pt x="4406" y="271"/>
                  <a:pt x="4245" y="489"/>
                </a:cubicBezTo>
                <a:cubicBezTo>
                  <a:pt x="4091" y="696"/>
                  <a:pt x="3995" y="813"/>
                  <a:pt x="3806" y="813"/>
                </a:cubicBezTo>
                <a:cubicBezTo>
                  <a:pt x="3617" y="813"/>
                  <a:pt x="3522" y="696"/>
                  <a:pt x="3369" y="489"/>
                </a:cubicBezTo>
                <a:cubicBezTo>
                  <a:pt x="3209" y="271"/>
                  <a:pt x="3008" y="0"/>
                  <a:pt x="2606" y="0"/>
                </a:cubicBezTo>
                <a:cubicBezTo>
                  <a:pt x="2202" y="0"/>
                  <a:pt x="2003" y="271"/>
                  <a:pt x="1842" y="489"/>
                </a:cubicBezTo>
                <a:cubicBezTo>
                  <a:pt x="1689" y="696"/>
                  <a:pt x="1593" y="813"/>
                  <a:pt x="1404" y="813"/>
                </a:cubicBezTo>
                <a:cubicBezTo>
                  <a:pt x="1215" y="813"/>
                  <a:pt x="1121" y="696"/>
                  <a:pt x="968" y="489"/>
                </a:cubicBezTo>
                <a:cubicBezTo>
                  <a:pt x="806" y="271"/>
                  <a:pt x="606" y="0"/>
                  <a:pt x="20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19"/>
          <p:cNvSpPr/>
          <p:nvPr/>
        </p:nvSpPr>
        <p:spPr>
          <a:xfrm>
            <a:off x="3438094" y="4372949"/>
            <a:ext cx="282749" cy="53800"/>
          </a:xfrm>
          <a:custGeom>
            <a:rect b="b" l="l" r="r" t="t"/>
            <a:pathLst>
              <a:path extrusionOk="0" h="1221" w="6417">
                <a:moveTo>
                  <a:pt x="204" y="1"/>
                </a:moveTo>
                <a:cubicBezTo>
                  <a:pt x="91" y="1"/>
                  <a:pt x="0" y="92"/>
                  <a:pt x="0" y="205"/>
                </a:cubicBezTo>
                <a:cubicBezTo>
                  <a:pt x="0" y="317"/>
                  <a:pt x="91" y="408"/>
                  <a:pt x="204" y="408"/>
                </a:cubicBezTo>
                <a:cubicBezTo>
                  <a:pt x="393" y="408"/>
                  <a:pt x="487" y="524"/>
                  <a:pt x="641" y="732"/>
                </a:cubicBezTo>
                <a:cubicBezTo>
                  <a:pt x="802" y="949"/>
                  <a:pt x="1002" y="1221"/>
                  <a:pt x="1404" y="1221"/>
                </a:cubicBezTo>
                <a:cubicBezTo>
                  <a:pt x="1807" y="1221"/>
                  <a:pt x="2007" y="949"/>
                  <a:pt x="2168" y="732"/>
                </a:cubicBezTo>
                <a:cubicBezTo>
                  <a:pt x="2322" y="525"/>
                  <a:pt x="2417" y="408"/>
                  <a:pt x="2605" y="408"/>
                </a:cubicBezTo>
                <a:cubicBezTo>
                  <a:pt x="2795" y="408"/>
                  <a:pt x="2889" y="524"/>
                  <a:pt x="3042" y="732"/>
                </a:cubicBezTo>
                <a:cubicBezTo>
                  <a:pt x="3203" y="949"/>
                  <a:pt x="3403" y="1221"/>
                  <a:pt x="3807" y="1221"/>
                </a:cubicBezTo>
                <a:cubicBezTo>
                  <a:pt x="4209" y="1221"/>
                  <a:pt x="4410" y="949"/>
                  <a:pt x="4571" y="732"/>
                </a:cubicBezTo>
                <a:cubicBezTo>
                  <a:pt x="4724" y="525"/>
                  <a:pt x="4821" y="408"/>
                  <a:pt x="5010" y="408"/>
                </a:cubicBezTo>
                <a:cubicBezTo>
                  <a:pt x="5199" y="408"/>
                  <a:pt x="5295" y="524"/>
                  <a:pt x="5449" y="732"/>
                </a:cubicBezTo>
                <a:cubicBezTo>
                  <a:pt x="5609" y="949"/>
                  <a:pt x="5811" y="1221"/>
                  <a:pt x="6213" y="1221"/>
                </a:cubicBezTo>
                <a:cubicBezTo>
                  <a:pt x="6326" y="1221"/>
                  <a:pt x="6417" y="1130"/>
                  <a:pt x="6417" y="1017"/>
                </a:cubicBezTo>
                <a:cubicBezTo>
                  <a:pt x="6417" y="904"/>
                  <a:pt x="6326" y="813"/>
                  <a:pt x="6213" y="813"/>
                </a:cubicBezTo>
                <a:cubicBezTo>
                  <a:pt x="6024" y="813"/>
                  <a:pt x="5929" y="697"/>
                  <a:pt x="5775" y="490"/>
                </a:cubicBezTo>
                <a:cubicBezTo>
                  <a:pt x="5614" y="272"/>
                  <a:pt x="5413" y="1"/>
                  <a:pt x="5010" y="1"/>
                </a:cubicBezTo>
                <a:cubicBezTo>
                  <a:pt x="4607" y="1"/>
                  <a:pt x="4406" y="272"/>
                  <a:pt x="4244" y="490"/>
                </a:cubicBezTo>
                <a:cubicBezTo>
                  <a:pt x="4091" y="697"/>
                  <a:pt x="3996" y="813"/>
                  <a:pt x="3807" y="813"/>
                </a:cubicBezTo>
                <a:cubicBezTo>
                  <a:pt x="3617" y="813"/>
                  <a:pt x="3522" y="697"/>
                  <a:pt x="3369" y="490"/>
                </a:cubicBezTo>
                <a:cubicBezTo>
                  <a:pt x="3209" y="272"/>
                  <a:pt x="3008" y="1"/>
                  <a:pt x="2605" y="1"/>
                </a:cubicBezTo>
                <a:cubicBezTo>
                  <a:pt x="2202" y="1"/>
                  <a:pt x="2003" y="272"/>
                  <a:pt x="1842" y="490"/>
                </a:cubicBezTo>
                <a:cubicBezTo>
                  <a:pt x="1689" y="697"/>
                  <a:pt x="1593" y="813"/>
                  <a:pt x="1404" y="813"/>
                </a:cubicBezTo>
                <a:cubicBezTo>
                  <a:pt x="1215" y="813"/>
                  <a:pt x="1121" y="697"/>
                  <a:pt x="967" y="490"/>
                </a:cubicBezTo>
                <a:cubicBezTo>
                  <a:pt x="806" y="272"/>
                  <a:pt x="606" y="1"/>
                  <a:pt x="20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19"/>
          <p:cNvSpPr/>
          <p:nvPr/>
        </p:nvSpPr>
        <p:spPr>
          <a:xfrm>
            <a:off x="2858495" y="3927607"/>
            <a:ext cx="112183" cy="259088"/>
          </a:xfrm>
          <a:custGeom>
            <a:rect b="b" l="l" r="r" t="t"/>
            <a:pathLst>
              <a:path extrusionOk="0" h="5880" w="2546">
                <a:moveTo>
                  <a:pt x="187" y="1"/>
                </a:moveTo>
                <a:lnTo>
                  <a:pt x="0" y="5879"/>
                </a:lnTo>
                <a:lnTo>
                  <a:pt x="2546" y="5879"/>
                </a:lnTo>
                <a:lnTo>
                  <a:pt x="2359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19"/>
          <p:cNvSpPr/>
          <p:nvPr/>
        </p:nvSpPr>
        <p:spPr>
          <a:xfrm>
            <a:off x="2832454" y="4142237"/>
            <a:ext cx="164265" cy="106675"/>
          </a:xfrm>
          <a:custGeom>
            <a:rect b="b" l="l" r="r" t="t"/>
            <a:pathLst>
              <a:path extrusionOk="0" h="2421" w="3728">
                <a:moveTo>
                  <a:pt x="514" y="0"/>
                </a:moveTo>
                <a:cubicBezTo>
                  <a:pt x="331" y="0"/>
                  <a:pt x="179" y="140"/>
                  <a:pt x="165" y="324"/>
                </a:cubicBezTo>
                <a:lnTo>
                  <a:pt x="1" y="2420"/>
                </a:lnTo>
                <a:lnTo>
                  <a:pt x="3727" y="2420"/>
                </a:lnTo>
                <a:lnTo>
                  <a:pt x="3565" y="324"/>
                </a:lnTo>
                <a:cubicBezTo>
                  <a:pt x="3550" y="140"/>
                  <a:pt x="3398" y="0"/>
                  <a:pt x="3216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19"/>
          <p:cNvSpPr/>
          <p:nvPr/>
        </p:nvSpPr>
        <p:spPr>
          <a:xfrm>
            <a:off x="2877177" y="3836221"/>
            <a:ext cx="74906" cy="91430"/>
          </a:xfrm>
          <a:custGeom>
            <a:rect b="b" l="l" r="r" t="t"/>
            <a:pathLst>
              <a:path extrusionOk="0" h="2075" w="1700">
                <a:moveTo>
                  <a:pt x="1" y="1"/>
                </a:moveTo>
                <a:lnTo>
                  <a:pt x="1" y="2075"/>
                </a:lnTo>
                <a:lnTo>
                  <a:pt x="1699" y="2075"/>
                </a:lnTo>
                <a:lnTo>
                  <a:pt x="16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19"/>
          <p:cNvSpPr/>
          <p:nvPr/>
        </p:nvSpPr>
        <p:spPr>
          <a:xfrm>
            <a:off x="2849991" y="3911480"/>
            <a:ext cx="129191" cy="29125"/>
          </a:xfrm>
          <a:custGeom>
            <a:rect b="b" l="l" r="r" t="t"/>
            <a:pathLst>
              <a:path extrusionOk="0" h="661" w="2932">
                <a:moveTo>
                  <a:pt x="331" y="1"/>
                </a:moveTo>
                <a:cubicBezTo>
                  <a:pt x="149" y="1"/>
                  <a:pt x="1" y="148"/>
                  <a:pt x="1" y="331"/>
                </a:cubicBezTo>
                <a:cubicBezTo>
                  <a:pt x="1" y="512"/>
                  <a:pt x="148" y="661"/>
                  <a:pt x="331" y="661"/>
                </a:cubicBezTo>
                <a:lnTo>
                  <a:pt x="2601" y="661"/>
                </a:lnTo>
                <a:cubicBezTo>
                  <a:pt x="2783" y="661"/>
                  <a:pt x="2931" y="512"/>
                  <a:pt x="2931" y="331"/>
                </a:cubicBezTo>
                <a:cubicBezTo>
                  <a:pt x="2931" y="149"/>
                  <a:pt x="2784" y="1"/>
                  <a:pt x="2601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19"/>
          <p:cNvSpPr/>
          <p:nvPr/>
        </p:nvSpPr>
        <p:spPr>
          <a:xfrm>
            <a:off x="2877089" y="3795772"/>
            <a:ext cx="74906" cy="47191"/>
          </a:xfrm>
          <a:custGeom>
            <a:rect b="b" l="l" r="r" t="t"/>
            <a:pathLst>
              <a:path extrusionOk="0" h="1071" w="1700">
                <a:moveTo>
                  <a:pt x="850" y="0"/>
                </a:moveTo>
                <a:cubicBezTo>
                  <a:pt x="381" y="0"/>
                  <a:pt x="1" y="380"/>
                  <a:pt x="1" y="849"/>
                </a:cubicBezTo>
                <a:lnTo>
                  <a:pt x="1" y="1070"/>
                </a:lnTo>
                <a:lnTo>
                  <a:pt x="1699" y="1070"/>
                </a:lnTo>
                <a:lnTo>
                  <a:pt x="1699" y="849"/>
                </a:lnTo>
                <a:cubicBezTo>
                  <a:pt x="1699" y="380"/>
                  <a:pt x="1320" y="0"/>
                  <a:pt x="85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19"/>
          <p:cNvSpPr/>
          <p:nvPr/>
        </p:nvSpPr>
        <p:spPr>
          <a:xfrm>
            <a:off x="2858407" y="3829832"/>
            <a:ext cx="112359" cy="16744"/>
          </a:xfrm>
          <a:custGeom>
            <a:rect b="b" l="l" r="r" t="t"/>
            <a:pathLst>
              <a:path extrusionOk="0" h="380" w="2550">
                <a:moveTo>
                  <a:pt x="189" y="1"/>
                </a:moveTo>
                <a:cubicBezTo>
                  <a:pt x="85" y="1"/>
                  <a:pt x="0" y="87"/>
                  <a:pt x="0" y="190"/>
                </a:cubicBezTo>
                <a:cubicBezTo>
                  <a:pt x="0" y="294"/>
                  <a:pt x="86" y="379"/>
                  <a:pt x="189" y="379"/>
                </a:cubicBezTo>
                <a:lnTo>
                  <a:pt x="2361" y="379"/>
                </a:lnTo>
                <a:cubicBezTo>
                  <a:pt x="2464" y="379"/>
                  <a:pt x="2548" y="294"/>
                  <a:pt x="2550" y="190"/>
                </a:cubicBezTo>
                <a:cubicBezTo>
                  <a:pt x="2550" y="85"/>
                  <a:pt x="2464" y="1"/>
                  <a:pt x="2361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19"/>
          <p:cNvSpPr/>
          <p:nvPr/>
        </p:nvSpPr>
        <p:spPr>
          <a:xfrm>
            <a:off x="2906126" y="3972728"/>
            <a:ext cx="16876" cy="34325"/>
          </a:xfrm>
          <a:custGeom>
            <a:rect b="b" l="l" r="r" t="t"/>
            <a:pathLst>
              <a:path extrusionOk="0" h="779" w="383">
                <a:moveTo>
                  <a:pt x="191" y="0"/>
                </a:moveTo>
                <a:cubicBezTo>
                  <a:pt x="87" y="0"/>
                  <a:pt x="1" y="85"/>
                  <a:pt x="1" y="190"/>
                </a:cubicBezTo>
                <a:lnTo>
                  <a:pt x="1" y="588"/>
                </a:lnTo>
                <a:cubicBezTo>
                  <a:pt x="1" y="693"/>
                  <a:pt x="87" y="779"/>
                  <a:pt x="191" y="779"/>
                </a:cubicBezTo>
                <a:cubicBezTo>
                  <a:pt x="296" y="779"/>
                  <a:pt x="382" y="694"/>
                  <a:pt x="382" y="588"/>
                </a:cubicBezTo>
                <a:lnTo>
                  <a:pt x="382" y="190"/>
                </a:lnTo>
                <a:cubicBezTo>
                  <a:pt x="382" y="85"/>
                  <a:pt x="296" y="0"/>
                  <a:pt x="191" y="0"/>
                </a:cubicBez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19"/>
          <p:cNvSpPr/>
          <p:nvPr/>
        </p:nvSpPr>
        <p:spPr>
          <a:xfrm>
            <a:off x="2906126" y="4049000"/>
            <a:ext cx="16876" cy="34325"/>
          </a:xfrm>
          <a:custGeom>
            <a:rect b="b" l="l" r="r" t="t"/>
            <a:pathLst>
              <a:path extrusionOk="0" h="779" w="383">
                <a:moveTo>
                  <a:pt x="191" y="0"/>
                </a:moveTo>
                <a:cubicBezTo>
                  <a:pt x="87" y="0"/>
                  <a:pt x="1" y="86"/>
                  <a:pt x="1" y="191"/>
                </a:cubicBezTo>
                <a:lnTo>
                  <a:pt x="1" y="589"/>
                </a:lnTo>
                <a:cubicBezTo>
                  <a:pt x="1" y="694"/>
                  <a:pt x="87" y="779"/>
                  <a:pt x="191" y="779"/>
                </a:cubicBezTo>
                <a:cubicBezTo>
                  <a:pt x="296" y="779"/>
                  <a:pt x="382" y="695"/>
                  <a:pt x="382" y="589"/>
                </a:cubicBezTo>
                <a:lnTo>
                  <a:pt x="382" y="191"/>
                </a:lnTo>
                <a:cubicBezTo>
                  <a:pt x="382" y="86"/>
                  <a:pt x="296" y="0"/>
                  <a:pt x="191" y="0"/>
                </a:cubicBez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19"/>
          <p:cNvSpPr/>
          <p:nvPr/>
        </p:nvSpPr>
        <p:spPr>
          <a:xfrm>
            <a:off x="2892731" y="3855344"/>
            <a:ext cx="43710" cy="43710"/>
          </a:xfrm>
          <a:custGeom>
            <a:rect b="b" l="l" r="r" t="t"/>
            <a:pathLst>
              <a:path extrusionOk="0" h="992" w="992">
                <a:moveTo>
                  <a:pt x="495" y="1"/>
                </a:moveTo>
                <a:cubicBezTo>
                  <a:pt x="223" y="1"/>
                  <a:pt x="1" y="224"/>
                  <a:pt x="1" y="496"/>
                </a:cubicBezTo>
                <a:cubicBezTo>
                  <a:pt x="1" y="768"/>
                  <a:pt x="223" y="991"/>
                  <a:pt x="495" y="991"/>
                </a:cubicBezTo>
                <a:cubicBezTo>
                  <a:pt x="768" y="991"/>
                  <a:pt x="991" y="768"/>
                  <a:pt x="990" y="496"/>
                </a:cubicBezTo>
                <a:cubicBezTo>
                  <a:pt x="990" y="223"/>
                  <a:pt x="768" y="1"/>
                  <a:pt x="49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9"/>
          <p:cNvSpPr/>
          <p:nvPr/>
        </p:nvSpPr>
        <p:spPr>
          <a:xfrm>
            <a:off x="2892775" y="4178456"/>
            <a:ext cx="43666" cy="70456"/>
          </a:xfrm>
          <a:custGeom>
            <a:rect b="b" l="l" r="r" t="t"/>
            <a:pathLst>
              <a:path extrusionOk="0" h="1599" w="991">
                <a:moveTo>
                  <a:pt x="496" y="1"/>
                </a:moveTo>
                <a:cubicBezTo>
                  <a:pt x="222" y="1"/>
                  <a:pt x="1" y="223"/>
                  <a:pt x="1" y="496"/>
                </a:cubicBezTo>
                <a:lnTo>
                  <a:pt x="1" y="1598"/>
                </a:lnTo>
                <a:lnTo>
                  <a:pt x="990" y="1598"/>
                </a:lnTo>
                <a:lnTo>
                  <a:pt x="990" y="496"/>
                </a:lnTo>
                <a:cubicBezTo>
                  <a:pt x="990" y="223"/>
                  <a:pt x="769" y="1"/>
                  <a:pt x="49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19"/>
          <p:cNvSpPr/>
          <p:nvPr/>
        </p:nvSpPr>
        <p:spPr>
          <a:xfrm>
            <a:off x="3152260" y="3846488"/>
            <a:ext cx="187794" cy="131791"/>
          </a:xfrm>
          <a:custGeom>
            <a:rect b="b" l="l" r="r" t="t"/>
            <a:pathLst>
              <a:path extrusionOk="0" h="2991" w="4262">
                <a:moveTo>
                  <a:pt x="2908" y="0"/>
                </a:moveTo>
                <a:cubicBezTo>
                  <a:pt x="2289" y="0"/>
                  <a:pt x="1786" y="503"/>
                  <a:pt x="1786" y="1122"/>
                </a:cubicBezTo>
                <a:cubicBezTo>
                  <a:pt x="1786" y="1639"/>
                  <a:pt x="2206" y="2060"/>
                  <a:pt x="2724" y="2060"/>
                </a:cubicBezTo>
                <a:cubicBezTo>
                  <a:pt x="3161" y="2060"/>
                  <a:pt x="3516" y="1705"/>
                  <a:pt x="3516" y="1269"/>
                </a:cubicBezTo>
                <a:cubicBezTo>
                  <a:pt x="3516" y="1156"/>
                  <a:pt x="3425" y="1065"/>
                  <a:pt x="3312" y="1065"/>
                </a:cubicBezTo>
                <a:cubicBezTo>
                  <a:pt x="3200" y="1065"/>
                  <a:pt x="3110" y="1156"/>
                  <a:pt x="3110" y="1269"/>
                </a:cubicBezTo>
                <a:cubicBezTo>
                  <a:pt x="3110" y="1481"/>
                  <a:pt x="2937" y="1654"/>
                  <a:pt x="2724" y="1654"/>
                </a:cubicBezTo>
                <a:cubicBezTo>
                  <a:pt x="2431" y="1654"/>
                  <a:pt x="2192" y="1414"/>
                  <a:pt x="2192" y="1122"/>
                </a:cubicBezTo>
                <a:cubicBezTo>
                  <a:pt x="2192" y="727"/>
                  <a:pt x="2513" y="405"/>
                  <a:pt x="2908" y="405"/>
                </a:cubicBezTo>
                <a:cubicBezTo>
                  <a:pt x="3430" y="405"/>
                  <a:pt x="3855" y="830"/>
                  <a:pt x="3855" y="1352"/>
                </a:cubicBezTo>
                <a:cubicBezTo>
                  <a:pt x="3855" y="2032"/>
                  <a:pt x="3302" y="2585"/>
                  <a:pt x="2622" y="2585"/>
                </a:cubicBezTo>
                <a:lnTo>
                  <a:pt x="204" y="2585"/>
                </a:lnTo>
                <a:cubicBezTo>
                  <a:pt x="91" y="2585"/>
                  <a:pt x="0" y="2676"/>
                  <a:pt x="0" y="2788"/>
                </a:cubicBezTo>
                <a:cubicBezTo>
                  <a:pt x="0" y="2901"/>
                  <a:pt x="91" y="2991"/>
                  <a:pt x="204" y="2991"/>
                </a:cubicBezTo>
                <a:lnTo>
                  <a:pt x="2622" y="2991"/>
                </a:lnTo>
                <a:cubicBezTo>
                  <a:pt x="3526" y="2991"/>
                  <a:pt x="4262" y="2256"/>
                  <a:pt x="4261" y="1352"/>
                </a:cubicBezTo>
                <a:cubicBezTo>
                  <a:pt x="4261" y="606"/>
                  <a:pt x="3654" y="0"/>
                  <a:pt x="2908" y="0"/>
                </a:cubicBezTo>
                <a:close/>
              </a:path>
            </a:pathLst>
          </a:custGeom>
          <a:solidFill>
            <a:srgbClr val="53B1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19"/>
          <p:cNvSpPr/>
          <p:nvPr/>
        </p:nvSpPr>
        <p:spPr>
          <a:xfrm>
            <a:off x="3086254" y="4000002"/>
            <a:ext cx="185151" cy="105133"/>
          </a:xfrm>
          <a:custGeom>
            <a:rect b="b" l="l" r="r" t="t"/>
            <a:pathLst>
              <a:path extrusionOk="0" h="2386" w="4202">
                <a:moveTo>
                  <a:pt x="204" y="0"/>
                </a:moveTo>
                <a:cubicBezTo>
                  <a:pt x="91" y="0"/>
                  <a:pt x="0" y="90"/>
                  <a:pt x="0" y="203"/>
                </a:cubicBezTo>
                <a:cubicBezTo>
                  <a:pt x="0" y="315"/>
                  <a:pt x="91" y="406"/>
                  <a:pt x="204" y="406"/>
                </a:cubicBezTo>
                <a:lnTo>
                  <a:pt x="2900" y="406"/>
                </a:lnTo>
                <a:cubicBezTo>
                  <a:pt x="3393" y="406"/>
                  <a:pt x="3795" y="808"/>
                  <a:pt x="3795" y="1302"/>
                </a:cubicBezTo>
                <a:cubicBezTo>
                  <a:pt x="3795" y="1675"/>
                  <a:pt x="3491" y="1978"/>
                  <a:pt x="3120" y="1978"/>
                </a:cubicBezTo>
                <a:cubicBezTo>
                  <a:pt x="2844" y="1978"/>
                  <a:pt x="2620" y="1755"/>
                  <a:pt x="2620" y="1479"/>
                </a:cubicBezTo>
                <a:cubicBezTo>
                  <a:pt x="2620" y="1280"/>
                  <a:pt x="2780" y="1119"/>
                  <a:pt x="2979" y="1119"/>
                </a:cubicBezTo>
                <a:cubicBezTo>
                  <a:pt x="3091" y="1119"/>
                  <a:pt x="3182" y="1028"/>
                  <a:pt x="3182" y="916"/>
                </a:cubicBezTo>
                <a:cubicBezTo>
                  <a:pt x="3182" y="803"/>
                  <a:pt x="3091" y="712"/>
                  <a:pt x="2979" y="712"/>
                </a:cubicBezTo>
                <a:cubicBezTo>
                  <a:pt x="2557" y="712"/>
                  <a:pt x="2212" y="1056"/>
                  <a:pt x="2212" y="1479"/>
                </a:cubicBezTo>
                <a:cubicBezTo>
                  <a:pt x="2212" y="1978"/>
                  <a:pt x="2620" y="2385"/>
                  <a:pt x="3120" y="2385"/>
                </a:cubicBezTo>
                <a:cubicBezTo>
                  <a:pt x="3716" y="2385"/>
                  <a:pt x="4202" y="1899"/>
                  <a:pt x="4202" y="1302"/>
                </a:cubicBezTo>
                <a:cubicBezTo>
                  <a:pt x="4202" y="584"/>
                  <a:pt x="3617" y="0"/>
                  <a:pt x="2900" y="0"/>
                </a:cubicBezTo>
                <a:close/>
              </a:path>
            </a:pathLst>
          </a:custGeom>
          <a:solidFill>
            <a:srgbClr val="53B1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19"/>
          <p:cNvSpPr/>
          <p:nvPr/>
        </p:nvSpPr>
        <p:spPr>
          <a:xfrm>
            <a:off x="3032321" y="3960346"/>
            <a:ext cx="93765" cy="17933"/>
          </a:xfrm>
          <a:custGeom>
            <a:rect b="b" l="l" r="r" t="t"/>
            <a:pathLst>
              <a:path extrusionOk="0" h="407" w="2128">
                <a:moveTo>
                  <a:pt x="204" y="1"/>
                </a:moveTo>
                <a:cubicBezTo>
                  <a:pt x="91" y="1"/>
                  <a:pt x="1" y="92"/>
                  <a:pt x="1" y="204"/>
                </a:cubicBezTo>
                <a:cubicBezTo>
                  <a:pt x="1" y="317"/>
                  <a:pt x="91" y="407"/>
                  <a:pt x="204" y="407"/>
                </a:cubicBezTo>
                <a:lnTo>
                  <a:pt x="1924" y="407"/>
                </a:lnTo>
                <a:cubicBezTo>
                  <a:pt x="2037" y="407"/>
                  <a:pt x="2128" y="317"/>
                  <a:pt x="2128" y="204"/>
                </a:cubicBezTo>
                <a:cubicBezTo>
                  <a:pt x="2128" y="92"/>
                  <a:pt x="2037" y="1"/>
                  <a:pt x="1924" y="1"/>
                </a:cubicBezTo>
                <a:close/>
              </a:path>
            </a:pathLst>
          </a:custGeom>
          <a:solidFill>
            <a:srgbClr val="53B1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19"/>
          <p:cNvSpPr/>
          <p:nvPr/>
        </p:nvSpPr>
        <p:spPr>
          <a:xfrm>
            <a:off x="4059640" y="3985330"/>
            <a:ext cx="134435" cy="96056"/>
          </a:xfrm>
          <a:custGeom>
            <a:rect b="b" l="l" r="r" t="t"/>
            <a:pathLst>
              <a:path extrusionOk="0" h="2180" w="3051">
                <a:moveTo>
                  <a:pt x="205" y="1"/>
                </a:moveTo>
                <a:cubicBezTo>
                  <a:pt x="92" y="1"/>
                  <a:pt x="1" y="91"/>
                  <a:pt x="1" y="203"/>
                </a:cubicBezTo>
                <a:cubicBezTo>
                  <a:pt x="1" y="316"/>
                  <a:pt x="92" y="407"/>
                  <a:pt x="205" y="407"/>
                </a:cubicBezTo>
                <a:lnTo>
                  <a:pt x="1861" y="407"/>
                </a:lnTo>
                <a:cubicBezTo>
                  <a:pt x="2292" y="407"/>
                  <a:pt x="2643" y="757"/>
                  <a:pt x="2643" y="1189"/>
                </a:cubicBezTo>
                <a:cubicBezTo>
                  <a:pt x="2643" y="1511"/>
                  <a:pt x="2380" y="1773"/>
                  <a:pt x="2058" y="1773"/>
                </a:cubicBezTo>
                <a:cubicBezTo>
                  <a:pt x="1822" y="1773"/>
                  <a:pt x="1631" y="1581"/>
                  <a:pt x="1631" y="1346"/>
                </a:cubicBezTo>
                <a:cubicBezTo>
                  <a:pt x="1631" y="1180"/>
                  <a:pt x="1765" y="1045"/>
                  <a:pt x="1932" y="1045"/>
                </a:cubicBezTo>
                <a:cubicBezTo>
                  <a:pt x="2042" y="1045"/>
                  <a:pt x="2132" y="1136"/>
                  <a:pt x="2132" y="1246"/>
                </a:cubicBezTo>
                <a:cubicBezTo>
                  <a:pt x="2132" y="1358"/>
                  <a:pt x="2223" y="1449"/>
                  <a:pt x="2336" y="1449"/>
                </a:cubicBezTo>
                <a:cubicBezTo>
                  <a:pt x="2448" y="1449"/>
                  <a:pt x="2538" y="1358"/>
                  <a:pt x="2538" y="1246"/>
                </a:cubicBezTo>
                <a:cubicBezTo>
                  <a:pt x="2538" y="912"/>
                  <a:pt x="2266" y="640"/>
                  <a:pt x="1933" y="640"/>
                </a:cubicBezTo>
                <a:cubicBezTo>
                  <a:pt x="1543" y="640"/>
                  <a:pt x="1226" y="957"/>
                  <a:pt x="1226" y="1347"/>
                </a:cubicBezTo>
                <a:cubicBezTo>
                  <a:pt x="1226" y="1807"/>
                  <a:pt x="1600" y="2180"/>
                  <a:pt x="2060" y="2180"/>
                </a:cubicBezTo>
                <a:cubicBezTo>
                  <a:pt x="2605" y="2180"/>
                  <a:pt x="3050" y="1735"/>
                  <a:pt x="3050" y="1189"/>
                </a:cubicBezTo>
                <a:cubicBezTo>
                  <a:pt x="3050" y="533"/>
                  <a:pt x="2517" y="1"/>
                  <a:pt x="1862" y="1"/>
                </a:cubicBezTo>
                <a:close/>
              </a:path>
            </a:pathLst>
          </a:custGeom>
          <a:solidFill>
            <a:srgbClr val="53B1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19"/>
          <p:cNvSpPr/>
          <p:nvPr/>
        </p:nvSpPr>
        <p:spPr>
          <a:xfrm>
            <a:off x="4014432" y="3898438"/>
            <a:ext cx="132628" cy="77682"/>
          </a:xfrm>
          <a:custGeom>
            <a:rect b="b" l="l" r="r" t="t"/>
            <a:pathLst>
              <a:path extrusionOk="0" h="1763" w="3010">
                <a:moveTo>
                  <a:pt x="2204" y="1"/>
                </a:moveTo>
                <a:cubicBezTo>
                  <a:pt x="1825" y="1"/>
                  <a:pt x="1518" y="309"/>
                  <a:pt x="1518" y="686"/>
                </a:cubicBezTo>
                <a:cubicBezTo>
                  <a:pt x="1518" y="1012"/>
                  <a:pt x="1782" y="1275"/>
                  <a:pt x="2106" y="1275"/>
                </a:cubicBezTo>
                <a:cubicBezTo>
                  <a:pt x="2219" y="1275"/>
                  <a:pt x="2310" y="1184"/>
                  <a:pt x="2310" y="1071"/>
                </a:cubicBezTo>
                <a:cubicBezTo>
                  <a:pt x="2310" y="959"/>
                  <a:pt x="2219" y="869"/>
                  <a:pt x="2106" y="869"/>
                </a:cubicBezTo>
                <a:cubicBezTo>
                  <a:pt x="2006" y="869"/>
                  <a:pt x="1924" y="787"/>
                  <a:pt x="1924" y="685"/>
                </a:cubicBezTo>
                <a:cubicBezTo>
                  <a:pt x="1924" y="532"/>
                  <a:pt x="2049" y="407"/>
                  <a:pt x="2203" y="407"/>
                </a:cubicBezTo>
                <a:cubicBezTo>
                  <a:pt x="2423" y="407"/>
                  <a:pt x="2602" y="586"/>
                  <a:pt x="2602" y="806"/>
                </a:cubicBezTo>
                <a:cubicBezTo>
                  <a:pt x="2602" y="1109"/>
                  <a:pt x="2355" y="1356"/>
                  <a:pt x="2052" y="1356"/>
                </a:cubicBezTo>
                <a:lnTo>
                  <a:pt x="203" y="1356"/>
                </a:lnTo>
                <a:cubicBezTo>
                  <a:pt x="91" y="1356"/>
                  <a:pt x="1" y="1447"/>
                  <a:pt x="1" y="1559"/>
                </a:cubicBezTo>
                <a:cubicBezTo>
                  <a:pt x="1" y="1672"/>
                  <a:pt x="91" y="1763"/>
                  <a:pt x="203" y="1763"/>
                </a:cubicBezTo>
                <a:lnTo>
                  <a:pt x="2052" y="1763"/>
                </a:lnTo>
                <a:cubicBezTo>
                  <a:pt x="2580" y="1763"/>
                  <a:pt x="3009" y="1334"/>
                  <a:pt x="3010" y="807"/>
                </a:cubicBezTo>
                <a:cubicBezTo>
                  <a:pt x="3010" y="363"/>
                  <a:pt x="2648" y="1"/>
                  <a:pt x="2204" y="1"/>
                </a:cubicBezTo>
                <a:close/>
              </a:path>
            </a:pathLst>
          </a:custGeom>
          <a:solidFill>
            <a:srgbClr val="53B1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19"/>
          <p:cNvSpPr/>
          <p:nvPr/>
        </p:nvSpPr>
        <p:spPr>
          <a:xfrm>
            <a:off x="3977464" y="3985330"/>
            <a:ext cx="69927" cy="17933"/>
          </a:xfrm>
          <a:custGeom>
            <a:rect b="b" l="l" r="r" t="t"/>
            <a:pathLst>
              <a:path extrusionOk="0" h="407" w="1587">
                <a:moveTo>
                  <a:pt x="203" y="1"/>
                </a:moveTo>
                <a:cubicBezTo>
                  <a:pt x="91" y="1"/>
                  <a:pt x="1" y="91"/>
                  <a:pt x="1" y="203"/>
                </a:cubicBezTo>
                <a:cubicBezTo>
                  <a:pt x="1" y="316"/>
                  <a:pt x="91" y="407"/>
                  <a:pt x="203" y="407"/>
                </a:cubicBezTo>
                <a:lnTo>
                  <a:pt x="1383" y="407"/>
                </a:lnTo>
                <a:cubicBezTo>
                  <a:pt x="1496" y="407"/>
                  <a:pt x="1587" y="316"/>
                  <a:pt x="1587" y="203"/>
                </a:cubicBezTo>
                <a:cubicBezTo>
                  <a:pt x="1587" y="91"/>
                  <a:pt x="1496" y="1"/>
                  <a:pt x="1383" y="1"/>
                </a:cubicBezTo>
                <a:close/>
              </a:path>
            </a:pathLst>
          </a:custGeom>
          <a:solidFill>
            <a:srgbClr val="53B1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19"/>
          <p:cNvSpPr/>
          <p:nvPr/>
        </p:nvSpPr>
        <p:spPr>
          <a:xfrm>
            <a:off x="3435450" y="3768453"/>
            <a:ext cx="120996" cy="54505"/>
          </a:xfrm>
          <a:custGeom>
            <a:rect b="b" l="l" r="r" t="t"/>
            <a:pathLst>
              <a:path extrusionOk="0" h="1237" w="2746">
                <a:moveTo>
                  <a:pt x="172" y="0"/>
                </a:moveTo>
                <a:cubicBezTo>
                  <a:pt x="136" y="0"/>
                  <a:pt x="99" y="2"/>
                  <a:pt x="61" y="6"/>
                </a:cubicBezTo>
                <a:cubicBezTo>
                  <a:pt x="29" y="9"/>
                  <a:pt x="1" y="38"/>
                  <a:pt x="1" y="73"/>
                </a:cubicBezTo>
                <a:cubicBezTo>
                  <a:pt x="1" y="110"/>
                  <a:pt x="31" y="140"/>
                  <a:pt x="67" y="140"/>
                </a:cubicBezTo>
                <a:lnTo>
                  <a:pt x="71" y="140"/>
                </a:lnTo>
                <a:cubicBezTo>
                  <a:pt x="206" y="141"/>
                  <a:pt x="348" y="177"/>
                  <a:pt x="480" y="227"/>
                </a:cubicBezTo>
                <a:cubicBezTo>
                  <a:pt x="613" y="278"/>
                  <a:pt x="738" y="346"/>
                  <a:pt x="849" y="428"/>
                </a:cubicBezTo>
                <a:cubicBezTo>
                  <a:pt x="961" y="510"/>
                  <a:pt x="1056" y="608"/>
                  <a:pt x="1120" y="717"/>
                </a:cubicBezTo>
                <a:cubicBezTo>
                  <a:pt x="1186" y="826"/>
                  <a:pt x="1213" y="943"/>
                  <a:pt x="1206" y="1058"/>
                </a:cubicBezTo>
                <a:lnTo>
                  <a:pt x="1206" y="1063"/>
                </a:lnTo>
                <a:lnTo>
                  <a:pt x="1206" y="1067"/>
                </a:lnTo>
                <a:lnTo>
                  <a:pt x="1206" y="1076"/>
                </a:lnTo>
                <a:lnTo>
                  <a:pt x="1206" y="1079"/>
                </a:lnTo>
                <a:lnTo>
                  <a:pt x="1206" y="1082"/>
                </a:lnTo>
                <a:cubicBezTo>
                  <a:pt x="1206" y="1086"/>
                  <a:pt x="1207" y="1089"/>
                  <a:pt x="1208" y="1093"/>
                </a:cubicBezTo>
                <a:cubicBezTo>
                  <a:pt x="1209" y="1099"/>
                  <a:pt x="1209" y="1106"/>
                  <a:pt x="1212" y="1112"/>
                </a:cubicBezTo>
                <a:cubicBezTo>
                  <a:pt x="1213" y="1116"/>
                  <a:pt x="1214" y="1121"/>
                  <a:pt x="1217" y="1125"/>
                </a:cubicBezTo>
                <a:cubicBezTo>
                  <a:pt x="1219" y="1132"/>
                  <a:pt x="1221" y="1137"/>
                  <a:pt x="1223" y="1143"/>
                </a:cubicBezTo>
                <a:cubicBezTo>
                  <a:pt x="1225" y="1147"/>
                  <a:pt x="1228" y="1150"/>
                  <a:pt x="1229" y="1154"/>
                </a:cubicBezTo>
                <a:cubicBezTo>
                  <a:pt x="1232" y="1159"/>
                  <a:pt x="1235" y="1164"/>
                  <a:pt x="1239" y="1170"/>
                </a:cubicBezTo>
                <a:cubicBezTo>
                  <a:pt x="1242" y="1174"/>
                  <a:pt x="1246" y="1176"/>
                  <a:pt x="1248" y="1180"/>
                </a:cubicBezTo>
                <a:cubicBezTo>
                  <a:pt x="1252" y="1184"/>
                  <a:pt x="1255" y="1189"/>
                  <a:pt x="1260" y="1193"/>
                </a:cubicBezTo>
                <a:cubicBezTo>
                  <a:pt x="1265" y="1195"/>
                  <a:pt x="1269" y="1198"/>
                  <a:pt x="1273" y="1201"/>
                </a:cubicBezTo>
                <a:cubicBezTo>
                  <a:pt x="1278" y="1205"/>
                  <a:pt x="1281" y="1209"/>
                  <a:pt x="1286" y="1212"/>
                </a:cubicBezTo>
                <a:cubicBezTo>
                  <a:pt x="1290" y="1215"/>
                  <a:pt x="1295" y="1216"/>
                  <a:pt x="1299" y="1219"/>
                </a:cubicBezTo>
                <a:lnTo>
                  <a:pt x="1315" y="1226"/>
                </a:lnTo>
                <a:lnTo>
                  <a:pt x="1330" y="1230"/>
                </a:lnTo>
                <a:cubicBezTo>
                  <a:pt x="1335" y="1231"/>
                  <a:pt x="1340" y="1232"/>
                  <a:pt x="1346" y="1234"/>
                </a:cubicBezTo>
                <a:cubicBezTo>
                  <a:pt x="1352" y="1235"/>
                  <a:pt x="1358" y="1235"/>
                  <a:pt x="1363" y="1235"/>
                </a:cubicBezTo>
                <a:cubicBezTo>
                  <a:pt x="1368" y="1235"/>
                  <a:pt x="1372" y="1236"/>
                  <a:pt x="1377" y="1236"/>
                </a:cubicBezTo>
                <a:lnTo>
                  <a:pt x="1382" y="1236"/>
                </a:lnTo>
                <a:cubicBezTo>
                  <a:pt x="1387" y="1236"/>
                  <a:pt x="1391" y="1235"/>
                  <a:pt x="1397" y="1234"/>
                </a:cubicBezTo>
                <a:cubicBezTo>
                  <a:pt x="1402" y="1232"/>
                  <a:pt x="1408" y="1232"/>
                  <a:pt x="1413" y="1231"/>
                </a:cubicBezTo>
                <a:cubicBezTo>
                  <a:pt x="1418" y="1230"/>
                  <a:pt x="1423" y="1227"/>
                  <a:pt x="1429" y="1226"/>
                </a:cubicBezTo>
                <a:cubicBezTo>
                  <a:pt x="1434" y="1225"/>
                  <a:pt x="1440" y="1222"/>
                  <a:pt x="1444" y="1221"/>
                </a:cubicBezTo>
                <a:cubicBezTo>
                  <a:pt x="1449" y="1218"/>
                  <a:pt x="1454" y="1215"/>
                  <a:pt x="1459" y="1212"/>
                </a:cubicBezTo>
                <a:lnTo>
                  <a:pt x="1470" y="1204"/>
                </a:lnTo>
                <a:cubicBezTo>
                  <a:pt x="1475" y="1200"/>
                  <a:pt x="1479" y="1196"/>
                  <a:pt x="1484" y="1192"/>
                </a:cubicBezTo>
                <a:cubicBezTo>
                  <a:pt x="1488" y="1190"/>
                  <a:pt x="1490" y="1186"/>
                  <a:pt x="1494" y="1184"/>
                </a:cubicBezTo>
                <a:cubicBezTo>
                  <a:pt x="1498" y="1179"/>
                  <a:pt x="1501" y="1175"/>
                  <a:pt x="1505" y="1170"/>
                </a:cubicBezTo>
                <a:lnTo>
                  <a:pt x="1513" y="1158"/>
                </a:lnTo>
                <a:cubicBezTo>
                  <a:pt x="1515" y="1153"/>
                  <a:pt x="1518" y="1146"/>
                  <a:pt x="1520" y="1141"/>
                </a:cubicBezTo>
                <a:cubicBezTo>
                  <a:pt x="1521" y="1138"/>
                  <a:pt x="1524" y="1134"/>
                  <a:pt x="1526" y="1129"/>
                </a:cubicBezTo>
                <a:cubicBezTo>
                  <a:pt x="1529" y="1122"/>
                  <a:pt x="1530" y="1115"/>
                  <a:pt x="1531" y="1109"/>
                </a:cubicBezTo>
                <a:cubicBezTo>
                  <a:pt x="1532" y="1106"/>
                  <a:pt x="1534" y="1100"/>
                  <a:pt x="1534" y="1097"/>
                </a:cubicBezTo>
                <a:cubicBezTo>
                  <a:pt x="1535" y="1090"/>
                  <a:pt x="1535" y="1084"/>
                  <a:pt x="1535" y="1076"/>
                </a:cubicBezTo>
                <a:cubicBezTo>
                  <a:pt x="1535" y="1072"/>
                  <a:pt x="1536" y="1068"/>
                  <a:pt x="1536" y="1064"/>
                </a:cubicBezTo>
                <a:lnTo>
                  <a:pt x="1536" y="1060"/>
                </a:lnTo>
                <a:cubicBezTo>
                  <a:pt x="1529" y="944"/>
                  <a:pt x="1556" y="827"/>
                  <a:pt x="1622" y="718"/>
                </a:cubicBezTo>
                <a:cubicBezTo>
                  <a:pt x="1685" y="609"/>
                  <a:pt x="1781" y="512"/>
                  <a:pt x="1893" y="429"/>
                </a:cubicBezTo>
                <a:cubicBezTo>
                  <a:pt x="2004" y="347"/>
                  <a:pt x="2129" y="279"/>
                  <a:pt x="2262" y="228"/>
                </a:cubicBezTo>
                <a:cubicBezTo>
                  <a:pt x="2394" y="178"/>
                  <a:pt x="2536" y="142"/>
                  <a:pt x="2671" y="141"/>
                </a:cubicBezTo>
                <a:lnTo>
                  <a:pt x="2675" y="141"/>
                </a:lnTo>
                <a:cubicBezTo>
                  <a:pt x="2707" y="141"/>
                  <a:pt x="2737" y="116"/>
                  <a:pt x="2741" y="81"/>
                </a:cubicBezTo>
                <a:cubicBezTo>
                  <a:pt x="2745" y="42"/>
                  <a:pt x="2718" y="9"/>
                  <a:pt x="2681" y="6"/>
                </a:cubicBezTo>
                <a:cubicBezTo>
                  <a:pt x="2643" y="2"/>
                  <a:pt x="2606" y="0"/>
                  <a:pt x="2570" y="0"/>
                </a:cubicBezTo>
                <a:cubicBezTo>
                  <a:pt x="2445" y="0"/>
                  <a:pt x="2324" y="21"/>
                  <a:pt x="2206" y="52"/>
                </a:cubicBezTo>
                <a:cubicBezTo>
                  <a:pt x="2054" y="91"/>
                  <a:pt x="1906" y="151"/>
                  <a:pt x="1765" y="232"/>
                </a:cubicBezTo>
                <a:cubicBezTo>
                  <a:pt x="1626" y="314"/>
                  <a:pt x="1494" y="418"/>
                  <a:pt x="1389" y="557"/>
                </a:cubicBezTo>
                <a:cubicBezTo>
                  <a:pt x="1382" y="566"/>
                  <a:pt x="1376" y="575"/>
                  <a:pt x="1371" y="582"/>
                </a:cubicBezTo>
                <a:cubicBezTo>
                  <a:pt x="1365" y="574"/>
                  <a:pt x="1360" y="565"/>
                  <a:pt x="1354" y="557"/>
                </a:cubicBezTo>
                <a:cubicBezTo>
                  <a:pt x="1248" y="418"/>
                  <a:pt x="1115" y="314"/>
                  <a:pt x="977" y="232"/>
                </a:cubicBezTo>
                <a:cubicBezTo>
                  <a:pt x="838" y="150"/>
                  <a:pt x="690" y="91"/>
                  <a:pt x="536" y="52"/>
                </a:cubicBezTo>
                <a:cubicBezTo>
                  <a:pt x="418" y="21"/>
                  <a:pt x="297" y="0"/>
                  <a:pt x="17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19"/>
          <p:cNvSpPr/>
          <p:nvPr/>
        </p:nvSpPr>
        <p:spPr>
          <a:xfrm>
            <a:off x="3538645" y="3801984"/>
            <a:ext cx="120907" cy="54505"/>
          </a:xfrm>
          <a:custGeom>
            <a:rect b="b" l="l" r="r" t="t"/>
            <a:pathLst>
              <a:path extrusionOk="0" h="1237" w="2744">
                <a:moveTo>
                  <a:pt x="167" y="0"/>
                </a:moveTo>
                <a:cubicBezTo>
                  <a:pt x="132" y="0"/>
                  <a:pt x="96" y="2"/>
                  <a:pt x="60" y="5"/>
                </a:cubicBezTo>
                <a:cubicBezTo>
                  <a:pt x="27" y="10"/>
                  <a:pt x="0" y="38"/>
                  <a:pt x="0" y="72"/>
                </a:cubicBezTo>
                <a:cubicBezTo>
                  <a:pt x="0" y="110"/>
                  <a:pt x="30" y="140"/>
                  <a:pt x="67" y="140"/>
                </a:cubicBezTo>
                <a:lnTo>
                  <a:pt x="69" y="140"/>
                </a:lnTo>
                <a:cubicBezTo>
                  <a:pt x="205" y="142"/>
                  <a:pt x="346" y="177"/>
                  <a:pt x="478" y="226"/>
                </a:cubicBezTo>
                <a:cubicBezTo>
                  <a:pt x="611" y="278"/>
                  <a:pt x="737" y="346"/>
                  <a:pt x="848" y="428"/>
                </a:cubicBezTo>
                <a:cubicBezTo>
                  <a:pt x="959" y="510"/>
                  <a:pt x="1055" y="608"/>
                  <a:pt x="1118" y="717"/>
                </a:cubicBezTo>
                <a:cubicBezTo>
                  <a:pt x="1184" y="826"/>
                  <a:pt x="1212" y="944"/>
                  <a:pt x="1204" y="1058"/>
                </a:cubicBezTo>
                <a:lnTo>
                  <a:pt x="1204" y="1063"/>
                </a:lnTo>
                <a:lnTo>
                  <a:pt x="1204" y="1067"/>
                </a:lnTo>
                <a:lnTo>
                  <a:pt x="1204" y="1077"/>
                </a:lnTo>
                <a:lnTo>
                  <a:pt x="1204" y="1079"/>
                </a:lnTo>
                <a:lnTo>
                  <a:pt x="1204" y="1082"/>
                </a:lnTo>
                <a:cubicBezTo>
                  <a:pt x="1204" y="1085"/>
                  <a:pt x="1205" y="1089"/>
                  <a:pt x="1207" y="1093"/>
                </a:cubicBezTo>
                <a:cubicBezTo>
                  <a:pt x="1208" y="1099"/>
                  <a:pt x="1208" y="1105"/>
                  <a:pt x="1210" y="1113"/>
                </a:cubicBezTo>
                <a:cubicBezTo>
                  <a:pt x="1212" y="1116"/>
                  <a:pt x="1214" y="1121"/>
                  <a:pt x="1215" y="1125"/>
                </a:cubicBezTo>
                <a:cubicBezTo>
                  <a:pt x="1218" y="1131"/>
                  <a:pt x="1219" y="1136"/>
                  <a:pt x="1221" y="1143"/>
                </a:cubicBezTo>
                <a:cubicBezTo>
                  <a:pt x="1224" y="1146"/>
                  <a:pt x="1226" y="1150"/>
                  <a:pt x="1228" y="1154"/>
                </a:cubicBezTo>
                <a:cubicBezTo>
                  <a:pt x="1230" y="1160"/>
                  <a:pt x="1234" y="1165"/>
                  <a:pt x="1238" y="1170"/>
                </a:cubicBezTo>
                <a:cubicBezTo>
                  <a:pt x="1240" y="1174"/>
                  <a:pt x="1244" y="1176"/>
                  <a:pt x="1246" y="1180"/>
                </a:cubicBezTo>
                <a:cubicBezTo>
                  <a:pt x="1250" y="1185"/>
                  <a:pt x="1254" y="1189"/>
                  <a:pt x="1260" y="1192"/>
                </a:cubicBezTo>
                <a:cubicBezTo>
                  <a:pt x="1264" y="1195"/>
                  <a:pt x="1267" y="1197"/>
                  <a:pt x="1271" y="1202"/>
                </a:cubicBezTo>
                <a:cubicBezTo>
                  <a:pt x="1276" y="1206"/>
                  <a:pt x="1280" y="1210"/>
                  <a:pt x="1285" y="1212"/>
                </a:cubicBezTo>
                <a:cubicBezTo>
                  <a:pt x="1289" y="1215"/>
                  <a:pt x="1294" y="1216"/>
                  <a:pt x="1297" y="1218"/>
                </a:cubicBezTo>
                <a:lnTo>
                  <a:pt x="1313" y="1226"/>
                </a:lnTo>
                <a:lnTo>
                  <a:pt x="1328" y="1230"/>
                </a:lnTo>
                <a:cubicBezTo>
                  <a:pt x="1333" y="1231"/>
                  <a:pt x="1338" y="1232"/>
                  <a:pt x="1345" y="1233"/>
                </a:cubicBezTo>
                <a:cubicBezTo>
                  <a:pt x="1351" y="1235"/>
                  <a:pt x="1357" y="1235"/>
                  <a:pt x="1362" y="1235"/>
                </a:cubicBezTo>
                <a:cubicBezTo>
                  <a:pt x="1367" y="1235"/>
                  <a:pt x="1371" y="1236"/>
                  <a:pt x="1376" y="1236"/>
                </a:cubicBezTo>
                <a:lnTo>
                  <a:pt x="1381" y="1236"/>
                </a:lnTo>
                <a:cubicBezTo>
                  <a:pt x="1386" y="1236"/>
                  <a:pt x="1389" y="1235"/>
                  <a:pt x="1395" y="1233"/>
                </a:cubicBezTo>
                <a:cubicBezTo>
                  <a:pt x="1400" y="1232"/>
                  <a:pt x="1407" y="1232"/>
                  <a:pt x="1412" y="1231"/>
                </a:cubicBezTo>
                <a:cubicBezTo>
                  <a:pt x="1417" y="1229"/>
                  <a:pt x="1422" y="1227"/>
                  <a:pt x="1428" y="1226"/>
                </a:cubicBezTo>
                <a:cubicBezTo>
                  <a:pt x="1433" y="1224"/>
                  <a:pt x="1439" y="1222"/>
                  <a:pt x="1443" y="1221"/>
                </a:cubicBezTo>
                <a:cubicBezTo>
                  <a:pt x="1448" y="1218"/>
                  <a:pt x="1453" y="1215"/>
                  <a:pt x="1458" y="1212"/>
                </a:cubicBezTo>
                <a:lnTo>
                  <a:pt x="1469" y="1204"/>
                </a:lnTo>
                <a:cubicBezTo>
                  <a:pt x="1474" y="1201"/>
                  <a:pt x="1479" y="1196"/>
                  <a:pt x="1482" y="1192"/>
                </a:cubicBezTo>
                <a:cubicBezTo>
                  <a:pt x="1486" y="1190"/>
                  <a:pt x="1489" y="1186"/>
                  <a:pt x="1492" y="1183"/>
                </a:cubicBezTo>
                <a:cubicBezTo>
                  <a:pt x="1496" y="1178"/>
                  <a:pt x="1500" y="1175"/>
                  <a:pt x="1504" y="1170"/>
                </a:cubicBezTo>
                <a:lnTo>
                  <a:pt x="1511" y="1158"/>
                </a:lnTo>
                <a:cubicBezTo>
                  <a:pt x="1514" y="1152"/>
                  <a:pt x="1516" y="1146"/>
                  <a:pt x="1519" y="1141"/>
                </a:cubicBezTo>
                <a:cubicBezTo>
                  <a:pt x="1520" y="1138"/>
                  <a:pt x="1523" y="1134"/>
                  <a:pt x="1525" y="1129"/>
                </a:cubicBezTo>
                <a:cubicBezTo>
                  <a:pt x="1527" y="1122"/>
                  <a:pt x="1528" y="1116"/>
                  <a:pt x="1530" y="1109"/>
                </a:cubicBezTo>
                <a:cubicBezTo>
                  <a:pt x="1531" y="1105"/>
                  <a:pt x="1532" y="1100"/>
                  <a:pt x="1532" y="1096"/>
                </a:cubicBezTo>
                <a:cubicBezTo>
                  <a:pt x="1533" y="1090"/>
                  <a:pt x="1533" y="1084"/>
                  <a:pt x="1533" y="1076"/>
                </a:cubicBezTo>
                <a:cubicBezTo>
                  <a:pt x="1533" y="1073"/>
                  <a:pt x="1535" y="1069"/>
                  <a:pt x="1535" y="1064"/>
                </a:cubicBezTo>
                <a:lnTo>
                  <a:pt x="1535" y="1059"/>
                </a:lnTo>
                <a:cubicBezTo>
                  <a:pt x="1527" y="945"/>
                  <a:pt x="1555" y="827"/>
                  <a:pt x="1620" y="718"/>
                </a:cubicBezTo>
                <a:cubicBezTo>
                  <a:pt x="1684" y="609"/>
                  <a:pt x="1780" y="512"/>
                  <a:pt x="1891" y="429"/>
                </a:cubicBezTo>
                <a:cubicBezTo>
                  <a:pt x="2002" y="347"/>
                  <a:pt x="2128" y="280"/>
                  <a:pt x="2261" y="228"/>
                </a:cubicBezTo>
                <a:cubicBezTo>
                  <a:pt x="2392" y="178"/>
                  <a:pt x="2534" y="143"/>
                  <a:pt x="2671" y="142"/>
                </a:cubicBezTo>
                <a:lnTo>
                  <a:pt x="2673" y="142"/>
                </a:lnTo>
                <a:cubicBezTo>
                  <a:pt x="2706" y="142"/>
                  <a:pt x="2735" y="116"/>
                  <a:pt x="2739" y="81"/>
                </a:cubicBezTo>
                <a:cubicBezTo>
                  <a:pt x="2743" y="41"/>
                  <a:pt x="2717" y="10"/>
                  <a:pt x="2680" y="5"/>
                </a:cubicBezTo>
                <a:cubicBezTo>
                  <a:pt x="2644" y="2"/>
                  <a:pt x="2608" y="0"/>
                  <a:pt x="2573" y="0"/>
                </a:cubicBezTo>
                <a:cubicBezTo>
                  <a:pt x="2447" y="0"/>
                  <a:pt x="2325" y="21"/>
                  <a:pt x="2205" y="51"/>
                </a:cubicBezTo>
                <a:cubicBezTo>
                  <a:pt x="2053" y="91"/>
                  <a:pt x="1904" y="152"/>
                  <a:pt x="1764" y="233"/>
                </a:cubicBezTo>
                <a:cubicBezTo>
                  <a:pt x="1624" y="314"/>
                  <a:pt x="1493" y="418"/>
                  <a:pt x="1387" y="557"/>
                </a:cubicBezTo>
                <a:cubicBezTo>
                  <a:pt x="1381" y="566"/>
                  <a:pt x="1375" y="575"/>
                  <a:pt x="1370" y="583"/>
                </a:cubicBezTo>
                <a:cubicBezTo>
                  <a:pt x="1363" y="573"/>
                  <a:pt x="1358" y="565"/>
                  <a:pt x="1352" y="557"/>
                </a:cubicBezTo>
                <a:cubicBezTo>
                  <a:pt x="1247" y="418"/>
                  <a:pt x="1114" y="314"/>
                  <a:pt x="976" y="233"/>
                </a:cubicBezTo>
                <a:cubicBezTo>
                  <a:pt x="836" y="151"/>
                  <a:pt x="688" y="91"/>
                  <a:pt x="534" y="51"/>
                </a:cubicBezTo>
                <a:cubicBezTo>
                  <a:pt x="414" y="21"/>
                  <a:pt x="292" y="0"/>
                  <a:pt x="1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19"/>
          <p:cNvSpPr/>
          <p:nvPr/>
        </p:nvSpPr>
        <p:spPr>
          <a:xfrm>
            <a:off x="3565963" y="3720953"/>
            <a:ext cx="120907" cy="54461"/>
          </a:xfrm>
          <a:custGeom>
            <a:rect b="b" l="l" r="r" t="t"/>
            <a:pathLst>
              <a:path extrusionOk="0" h="1236" w="2744">
                <a:moveTo>
                  <a:pt x="170" y="0"/>
                </a:moveTo>
                <a:cubicBezTo>
                  <a:pt x="134" y="0"/>
                  <a:pt x="97" y="2"/>
                  <a:pt x="60" y="6"/>
                </a:cubicBezTo>
                <a:cubicBezTo>
                  <a:pt x="27" y="10"/>
                  <a:pt x="0" y="37"/>
                  <a:pt x="0" y="72"/>
                </a:cubicBezTo>
                <a:cubicBezTo>
                  <a:pt x="0" y="109"/>
                  <a:pt x="30" y="140"/>
                  <a:pt x="67" y="140"/>
                </a:cubicBezTo>
                <a:lnTo>
                  <a:pt x="69" y="140"/>
                </a:lnTo>
                <a:cubicBezTo>
                  <a:pt x="205" y="141"/>
                  <a:pt x="347" y="177"/>
                  <a:pt x="478" y="227"/>
                </a:cubicBezTo>
                <a:cubicBezTo>
                  <a:pt x="612" y="278"/>
                  <a:pt x="737" y="345"/>
                  <a:pt x="848" y="427"/>
                </a:cubicBezTo>
                <a:cubicBezTo>
                  <a:pt x="959" y="509"/>
                  <a:pt x="1055" y="608"/>
                  <a:pt x="1119" y="717"/>
                </a:cubicBezTo>
                <a:cubicBezTo>
                  <a:pt x="1184" y="825"/>
                  <a:pt x="1213" y="943"/>
                  <a:pt x="1204" y="1059"/>
                </a:cubicBezTo>
                <a:lnTo>
                  <a:pt x="1204" y="1064"/>
                </a:lnTo>
                <a:lnTo>
                  <a:pt x="1204" y="1067"/>
                </a:lnTo>
                <a:lnTo>
                  <a:pt x="1204" y="1076"/>
                </a:lnTo>
                <a:lnTo>
                  <a:pt x="1204" y="1079"/>
                </a:lnTo>
                <a:lnTo>
                  <a:pt x="1204" y="1081"/>
                </a:lnTo>
                <a:cubicBezTo>
                  <a:pt x="1204" y="1085"/>
                  <a:pt x="1206" y="1089"/>
                  <a:pt x="1207" y="1092"/>
                </a:cubicBezTo>
                <a:cubicBezTo>
                  <a:pt x="1208" y="1100"/>
                  <a:pt x="1208" y="1106"/>
                  <a:pt x="1212" y="1112"/>
                </a:cubicBezTo>
                <a:cubicBezTo>
                  <a:pt x="1213" y="1116"/>
                  <a:pt x="1214" y="1121"/>
                  <a:pt x="1215" y="1125"/>
                </a:cubicBezTo>
                <a:cubicBezTo>
                  <a:pt x="1218" y="1131"/>
                  <a:pt x="1219" y="1136"/>
                  <a:pt x="1222" y="1143"/>
                </a:cubicBezTo>
                <a:cubicBezTo>
                  <a:pt x="1224" y="1147"/>
                  <a:pt x="1227" y="1151"/>
                  <a:pt x="1228" y="1154"/>
                </a:cubicBezTo>
                <a:cubicBezTo>
                  <a:pt x="1230" y="1159"/>
                  <a:pt x="1234" y="1164"/>
                  <a:pt x="1238" y="1169"/>
                </a:cubicBezTo>
                <a:cubicBezTo>
                  <a:pt x="1240" y="1173"/>
                  <a:pt x="1244" y="1176"/>
                  <a:pt x="1247" y="1179"/>
                </a:cubicBezTo>
                <a:cubicBezTo>
                  <a:pt x="1251" y="1183"/>
                  <a:pt x="1254" y="1189"/>
                  <a:pt x="1260" y="1193"/>
                </a:cubicBezTo>
                <a:cubicBezTo>
                  <a:pt x="1264" y="1195"/>
                  <a:pt x="1268" y="1198"/>
                  <a:pt x="1271" y="1202"/>
                </a:cubicBezTo>
                <a:cubicBezTo>
                  <a:pt x="1277" y="1205"/>
                  <a:pt x="1280" y="1209"/>
                  <a:pt x="1285" y="1212"/>
                </a:cubicBezTo>
                <a:cubicBezTo>
                  <a:pt x="1289" y="1214"/>
                  <a:pt x="1294" y="1215"/>
                  <a:pt x="1298" y="1218"/>
                </a:cubicBezTo>
                <a:lnTo>
                  <a:pt x="1314" y="1225"/>
                </a:lnTo>
                <a:lnTo>
                  <a:pt x="1329" y="1229"/>
                </a:lnTo>
                <a:cubicBezTo>
                  <a:pt x="1334" y="1231"/>
                  <a:pt x="1339" y="1233"/>
                  <a:pt x="1346" y="1234"/>
                </a:cubicBezTo>
                <a:cubicBezTo>
                  <a:pt x="1351" y="1235"/>
                  <a:pt x="1357" y="1235"/>
                  <a:pt x="1362" y="1235"/>
                </a:cubicBezTo>
                <a:cubicBezTo>
                  <a:pt x="1367" y="1235"/>
                  <a:pt x="1371" y="1236"/>
                  <a:pt x="1376" y="1236"/>
                </a:cubicBezTo>
                <a:lnTo>
                  <a:pt x="1381" y="1236"/>
                </a:lnTo>
                <a:cubicBezTo>
                  <a:pt x="1386" y="1236"/>
                  <a:pt x="1391" y="1235"/>
                  <a:pt x="1396" y="1234"/>
                </a:cubicBezTo>
                <a:cubicBezTo>
                  <a:pt x="1401" y="1233"/>
                  <a:pt x="1407" y="1233"/>
                  <a:pt x="1412" y="1231"/>
                </a:cubicBezTo>
                <a:cubicBezTo>
                  <a:pt x="1417" y="1229"/>
                  <a:pt x="1422" y="1227"/>
                  <a:pt x="1428" y="1224"/>
                </a:cubicBezTo>
                <a:cubicBezTo>
                  <a:pt x="1434" y="1223"/>
                  <a:pt x="1439" y="1220"/>
                  <a:pt x="1443" y="1219"/>
                </a:cubicBezTo>
                <a:cubicBezTo>
                  <a:pt x="1448" y="1217"/>
                  <a:pt x="1453" y="1213"/>
                  <a:pt x="1458" y="1210"/>
                </a:cubicBezTo>
                <a:lnTo>
                  <a:pt x="1469" y="1203"/>
                </a:lnTo>
                <a:cubicBezTo>
                  <a:pt x="1474" y="1199"/>
                  <a:pt x="1479" y="1195"/>
                  <a:pt x="1483" y="1192"/>
                </a:cubicBezTo>
                <a:cubicBezTo>
                  <a:pt x="1486" y="1189"/>
                  <a:pt x="1489" y="1184"/>
                  <a:pt x="1493" y="1182"/>
                </a:cubicBezTo>
                <a:cubicBezTo>
                  <a:pt x="1496" y="1177"/>
                  <a:pt x="1500" y="1173"/>
                  <a:pt x="1504" y="1168"/>
                </a:cubicBezTo>
                <a:lnTo>
                  <a:pt x="1511" y="1157"/>
                </a:lnTo>
                <a:cubicBezTo>
                  <a:pt x="1514" y="1152"/>
                  <a:pt x="1516" y="1145"/>
                  <a:pt x="1519" y="1140"/>
                </a:cubicBezTo>
                <a:cubicBezTo>
                  <a:pt x="1521" y="1136"/>
                  <a:pt x="1524" y="1132"/>
                  <a:pt x="1525" y="1127"/>
                </a:cubicBezTo>
                <a:cubicBezTo>
                  <a:pt x="1527" y="1121"/>
                  <a:pt x="1529" y="1115"/>
                  <a:pt x="1530" y="1108"/>
                </a:cubicBezTo>
                <a:cubicBezTo>
                  <a:pt x="1531" y="1105"/>
                  <a:pt x="1532" y="1099"/>
                  <a:pt x="1532" y="1095"/>
                </a:cubicBezTo>
                <a:cubicBezTo>
                  <a:pt x="1534" y="1089"/>
                  <a:pt x="1534" y="1082"/>
                  <a:pt x="1534" y="1075"/>
                </a:cubicBezTo>
                <a:cubicBezTo>
                  <a:pt x="1534" y="1071"/>
                  <a:pt x="1535" y="1067"/>
                  <a:pt x="1535" y="1064"/>
                </a:cubicBezTo>
                <a:lnTo>
                  <a:pt x="1535" y="1059"/>
                </a:lnTo>
                <a:cubicBezTo>
                  <a:pt x="1527" y="943"/>
                  <a:pt x="1555" y="825"/>
                  <a:pt x="1621" y="717"/>
                </a:cubicBezTo>
                <a:cubicBezTo>
                  <a:pt x="1684" y="607"/>
                  <a:pt x="1780" y="510"/>
                  <a:pt x="1892" y="427"/>
                </a:cubicBezTo>
                <a:cubicBezTo>
                  <a:pt x="2002" y="345"/>
                  <a:pt x="2128" y="278"/>
                  <a:pt x="2261" y="227"/>
                </a:cubicBezTo>
                <a:cubicBezTo>
                  <a:pt x="2393" y="177"/>
                  <a:pt x="2534" y="141"/>
                  <a:pt x="2671" y="140"/>
                </a:cubicBezTo>
                <a:lnTo>
                  <a:pt x="2673" y="140"/>
                </a:lnTo>
                <a:cubicBezTo>
                  <a:pt x="2706" y="140"/>
                  <a:pt x="2736" y="114"/>
                  <a:pt x="2739" y="79"/>
                </a:cubicBezTo>
                <a:cubicBezTo>
                  <a:pt x="2743" y="42"/>
                  <a:pt x="2717" y="10"/>
                  <a:pt x="2680" y="6"/>
                </a:cubicBezTo>
                <a:cubicBezTo>
                  <a:pt x="2643" y="2"/>
                  <a:pt x="2607" y="0"/>
                  <a:pt x="2570" y="0"/>
                </a:cubicBezTo>
                <a:cubicBezTo>
                  <a:pt x="2446" y="0"/>
                  <a:pt x="2324" y="21"/>
                  <a:pt x="2205" y="52"/>
                </a:cubicBezTo>
                <a:cubicBezTo>
                  <a:pt x="2053" y="92"/>
                  <a:pt x="1904" y="151"/>
                  <a:pt x="1764" y="232"/>
                </a:cubicBezTo>
                <a:cubicBezTo>
                  <a:pt x="1625" y="314"/>
                  <a:pt x="1493" y="417"/>
                  <a:pt x="1388" y="557"/>
                </a:cubicBezTo>
                <a:cubicBezTo>
                  <a:pt x="1381" y="565"/>
                  <a:pt x="1375" y="575"/>
                  <a:pt x="1370" y="583"/>
                </a:cubicBezTo>
                <a:cubicBezTo>
                  <a:pt x="1364" y="574"/>
                  <a:pt x="1359" y="564"/>
                  <a:pt x="1352" y="557"/>
                </a:cubicBezTo>
                <a:cubicBezTo>
                  <a:pt x="1247" y="417"/>
                  <a:pt x="1114" y="314"/>
                  <a:pt x="976" y="232"/>
                </a:cubicBezTo>
                <a:cubicBezTo>
                  <a:pt x="836" y="150"/>
                  <a:pt x="689" y="92"/>
                  <a:pt x="535" y="52"/>
                </a:cubicBezTo>
                <a:cubicBezTo>
                  <a:pt x="416" y="21"/>
                  <a:pt x="295" y="0"/>
                  <a:pt x="1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19"/>
          <p:cNvSpPr txBox="1"/>
          <p:nvPr/>
        </p:nvSpPr>
        <p:spPr>
          <a:xfrm>
            <a:off x="385159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it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8" name="Google Shape;938;p19"/>
          <p:cNvSpPr txBox="1"/>
          <p:nvPr/>
        </p:nvSpPr>
        <p:spPr>
          <a:xfrm>
            <a:off x="6823485" y="157046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9" name="Google Shape;939;p19"/>
          <p:cNvSpPr txBox="1"/>
          <p:nvPr/>
        </p:nvSpPr>
        <p:spPr>
          <a:xfrm>
            <a:off x="385159" y="157046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0" name="Google Shape;940;p19"/>
          <p:cNvSpPr txBox="1"/>
          <p:nvPr/>
        </p:nvSpPr>
        <p:spPr>
          <a:xfrm>
            <a:off x="6823485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1" name="Google Shape;941;p19"/>
          <p:cNvSpPr txBox="1"/>
          <p:nvPr/>
        </p:nvSpPr>
        <p:spPr>
          <a:xfrm>
            <a:off x="7441185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D</a:t>
            </a:r>
            <a:endParaRPr b="1" sz="3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2" name="Google Shape;942;p19"/>
          <p:cNvSpPr txBox="1"/>
          <p:nvPr/>
        </p:nvSpPr>
        <p:spPr>
          <a:xfrm>
            <a:off x="7441185" y="970414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B</a:t>
            </a:r>
            <a:endParaRPr b="1" sz="3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3" name="Google Shape;943;p19"/>
          <p:cNvSpPr txBox="1"/>
          <p:nvPr/>
        </p:nvSpPr>
        <p:spPr>
          <a:xfrm>
            <a:off x="385159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endParaRPr b="1" sz="360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4" name="Google Shape;944;p19"/>
          <p:cNvSpPr txBox="1"/>
          <p:nvPr/>
        </p:nvSpPr>
        <p:spPr>
          <a:xfrm>
            <a:off x="385159" y="970414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b="1" sz="3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5" name="Google Shape;945;p19"/>
          <p:cNvSpPr txBox="1"/>
          <p:nvPr/>
        </p:nvSpPr>
        <p:spPr>
          <a:xfrm>
            <a:off x="5561338" y="2768463"/>
            <a:ext cx="8028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 sz="1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6" name="Google Shape;946;p19"/>
          <p:cNvSpPr txBox="1"/>
          <p:nvPr/>
        </p:nvSpPr>
        <p:spPr>
          <a:xfrm>
            <a:off x="5561350" y="1098050"/>
            <a:ext cx="8028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7" name="Google Shape;947;p19"/>
          <p:cNvSpPr txBox="1"/>
          <p:nvPr/>
        </p:nvSpPr>
        <p:spPr>
          <a:xfrm>
            <a:off x="2757825" y="3071363"/>
            <a:ext cx="8028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8" name="Google Shape;948;p19"/>
          <p:cNvSpPr txBox="1"/>
          <p:nvPr/>
        </p:nvSpPr>
        <p:spPr>
          <a:xfrm>
            <a:off x="2767350" y="1312550"/>
            <a:ext cx="802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20"/>
          <p:cNvSpPr txBox="1"/>
          <p:nvPr/>
        </p:nvSpPr>
        <p:spPr>
          <a:xfrm>
            <a:off x="623400" y="332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954" name="Google Shape;954;p20"/>
          <p:cNvGrpSpPr/>
          <p:nvPr/>
        </p:nvGrpSpPr>
        <p:grpSpPr>
          <a:xfrm>
            <a:off x="3126437" y="1166389"/>
            <a:ext cx="2281525" cy="3537638"/>
            <a:chOff x="3126437" y="1166389"/>
            <a:chExt cx="2281525" cy="3537638"/>
          </a:xfrm>
        </p:grpSpPr>
        <p:grpSp>
          <p:nvGrpSpPr>
            <p:cNvPr id="955" name="Google Shape;955;p20"/>
            <p:cNvGrpSpPr/>
            <p:nvPr/>
          </p:nvGrpSpPr>
          <p:grpSpPr>
            <a:xfrm>
              <a:off x="3126437" y="1965423"/>
              <a:ext cx="2281525" cy="340892"/>
              <a:chOff x="1871818" y="2737093"/>
              <a:chExt cx="2281525" cy="340892"/>
            </a:xfrm>
          </p:grpSpPr>
          <p:sp>
            <p:nvSpPr>
              <p:cNvPr id="956" name="Google Shape;956;p20"/>
              <p:cNvSpPr/>
              <p:nvPr/>
            </p:nvSpPr>
            <p:spPr>
              <a:xfrm>
                <a:off x="1871818" y="2737093"/>
                <a:ext cx="146704" cy="340892"/>
              </a:xfrm>
              <a:custGeom>
                <a:rect b="b" l="l" r="r" t="t"/>
                <a:pathLst>
                  <a:path extrusionOk="0" h="1120" w="482">
                    <a:moveTo>
                      <a:pt x="241" y="0"/>
                    </a:moveTo>
                    <a:cubicBezTo>
                      <a:pt x="108" y="0"/>
                      <a:pt x="0" y="107"/>
                      <a:pt x="0" y="240"/>
                    </a:cubicBezTo>
                    <a:lnTo>
                      <a:pt x="0" y="879"/>
                    </a:lnTo>
                    <a:cubicBezTo>
                      <a:pt x="0" y="1012"/>
                      <a:pt x="108" y="1120"/>
                      <a:pt x="241" y="1120"/>
                    </a:cubicBezTo>
                    <a:cubicBezTo>
                      <a:pt x="374" y="1120"/>
                      <a:pt x="481" y="1012"/>
                      <a:pt x="481" y="879"/>
                    </a:cubicBezTo>
                    <a:lnTo>
                      <a:pt x="481" y="240"/>
                    </a:lnTo>
                    <a:cubicBezTo>
                      <a:pt x="481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20"/>
              <p:cNvSpPr/>
              <p:nvPr/>
            </p:nvSpPr>
            <p:spPr>
              <a:xfrm>
                <a:off x="2109223" y="2737093"/>
                <a:ext cx="146704" cy="340892"/>
              </a:xfrm>
              <a:custGeom>
                <a:rect b="b" l="l" r="r" t="t"/>
                <a:pathLst>
                  <a:path extrusionOk="0" h="1120" w="482">
                    <a:moveTo>
                      <a:pt x="241" y="0"/>
                    </a:moveTo>
                    <a:cubicBezTo>
                      <a:pt x="108" y="0"/>
                      <a:pt x="1" y="107"/>
                      <a:pt x="1" y="240"/>
                    </a:cubicBezTo>
                    <a:lnTo>
                      <a:pt x="1" y="879"/>
                    </a:lnTo>
                    <a:cubicBezTo>
                      <a:pt x="1" y="1012"/>
                      <a:pt x="108" y="1120"/>
                      <a:pt x="241" y="1120"/>
                    </a:cubicBezTo>
                    <a:cubicBezTo>
                      <a:pt x="372" y="1120"/>
                      <a:pt x="480" y="1012"/>
                      <a:pt x="482" y="879"/>
                    </a:cubicBezTo>
                    <a:lnTo>
                      <a:pt x="482" y="240"/>
                    </a:lnTo>
                    <a:cubicBezTo>
                      <a:pt x="482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20"/>
              <p:cNvSpPr/>
              <p:nvPr/>
            </p:nvSpPr>
            <p:spPr>
              <a:xfrm>
                <a:off x="2346324" y="2737093"/>
                <a:ext cx="146704" cy="340892"/>
              </a:xfrm>
              <a:custGeom>
                <a:rect b="b" l="l" r="r" t="t"/>
                <a:pathLst>
                  <a:path extrusionOk="0" h="1120" w="482">
                    <a:moveTo>
                      <a:pt x="241" y="0"/>
                    </a:moveTo>
                    <a:cubicBezTo>
                      <a:pt x="108" y="0"/>
                      <a:pt x="1" y="107"/>
                      <a:pt x="1" y="240"/>
                    </a:cubicBezTo>
                    <a:lnTo>
                      <a:pt x="1" y="879"/>
                    </a:lnTo>
                    <a:cubicBezTo>
                      <a:pt x="1" y="1012"/>
                      <a:pt x="108" y="1120"/>
                      <a:pt x="241" y="1120"/>
                    </a:cubicBezTo>
                    <a:cubicBezTo>
                      <a:pt x="374" y="1120"/>
                      <a:pt x="481" y="1012"/>
                      <a:pt x="480" y="879"/>
                    </a:cubicBezTo>
                    <a:lnTo>
                      <a:pt x="480" y="240"/>
                    </a:lnTo>
                    <a:cubicBezTo>
                      <a:pt x="480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20"/>
              <p:cNvSpPr/>
              <p:nvPr/>
            </p:nvSpPr>
            <p:spPr>
              <a:xfrm>
                <a:off x="2583425" y="2737093"/>
                <a:ext cx="146704" cy="340892"/>
              </a:xfrm>
              <a:custGeom>
                <a:rect b="b" l="l" r="r" t="t"/>
                <a:pathLst>
                  <a:path extrusionOk="0" h="1120" w="482">
                    <a:moveTo>
                      <a:pt x="240" y="0"/>
                    </a:moveTo>
                    <a:cubicBezTo>
                      <a:pt x="108" y="0"/>
                      <a:pt x="0" y="107"/>
                      <a:pt x="0" y="240"/>
                    </a:cubicBezTo>
                    <a:lnTo>
                      <a:pt x="0" y="879"/>
                    </a:lnTo>
                    <a:cubicBezTo>
                      <a:pt x="0" y="1012"/>
                      <a:pt x="108" y="1120"/>
                      <a:pt x="241" y="1120"/>
                    </a:cubicBezTo>
                    <a:cubicBezTo>
                      <a:pt x="374" y="1120"/>
                      <a:pt x="481" y="1012"/>
                      <a:pt x="480" y="879"/>
                    </a:cubicBezTo>
                    <a:lnTo>
                      <a:pt x="480" y="240"/>
                    </a:lnTo>
                    <a:cubicBezTo>
                      <a:pt x="480" y="108"/>
                      <a:pt x="373" y="0"/>
                      <a:pt x="24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20"/>
              <p:cNvSpPr/>
              <p:nvPr/>
            </p:nvSpPr>
            <p:spPr>
              <a:xfrm>
                <a:off x="2821135" y="2737093"/>
                <a:ext cx="146095" cy="340892"/>
              </a:xfrm>
              <a:custGeom>
                <a:rect b="b" l="l" r="r" t="t"/>
                <a:pathLst>
                  <a:path extrusionOk="0" h="1120" w="480">
                    <a:moveTo>
                      <a:pt x="240" y="0"/>
                    </a:moveTo>
                    <a:cubicBezTo>
                      <a:pt x="108" y="0"/>
                      <a:pt x="1" y="107"/>
                      <a:pt x="1" y="240"/>
                    </a:cubicBezTo>
                    <a:lnTo>
                      <a:pt x="1" y="879"/>
                    </a:lnTo>
                    <a:cubicBezTo>
                      <a:pt x="1" y="1012"/>
                      <a:pt x="107" y="1120"/>
                      <a:pt x="240" y="1120"/>
                    </a:cubicBezTo>
                    <a:cubicBezTo>
                      <a:pt x="371" y="1120"/>
                      <a:pt x="479" y="1012"/>
                      <a:pt x="480" y="879"/>
                    </a:cubicBezTo>
                    <a:lnTo>
                      <a:pt x="480" y="240"/>
                    </a:lnTo>
                    <a:cubicBezTo>
                      <a:pt x="480" y="108"/>
                      <a:pt x="373" y="0"/>
                      <a:pt x="24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20"/>
              <p:cNvSpPr/>
              <p:nvPr/>
            </p:nvSpPr>
            <p:spPr>
              <a:xfrm>
                <a:off x="3057931" y="2737093"/>
                <a:ext cx="146704" cy="340892"/>
              </a:xfrm>
              <a:custGeom>
                <a:rect b="b" l="l" r="r" t="t"/>
                <a:pathLst>
                  <a:path extrusionOk="0" h="1120" w="482">
                    <a:moveTo>
                      <a:pt x="241" y="0"/>
                    </a:moveTo>
                    <a:cubicBezTo>
                      <a:pt x="108" y="0"/>
                      <a:pt x="1" y="107"/>
                      <a:pt x="1" y="240"/>
                    </a:cubicBezTo>
                    <a:lnTo>
                      <a:pt x="1" y="879"/>
                    </a:lnTo>
                    <a:cubicBezTo>
                      <a:pt x="1" y="1012"/>
                      <a:pt x="108" y="1120"/>
                      <a:pt x="241" y="1120"/>
                    </a:cubicBezTo>
                    <a:cubicBezTo>
                      <a:pt x="374" y="1120"/>
                      <a:pt x="481" y="1012"/>
                      <a:pt x="481" y="879"/>
                    </a:cubicBezTo>
                    <a:lnTo>
                      <a:pt x="481" y="240"/>
                    </a:lnTo>
                    <a:cubicBezTo>
                      <a:pt x="481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20"/>
              <p:cNvSpPr/>
              <p:nvPr/>
            </p:nvSpPr>
            <p:spPr>
              <a:xfrm>
                <a:off x="3295337" y="2737093"/>
                <a:ext cx="146704" cy="340892"/>
              </a:xfrm>
              <a:custGeom>
                <a:rect b="b" l="l" r="r" t="t"/>
                <a:pathLst>
                  <a:path extrusionOk="0" h="1120" w="482">
                    <a:moveTo>
                      <a:pt x="241" y="0"/>
                    </a:moveTo>
                    <a:cubicBezTo>
                      <a:pt x="108" y="0"/>
                      <a:pt x="0" y="107"/>
                      <a:pt x="0" y="240"/>
                    </a:cubicBezTo>
                    <a:lnTo>
                      <a:pt x="0" y="879"/>
                    </a:lnTo>
                    <a:cubicBezTo>
                      <a:pt x="0" y="1012"/>
                      <a:pt x="108" y="1120"/>
                      <a:pt x="241" y="1120"/>
                    </a:cubicBezTo>
                    <a:cubicBezTo>
                      <a:pt x="373" y="1120"/>
                      <a:pt x="480" y="1012"/>
                      <a:pt x="481" y="879"/>
                    </a:cubicBezTo>
                    <a:lnTo>
                      <a:pt x="481" y="240"/>
                    </a:lnTo>
                    <a:cubicBezTo>
                      <a:pt x="481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20"/>
              <p:cNvSpPr/>
              <p:nvPr/>
            </p:nvSpPr>
            <p:spPr>
              <a:xfrm>
                <a:off x="3532438" y="2737093"/>
                <a:ext cx="146704" cy="340892"/>
              </a:xfrm>
              <a:custGeom>
                <a:rect b="b" l="l" r="r" t="t"/>
                <a:pathLst>
                  <a:path extrusionOk="0" h="1120" w="482">
                    <a:moveTo>
                      <a:pt x="241" y="0"/>
                    </a:moveTo>
                    <a:cubicBezTo>
                      <a:pt x="108" y="0"/>
                      <a:pt x="1" y="107"/>
                      <a:pt x="1" y="240"/>
                    </a:cubicBezTo>
                    <a:lnTo>
                      <a:pt x="1" y="879"/>
                    </a:lnTo>
                    <a:cubicBezTo>
                      <a:pt x="1" y="1012"/>
                      <a:pt x="108" y="1120"/>
                      <a:pt x="241" y="1120"/>
                    </a:cubicBezTo>
                    <a:cubicBezTo>
                      <a:pt x="374" y="1120"/>
                      <a:pt x="480" y="1012"/>
                      <a:pt x="482" y="879"/>
                    </a:cubicBezTo>
                    <a:lnTo>
                      <a:pt x="482" y="240"/>
                    </a:lnTo>
                    <a:cubicBezTo>
                      <a:pt x="482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20"/>
              <p:cNvSpPr/>
              <p:nvPr/>
            </p:nvSpPr>
            <p:spPr>
              <a:xfrm>
                <a:off x="3769538" y="2737093"/>
                <a:ext cx="146704" cy="340892"/>
              </a:xfrm>
              <a:custGeom>
                <a:rect b="b" l="l" r="r" t="t"/>
                <a:pathLst>
                  <a:path extrusionOk="0" h="1120" w="482">
                    <a:moveTo>
                      <a:pt x="241" y="0"/>
                    </a:moveTo>
                    <a:cubicBezTo>
                      <a:pt x="108" y="0"/>
                      <a:pt x="1" y="107"/>
                      <a:pt x="1" y="240"/>
                    </a:cubicBezTo>
                    <a:lnTo>
                      <a:pt x="1" y="879"/>
                    </a:lnTo>
                    <a:cubicBezTo>
                      <a:pt x="1" y="1012"/>
                      <a:pt x="108" y="1120"/>
                      <a:pt x="241" y="1120"/>
                    </a:cubicBezTo>
                    <a:cubicBezTo>
                      <a:pt x="374" y="1120"/>
                      <a:pt x="481" y="1012"/>
                      <a:pt x="481" y="879"/>
                    </a:cubicBezTo>
                    <a:lnTo>
                      <a:pt x="481" y="240"/>
                    </a:lnTo>
                    <a:cubicBezTo>
                      <a:pt x="481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20"/>
              <p:cNvSpPr/>
              <p:nvPr/>
            </p:nvSpPr>
            <p:spPr>
              <a:xfrm>
                <a:off x="4006944" y="2737093"/>
                <a:ext cx="146400" cy="340892"/>
              </a:xfrm>
              <a:custGeom>
                <a:rect b="b" l="l" r="r" t="t"/>
                <a:pathLst>
                  <a:path extrusionOk="0" h="1120" w="481">
                    <a:moveTo>
                      <a:pt x="241" y="0"/>
                    </a:moveTo>
                    <a:cubicBezTo>
                      <a:pt x="108" y="0"/>
                      <a:pt x="0" y="107"/>
                      <a:pt x="0" y="240"/>
                    </a:cubicBezTo>
                    <a:lnTo>
                      <a:pt x="0" y="879"/>
                    </a:lnTo>
                    <a:cubicBezTo>
                      <a:pt x="0" y="1012"/>
                      <a:pt x="108" y="1120"/>
                      <a:pt x="241" y="1120"/>
                    </a:cubicBezTo>
                    <a:cubicBezTo>
                      <a:pt x="373" y="1120"/>
                      <a:pt x="480" y="1012"/>
                      <a:pt x="480" y="879"/>
                    </a:cubicBezTo>
                    <a:lnTo>
                      <a:pt x="480" y="240"/>
                    </a:lnTo>
                    <a:cubicBezTo>
                      <a:pt x="480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6" name="Google Shape;966;p20"/>
            <p:cNvGrpSpPr/>
            <p:nvPr/>
          </p:nvGrpSpPr>
          <p:grpSpPr>
            <a:xfrm>
              <a:off x="3126437" y="2764458"/>
              <a:ext cx="2281525" cy="340892"/>
              <a:chOff x="1871818" y="3229544"/>
              <a:chExt cx="2281525" cy="340892"/>
            </a:xfrm>
          </p:grpSpPr>
          <p:sp>
            <p:nvSpPr>
              <p:cNvPr id="967" name="Google Shape;967;p20"/>
              <p:cNvSpPr/>
              <p:nvPr/>
            </p:nvSpPr>
            <p:spPr>
              <a:xfrm>
                <a:off x="1871818" y="3229849"/>
                <a:ext cx="146704" cy="340587"/>
              </a:xfrm>
              <a:custGeom>
                <a:rect b="b" l="l" r="r" t="t"/>
                <a:pathLst>
                  <a:path extrusionOk="0" h="1119" w="482">
                    <a:moveTo>
                      <a:pt x="241" y="1"/>
                    </a:moveTo>
                    <a:cubicBezTo>
                      <a:pt x="108" y="1"/>
                      <a:pt x="0" y="107"/>
                      <a:pt x="0" y="240"/>
                    </a:cubicBezTo>
                    <a:lnTo>
                      <a:pt x="0" y="880"/>
                    </a:lnTo>
                    <a:cubicBezTo>
                      <a:pt x="0" y="1011"/>
                      <a:pt x="108" y="1118"/>
                      <a:pt x="241" y="1118"/>
                    </a:cubicBezTo>
                    <a:cubicBezTo>
                      <a:pt x="374" y="1118"/>
                      <a:pt x="481" y="1011"/>
                      <a:pt x="481" y="880"/>
                    </a:cubicBezTo>
                    <a:lnTo>
                      <a:pt x="481" y="240"/>
                    </a:lnTo>
                    <a:cubicBezTo>
                      <a:pt x="481" y="108"/>
                      <a:pt x="374" y="1"/>
                      <a:pt x="24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20"/>
              <p:cNvSpPr/>
              <p:nvPr/>
            </p:nvSpPr>
            <p:spPr>
              <a:xfrm>
                <a:off x="2109223" y="3229849"/>
                <a:ext cx="146704" cy="340587"/>
              </a:xfrm>
              <a:custGeom>
                <a:rect b="b" l="l" r="r" t="t"/>
                <a:pathLst>
                  <a:path extrusionOk="0" h="1119" w="482">
                    <a:moveTo>
                      <a:pt x="241" y="1"/>
                    </a:moveTo>
                    <a:cubicBezTo>
                      <a:pt x="108" y="1"/>
                      <a:pt x="1" y="107"/>
                      <a:pt x="1" y="240"/>
                    </a:cubicBezTo>
                    <a:lnTo>
                      <a:pt x="1" y="880"/>
                    </a:lnTo>
                    <a:cubicBezTo>
                      <a:pt x="1" y="1011"/>
                      <a:pt x="108" y="1118"/>
                      <a:pt x="241" y="1118"/>
                    </a:cubicBezTo>
                    <a:cubicBezTo>
                      <a:pt x="372" y="1118"/>
                      <a:pt x="480" y="1011"/>
                      <a:pt x="482" y="880"/>
                    </a:cubicBezTo>
                    <a:lnTo>
                      <a:pt x="482" y="240"/>
                    </a:lnTo>
                    <a:cubicBezTo>
                      <a:pt x="482" y="108"/>
                      <a:pt x="374" y="1"/>
                      <a:pt x="24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20"/>
              <p:cNvSpPr/>
              <p:nvPr/>
            </p:nvSpPr>
            <p:spPr>
              <a:xfrm>
                <a:off x="2346324" y="3229849"/>
                <a:ext cx="146704" cy="340587"/>
              </a:xfrm>
              <a:custGeom>
                <a:rect b="b" l="l" r="r" t="t"/>
                <a:pathLst>
                  <a:path extrusionOk="0" h="1119" w="482">
                    <a:moveTo>
                      <a:pt x="241" y="1"/>
                    </a:moveTo>
                    <a:cubicBezTo>
                      <a:pt x="108" y="1"/>
                      <a:pt x="1" y="107"/>
                      <a:pt x="1" y="240"/>
                    </a:cubicBezTo>
                    <a:lnTo>
                      <a:pt x="1" y="880"/>
                    </a:lnTo>
                    <a:cubicBezTo>
                      <a:pt x="1" y="1011"/>
                      <a:pt x="108" y="1118"/>
                      <a:pt x="241" y="1118"/>
                    </a:cubicBezTo>
                    <a:cubicBezTo>
                      <a:pt x="374" y="1118"/>
                      <a:pt x="481" y="1011"/>
                      <a:pt x="480" y="880"/>
                    </a:cubicBezTo>
                    <a:lnTo>
                      <a:pt x="480" y="240"/>
                    </a:lnTo>
                    <a:cubicBezTo>
                      <a:pt x="480" y="108"/>
                      <a:pt x="374" y="1"/>
                      <a:pt x="24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20"/>
              <p:cNvSpPr/>
              <p:nvPr/>
            </p:nvSpPr>
            <p:spPr>
              <a:xfrm>
                <a:off x="2583730" y="3229544"/>
                <a:ext cx="146400" cy="340892"/>
              </a:xfrm>
              <a:custGeom>
                <a:rect b="b" l="l" r="r" t="t"/>
                <a:pathLst>
                  <a:path extrusionOk="0" h="1120" w="481">
                    <a:moveTo>
                      <a:pt x="240" y="1"/>
                    </a:moveTo>
                    <a:cubicBezTo>
                      <a:pt x="108" y="1"/>
                      <a:pt x="0" y="106"/>
                      <a:pt x="0" y="239"/>
                    </a:cubicBezTo>
                    <a:lnTo>
                      <a:pt x="0" y="879"/>
                    </a:lnTo>
                    <a:cubicBezTo>
                      <a:pt x="0" y="1012"/>
                      <a:pt x="107" y="1119"/>
                      <a:pt x="240" y="1119"/>
                    </a:cubicBezTo>
                    <a:cubicBezTo>
                      <a:pt x="373" y="1119"/>
                      <a:pt x="480" y="1012"/>
                      <a:pt x="480" y="879"/>
                    </a:cubicBezTo>
                    <a:lnTo>
                      <a:pt x="480" y="239"/>
                    </a:lnTo>
                    <a:cubicBezTo>
                      <a:pt x="480" y="108"/>
                      <a:pt x="373" y="1"/>
                      <a:pt x="24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20"/>
              <p:cNvSpPr/>
              <p:nvPr/>
            </p:nvSpPr>
            <p:spPr>
              <a:xfrm>
                <a:off x="2821135" y="3229849"/>
                <a:ext cx="146095" cy="340587"/>
              </a:xfrm>
              <a:custGeom>
                <a:rect b="b" l="l" r="r" t="t"/>
                <a:pathLst>
                  <a:path extrusionOk="0" h="1119" w="480">
                    <a:moveTo>
                      <a:pt x="240" y="1"/>
                    </a:moveTo>
                    <a:cubicBezTo>
                      <a:pt x="108" y="1"/>
                      <a:pt x="1" y="107"/>
                      <a:pt x="1" y="240"/>
                    </a:cubicBezTo>
                    <a:lnTo>
                      <a:pt x="1" y="880"/>
                    </a:lnTo>
                    <a:cubicBezTo>
                      <a:pt x="1" y="1011"/>
                      <a:pt x="107" y="1118"/>
                      <a:pt x="240" y="1118"/>
                    </a:cubicBezTo>
                    <a:cubicBezTo>
                      <a:pt x="371" y="1118"/>
                      <a:pt x="479" y="1011"/>
                      <a:pt x="480" y="880"/>
                    </a:cubicBezTo>
                    <a:lnTo>
                      <a:pt x="480" y="240"/>
                    </a:lnTo>
                    <a:cubicBezTo>
                      <a:pt x="480" y="108"/>
                      <a:pt x="373" y="1"/>
                      <a:pt x="24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20"/>
              <p:cNvSpPr/>
              <p:nvPr/>
            </p:nvSpPr>
            <p:spPr>
              <a:xfrm>
                <a:off x="3057931" y="3229849"/>
                <a:ext cx="146704" cy="340587"/>
              </a:xfrm>
              <a:custGeom>
                <a:rect b="b" l="l" r="r" t="t"/>
                <a:pathLst>
                  <a:path extrusionOk="0" h="1119" w="482">
                    <a:moveTo>
                      <a:pt x="241" y="1"/>
                    </a:moveTo>
                    <a:cubicBezTo>
                      <a:pt x="108" y="1"/>
                      <a:pt x="1" y="107"/>
                      <a:pt x="1" y="240"/>
                    </a:cubicBezTo>
                    <a:lnTo>
                      <a:pt x="1" y="880"/>
                    </a:lnTo>
                    <a:cubicBezTo>
                      <a:pt x="1" y="1011"/>
                      <a:pt x="108" y="1118"/>
                      <a:pt x="241" y="1118"/>
                    </a:cubicBezTo>
                    <a:cubicBezTo>
                      <a:pt x="374" y="1118"/>
                      <a:pt x="481" y="1011"/>
                      <a:pt x="481" y="880"/>
                    </a:cubicBezTo>
                    <a:lnTo>
                      <a:pt x="481" y="240"/>
                    </a:lnTo>
                    <a:cubicBezTo>
                      <a:pt x="481" y="108"/>
                      <a:pt x="374" y="1"/>
                      <a:pt x="24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20"/>
              <p:cNvSpPr/>
              <p:nvPr/>
            </p:nvSpPr>
            <p:spPr>
              <a:xfrm>
                <a:off x="3295337" y="3229849"/>
                <a:ext cx="146704" cy="340587"/>
              </a:xfrm>
              <a:custGeom>
                <a:rect b="b" l="l" r="r" t="t"/>
                <a:pathLst>
                  <a:path extrusionOk="0" h="1119" w="482">
                    <a:moveTo>
                      <a:pt x="241" y="1"/>
                    </a:moveTo>
                    <a:cubicBezTo>
                      <a:pt x="108" y="1"/>
                      <a:pt x="0" y="107"/>
                      <a:pt x="0" y="240"/>
                    </a:cubicBezTo>
                    <a:lnTo>
                      <a:pt x="0" y="880"/>
                    </a:lnTo>
                    <a:cubicBezTo>
                      <a:pt x="0" y="1011"/>
                      <a:pt x="108" y="1118"/>
                      <a:pt x="241" y="1118"/>
                    </a:cubicBezTo>
                    <a:cubicBezTo>
                      <a:pt x="373" y="1118"/>
                      <a:pt x="480" y="1011"/>
                      <a:pt x="481" y="880"/>
                    </a:cubicBezTo>
                    <a:lnTo>
                      <a:pt x="481" y="240"/>
                    </a:lnTo>
                    <a:cubicBezTo>
                      <a:pt x="481" y="108"/>
                      <a:pt x="374" y="1"/>
                      <a:pt x="241" y="1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20"/>
              <p:cNvSpPr/>
              <p:nvPr/>
            </p:nvSpPr>
            <p:spPr>
              <a:xfrm>
                <a:off x="3532438" y="3229849"/>
                <a:ext cx="146704" cy="340587"/>
              </a:xfrm>
              <a:custGeom>
                <a:rect b="b" l="l" r="r" t="t"/>
                <a:pathLst>
                  <a:path extrusionOk="0" h="1119" w="482">
                    <a:moveTo>
                      <a:pt x="241" y="1"/>
                    </a:moveTo>
                    <a:cubicBezTo>
                      <a:pt x="108" y="1"/>
                      <a:pt x="1" y="107"/>
                      <a:pt x="1" y="240"/>
                    </a:cubicBezTo>
                    <a:lnTo>
                      <a:pt x="1" y="880"/>
                    </a:lnTo>
                    <a:cubicBezTo>
                      <a:pt x="1" y="1011"/>
                      <a:pt x="108" y="1118"/>
                      <a:pt x="241" y="1118"/>
                    </a:cubicBezTo>
                    <a:cubicBezTo>
                      <a:pt x="372" y="1118"/>
                      <a:pt x="480" y="1011"/>
                      <a:pt x="482" y="880"/>
                    </a:cubicBezTo>
                    <a:lnTo>
                      <a:pt x="482" y="240"/>
                    </a:lnTo>
                    <a:cubicBezTo>
                      <a:pt x="482" y="108"/>
                      <a:pt x="374" y="1"/>
                      <a:pt x="241" y="1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20"/>
              <p:cNvSpPr/>
              <p:nvPr/>
            </p:nvSpPr>
            <p:spPr>
              <a:xfrm>
                <a:off x="3769538" y="3229544"/>
                <a:ext cx="146704" cy="340892"/>
              </a:xfrm>
              <a:custGeom>
                <a:rect b="b" l="l" r="r" t="t"/>
                <a:pathLst>
                  <a:path extrusionOk="0" h="1120" w="482">
                    <a:moveTo>
                      <a:pt x="241" y="1"/>
                    </a:moveTo>
                    <a:cubicBezTo>
                      <a:pt x="108" y="1"/>
                      <a:pt x="1" y="106"/>
                      <a:pt x="1" y="239"/>
                    </a:cubicBezTo>
                    <a:lnTo>
                      <a:pt x="1" y="879"/>
                    </a:lnTo>
                    <a:cubicBezTo>
                      <a:pt x="1" y="1012"/>
                      <a:pt x="108" y="1119"/>
                      <a:pt x="241" y="1119"/>
                    </a:cubicBezTo>
                    <a:cubicBezTo>
                      <a:pt x="374" y="1119"/>
                      <a:pt x="481" y="1012"/>
                      <a:pt x="481" y="879"/>
                    </a:cubicBezTo>
                    <a:lnTo>
                      <a:pt x="481" y="239"/>
                    </a:lnTo>
                    <a:cubicBezTo>
                      <a:pt x="481" y="108"/>
                      <a:pt x="374" y="1"/>
                      <a:pt x="241" y="1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20"/>
              <p:cNvSpPr/>
              <p:nvPr/>
            </p:nvSpPr>
            <p:spPr>
              <a:xfrm>
                <a:off x="4006944" y="3229849"/>
                <a:ext cx="146400" cy="340587"/>
              </a:xfrm>
              <a:custGeom>
                <a:rect b="b" l="l" r="r" t="t"/>
                <a:pathLst>
                  <a:path extrusionOk="0" h="1119" w="481">
                    <a:moveTo>
                      <a:pt x="241" y="1"/>
                    </a:moveTo>
                    <a:cubicBezTo>
                      <a:pt x="108" y="1"/>
                      <a:pt x="0" y="107"/>
                      <a:pt x="0" y="240"/>
                    </a:cubicBezTo>
                    <a:lnTo>
                      <a:pt x="0" y="880"/>
                    </a:lnTo>
                    <a:cubicBezTo>
                      <a:pt x="0" y="1011"/>
                      <a:pt x="108" y="1118"/>
                      <a:pt x="241" y="1118"/>
                    </a:cubicBezTo>
                    <a:cubicBezTo>
                      <a:pt x="373" y="1118"/>
                      <a:pt x="480" y="1011"/>
                      <a:pt x="480" y="880"/>
                    </a:cubicBezTo>
                    <a:lnTo>
                      <a:pt x="480" y="240"/>
                    </a:lnTo>
                    <a:cubicBezTo>
                      <a:pt x="480" y="108"/>
                      <a:pt x="374" y="1"/>
                      <a:pt x="241" y="1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7" name="Google Shape;977;p20"/>
            <p:cNvGrpSpPr/>
            <p:nvPr/>
          </p:nvGrpSpPr>
          <p:grpSpPr>
            <a:xfrm>
              <a:off x="3126437" y="3563492"/>
              <a:ext cx="2281525" cy="341196"/>
              <a:chOff x="1871818" y="3721996"/>
              <a:chExt cx="2281525" cy="341196"/>
            </a:xfrm>
          </p:grpSpPr>
          <p:sp>
            <p:nvSpPr>
              <p:cNvPr id="978" name="Google Shape;978;p20"/>
              <p:cNvSpPr/>
              <p:nvPr/>
            </p:nvSpPr>
            <p:spPr>
              <a:xfrm>
                <a:off x="1871818" y="3721996"/>
                <a:ext cx="146704" cy="341196"/>
              </a:xfrm>
              <a:custGeom>
                <a:rect b="b" l="l" r="r" t="t"/>
                <a:pathLst>
                  <a:path extrusionOk="0" h="1121" w="482">
                    <a:moveTo>
                      <a:pt x="241" y="1"/>
                    </a:moveTo>
                    <a:cubicBezTo>
                      <a:pt x="108" y="1"/>
                      <a:pt x="0" y="108"/>
                      <a:pt x="0" y="241"/>
                    </a:cubicBezTo>
                    <a:lnTo>
                      <a:pt x="0" y="881"/>
                    </a:lnTo>
                    <a:cubicBezTo>
                      <a:pt x="0" y="1014"/>
                      <a:pt x="108" y="1121"/>
                      <a:pt x="241" y="1121"/>
                    </a:cubicBezTo>
                    <a:cubicBezTo>
                      <a:pt x="374" y="1121"/>
                      <a:pt x="481" y="1014"/>
                      <a:pt x="481" y="881"/>
                    </a:cubicBezTo>
                    <a:lnTo>
                      <a:pt x="481" y="241"/>
                    </a:lnTo>
                    <a:cubicBezTo>
                      <a:pt x="481" y="108"/>
                      <a:pt x="374" y="1"/>
                      <a:pt x="2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20"/>
              <p:cNvSpPr/>
              <p:nvPr/>
            </p:nvSpPr>
            <p:spPr>
              <a:xfrm>
                <a:off x="2109223" y="3721996"/>
                <a:ext cx="146704" cy="341196"/>
              </a:xfrm>
              <a:custGeom>
                <a:rect b="b" l="l" r="r" t="t"/>
                <a:pathLst>
                  <a:path extrusionOk="0" h="1121" w="482">
                    <a:moveTo>
                      <a:pt x="241" y="1"/>
                    </a:moveTo>
                    <a:cubicBezTo>
                      <a:pt x="108" y="1"/>
                      <a:pt x="1" y="108"/>
                      <a:pt x="1" y="241"/>
                    </a:cubicBezTo>
                    <a:lnTo>
                      <a:pt x="1" y="881"/>
                    </a:lnTo>
                    <a:cubicBezTo>
                      <a:pt x="1" y="1014"/>
                      <a:pt x="108" y="1121"/>
                      <a:pt x="241" y="1121"/>
                    </a:cubicBezTo>
                    <a:cubicBezTo>
                      <a:pt x="372" y="1121"/>
                      <a:pt x="480" y="1014"/>
                      <a:pt x="482" y="881"/>
                    </a:cubicBezTo>
                    <a:lnTo>
                      <a:pt x="482" y="241"/>
                    </a:lnTo>
                    <a:cubicBezTo>
                      <a:pt x="482" y="108"/>
                      <a:pt x="374" y="1"/>
                      <a:pt x="2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20"/>
              <p:cNvSpPr/>
              <p:nvPr/>
            </p:nvSpPr>
            <p:spPr>
              <a:xfrm>
                <a:off x="2346324" y="3721996"/>
                <a:ext cx="146704" cy="341196"/>
              </a:xfrm>
              <a:custGeom>
                <a:rect b="b" l="l" r="r" t="t"/>
                <a:pathLst>
                  <a:path extrusionOk="0" h="1121" w="482">
                    <a:moveTo>
                      <a:pt x="241" y="1"/>
                    </a:moveTo>
                    <a:cubicBezTo>
                      <a:pt x="108" y="1"/>
                      <a:pt x="1" y="108"/>
                      <a:pt x="1" y="241"/>
                    </a:cubicBezTo>
                    <a:lnTo>
                      <a:pt x="1" y="881"/>
                    </a:lnTo>
                    <a:cubicBezTo>
                      <a:pt x="1" y="1014"/>
                      <a:pt x="108" y="1121"/>
                      <a:pt x="241" y="1121"/>
                    </a:cubicBezTo>
                    <a:cubicBezTo>
                      <a:pt x="374" y="1121"/>
                      <a:pt x="481" y="1014"/>
                      <a:pt x="480" y="881"/>
                    </a:cubicBezTo>
                    <a:lnTo>
                      <a:pt x="480" y="241"/>
                    </a:lnTo>
                    <a:cubicBezTo>
                      <a:pt x="480" y="108"/>
                      <a:pt x="374" y="1"/>
                      <a:pt x="2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20"/>
              <p:cNvSpPr/>
              <p:nvPr/>
            </p:nvSpPr>
            <p:spPr>
              <a:xfrm>
                <a:off x="2583730" y="3721996"/>
                <a:ext cx="146400" cy="341196"/>
              </a:xfrm>
              <a:custGeom>
                <a:rect b="b" l="l" r="r" t="t"/>
                <a:pathLst>
                  <a:path extrusionOk="0" h="1121" w="481">
                    <a:moveTo>
                      <a:pt x="240" y="1"/>
                    </a:moveTo>
                    <a:cubicBezTo>
                      <a:pt x="108" y="1"/>
                      <a:pt x="0" y="108"/>
                      <a:pt x="0" y="241"/>
                    </a:cubicBezTo>
                    <a:lnTo>
                      <a:pt x="0" y="881"/>
                    </a:lnTo>
                    <a:cubicBezTo>
                      <a:pt x="0" y="1014"/>
                      <a:pt x="107" y="1121"/>
                      <a:pt x="240" y="1121"/>
                    </a:cubicBezTo>
                    <a:cubicBezTo>
                      <a:pt x="373" y="1121"/>
                      <a:pt x="480" y="1014"/>
                      <a:pt x="480" y="881"/>
                    </a:cubicBezTo>
                    <a:lnTo>
                      <a:pt x="480" y="241"/>
                    </a:lnTo>
                    <a:cubicBezTo>
                      <a:pt x="480" y="108"/>
                      <a:pt x="373" y="1"/>
                      <a:pt x="2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20"/>
              <p:cNvSpPr/>
              <p:nvPr/>
            </p:nvSpPr>
            <p:spPr>
              <a:xfrm>
                <a:off x="2821135" y="3721996"/>
                <a:ext cx="146095" cy="341196"/>
              </a:xfrm>
              <a:custGeom>
                <a:rect b="b" l="l" r="r" t="t"/>
                <a:pathLst>
                  <a:path extrusionOk="0" h="1121" w="480">
                    <a:moveTo>
                      <a:pt x="240" y="1"/>
                    </a:moveTo>
                    <a:cubicBezTo>
                      <a:pt x="108" y="1"/>
                      <a:pt x="1" y="108"/>
                      <a:pt x="1" y="241"/>
                    </a:cubicBezTo>
                    <a:lnTo>
                      <a:pt x="1" y="881"/>
                    </a:lnTo>
                    <a:cubicBezTo>
                      <a:pt x="1" y="1014"/>
                      <a:pt x="107" y="1121"/>
                      <a:pt x="240" y="1121"/>
                    </a:cubicBezTo>
                    <a:cubicBezTo>
                      <a:pt x="371" y="1121"/>
                      <a:pt x="479" y="1014"/>
                      <a:pt x="480" y="881"/>
                    </a:cubicBezTo>
                    <a:lnTo>
                      <a:pt x="480" y="241"/>
                    </a:lnTo>
                    <a:cubicBezTo>
                      <a:pt x="480" y="108"/>
                      <a:pt x="373" y="1"/>
                      <a:pt x="2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20"/>
              <p:cNvSpPr/>
              <p:nvPr/>
            </p:nvSpPr>
            <p:spPr>
              <a:xfrm>
                <a:off x="3057931" y="3721996"/>
                <a:ext cx="146704" cy="341196"/>
              </a:xfrm>
              <a:custGeom>
                <a:rect b="b" l="l" r="r" t="t"/>
                <a:pathLst>
                  <a:path extrusionOk="0" h="1121" w="482">
                    <a:moveTo>
                      <a:pt x="241" y="1"/>
                    </a:moveTo>
                    <a:cubicBezTo>
                      <a:pt x="108" y="1"/>
                      <a:pt x="1" y="108"/>
                      <a:pt x="1" y="241"/>
                    </a:cubicBezTo>
                    <a:lnTo>
                      <a:pt x="1" y="881"/>
                    </a:lnTo>
                    <a:cubicBezTo>
                      <a:pt x="1" y="1014"/>
                      <a:pt x="108" y="1121"/>
                      <a:pt x="241" y="1121"/>
                    </a:cubicBezTo>
                    <a:cubicBezTo>
                      <a:pt x="374" y="1121"/>
                      <a:pt x="481" y="1014"/>
                      <a:pt x="481" y="881"/>
                    </a:cubicBezTo>
                    <a:lnTo>
                      <a:pt x="481" y="241"/>
                    </a:lnTo>
                    <a:cubicBezTo>
                      <a:pt x="481" y="108"/>
                      <a:pt x="374" y="1"/>
                      <a:pt x="2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20"/>
              <p:cNvSpPr/>
              <p:nvPr/>
            </p:nvSpPr>
            <p:spPr>
              <a:xfrm>
                <a:off x="3295337" y="3721996"/>
                <a:ext cx="146704" cy="341196"/>
              </a:xfrm>
              <a:custGeom>
                <a:rect b="b" l="l" r="r" t="t"/>
                <a:pathLst>
                  <a:path extrusionOk="0" h="1121" w="482">
                    <a:moveTo>
                      <a:pt x="241" y="1"/>
                    </a:moveTo>
                    <a:cubicBezTo>
                      <a:pt x="108" y="1"/>
                      <a:pt x="0" y="108"/>
                      <a:pt x="0" y="241"/>
                    </a:cubicBezTo>
                    <a:lnTo>
                      <a:pt x="0" y="881"/>
                    </a:lnTo>
                    <a:cubicBezTo>
                      <a:pt x="0" y="1014"/>
                      <a:pt x="108" y="1121"/>
                      <a:pt x="241" y="1121"/>
                    </a:cubicBezTo>
                    <a:cubicBezTo>
                      <a:pt x="373" y="1121"/>
                      <a:pt x="480" y="1014"/>
                      <a:pt x="481" y="881"/>
                    </a:cubicBezTo>
                    <a:lnTo>
                      <a:pt x="481" y="241"/>
                    </a:lnTo>
                    <a:cubicBezTo>
                      <a:pt x="481" y="108"/>
                      <a:pt x="374" y="1"/>
                      <a:pt x="2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20"/>
              <p:cNvSpPr/>
              <p:nvPr/>
            </p:nvSpPr>
            <p:spPr>
              <a:xfrm>
                <a:off x="3532438" y="3721996"/>
                <a:ext cx="146704" cy="341196"/>
              </a:xfrm>
              <a:custGeom>
                <a:rect b="b" l="l" r="r" t="t"/>
                <a:pathLst>
                  <a:path extrusionOk="0" h="1121" w="482">
                    <a:moveTo>
                      <a:pt x="241" y="1"/>
                    </a:moveTo>
                    <a:cubicBezTo>
                      <a:pt x="108" y="1"/>
                      <a:pt x="1" y="108"/>
                      <a:pt x="1" y="241"/>
                    </a:cubicBezTo>
                    <a:lnTo>
                      <a:pt x="1" y="881"/>
                    </a:lnTo>
                    <a:cubicBezTo>
                      <a:pt x="1" y="1014"/>
                      <a:pt x="108" y="1121"/>
                      <a:pt x="241" y="1121"/>
                    </a:cubicBezTo>
                    <a:cubicBezTo>
                      <a:pt x="372" y="1121"/>
                      <a:pt x="480" y="1014"/>
                      <a:pt x="482" y="881"/>
                    </a:cubicBezTo>
                    <a:lnTo>
                      <a:pt x="482" y="241"/>
                    </a:lnTo>
                    <a:cubicBezTo>
                      <a:pt x="482" y="108"/>
                      <a:pt x="374" y="1"/>
                      <a:pt x="2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20"/>
              <p:cNvSpPr/>
              <p:nvPr/>
            </p:nvSpPr>
            <p:spPr>
              <a:xfrm>
                <a:off x="3769538" y="3721996"/>
                <a:ext cx="146704" cy="341196"/>
              </a:xfrm>
              <a:custGeom>
                <a:rect b="b" l="l" r="r" t="t"/>
                <a:pathLst>
                  <a:path extrusionOk="0" h="1121" w="482">
                    <a:moveTo>
                      <a:pt x="241" y="1"/>
                    </a:moveTo>
                    <a:cubicBezTo>
                      <a:pt x="108" y="1"/>
                      <a:pt x="1" y="108"/>
                      <a:pt x="1" y="241"/>
                    </a:cubicBezTo>
                    <a:lnTo>
                      <a:pt x="1" y="881"/>
                    </a:lnTo>
                    <a:cubicBezTo>
                      <a:pt x="1" y="1014"/>
                      <a:pt x="108" y="1121"/>
                      <a:pt x="241" y="1121"/>
                    </a:cubicBezTo>
                    <a:cubicBezTo>
                      <a:pt x="374" y="1121"/>
                      <a:pt x="481" y="1014"/>
                      <a:pt x="481" y="881"/>
                    </a:cubicBezTo>
                    <a:lnTo>
                      <a:pt x="481" y="241"/>
                    </a:lnTo>
                    <a:cubicBezTo>
                      <a:pt x="481" y="108"/>
                      <a:pt x="374" y="1"/>
                      <a:pt x="241" y="1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20"/>
              <p:cNvSpPr/>
              <p:nvPr/>
            </p:nvSpPr>
            <p:spPr>
              <a:xfrm>
                <a:off x="4006944" y="3721996"/>
                <a:ext cx="146400" cy="341196"/>
              </a:xfrm>
              <a:custGeom>
                <a:rect b="b" l="l" r="r" t="t"/>
                <a:pathLst>
                  <a:path extrusionOk="0" h="1121" w="481">
                    <a:moveTo>
                      <a:pt x="241" y="1"/>
                    </a:moveTo>
                    <a:cubicBezTo>
                      <a:pt x="108" y="1"/>
                      <a:pt x="0" y="108"/>
                      <a:pt x="0" y="241"/>
                    </a:cubicBezTo>
                    <a:lnTo>
                      <a:pt x="0" y="881"/>
                    </a:lnTo>
                    <a:cubicBezTo>
                      <a:pt x="0" y="1014"/>
                      <a:pt x="108" y="1121"/>
                      <a:pt x="241" y="1121"/>
                    </a:cubicBezTo>
                    <a:cubicBezTo>
                      <a:pt x="373" y="1121"/>
                      <a:pt x="480" y="1014"/>
                      <a:pt x="480" y="881"/>
                    </a:cubicBezTo>
                    <a:lnTo>
                      <a:pt x="480" y="241"/>
                    </a:lnTo>
                    <a:cubicBezTo>
                      <a:pt x="480" y="108"/>
                      <a:pt x="374" y="1"/>
                      <a:pt x="241" y="1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8" name="Google Shape;988;p20"/>
            <p:cNvGrpSpPr/>
            <p:nvPr/>
          </p:nvGrpSpPr>
          <p:grpSpPr>
            <a:xfrm>
              <a:off x="3126437" y="4362831"/>
              <a:ext cx="2281525" cy="341196"/>
              <a:chOff x="1871818" y="4214752"/>
              <a:chExt cx="2281525" cy="341196"/>
            </a:xfrm>
          </p:grpSpPr>
          <p:sp>
            <p:nvSpPr>
              <p:cNvPr id="989" name="Google Shape;989;p20"/>
              <p:cNvSpPr/>
              <p:nvPr/>
            </p:nvSpPr>
            <p:spPr>
              <a:xfrm>
                <a:off x="1871818" y="4214752"/>
                <a:ext cx="146704" cy="341196"/>
              </a:xfrm>
              <a:custGeom>
                <a:rect b="b" l="l" r="r" t="t"/>
                <a:pathLst>
                  <a:path extrusionOk="0" h="1121" w="482">
                    <a:moveTo>
                      <a:pt x="241" y="0"/>
                    </a:moveTo>
                    <a:cubicBezTo>
                      <a:pt x="108" y="0"/>
                      <a:pt x="0" y="108"/>
                      <a:pt x="0" y="241"/>
                    </a:cubicBezTo>
                    <a:lnTo>
                      <a:pt x="0" y="880"/>
                    </a:lnTo>
                    <a:cubicBezTo>
                      <a:pt x="0" y="1013"/>
                      <a:pt x="108" y="1121"/>
                      <a:pt x="241" y="1121"/>
                    </a:cubicBezTo>
                    <a:cubicBezTo>
                      <a:pt x="374" y="1121"/>
                      <a:pt x="481" y="1013"/>
                      <a:pt x="481" y="880"/>
                    </a:cubicBezTo>
                    <a:lnTo>
                      <a:pt x="481" y="241"/>
                    </a:lnTo>
                    <a:cubicBezTo>
                      <a:pt x="481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20"/>
              <p:cNvSpPr/>
              <p:nvPr/>
            </p:nvSpPr>
            <p:spPr>
              <a:xfrm>
                <a:off x="2109223" y="4214752"/>
                <a:ext cx="146704" cy="341196"/>
              </a:xfrm>
              <a:custGeom>
                <a:rect b="b" l="l" r="r" t="t"/>
                <a:pathLst>
                  <a:path extrusionOk="0" h="1121" w="482">
                    <a:moveTo>
                      <a:pt x="241" y="0"/>
                    </a:moveTo>
                    <a:cubicBezTo>
                      <a:pt x="108" y="0"/>
                      <a:pt x="1" y="108"/>
                      <a:pt x="1" y="241"/>
                    </a:cubicBezTo>
                    <a:lnTo>
                      <a:pt x="1" y="880"/>
                    </a:lnTo>
                    <a:cubicBezTo>
                      <a:pt x="1" y="1013"/>
                      <a:pt x="108" y="1121"/>
                      <a:pt x="241" y="1121"/>
                    </a:cubicBezTo>
                    <a:cubicBezTo>
                      <a:pt x="372" y="1121"/>
                      <a:pt x="480" y="1013"/>
                      <a:pt x="482" y="880"/>
                    </a:cubicBezTo>
                    <a:lnTo>
                      <a:pt x="482" y="241"/>
                    </a:lnTo>
                    <a:cubicBezTo>
                      <a:pt x="482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20"/>
              <p:cNvSpPr/>
              <p:nvPr/>
            </p:nvSpPr>
            <p:spPr>
              <a:xfrm>
                <a:off x="2346324" y="4214752"/>
                <a:ext cx="146704" cy="341196"/>
              </a:xfrm>
              <a:custGeom>
                <a:rect b="b" l="l" r="r" t="t"/>
                <a:pathLst>
                  <a:path extrusionOk="0" h="1121" w="482">
                    <a:moveTo>
                      <a:pt x="241" y="0"/>
                    </a:moveTo>
                    <a:cubicBezTo>
                      <a:pt x="108" y="0"/>
                      <a:pt x="1" y="108"/>
                      <a:pt x="1" y="241"/>
                    </a:cubicBezTo>
                    <a:lnTo>
                      <a:pt x="1" y="880"/>
                    </a:lnTo>
                    <a:cubicBezTo>
                      <a:pt x="1" y="1013"/>
                      <a:pt x="108" y="1121"/>
                      <a:pt x="241" y="1121"/>
                    </a:cubicBezTo>
                    <a:cubicBezTo>
                      <a:pt x="374" y="1121"/>
                      <a:pt x="481" y="1013"/>
                      <a:pt x="480" y="880"/>
                    </a:cubicBezTo>
                    <a:lnTo>
                      <a:pt x="480" y="241"/>
                    </a:lnTo>
                    <a:cubicBezTo>
                      <a:pt x="480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20"/>
              <p:cNvSpPr/>
              <p:nvPr/>
            </p:nvSpPr>
            <p:spPr>
              <a:xfrm>
                <a:off x="2583730" y="4214752"/>
                <a:ext cx="146400" cy="341196"/>
              </a:xfrm>
              <a:custGeom>
                <a:rect b="b" l="l" r="r" t="t"/>
                <a:pathLst>
                  <a:path extrusionOk="0" h="1121" w="481">
                    <a:moveTo>
                      <a:pt x="240" y="0"/>
                    </a:moveTo>
                    <a:cubicBezTo>
                      <a:pt x="108" y="0"/>
                      <a:pt x="0" y="108"/>
                      <a:pt x="0" y="241"/>
                    </a:cubicBezTo>
                    <a:lnTo>
                      <a:pt x="0" y="880"/>
                    </a:lnTo>
                    <a:cubicBezTo>
                      <a:pt x="0" y="1013"/>
                      <a:pt x="107" y="1121"/>
                      <a:pt x="240" y="1121"/>
                    </a:cubicBezTo>
                    <a:cubicBezTo>
                      <a:pt x="373" y="1121"/>
                      <a:pt x="480" y="1013"/>
                      <a:pt x="480" y="880"/>
                    </a:cubicBezTo>
                    <a:lnTo>
                      <a:pt x="480" y="241"/>
                    </a:lnTo>
                    <a:cubicBezTo>
                      <a:pt x="480" y="108"/>
                      <a:pt x="373" y="0"/>
                      <a:pt x="2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20"/>
              <p:cNvSpPr/>
              <p:nvPr/>
            </p:nvSpPr>
            <p:spPr>
              <a:xfrm>
                <a:off x="2821135" y="4214752"/>
                <a:ext cx="146095" cy="341196"/>
              </a:xfrm>
              <a:custGeom>
                <a:rect b="b" l="l" r="r" t="t"/>
                <a:pathLst>
                  <a:path extrusionOk="0" h="1121" w="480">
                    <a:moveTo>
                      <a:pt x="240" y="0"/>
                    </a:moveTo>
                    <a:cubicBezTo>
                      <a:pt x="108" y="0"/>
                      <a:pt x="1" y="108"/>
                      <a:pt x="1" y="241"/>
                    </a:cubicBezTo>
                    <a:lnTo>
                      <a:pt x="1" y="880"/>
                    </a:lnTo>
                    <a:cubicBezTo>
                      <a:pt x="1" y="1013"/>
                      <a:pt x="107" y="1121"/>
                      <a:pt x="240" y="1121"/>
                    </a:cubicBezTo>
                    <a:cubicBezTo>
                      <a:pt x="371" y="1121"/>
                      <a:pt x="479" y="1013"/>
                      <a:pt x="480" y="880"/>
                    </a:cubicBezTo>
                    <a:lnTo>
                      <a:pt x="480" y="241"/>
                    </a:lnTo>
                    <a:cubicBezTo>
                      <a:pt x="480" y="108"/>
                      <a:pt x="373" y="0"/>
                      <a:pt x="2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20"/>
              <p:cNvSpPr/>
              <p:nvPr/>
            </p:nvSpPr>
            <p:spPr>
              <a:xfrm>
                <a:off x="3057931" y="4214752"/>
                <a:ext cx="146704" cy="341196"/>
              </a:xfrm>
              <a:custGeom>
                <a:rect b="b" l="l" r="r" t="t"/>
                <a:pathLst>
                  <a:path extrusionOk="0" h="1121" w="482">
                    <a:moveTo>
                      <a:pt x="241" y="0"/>
                    </a:moveTo>
                    <a:cubicBezTo>
                      <a:pt x="108" y="0"/>
                      <a:pt x="1" y="108"/>
                      <a:pt x="1" y="241"/>
                    </a:cubicBezTo>
                    <a:lnTo>
                      <a:pt x="1" y="880"/>
                    </a:lnTo>
                    <a:cubicBezTo>
                      <a:pt x="1" y="1013"/>
                      <a:pt x="108" y="1121"/>
                      <a:pt x="241" y="1121"/>
                    </a:cubicBezTo>
                    <a:cubicBezTo>
                      <a:pt x="374" y="1121"/>
                      <a:pt x="481" y="1013"/>
                      <a:pt x="481" y="880"/>
                    </a:cubicBezTo>
                    <a:lnTo>
                      <a:pt x="481" y="241"/>
                    </a:lnTo>
                    <a:cubicBezTo>
                      <a:pt x="481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20"/>
              <p:cNvSpPr/>
              <p:nvPr/>
            </p:nvSpPr>
            <p:spPr>
              <a:xfrm>
                <a:off x="3295337" y="4214752"/>
                <a:ext cx="146704" cy="341196"/>
              </a:xfrm>
              <a:custGeom>
                <a:rect b="b" l="l" r="r" t="t"/>
                <a:pathLst>
                  <a:path extrusionOk="0" h="1121" w="482">
                    <a:moveTo>
                      <a:pt x="241" y="0"/>
                    </a:moveTo>
                    <a:cubicBezTo>
                      <a:pt x="108" y="0"/>
                      <a:pt x="0" y="108"/>
                      <a:pt x="0" y="241"/>
                    </a:cubicBezTo>
                    <a:lnTo>
                      <a:pt x="0" y="880"/>
                    </a:lnTo>
                    <a:cubicBezTo>
                      <a:pt x="0" y="1013"/>
                      <a:pt x="108" y="1121"/>
                      <a:pt x="241" y="1121"/>
                    </a:cubicBezTo>
                    <a:cubicBezTo>
                      <a:pt x="373" y="1121"/>
                      <a:pt x="480" y="1013"/>
                      <a:pt x="481" y="880"/>
                    </a:cubicBezTo>
                    <a:lnTo>
                      <a:pt x="481" y="241"/>
                    </a:lnTo>
                    <a:cubicBezTo>
                      <a:pt x="481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20"/>
              <p:cNvSpPr/>
              <p:nvPr/>
            </p:nvSpPr>
            <p:spPr>
              <a:xfrm>
                <a:off x="3532438" y="4214752"/>
                <a:ext cx="146704" cy="341196"/>
              </a:xfrm>
              <a:custGeom>
                <a:rect b="b" l="l" r="r" t="t"/>
                <a:pathLst>
                  <a:path extrusionOk="0" h="1121" w="482">
                    <a:moveTo>
                      <a:pt x="241" y="0"/>
                    </a:moveTo>
                    <a:cubicBezTo>
                      <a:pt x="108" y="0"/>
                      <a:pt x="1" y="108"/>
                      <a:pt x="1" y="241"/>
                    </a:cubicBezTo>
                    <a:lnTo>
                      <a:pt x="1" y="880"/>
                    </a:lnTo>
                    <a:cubicBezTo>
                      <a:pt x="1" y="1013"/>
                      <a:pt x="108" y="1121"/>
                      <a:pt x="241" y="1121"/>
                    </a:cubicBezTo>
                    <a:cubicBezTo>
                      <a:pt x="372" y="1121"/>
                      <a:pt x="480" y="1013"/>
                      <a:pt x="482" y="880"/>
                    </a:cubicBezTo>
                    <a:lnTo>
                      <a:pt x="482" y="241"/>
                    </a:lnTo>
                    <a:cubicBezTo>
                      <a:pt x="482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20"/>
              <p:cNvSpPr/>
              <p:nvPr/>
            </p:nvSpPr>
            <p:spPr>
              <a:xfrm>
                <a:off x="3769538" y="4214752"/>
                <a:ext cx="146704" cy="341196"/>
              </a:xfrm>
              <a:custGeom>
                <a:rect b="b" l="l" r="r" t="t"/>
                <a:pathLst>
                  <a:path extrusionOk="0" h="1121" w="482">
                    <a:moveTo>
                      <a:pt x="241" y="0"/>
                    </a:moveTo>
                    <a:cubicBezTo>
                      <a:pt x="108" y="0"/>
                      <a:pt x="1" y="108"/>
                      <a:pt x="1" y="241"/>
                    </a:cubicBezTo>
                    <a:lnTo>
                      <a:pt x="1" y="880"/>
                    </a:lnTo>
                    <a:cubicBezTo>
                      <a:pt x="1" y="1013"/>
                      <a:pt x="108" y="1121"/>
                      <a:pt x="241" y="1121"/>
                    </a:cubicBezTo>
                    <a:cubicBezTo>
                      <a:pt x="374" y="1121"/>
                      <a:pt x="481" y="1013"/>
                      <a:pt x="481" y="880"/>
                    </a:cubicBezTo>
                    <a:lnTo>
                      <a:pt x="481" y="241"/>
                    </a:lnTo>
                    <a:cubicBezTo>
                      <a:pt x="481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20"/>
              <p:cNvSpPr/>
              <p:nvPr/>
            </p:nvSpPr>
            <p:spPr>
              <a:xfrm>
                <a:off x="4006944" y="4214752"/>
                <a:ext cx="146400" cy="341196"/>
              </a:xfrm>
              <a:custGeom>
                <a:rect b="b" l="l" r="r" t="t"/>
                <a:pathLst>
                  <a:path extrusionOk="0" h="1121" w="481">
                    <a:moveTo>
                      <a:pt x="241" y="0"/>
                    </a:moveTo>
                    <a:cubicBezTo>
                      <a:pt x="108" y="0"/>
                      <a:pt x="0" y="108"/>
                      <a:pt x="0" y="241"/>
                    </a:cubicBezTo>
                    <a:lnTo>
                      <a:pt x="0" y="880"/>
                    </a:lnTo>
                    <a:cubicBezTo>
                      <a:pt x="0" y="1013"/>
                      <a:pt x="108" y="1121"/>
                      <a:pt x="241" y="1121"/>
                    </a:cubicBezTo>
                    <a:cubicBezTo>
                      <a:pt x="373" y="1121"/>
                      <a:pt x="480" y="1013"/>
                      <a:pt x="480" y="880"/>
                    </a:cubicBezTo>
                    <a:lnTo>
                      <a:pt x="480" y="241"/>
                    </a:lnTo>
                    <a:cubicBezTo>
                      <a:pt x="480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9" name="Google Shape;999;p20"/>
            <p:cNvGrpSpPr/>
            <p:nvPr/>
          </p:nvGrpSpPr>
          <p:grpSpPr>
            <a:xfrm>
              <a:off x="3126437" y="1166389"/>
              <a:ext cx="2281525" cy="340892"/>
              <a:chOff x="1871818" y="1751893"/>
              <a:chExt cx="2281525" cy="340892"/>
            </a:xfrm>
          </p:grpSpPr>
          <p:sp>
            <p:nvSpPr>
              <p:cNvPr id="1000" name="Google Shape;1000;p20"/>
              <p:cNvSpPr/>
              <p:nvPr/>
            </p:nvSpPr>
            <p:spPr>
              <a:xfrm>
                <a:off x="1871818" y="1751893"/>
                <a:ext cx="146704" cy="340892"/>
              </a:xfrm>
              <a:custGeom>
                <a:rect b="b" l="l" r="r" t="t"/>
                <a:pathLst>
                  <a:path extrusionOk="0" h="1120" w="482">
                    <a:moveTo>
                      <a:pt x="241" y="0"/>
                    </a:moveTo>
                    <a:cubicBezTo>
                      <a:pt x="108" y="0"/>
                      <a:pt x="0" y="107"/>
                      <a:pt x="0" y="240"/>
                    </a:cubicBezTo>
                    <a:lnTo>
                      <a:pt x="0" y="879"/>
                    </a:lnTo>
                    <a:cubicBezTo>
                      <a:pt x="0" y="1012"/>
                      <a:pt x="108" y="1120"/>
                      <a:pt x="241" y="1120"/>
                    </a:cubicBezTo>
                    <a:cubicBezTo>
                      <a:pt x="374" y="1120"/>
                      <a:pt x="481" y="1012"/>
                      <a:pt x="481" y="879"/>
                    </a:cubicBezTo>
                    <a:lnTo>
                      <a:pt x="481" y="240"/>
                    </a:lnTo>
                    <a:cubicBezTo>
                      <a:pt x="481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20"/>
              <p:cNvSpPr/>
              <p:nvPr/>
            </p:nvSpPr>
            <p:spPr>
              <a:xfrm>
                <a:off x="2109223" y="1751893"/>
                <a:ext cx="146704" cy="340892"/>
              </a:xfrm>
              <a:custGeom>
                <a:rect b="b" l="l" r="r" t="t"/>
                <a:pathLst>
                  <a:path extrusionOk="0" h="1120" w="482">
                    <a:moveTo>
                      <a:pt x="241" y="0"/>
                    </a:moveTo>
                    <a:cubicBezTo>
                      <a:pt x="108" y="0"/>
                      <a:pt x="1" y="107"/>
                      <a:pt x="1" y="240"/>
                    </a:cubicBezTo>
                    <a:lnTo>
                      <a:pt x="1" y="879"/>
                    </a:lnTo>
                    <a:cubicBezTo>
                      <a:pt x="1" y="1012"/>
                      <a:pt x="108" y="1120"/>
                      <a:pt x="241" y="1120"/>
                    </a:cubicBezTo>
                    <a:cubicBezTo>
                      <a:pt x="372" y="1120"/>
                      <a:pt x="480" y="1012"/>
                      <a:pt x="482" y="879"/>
                    </a:cubicBezTo>
                    <a:lnTo>
                      <a:pt x="482" y="240"/>
                    </a:lnTo>
                    <a:cubicBezTo>
                      <a:pt x="482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20"/>
              <p:cNvSpPr/>
              <p:nvPr/>
            </p:nvSpPr>
            <p:spPr>
              <a:xfrm>
                <a:off x="2346324" y="1751893"/>
                <a:ext cx="146704" cy="340892"/>
              </a:xfrm>
              <a:custGeom>
                <a:rect b="b" l="l" r="r" t="t"/>
                <a:pathLst>
                  <a:path extrusionOk="0" h="1120" w="482">
                    <a:moveTo>
                      <a:pt x="241" y="0"/>
                    </a:moveTo>
                    <a:cubicBezTo>
                      <a:pt x="108" y="0"/>
                      <a:pt x="1" y="107"/>
                      <a:pt x="1" y="240"/>
                    </a:cubicBezTo>
                    <a:lnTo>
                      <a:pt x="1" y="879"/>
                    </a:lnTo>
                    <a:cubicBezTo>
                      <a:pt x="1" y="1012"/>
                      <a:pt x="108" y="1120"/>
                      <a:pt x="241" y="1120"/>
                    </a:cubicBezTo>
                    <a:cubicBezTo>
                      <a:pt x="374" y="1120"/>
                      <a:pt x="481" y="1012"/>
                      <a:pt x="480" y="879"/>
                    </a:cubicBezTo>
                    <a:lnTo>
                      <a:pt x="480" y="240"/>
                    </a:lnTo>
                    <a:cubicBezTo>
                      <a:pt x="480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20"/>
              <p:cNvSpPr/>
              <p:nvPr/>
            </p:nvSpPr>
            <p:spPr>
              <a:xfrm>
                <a:off x="2583425" y="1751893"/>
                <a:ext cx="146704" cy="340892"/>
              </a:xfrm>
              <a:custGeom>
                <a:rect b="b" l="l" r="r" t="t"/>
                <a:pathLst>
                  <a:path extrusionOk="0" h="1120" w="482">
                    <a:moveTo>
                      <a:pt x="240" y="0"/>
                    </a:moveTo>
                    <a:cubicBezTo>
                      <a:pt x="108" y="0"/>
                      <a:pt x="0" y="107"/>
                      <a:pt x="0" y="240"/>
                    </a:cubicBezTo>
                    <a:lnTo>
                      <a:pt x="0" y="879"/>
                    </a:lnTo>
                    <a:cubicBezTo>
                      <a:pt x="0" y="1012"/>
                      <a:pt x="108" y="1120"/>
                      <a:pt x="241" y="1120"/>
                    </a:cubicBezTo>
                    <a:cubicBezTo>
                      <a:pt x="374" y="1120"/>
                      <a:pt x="481" y="1012"/>
                      <a:pt x="480" y="879"/>
                    </a:cubicBezTo>
                    <a:lnTo>
                      <a:pt x="480" y="240"/>
                    </a:lnTo>
                    <a:cubicBezTo>
                      <a:pt x="480" y="108"/>
                      <a:pt x="373" y="0"/>
                      <a:pt x="2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20"/>
              <p:cNvSpPr/>
              <p:nvPr/>
            </p:nvSpPr>
            <p:spPr>
              <a:xfrm>
                <a:off x="2821135" y="1751893"/>
                <a:ext cx="146095" cy="340892"/>
              </a:xfrm>
              <a:custGeom>
                <a:rect b="b" l="l" r="r" t="t"/>
                <a:pathLst>
                  <a:path extrusionOk="0" h="1120" w="480">
                    <a:moveTo>
                      <a:pt x="240" y="0"/>
                    </a:moveTo>
                    <a:cubicBezTo>
                      <a:pt x="108" y="0"/>
                      <a:pt x="1" y="107"/>
                      <a:pt x="1" y="240"/>
                    </a:cubicBezTo>
                    <a:lnTo>
                      <a:pt x="1" y="879"/>
                    </a:lnTo>
                    <a:cubicBezTo>
                      <a:pt x="1" y="1012"/>
                      <a:pt x="107" y="1120"/>
                      <a:pt x="240" y="1120"/>
                    </a:cubicBezTo>
                    <a:cubicBezTo>
                      <a:pt x="371" y="1120"/>
                      <a:pt x="479" y="1012"/>
                      <a:pt x="480" y="879"/>
                    </a:cubicBezTo>
                    <a:lnTo>
                      <a:pt x="480" y="240"/>
                    </a:lnTo>
                    <a:cubicBezTo>
                      <a:pt x="480" y="108"/>
                      <a:pt x="373" y="0"/>
                      <a:pt x="2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20"/>
              <p:cNvSpPr/>
              <p:nvPr/>
            </p:nvSpPr>
            <p:spPr>
              <a:xfrm>
                <a:off x="3057931" y="1751893"/>
                <a:ext cx="146704" cy="340892"/>
              </a:xfrm>
              <a:custGeom>
                <a:rect b="b" l="l" r="r" t="t"/>
                <a:pathLst>
                  <a:path extrusionOk="0" h="1120" w="482">
                    <a:moveTo>
                      <a:pt x="241" y="0"/>
                    </a:moveTo>
                    <a:cubicBezTo>
                      <a:pt x="108" y="0"/>
                      <a:pt x="1" y="107"/>
                      <a:pt x="1" y="240"/>
                    </a:cubicBezTo>
                    <a:lnTo>
                      <a:pt x="1" y="879"/>
                    </a:lnTo>
                    <a:cubicBezTo>
                      <a:pt x="1" y="1012"/>
                      <a:pt x="108" y="1120"/>
                      <a:pt x="241" y="1120"/>
                    </a:cubicBezTo>
                    <a:cubicBezTo>
                      <a:pt x="374" y="1120"/>
                      <a:pt x="481" y="1012"/>
                      <a:pt x="481" y="879"/>
                    </a:cubicBezTo>
                    <a:lnTo>
                      <a:pt x="481" y="240"/>
                    </a:lnTo>
                    <a:cubicBezTo>
                      <a:pt x="481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20"/>
              <p:cNvSpPr/>
              <p:nvPr/>
            </p:nvSpPr>
            <p:spPr>
              <a:xfrm>
                <a:off x="3295337" y="1751893"/>
                <a:ext cx="146704" cy="340892"/>
              </a:xfrm>
              <a:custGeom>
                <a:rect b="b" l="l" r="r" t="t"/>
                <a:pathLst>
                  <a:path extrusionOk="0" h="1120" w="482">
                    <a:moveTo>
                      <a:pt x="241" y="0"/>
                    </a:moveTo>
                    <a:cubicBezTo>
                      <a:pt x="108" y="0"/>
                      <a:pt x="0" y="107"/>
                      <a:pt x="0" y="240"/>
                    </a:cubicBezTo>
                    <a:lnTo>
                      <a:pt x="0" y="879"/>
                    </a:lnTo>
                    <a:cubicBezTo>
                      <a:pt x="0" y="1012"/>
                      <a:pt x="108" y="1120"/>
                      <a:pt x="241" y="1120"/>
                    </a:cubicBezTo>
                    <a:cubicBezTo>
                      <a:pt x="373" y="1120"/>
                      <a:pt x="480" y="1012"/>
                      <a:pt x="481" y="879"/>
                    </a:cubicBezTo>
                    <a:lnTo>
                      <a:pt x="481" y="240"/>
                    </a:lnTo>
                    <a:cubicBezTo>
                      <a:pt x="481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20"/>
              <p:cNvSpPr/>
              <p:nvPr/>
            </p:nvSpPr>
            <p:spPr>
              <a:xfrm>
                <a:off x="3532438" y="1751893"/>
                <a:ext cx="146704" cy="340892"/>
              </a:xfrm>
              <a:custGeom>
                <a:rect b="b" l="l" r="r" t="t"/>
                <a:pathLst>
                  <a:path extrusionOk="0" h="1120" w="482">
                    <a:moveTo>
                      <a:pt x="241" y="0"/>
                    </a:moveTo>
                    <a:cubicBezTo>
                      <a:pt x="108" y="0"/>
                      <a:pt x="1" y="107"/>
                      <a:pt x="1" y="240"/>
                    </a:cubicBezTo>
                    <a:lnTo>
                      <a:pt x="1" y="879"/>
                    </a:lnTo>
                    <a:cubicBezTo>
                      <a:pt x="1" y="1012"/>
                      <a:pt x="108" y="1120"/>
                      <a:pt x="241" y="1120"/>
                    </a:cubicBezTo>
                    <a:cubicBezTo>
                      <a:pt x="374" y="1120"/>
                      <a:pt x="480" y="1012"/>
                      <a:pt x="482" y="879"/>
                    </a:cubicBezTo>
                    <a:lnTo>
                      <a:pt x="482" y="240"/>
                    </a:lnTo>
                    <a:cubicBezTo>
                      <a:pt x="482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20"/>
              <p:cNvSpPr/>
              <p:nvPr/>
            </p:nvSpPr>
            <p:spPr>
              <a:xfrm>
                <a:off x="3769538" y="1751893"/>
                <a:ext cx="146704" cy="340892"/>
              </a:xfrm>
              <a:custGeom>
                <a:rect b="b" l="l" r="r" t="t"/>
                <a:pathLst>
                  <a:path extrusionOk="0" h="1120" w="482">
                    <a:moveTo>
                      <a:pt x="241" y="0"/>
                    </a:moveTo>
                    <a:cubicBezTo>
                      <a:pt x="108" y="0"/>
                      <a:pt x="1" y="107"/>
                      <a:pt x="1" y="240"/>
                    </a:cubicBezTo>
                    <a:lnTo>
                      <a:pt x="1" y="879"/>
                    </a:lnTo>
                    <a:cubicBezTo>
                      <a:pt x="1" y="1012"/>
                      <a:pt x="108" y="1120"/>
                      <a:pt x="241" y="1120"/>
                    </a:cubicBezTo>
                    <a:cubicBezTo>
                      <a:pt x="374" y="1120"/>
                      <a:pt x="481" y="1012"/>
                      <a:pt x="481" y="879"/>
                    </a:cubicBezTo>
                    <a:lnTo>
                      <a:pt x="481" y="240"/>
                    </a:lnTo>
                    <a:cubicBezTo>
                      <a:pt x="481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20"/>
              <p:cNvSpPr/>
              <p:nvPr/>
            </p:nvSpPr>
            <p:spPr>
              <a:xfrm>
                <a:off x="4006944" y="1751893"/>
                <a:ext cx="146400" cy="340892"/>
              </a:xfrm>
              <a:custGeom>
                <a:rect b="b" l="l" r="r" t="t"/>
                <a:pathLst>
                  <a:path extrusionOk="0" h="1120" w="481">
                    <a:moveTo>
                      <a:pt x="241" y="0"/>
                    </a:moveTo>
                    <a:cubicBezTo>
                      <a:pt x="108" y="0"/>
                      <a:pt x="0" y="107"/>
                      <a:pt x="0" y="240"/>
                    </a:cubicBezTo>
                    <a:lnTo>
                      <a:pt x="0" y="879"/>
                    </a:lnTo>
                    <a:cubicBezTo>
                      <a:pt x="0" y="1012"/>
                      <a:pt x="108" y="1120"/>
                      <a:pt x="241" y="1120"/>
                    </a:cubicBezTo>
                    <a:cubicBezTo>
                      <a:pt x="373" y="1120"/>
                      <a:pt x="480" y="1012"/>
                      <a:pt x="480" y="879"/>
                    </a:cubicBezTo>
                    <a:lnTo>
                      <a:pt x="480" y="240"/>
                    </a:lnTo>
                    <a:cubicBezTo>
                      <a:pt x="480" y="108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10" name="Google Shape;1010;p20"/>
          <p:cNvSpPr txBox="1"/>
          <p:nvPr/>
        </p:nvSpPr>
        <p:spPr>
          <a:xfrm>
            <a:off x="6049725" y="3461365"/>
            <a:ext cx="26208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1" name="Google Shape;1011;p20"/>
          <p:cNvSpPr txBox="1"/>
          <p:nvPr/>
        </p:nvSpPr>
        <p:spPr>
          <a:xfrm>
            <a:off x="6049725" y="4287544"/>
            <a:ext cx="26208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2" name="Google Shape;1012;p20"/>
          <p:cNvSpPr txBox="1"/>
          <p:nvPr/>
        </p:nvSpPr>
        <p:spPr>
          <a:xfrm>
            <a:off x="6049725" y="1108346"/>
            <a:ext cx="2620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3" name="Google Shape;1013;p20"/>
          <p:cNvSpPr txBox="1"/>
          <p:nvPr/>
        </p:nvSpPr>
        <p:spPr>
          <a:xfrm>
            <a:off x="1325317" y="1153791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rgbClr val="0F576B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 sz="1600">
              <a:solidFill>
                <a:srgbClr val="0F576B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4" name="Google Shape;1014;p20"/>
          <p:cNvSpPr txBox="1"/>
          <p:nvPr/>
        </p:nvSpPr>
        <p:spPr>
          <a:xfrm>
            <a:off x="1325317" y="43423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rgbClr val="FFD150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600">
              <a:solidFill>
                <a:srgbClr val="FFD15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5" name="Google Shape;1015;p20"/>
          <p:cNvSpPr txBox="1"/>
          <p:nvPr/>
        </p:nvSpPr>
        <p:spPr>
          <a:xfrm>
            <a:off x="1325317" y="354930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6" name="Google Shape;1016;p20"/>
          <p:cNvSpPr txBox="1"/>
          <p:nvPr/>
        </p:nvSpPr>
        <p:spPr>
          <a:xfrm>
            <a:off x="6049725" y="1918321"/>
            <a:ext cx="2540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7" name="Google Shape;1017;p20"/>
          <p:cNvSpPr txBox="1"/>
          <p:nvPr/>
        </p:nvSpPr>
        <p:spPr>
          <a:xfrm>
            <a:off x="1325317" y="194455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8" name="Google Shape;1018;p20"/>
          <p:cNvSpPr txBox="1"/>
          <p:nvPr/>
        </p:nvSpPr>
        <p:spPr>
          <a:xfrm>
            <a:off x="1325317" y="2749451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 sz="1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9" name="Google Shape;1019;p20"/>
          <p:cNvSpPr txBox="1"/>
          <p:nvPr/>
        </p:nvSpPr>
        <p:spPr>
          <a:xfrm>
            <a:off x="6049725" y="2618056"/>
            <a:ext cx="26208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020" name="Google Shape;1020;p20"/>
          <p:cNvGrpSpPr/>
          <p:nvPr/>
        </p:nvGrpSpPr>
        <p:grpSpPr>
          <a:xfrm>
            <a:off x="461407" y="4304655"/>
            <a:ext cx="424288" cy="417795"/>
            <a:chOff x="-17170750" y="4058800"/>
            <a:chExt cx="308775" cy="304050"/>
          </a:xfrm>
        </p:grpSpPr>
        <p:sp>
          <p:nvSpPr>
            <p:cNvPr id="1021" name="Google Shape;1021;p20"/>
            <p:cNvSpPr/>
            <p:nvPr/>
          </p:nvSpPr>
          <p:spPr>
            <a:xfrm>
              <a:off x="-17041575" y="4058800"/>
              <a:ext cx="49650" cy="49850"/>
            </a:xfrm>
            <a:custGeom>
              <a:rect b="b" l="l" r="r" t="t"/>
              <a:pathLst>
                <a:path extrusionOk="0" h="1994" w="1986">
                  <a:moveTo>
                    <a:pt x="989" y="1"/>
                  </a:moveTo>
                  <a:cubicBezTo>
                    <a:pt x="859" y="1"/>
                    <a:pt x="725" y="56"/>
                    <a:pt x="662" y="166"/>
                  </a:cubicBezTo>
                  <a:lnTo>
                    <a:pt x="1" y="1521"/>
                  </a:lnTo>
                  <a:lnTo>
                    <a:pt x="32" y="1521"/>
                  </a:lnTo>
                  <a:lnTo>
                    <a:pt x="977" y="1993"/>
                  </a:lnTo>
                  <a:lnTo>
                    <a:pt x="1954" y="1521"/>
                  </a:lnTo>
                  <a:lnTo>
                    <a:pt x="1985" y="1521"/>
                  </a:lnTo>
                  <a:lnTo>
                    <a:pt x="1292" y="166"/>
                  </a:lnTo>
                  <a:cubicBezTo>
                    <a:pt x="1245" y="56"/>
                    <a:pt x="1119" y="1"/>
                    <a:pt x="9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-17041575" y="4312625"/>
              <a:ext cx="49650" cy="50225"/>
            </a:xfrm>
            <a:custGeom>
              <a:rect b="b" l="l" r="r" t="t"/>
              <a:pathLst>
                <a:path extrusionOk="0" h="2009" w="1986">
                  <a:moveTo>
                    <a:pt x="977" y="0"/>
                  </a:moveTo>
                  <a:lnTo>
                    <a:pt x="32" y="473"/>
                  </a:lnTo>
                  <a:lnTo>
                    <a:pt x="1" y="473"/>
                  </a:lnTo>
                  <a:lnTo>
                    <a:pt x="662" y="1796"/>
                  </a:lnTo>
                  <a:cubicBezTo>
                    <a:pt x="757" y="1938"/>
                    <a:pt x="891" y="2009"/>
                    <a:pt x="1013" y="2009"/>
                  </a:cubicBezTo>
                  <a:cubicBezTo>
                    <a:pt x="1135" y="2009"/>
                    <a:pt x="1245" y="1938"/>
                    <a:pt x="1292" y="1796"/>
                  </a:cubicBezTo>
                  <a:lnTo>
                    <a:pt x="1985" y="473"/>
                  </a:lnTo>
                  <a:lnTo>
                    <a:pt x="1954" y="473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-17170750" y="4186600"/>
              <a:ext cx="52800" cy="48075"/>
            </a:xfrm>
            <a:custGeom>
              <a:rect b="b" l="l" r="r" t="t"/>
              <a:pathLst>
                <a:path extrusionOk="0" h="1923" w="2112">
                  <a:moveTo>
                    <a:pt x="1639" y="0"/>
                  </a:moveTo>
                  <a:lnTo>
                    <a:pt x="284" y="630"/>
                  </a:lnTo>
                  <a:cubicBezTo>
                    <a:pt x="1" y="788"/>
                    <a:pt x="1" y="1135"/>
                    <a:pt x="284" y="1261"/>
                  </a:cubicBezTo>
                  <a:lnTo>
                    <a:pt x="1639" y="1922"/>
                  </a:lnTo>
                  <a:lnTo>
                    <a:pt x="1639" y="1891"/>
                  </a:lnTo>
                  <a:lnTo>
                    <a:pt x="2112" y="946"/>
                  </a:lnTo>
                  <a:lnTo>
                    <a:pt x="16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0"/>
            <p:cNvSpPr/>
            <p:nvPr/>
          </p:nvSpPr>
          <p:spPr>
            <a:xfrm>
              <a:off x="-16914775" y="4185025"/>
              <a:ext cx="52800" cy="49650"/>
            </a:xfrm>
            <a:custGeom>
              <a:rect b="b" l="l" r="r" t="t"/>
              <a:pathLst>
                <a:path extrusionOk="0" h="1986" w="2112">
                  <a:moveTo>
                    <a:pt x="474" y="0"/>
                  </a:moveTo>
                  <a:lnTo>
                    <a:pt x="474" y="63"/>
                  </a:lnTo>
                  <a:lnTo>
                    <a:pt x="1" y="1009"/>
                  </a:lnTo>
                  <a:lnTo>
                    <a:pt x="474" y="1954"/>
                  </a:lnTo>
                  <a:lnTo>
                    <a:pt x="474" y="1985"/>
                  </a:lnTo>
                  <a:lnTo>
                    <a:pt x="1828" y="1324"/>
                  </a:lnTo>
                  <a:cubicBezTo>
                    <a:pt x="2112" y="1198"/>
                    <a:pt x="2112" y="851"/>
                    <a:pt x="1828" y="693"/>
                  </a:cubicBezTo>
                  <a:lnTo>
                    <a:pt x="4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0"/>
            <p:cNvSpPr/>
            <p:nvPr/>
          </p:nvSpPr>
          <p:spPr>
            <a:xfrm>
              <a:off x="-17127800" y="4273225"/>
              <a:ext cx="47650" cy="46500"/>
            </a:xfrm>
            <a:custGeom>
              <a:rect b="b" l="l" r="r" t="t"/>
              <a:pathLst>
                <a:path extrusionOk="0" h="1860" w="1906">
                  <a:moveTo>
                    <a:pt x="551" y="1"/>
                  </a:moveTo>
                  <a:lnTo>
                    <a:pt x="79" y="1419"/>
                  </a:lnTo>
                  <a:cubicBezTo>
                    <a:pt x="0" y="1628"/>
                    <a:pt x="183" y="1859"/>
                    <a:pt x="373" y="1859"/>
                  </a:cubicBezTo>
                  <a:cubicBezTo>
                    <a:pt x="412" y="1859"/>
                    <a:pt x="451" y="1850"/>
                    <a:pt x="488" y="1828"/>
                  </a:cubicBezTo>
                  <a:lnTo>
                    <a:pt x="1906" y="1356"/>
                  </a:lnTo>
                  <a:lnTo>
                    <a:pt x="1906" y="1324"/>
                  </a:lnTo>
                  <a:lnTo>
                    <a:pt x="1591" y="347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0"/>
            <p:cNvSpPr/>
            <p:nvPr/>
          </p:nvSpPr>
          <p:spPr>
            <a:xfrm>
              <a:off x="-16952575" y="4100775"/>
              <a:ext cx="47675" cy="47250"/>
            </a:xfrm>
            <a:custGeom>
              <a:rect b="b" l="l" r="r" t="t"/>
              <a:pathLst>
                <a:path extrusionOk="0" h="1890" w="1907">
                  <a:moveTo>
                    <a:pt x="1544" y="0"/>
                  </a:moveTo>
                  <a:cubicBezTo>
                    <a:pt x="1503" y="0"/>
                    <a:pt x="1461" y="10"/>
                    <a:pt x="1418" y="31"/>
                  </a:cubicBezTo>
                  <a:lnTo>
                    <a:pt x="1" y="503"/>
                  </a:lnTo>
                  <a:lnTo>
                    <a:pt x="1" y="535"/>
                  </a:lnTo>
                  <a:lnTo>
                    <a:pt x="316" y="1543"/>
                  </a:lnTo>
                  <a:lnTo>
                    <a:pt x="1324" y="1890"/>
                  </a:lnTo>
                  <a:lnTo>
                    <a:pt x="1355" y="1890"/>
                  </a:lnTo>
                  <a:lnTo>
                    <a:pt x="1828" y="472"/>
                  </a:lnTo>
                  <a:cubicBezTo>
                    <a:pt x="1907" y="236"/>
                    <a:pt x="1745" y="0"/>
                    <a:pt x="154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20"/>
            <p:cNvSpPr/>
            <p:nvPr/>
          </p:nvSpPr>
          <p:spPr>
            <a:xfrm>
              <a:off x="-16954150" y="4273225"/>
              <a:ext cx="49200" cy="47800"/>
            </a:xfrm>
            <a:custGeom>
              <a:rect b="b" l="l" r="r" t="t"/>
              <a:pathLst>
                <a:path extrusionOk="0" h="1912" w="1968">
                  <a:moveTo>
                    <a:pt x="1387" y="1"/>
                  </a:moveTo>
                  <a:lnTo>
                    <a:pt x="379" y="347"/>
                  </a:lnTo>
                  <a:lnTo>
                    <a:pt x="1" y="1356"/>
                  </a:lnTo>
                  <a:lnTo>
                    <a:pt x="1" y="1419"/>
                  </a:lnTo>
                  <a:lnTo>
                    <a:pt x="1418" y="1891"/>
                  </a:lnTo>
                  <a:cubicBezTo>
                    <a:pt x="1460" y="1905"/>
                    <a:pt x="1501" y="1911"/>
                    <a:pt x="1541" y="1911"/>
                  </a:cubicBezTo>
                  <a:cubicBezTo>
                    <a:pt x="1776" y="1911"/>
                    <a:pt x="1967" y="1692"/>
                    <a:pt x="1860" y="1450"/>
                  </a:cubicBezTo>
                  <a:lnTo>
                    <a:pt x="138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20"/>
            <p:cNvSpPr/>
            <p:nvPr/>
          </p:nvSpPr>
          <p:spPr>
            <a:xfrm>
              <a:off x="-17128625" y="4101275"/>
              <a:ext cx="48475" cy="46750"/>
            </a:xfrm>
            <a:custGeom>
              <a:rect b="b" l="l" r="r" t="t"/>
              <a:pathLst>
                <a:path extrusionOk="0" h="1870" w="1939">
                  <a:moveTo>
                    <a:pt x="433" y="0"/>
                  </a:moveTo>
                  <a:cubicBezTo>
                    <a:pt x="209" y="0"/>
                    <a:pt x="0" y="201"/>
                    <a:pt x="112" y="452"/>
                  </a:cubicBezTo>
                  <a:lnTo>
                    <a:pt x="584" y="1870"/>
                  </a:lnTo>
                  <a:lnTo>
                    <a:pt x="1592" y="1523"/>
                  </a:lnTo>
                  <a:lnTo>
                    <a:pt x="1939" y="483"/>
                  </a:lnTo>
                  <a:lnTo>
                    <a:pt x="521" y="11"/>
                  </a:lnTo>
                  <a:cubicBezTo>
                    <a:pt x="492" y="4"/>
                    <a:pt x="462" y="0"/>
                    <a:pt x="4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-17043150" y="4183450"/>
              <a:ext cx="52800" cy="52800"/>
            </a:xfrm>
            <a:custGeom>
              <a:rect b="b" l="l" r="r" t="t"/>
              <a:pathLst>
                <a:path extrusionOk="0" h="2112" w="2112">
                  <a:moveTo>
                    <a:pt x="1040" y="0"/>
                  </a:moveTo>
                  <a:cubicBezTo>
                    <a:pt x="473" y="0"/>
                    <a:pt x="1" y="473"/>
                    <a:pt x="1" y="1072"/>
                  </a:cubicBezTo>
                  <a:cubicBezTo>
                    <a:pt x="1" y="1639"/>
                    <a:pt x="473" y="2111"/>
                    <a:pt x="1040" y="2111"/>
                  </a:cubicBezTo>
                  <a:cubicBezTo>
                    <a:pt x="1639" y="2111"/>
                    <a:pt x="2112" y="1639"/>
                    <a:pt x="2112" y="1072"/>
                  </a:cubicBezTo>
                  <a:cubicBezTo>
                    <a:pt x="2112" y="504"/>
                    <a:pt x="1639" y="0"/>
                    <a:pt x="10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-17070725" y="4111975"/>
              <a:ext cx="44925" cy="60475"/>
            </a:xfrm>
            <a:custGeom>
              <a:rect b="b" l="l" r="r" t="t"/>
              <a:pathLst>
                <a:path extrusionOk="0" h="2419" w="1797">
                  <a:moveTo>
                    <a:pt x="722" y="0"/>
                  </a:moveTo>
                  <a:cubicBezTo>
                    <a:pt x="663" y="0"/>
                    <a:pt x="600" y="8"/>
                    <a:pt x="537" y="24"/>
                  </a:cubicBezTo>
                  <a:cubicBezTo>
                    <a:pt x="411" y="55"/>
                    <a:pt x="348" y="150"/>
                    <a:pt x="316" y="244"/>
                  </a:cubicBezTo>
                  <a:lnTo>
                    <a:pt x="1" y="1253"/>
                  </a:lnTo>
                  <a:lnTo>
                    <a:pt x="1167" y="2418"/>
                  </a:lnTo>
                  <a:cubicBezTo>
                    <a:pt x="1356" y="2355"/>
                    <a:pt x="1576" y="2229"/>
                    <a:pt x="1797" y="2198"/>
                  </a:cubicBezTo>
                  <a:lnTo>
                    <a:pt x="1797" y="496"/>
                  </a:lnTo>
                  <a:lnTo>
                    <a:pt x="883" y="24"/>
                  </a:lnTo>
                  <a:cubicBezTo>
                    <a:pt x="836" y="8"/>
                    <a:pt x="781" y="0"/>
                    <a:pt x="7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-16979350" y="4156675"/>
              <a:ext cx="60675" cy="45700"/>
            </a:xfrm>
            <a:custGeom>
              <a:rect b="b" l="l" r="r" t="t"/>
              <a:pathLst>
                <a:path extrusionOk="0" h="1828" w="2427">
                  <a:moveTo>
                    <a:pt x="1166" y="0"/>
                  </a:moveTo>
                  <a:lnTo>
                    <a:pt x="1" y="1166"/>
                  </a:lnTo>
                  <a:cubicBezTo>
                    <a:pt x="127" y="1386"/>
                    <a:pt x="190" y="1575"/>
                    <a:pt x="284" y="1827"/>
                  </a:cubicBezTo>
                  <a:lnTo>
                    <a:pt x="1954" y="1827"/>
                  </a:lnTo>
                  <a:lnTo>
                    <a:pt x="2426" y="914"/>
                  </a:lnTo>
                  <a:cubicBezTo>
                    <a:pt x="2426" y="756"/>
                    <a:pt x="2426" y="630"/>
                    <a:pt x="2395" y="567"/>
                  </a:cubicBezTo>
                  <a:cubicBezTo>
                    <a:pt x="2363" y="441"/>
                    <a:pt x="2269" y="347"/>
                    <a:pt x="2174" y="315"/>
                  </a:cubicBezTo>
                  <a:lnTo>
                    <a:pt x="11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-17116400" y="4155875"/>
              <a:ext cx="63050" cy="44125"/>
            </a:xfrm>
            <a:custGeom>
              <a:rect b="b" l="l" r="r" t="t"/>
              <a:pathLst>
                <a:path extrusionOk="0" h="1765" w="2522">
                  <a:moveTo>
                    <a:pt x="1292" y="1"/>
                  </a:moveTo>
                  <a:lnTo>
                    <a:pt x="316" y="316"/>
                  </a:lnTo>
                  <a:cubicBezTo>
                    <a:pt x="190" y="347"/>
                    <a:pt x="127" y="442"/>
                    <a:pt x="95" y="536"/>
                  </a:cubicBezTo>
                  <a:cubicBezTo>
                    <a:pt x="32" y="662"/>
                    <a:pt x="1" y="788"/>
                    <a:pt x="95" y="851"/>
                  </a:cubicBezTo>
                  <a:lnTo>
                    <a:pt x="568" y="1765"/>
                  </a:lnTo>
                  <a:lnTo>
                    <a:pt x="2238" y="1765"/>
                  </a:lnTo>
                  <a:cubicBezTo>
                    <a:pt x="2301" y="1544"/>
                    <a:pt x="2364" y="1324"/>
                    <a:pt x="2521" y="1135"/>
                  </a:cubicBezTo>
                  <a:lnTo>
                    <a:pt x="12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-17007700" y="4112450"/>
              <a:ext cx="44925" cy="60775"/>
            </a:xfrm>
            <a:custGeom>
              <a:rect b="b" l="l" r="r" t="t"/>
              <a:pathLst>
                <a:path extrusionOk="0" h="2431" w="1797">
                  <a:moveTo>
                    <a:pt x="1042" y="0"/>
                  </a:moveTo>
                  <a:cubicBezTo>
                    <a:pt x="989" y="0"/>
                    <a:pt x="936" y="10"/>
                    <a:pt x="883" y="36"/>
                  </a:cubicBezTo>
                  <a:lnTo>
                    <a:pt x="0" y="509"/>
                  </a:lnTo>
                  <a:lnTo>
                    <a:pt x="0" y="2179"/>
                  </a:lnTo>
                  <a:cubicBezTo>
                    <a:pt x="221" y="2210"/>
                    <a:pt x="410" y="2273"/>
                    <a:pt x="630" y="2431"/>
                  </a:cubicBezTo>
                  <a:lnTo>
                    <a:pt x="1796" y="1265"/>
                  </a:lnTo>
                  <a:lnTo>
                    <a:pt x="1481" y="288"/>
                  </a:lnTo>
                  <a:cubicBezTo>
                    <a:pt x="1450" y="162"/>
                    <a:pt x="1355" y="68"/>
                    <a:pt x="1261" y="36"/>
                  </a:cubicBezTo>
                  <a:cubicBezTo>
                    <a:pt x="1188" y="18"/>
                    <a:pt x="1115" y="0"/>
                    <a:pt x="104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0"/>
            <p:cNvSpPr/>
            <p:nvPr/>
          </p:nvSpPr>
          <p:spPr>
            <a:xfrm>
              <a:off x="-17007700" y="4248025"/>
              <a:ext cx="44925" cy="61475"/>
            </a:xfrm>
            <a:custGeom>
              <a:rect b="b" l="l" r="r" t="t"/>
              <a:pathLst>
                <a:path extrusionOk="0" h="2459" w="1797">
                  <a:moveTo>
                    <a:pt x="630" y="1"/>
                  </a:moveTo>
                  <a:cubicBezTo>
                    <a:pt x="473" y="95"/>
                    <a:pt x="221" y="221"/>
                    <a:pt x="0" y="253"/>
                  </a:cubicBezTo>
                  <a:lnTo>
                    <a:pt x="0" y="1954"/>
                  </a:lnTo>
                  <a:lnTo>
                    <a:pt x="883" y="2427"/>
                  </a:lnTo>
                  <a:cubicBezTo>
                    <a:pt x="946" y="2458"/>
                    <a:pt x="1009" y="2458"/>
                    <a:pt x="1040" y="2458"/>
                  </a:cubicBezTo>
                  <a:cubicBezTo>
                    <a:pt x="1135" y="2458"/>
                    <a:pt x="1198" y="2427"/>
                    <a:pt x="1261" y="2364"/>
                  </a:cubicBezTo>
                  <a:cubicBezTo>
                    <a:pt x="1324" y="2332"/>
                    <a:pt x="1450" y="2269"/>
                    <a:pt x="1481" y="2175"/>
                  </a:cubicBezTo>
                  <a:lnTo>
                    <a:pt x="1796" y="1198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0"/>
            <p:cNvSpPr/>
            <p:nvPr/>
          </p:nvSpPr>
          <p:spPr>
            <a:xfrm>
              <a:off x="-16980125" y="4219675"/>
              <a:ext cx="61450" cy="45700"/>
            </a:xfrm>
            <a:custGeom>
              <a:rect b="b" l="l" r="r" t="t"/>
              <a:pathLst>
                <a:path extrusionOk="0" h="1828" w="2458">
                  <a:moveTo>
                    <a:pt x="252" y="1"/>
                  </a:moveTo>
                  <a:cubicBezTo>
                    <a:pt x="221" y="253"/>
                    <a:pt x="158" y="442"/>
                    <a:pt x="0" y="631"/>
                  </a:cubicBezTo>
                  <a:lnTo>
                    <a:pt x="1166" y="1828"/>
                  </a:lnTo>
                  <a:lnTo>
                    <a:pt x="2142" y="1513"/>
                  </a:lnTo>
                  <a:cubicBezTo>
                    <a:pt x="2268" y="1450"/>
                    <a:pt x="2363" y="1387"/>
                    <a:pt x="2394" y="1261"/>
                  </a:cubicBezTo>
                  <a:cubicBezTo>
                    <a:pt x="2426" y="1135"/>
                    <a:pt x="2457" y="1009"/>
                    <a:pt x="2394" y="946"/>
                  </a:cubicBezTo>
                  <a:lnTo>
                    <a:pt x="19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-17070725" y="4247250"/>
              <a:ext cx="44925" cy="61300"/>
            </a:xfrm>
            <a:custGeom>
              <a:rect b="b" l="l" r="r" t="t"/>
              <a:pathLst>
                <a:path extrusionOk="0" h="2452" w="1797">
                  <a:moveTo>
                    <a:pt x="1167" y="0"/>
                  </a:moveTo>
                  <a:lnTo>
                    <a:pt x="1" y="1197"/>
                  </a:lnTo>
                  <a:lnTo>
                    <a:pt x="316" y="2174"/>
                  </a:lnTo>
                  <a:cubicBezTo>
                    <a:pt x="348" y="2300"/>
                    <a:pt x="411" y="2332"/>
                    <a:pt x="505" y="2363"/>
                  </a:cubicBezTo>
                  <a:cubicBezTo>
                    <a:pt x="578" y="2418"/>
                    <a:pt x="641" y="2452"/>
                    <a:pt x="711" y="2452"/>
                  </a:cubicBezTo>
                  <a:cubicBezTo>
                    <a:pt x="762" y="2452"/>
                    <a:pt x="817" y="2434"/>
                    <a:pt x="883" y="2395"/>
                  </a:cubicBezTo>
                  <a:lnTo>
                    <a:pt x="1797" y="1922"/>
                  </a:lnTo>
                  <a:lnTo>
                    <a:pt x="1797" y="284"/>
                  </a:lnTo>
                  <a:cubicBezTo>
                    <a:pt x="1576" y="221"/>
                    <a:pt x="1356" y="158"/>
                    <a:pt x="1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-17115600" y="4218900"/>
              <a:ext cx="61450" cy="44900"/>
            </a:xfrm>
            <a:custGeom>
              <a:rect b="b" l="l" r="r" t="t"/>
              <a:pathLst>
                <a:path extrusionOk="0" h="1796" w="2458">
                  <a:moveTo>
                    <a:pt x="536" y="0"/>
                  </a:moveTo>
                  <a:lnTo>
                    <a:pt x="536" y="32"/>
                  </a:lnTo>
                  <a:lnTo>
                    <a:pt x="63" y="945"/>
                  </a:lnTo>
                  <a:cubicBezTo>
                    <a:pt x="0" y="1071"/>
                    <a:pt x="0" y="1166"/>
                    <a:pt x="63" y="1260"/>
                  </a:cubicBezTo>
                  <a:cubicBezTo>
                    <a:pt x="95" y="1386"/>
                    <a:pt x="158" y="1449"/>
                    <a:pt x="284" y="1481"/>
                  </a:cubicBezTo>
                  <a:lnTo>
                    <a:pt x="1260" y="1796"/>
                  </a:lnTo>
                  <a:lnTo>
                    <a:pt x="2458" y="630"/>
                  </a:lnTo>
                  <a:cubicBezTo>
                    <a:pt x="2332" y="441"/>
                    <a:pt x="2269" y="221"/>
                    <a:pt x="21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8" name="Google Shape;1038;p20"/>
          <p:cNvGrpSpPr/>
          <p:nvPr/>
        </p:nvGrpSpPr>
        <p:grpSpPr>
          <a:xfrm>
            <a:off x="463572" y="3531132"/>
            <a:ext cx="419959" cy="417761"/>
            <a:chOff x="-16794250" y="4058225"/>
            <a:chExt cx="305625" cy="304025"/>
          </a:xfrm>
        </p:grpSpPr>
        <p:sp>
          <p:nvSpPr>
            <p:cNvPr id="1039" name="Google Shape;1039;p20"/>
            <p:cNvSpPr/>
            <p:nvPr/>
          </p:nvSpPr>
          <p:spPr>
            <a:xfrm>
              <a:off x="-16793475" y="4309475"/>
              <a:ext cx="70925" cy="17350"/>
            </a:xfrm>
            <a:custGeom>
              <a:rect b="b" l="l" r="r" t="t"/>
              <a:pathLst>
                <a:path extrusionOk="0" h="694" w="2837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2490" y="693"/>
                  </a:lnTo>
                  <a:cubicBezTo>
                    <a:pt x="2679" y="693"/>
                    <a:pt x="2836" y="536"/>
                    <a:pt x="2836" y="347"/>
                  </a:cubicBezTo>
                  <a:cubicBezTo>
                    <a:pt x="2836" y="158"/>
                    <a:pt x="2679" y="0"/>
                    <a:pt x="24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0"/>
            <p:cNvSpPr/>
            <p:nvPr/>
          </p:nvSpPr>
          <p:spPr>
            <a:xfrm>
              <a:off x="-16758025" y="4344900"/>
              <a:ext cx="89800" cy="17350"/>
            </a:xfrm>
            <a:custGeom>
              <a:rect b="b" l="l" r="r" t="t"/>
              <a:pathLst>
                <a:path extrusionOk="0" h="694" w="3592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3245" y="694"/>
                  </a:lnTo>
                  <a:cubicBezTo>
                    <a:pt x="3435" y="694"/>
                    <a:pt x="3592" y="536"/>
                    <a:pt x="3592" y="347"/>
                  </a:cubicBezTo>
                  <a:cubicBezTo>
                    <a:pt x="3592" y="158"/>
                    <a:pt x="3435" y="1"/>
                    <a:pt x="324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-16615475" y="4344900"/>
              <a:ext cx="89825" cy="17350"/>
            </a:xfrm>
            <a:custGeom>
              <a:rect b="b" l="l" r="r" t="t"/>
              <a:pathLst>
                <a:path extrusionOk="0" h="694" w="3593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3246" y="694"/>
                  </a:lnTo>
                  <a:cubicBezTo>
                    <a:pt x="3435" y="694"/>
                    <a:pt x="3592" y="536"/>
                    <a:pt x="3592" y="347"/>
                  </a:cubicBezTo>
                  <a:cubicBezTo>
                    <a:pt x="3592" y="158"/>
                    <a:pt x="3435" y="1"/>
                    <a:pt x="32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-16561900" y="4309475"/>
              <a:ext cx="71700" cy="17350"/>
            </a:xfrm>
            <a:custGeom>
              <a:rect b="b" l="l" r="r" t="t"/>
              <a:pathLst>
                <a:path extrusionOk="0" h="694" w="2868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2521" y="693"/>
                  </a:lnTo>
                  <a:cubicBezTo>
                    <a:pt x="2710" y="693"/>
                    <a:pt x="2867" y="536"/>
                    <a:pt x="2867" y="347"/>
                  </a:cubicBezTo>
                  <a:cubicBezTo>
                    <a:pt x="2867" y="158"/>
                    <a:pt x="2710" y="0"/>
                    <a:pt x="25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-16704475" y="4309475"/>
              <a:ext cx="125275" cy="17350"/>
            </a:xfrm>
            <a:custGeom>
              <a:rect b="b" l="l" r="r" t="t"/>
              <a:pathLst>
                <a:path extrusionOk="0" h="694" w="5011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4632" y="693"/>
                  </a:lnTo>
                  <a:cubicBezTo>
                    <a:pt x="4821" y="693"/>
                    <a:pt x="5010" y="536"/>
                    <a:pt x="5010" y="347"/>
                  </a:cubicBezTo>
                  <a:cubicBezTo>
                    <a:pt x="5010" y="158"/>
                    <a:pt x="4821" y="0"/>
                    <a:pt x="46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0"/>
            <p:cNvSpPr/>
            <p:nvPr/>
          </p:nvSpPr>
          <p:spPr>
            <a:xfrm>
              <a:off x="-16704475" y="4074750"/>
              <a:ext cx="126050" cy="165425"/>
            </a:xfrm>
            <a:custGeom>
              <a:rect b="b" l="l" r="r" t="t"/>
              <a:pathLst>
                <a:path extrusionOk="0" h="6617" w="5042">
                  <a:moveTo>
                    <a:pt x="1072" y="2931"/>
                  </a:moveTo>
                  <a:cubicBezTo>
                    <a:pt x="1261" y="2931"/>
                    <a:pt x="1419" y="3088"/>
                    <a:pt x="1419" y="3277"/>
                  </a:cubicBezTo>
                  <a:lnTo>
                    <a:pt x="1419" y="5483"/>
                  </a:lnTo>
                  <a:cubicBezTo>
                    <a:pt x="1419" y="5672"/>
                    <a:pt x="1261" y="5829"/>
                    <a:pt x="1072" y="5829"/>
                  </a:cubicBezTo>
                  <a:cubicBezTo>
                    <a:pt x="851" y="5829"/>
                    <a:pt x="694" y="5672"/>
                    <a:pt x="694" y="5483"/>
                  </a:cubicBezTo>
                  <a:lnTo>
                    <a:pt x="694" y="3277"/>
                  </a:lnTo>
                  <a:cubicBezTo>
                    <a:pt x="694" y="3088"/>
                    <a:pt x="851" y="2931"/>
                    <a:pt x="1072" y="2931"/>
                  </a:cubicBezTo>
                  <a:close/>
                  <a:moveTo>
                    <a:pt x="3939" y="2931"/>
                  </a:moveTo>
                  <a:cubicBezTo>
                    <a:pt x="4128" y="2931"/>
                    <a:pt x="4285" y="3088"/>
                    <a:pt x="4285" y="3277"/>
                  </a:cubicBezTo>
                  <a:lnTo>
                    <a:pt x="4285" y="5483"/>
                  </a:lnTo>
                  <a:cubicBezTo>
                    <a:pt x="4285" y="5672"/>
                    <a:pt x="4128" y="5829"/>
                    <a:pt x="3939" y="5829"/>
                  </a:cubicBezTo>
                  <a:cubicBezTo>
                    <a:pt x="3718" y="5829"/>
                    <a:pt x="3561" y="5672"/>
                    <a:pt x="3561" y="5483"/>
                  </a:cubicBezTo>
                  <a:lnTo>
                    <a:pt x="3561" y="3277"/>
                  </a:lnTo>
                  <a:cubicBezTo>
                    <a:pt x="3561" y="3088"/>
                    <a:pt x="3718" y="2931"/>
                    <a:pt x="3939" y="2931"/>
                  </a:cubicBezTo>
                  <a:close/>
                  <a:moveTo>
                    <a:pt x="1" y="1"/>
                  </a:moveTo>
                  <a:lnTo>
                    <a:pt x="1" y="6554"/>
                  </a:lnTo>
                  <a:cubicBezTo>
                    <a:pt x="116" y="6542"/>
                    <a:pt x="240" y="6535"/>
                    <a:pt x="366" y="6535"/>
                  </a:cubicBezTo>
                  <a:cubicBezTo>
                    <a:pt x="584" y="6535"/>
                    <a:pt x="809" y="6557"/>
                    <a:pt x="1009" y="6617"/>
                  </a:cubicBezTo>
                  <a:cubicBezTo>
                    <a:pt x="1293" y="6207"/>
                    <a:pt x="1671" y="5924"/>
                    <a:pt x="2143" y="5829"/>
                  </a:cubicBezTo>
                  <a:lnTo>
                    <a:pt x="2143" y="3939"/>
                  </a:lnTo>
                  <a:cubicBezTo>
                    <a:pt x="2143" y="3750"/>
                    <a:pt x="2332" y="3592"/>
                    <a:pt x="2521" y="3592"/>
                  </a:cubicBezTo>
                  <a:cubicBezTo>
                    <a:pt x="2710" y="3592"/>
                    <a:pt x="2868" y="3750"/>
                    <a:pt x="2868" y="3939"/>
                  </a:cubicBezTo>
                  <a:lnTo>
                    <a:pt x="2868" y="5829"/>
                  </a:lnTo>
                  <a:cubicBezTo>
                    <a:pt x="3340" y="5955"/>
                    <a:pt x="3750" y="6239"/>
                    <a:pt x="4002" y="6617"/>
                  </a:cubicBezTo>
                  <a:cubicBezTo>
                    <a:pt x="4207" y="6555"/>
                    <a:pt x="4439" y="6507"/>
                    <a:pt x="4672" y="6507"/>
                  </a:cubicBezTo>
                  <a:cubicBezTo>
                    <a:pt x="4796" y="6507"/>
                    <a:pt x="4921" y="6521"/>
                    <a:pt x="5042" y="6554"/>
                  </a:cubicBezTo>
                  <a:lnTo>
                    <a:pt x="5042" y="1"/>
                  </a:lnTo>
                  <a:lnTo>
                    <a:pt x="4285" y="1"/>
                  </a:lnTo>
                  <a:lnTo>
                    <a:pt x="4285" y="1796"/>
                  </a:lnTo>
                  <a:cubicBezTo>
                    <a:pt x="4285" y="1985"/>
                    <a:pt x="4128" y="2143"/>
                    <a:pt x="3939" y="2143"/>
                  </a:cubicBezTo>
                  <a:cubicBezTo>
                    <a:pt x="3718" y="2143"/>
                    <a:pt x="3561" y="1985"/>
                    <a:pt x="3561" y="1796"/>
                  </a:cubicBezTo>
                  <a:lnTo>
                    <a:pt x="3561" y="1"/>
                  </a:lnTo>
                  <a:lnTo>
                    <a:pt x="2868" y="1"/>
                  </a:lnTo>
                  <a:lnTo>
                    <a:pt x="2868" y="2490"/>
                  </a:lnTo>
                  <a:cubicBezTo>
                    <a:pt x="2868" y="2679"/>
                    <a:pt x="2710" y="2836"/>
                    <a:pt x="2521" y="2836"/>
                  </a:cubicBezTo>
                  <a:cubicBezTo>
                    <a:pt x="2301" y="2836"/>
                    <a:pt x="2143" y="2679"/>
                    <a:pt x="2143" y="2490"/>
                  </a:cubicBezTo>
                  <a:lnTo>
                    <a:pt x="2143" y="1"/>
                  </a:lnTo>
                  <a:lnTo>
                    <a:pt x="1450" y="1"/>
                  </a:lnTo>
                  <a:lnTo>
                    <a:pt x="1450" y="1796"/>
                  </a:lnTo>
                  <a:cubicBezTo>
                    <a:pt x="1450" y="1985"/>
                    <a:pt x="1293" y="2143"/>
                    <a:pt x="1103" y="2143"/>
                  </a:cubicBezTo>
                  <a:cubicBezTo>
                    <a:pt x="883" y="2143"/>
                    <a:pt x="725" y="1985"/>
                    <a:pt x="725" y="1796"/>
                  </a:cubicBezTo>
                  <a:lnTo>
                    <a:pt x="7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0"/>
            <p:cNvSpPr/>
            <p:nvPr/>
          </p:nvSpPr>
          <p:spPr>
            <a:xfrm>
              <a:off x="-16725725" y="4237800"/>
              <a:ext cx="164625" cy="53575"/>
            </a:xfrm>
            <a:custGeom>
              <a:rect b="b" l="l" r="r" t="t"/>
              <a:pathLst>
                <a:path extrusionOk="0" h="2143" w="6585">
                  <a:moveTo>
                    <a:pt x="3308" y="0"/>
                  </a:moveTo>
                  <a:cubicBezTo>
                    <a:pt x="2867" y="0"/>
                    <a:pt x="2458" y="252"/>
                    <a:pt x="2300" y="693"/>
                  </a:cubicBezTo>
                  <a:cubicBezTo>
                    <a:pt x="2232" y="830"/>
                    <a:pt x="2082" y="933"/>
                    <a:pt x="1921" y="933"/>
                  </a:cubicBezTo>
                  <a:cubicBezTo>
                    <a:pt x="1859" y="933"/>
                    <a:pt x="1795" y="917"/>
                    <a:pt x="1733" y="882"/>
                  </a:cubicBezTo>
                  <a:cubicBezTo>
                    <a:pt x="1570" y="774"/>
                    <a:pt x="1377" y="721"/>
                    <a:pt x="1181" y="721"/>
                  </a:cubicBezTo>
                  <a:cubicBezTo>
                    <a:pt x="809" y="721"/>
                    <a:pt x="427" y="910"/>
                    <a:pt x="221" y="1260"/>
                  </a:cubicBezTo>
                  <a:cubicBezTo>
                    <a:pt x="63" y="1512"/>
                    <a:pt x="0" y="1827"/>
                    <a:pt x="126" y="2143"/>
                  </a:cubicBezTo>
                  <a:lnTo>
                    <a:pt x="6522" y="2143"/>
                  </a:lnTo>
                  <a:cubicBezTo>
                    <a:pt x="6585" y="1890"/>
                    <a:pt x="6585" y="1575"/>
                    <a:pt x="6459" y="1292"/>
                  </a:cubicBezTo>
                  <a:cubicBezTo>
                    <a:pt x="6292" y="918"/>
                    <a:pt x="5893" y="708"/>
                    <a:pt x="5487" y="708"/>
                  </a:cubicBezTo>
                  <a:cubicBezTo>
                    <a:pt x="5278" y="708"/>
                    <a:pt x="5066" y="764"/>
                    <a:pt x="4883" y="882"/>
                  </a:cubicBezTo>
                  <a:cubicBezTo>
                    <a:pt x="4820" y="924"/>
                    <a:pt x="4747" y="945"/>
                    <a:pt x="4675" y="945"/>
                  </a:cubicBezTo>
                  <a:cubicBezTo>
                    <a:pt x="4530" y="945"/>
                    <a:pt x="4390" y="861"/>
                    <a:pt x="4348" y="693"/>
                  </a:cubicBezTo>
                  <a:cubicBezTo>
                    <a:pt x="4190" y="252"/>
                    <a:pt x="3781" y="0"/>
                    <a:pt x="33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0"/>
            <p:cNvSpPr/>
            <p:nvPr/>
          </p:nvSpPr>
          <p:spPr>
            <a:xfrm>
              <a:off x="-16559550" y="4058225"/>
              <a:ext cx="70925" cy="233150"/>
            </a:xfrm>
            <a:custGeom>
              <a:rect b="b" l="l" r="r" t="t"/>
              <a:pathLst>
                <a:path extrusionOk="0" h="9326" w="2837">
                  <a:moveTo>
                    <a:pt x="694" y="0"/>
                  </a:moveTo>
                  <a:cubicBezTo>
                    <a:pt x="284" y="0"/>
                    <a:pt x="1" y="315"/>
                    <a:pt x="1" y="725"/>
                  </a:cubicBezTo>
                  <a:lnTo>
                    <a:pt x="1" y="7530"/>
                  </a:lnTo>
                  <a:cubicBezTo>
                    <a:pt x="127" y="7719"/>
                    <a:pt x="347" y="7908"/>
                    <a:pt x="442" y="8160"/>
                  </a:cubicBezTo>
                  <a:cubicBezTo>
                    <a:pt x="662" y="8506"/>
                    <a:pt x="694" y="8947"/>
                    <a:pt x="599" y="9326"/>
                  </a:cubicBezTo>
                  <a:lnTo>
                    <a:pt x="2458" y="9326"/>
                  </a:lnTo>
                  <a:cubicBezTo>
                    <a:pt x="2647" y="9326"/>
                    <a:pt x="2836" y="9168"/>
                    <a:pt x="2836" y="8979"/>
                  </a:cubicBezTo>
                  <a:lnTo>
                    <a:pt x="2836" y="2520"/>
                  </a:lnTo>
                  <a:cubicBezTo>
                    <a:pt x="2836" y="2048"/>
                    <a:pt x="2521" y="1670"/>
                    <a:pt x="2112" y="1512"/>
                  </a:cubicBezTo>
                  <a:lnTo>
                    <a:pt x="2112" y="6112"/>
                  </a:lnTo>
                  <a:cubicBezTo>
                    <a:pt x="2112" y="6301"/>
                    <a:pt x="1954" y="6459"/>
                    <a:pt x="1765" y="6459"/>
                  </a:cubicBezTo>
                  <a:cubicBezTo>
                    <a:pt x="1576" y="6459"/>
                    <a:pt x="1387" y="6301"/>
                    <a:pt x="1387" y="6112"/>
                  </a:cubicBezTo>
                  <a:lnTo>
                    <a:pt x="1387" y="725"/>
                  </a:lnTo>
                  <a:cubicBezTo>
                    <a:pt x="1387" y="315"/>
                    <a:pt x="1040" y="0"/>
                    <a:pt x="6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0"/>
            <p:cNvSpPr/>
            <p:nvPr/>
          </p:nvSpPr>
          <p:spPr>
            <a:xfrm>
              <a:off x="-16794250" y="4059000"/>
              <a:ext cx="70900" cy="232375"/>
            </a:xfrm>
            <a:custGeom>
              <a:rect b="b" l="l" r="r" t="t"/>
              <a:pathLst>
                <a:path extrusionOk="0" h="9295" w="2836">
                  <a:moveTo>
                    <a:pt x="2111" y="1"/>
                  </a:moveTo>
                  <a:cubicBezTo>
                    <a:pt x="1733" y="1"/>
                    <a:pt x="1418" y="316"/>
                    <a:pt x="1418" y="725"/>
                  </a:cubicBezTo>
                  <a:lnTo>
                    <a:pt x="1418" y="6113"/>
                  </a:lnTo>
                  <a:cubicBezTo>
                    <a:pt x="1418" y="6302"/>
                    <a:pt x="1260" y="6459"/>
                    <a:pt x="1071" y="6459"/>
                  </a:cubicBezTo>
                  <a:cubicBezTo>
                    <a:pt x="851" y="6459"/>
                    <a:pt x="693" y="6302"/>
                    <a:pt x="693" y="6113"/>
                  </a:cubicBezTo>
                  <a:lnTo>
                    <a:pt x="693" y="1513"/>
                  </a:lnTo>
                  <a:cubicBezTo>
                    <a:pt x="284" y="1670"/>
                    <a:pt x="0" y="2048"/>
                    <a:pt x="0" y="2521"/>
                  </a:cubicBezTo>
                  <a:lnTo>
                    <a:pt x="0" y="8979"/>
                  </a:lnTo>
                  <a:cubicBezTo>
                    <a:pt x="0" y="9137"/>
                    <a:pt x="158" y="9295"/>
                    <a:pt x="347" y="9295"/>
                  </a:cubicBezTo>
                  <a:lnTo>
                    <a:pt x="2174" y="9295"/>
                  </a:lnTo>
                  <a:cubicBezTo>
                    <a:pt x="2080" y="8885"/>
                    <a:pt x="2111" y="8444"/>
                    <a:pt x="2363" y="8034"/>
                  </a:cubicBezTo>
                  <a:cubicBezTo>
                    <a:pt x="2489" y="7845"/>
                    <a:pt x="2647" y="7688"/>
                    <a:pt x="2836" y="7530"/>
                  </a:cubicBezTo>
                  <a:lnTo>
                    <a:pt x="2836" y="725"/>
                  </a:lnTo>
                  <a:cubicBezTo>
                    <a:pt x="2836" y="316"/>
                    <a:pt x="2489" y="1"/>
                    <a:pt x="21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8" name="Google Shape;1048;p20"/>
          <p:cNvSpPr/>
          <p:nvPr/>
        </p:nvSpPr>
        <p:spPr>
          <a:xfrm>
            <a:off x="481454" y="1159598"/>
            <a:ext cx="384195" cy="382190"/>
          </a:xfrm>
          <a:custGeom>
            <a:rect b="b" l="l" r="r" t="t"/>
            <a:pathLst>
              <a:path extrusionOk="0" h="12193" w="12256">
                <a:moveTo>
                  <a:pt x="5324" y="2899"/>
                </a:moveTo>
                <a:cubicBezTo>
                  <a:pt x="5513" y="2899"/>
                  <a:pt x="5671" y="3056"/>
                  <a:pt x="5671" y="3245"/>
                </a:cubicBezTo>
                <a:lnTo>
                  <a:pt x="5671" y="3970"/>
                </a:lnTo>
                <a:cubicBezTo>
                  <a:pt x="5671" y="4159"/>
                  <a:pt x="5513" y="4316"/>
                  <a:pt x="5324" y="4316"/>
                </a:cubicBezTo>
                <a:cubicBezTo>
                  <a:pt x="5104" y="4316"/>
                  <a:pt x="4946" y="4159"/>
                  <a:pt x="4946" y="3970"/>
                </a:cubicBezTo>
                <a:lnTo>
                  <a:pt x="4946" y="3245"/>
                </a:lnTo>
                <a:cubicBezTo>
                  <a:pt x="4946" y="3056"/>
                  <a:pt x="5104" y="2899"/>
                  <a:pt x="5324" y="2899"/>
                </a:cubicBezTo>
                <a:close/>
                <a:moveTo>
                  <a:pt x="6742" y="2899"/>
                </a:moveTo>
                <a:cubicBezTo>
                  <a:pt x="6931" y="2899"/>
                  <a:pt x="7089" y="3056"/>
                  <a:pt x="7089" y="3245"/>
                </a:cubicBezTo>
                <a:lnTo>
                  <a:pt x="7089" y="3970"/>
                </a:lnTo>
                <a:cubicBezTo>
                  <a:pt x="7089" y="4159"/>
                  <a:pt x="6931" y="4316"/>
                  <a:pt x="6742" y="4316"/>
                </a:cubicBezTo>
                <a:cubicBezTo>
                  <a:pt x="6522" y="4316"/>
                  <a:pt x="6364" y="4159"/>
                  <a:pt x="6364" y="3970"/>
                </a:cubicBezTo>
                <a:lnTo>
                  <a:pt x="6364" y="3245"/>
                </a:lnTo>
                <a:cubicBezTo>
                  <a:pt x="6364" y="3056"/>
                  <a:pt x="6522" y="2899"/>
                  <a:pt x="6742" y="2899"/>
                </a:cubicBezTo>
                <a:close/>
                <a:moveTo>
                  <a:pt x="6017" y="5041"/>
                </a:moveTo>
                <a:cubicBezTo>
                  <a:pt x="6206" y="5041"/>
                  <a:pt x="6364" y="5198"/>
                  <a:pt x="6364" y="5387"/>
                </a:cubicBezTo>
                <a:lnTo>
                  <a:pt x="6364" y="6081"/>
                </a:lnTo>
                <a:cubicBezTo>
                  <a:pt x="6364" y="6301"/>
                  <a:pt x="6206" y="6427"/>
                  <a:pt x="6017" y="6427"/>
                </a:cubicBezTo>
                <a:cubicBezTo>
                  <a:pt x="5828" y="6427"/>
                  <a:pt x="5671" y="6301"/>
                  <a:pt x="5671" y="6081"/>
                </a:cubicBezTo>
                <a:lnTo>
                  <a:pt x="5671" y="5387"/>
                </a:lnTo>
                <a:cubicBezTo>
                  <a:pt x="5671" y="5198"/>
                  <a:pt x="5828" y="5041"/>
                  <a:pt x="6017" y="5041"/>
                </a:cubicBezTo>
                <a:close/>
                <a:moveTo>
                  <a:pt x="5324" y="7183"/>
                </a:moveTo>
                <a:cubicBezTo>
                  <a:pt x="5513" y="7183"/>
                  <a:pt x="5671" y="7341"/>
                  <a:pt x="5671" y="7561"/>
                </a:cubicBezTo>
                <a:lnTo>
                  <a:pt x="5671" y="8254"/>
                </a:lnTo>
                <a:cubicBezTo>
                  <a:pt x="5671" y="8443"/>
                  <a:pt x="5513" y="8601"/>
                  <a:pt x="5324" y="8601"/>
                </a:cubicBezTo>
                <a:cubicBezTo>
                  <a:pt x="5104" y="8601"/>
                  <a:pt x="4946" y="8443"/>
                  <a:pt x="4946" y="8254"/>
                </a:cubicBezTo>
                <a:lnTo>
                  <a:pt x="4946" y="7561"/>
                </a:lnTo>
                <a:cubicBezTo>
                  <a:pt x="4946" y="7341"/>
                  <a:pt x="5104" y="7183"/>
                  <a:pt x="5324" y="7183"/>
                </a:cubicBezTo>
                <a:close/>
                <a:moveTo>
                  <a:pt x="6742" y="7183"/>
                </a:moveTo>
                <a:cubicBezTo>
                  <a:pt x="6931" y="7183"/>
                  <a:pt x="7089" y="7341"/>
                  <a:pt x="7089" y="7561"/>
                </a:cubicBezTo>
                <a:lnTo>
                  <a:pt x="7089" y="8254"/>
                </a:lnTo>
                <a:cubicBezTo>
                  <a:pt x="7089" y="8443"/>
                  <a:pt x="6931" y="8601"/>
                  <a:pt x="6742" y="8601"/>
                </a:cubicBezTo>
                <a:cubicBezTo>
                  <a:pt x="6522" y="8601"/>
                  <a:pt x="6364" y="8443"/>
                  <a:pt x="6364" y="8254"/>
                </a:cubicBezTo>
                <a:lnTo>
                  <a:pt x="6364" y="7561"/>
                </a:lnTo>
                <a:cubicBezTo>
                  <a:pt x="6364" y="7341"/>
                  <a:pt x="6522" y="7183"/>
                  <a:pt x="6742" y="7183"/>
                </a:cubicBezTo>
                <a:close/>
                <a:moveTo>
                  <a:pt x="6017" y="9326"/>
                </a:moveTo>
                <a:cubicBezTo>
                  <a:pt x="6206" y="9326"/>
                  <a:pt x="6364" y="9483"/>
                  <a:pt x="6364" y="9672"/>
                </a:cubicBezTo>
                <a:lnTo>
                  <a:pt x="6364" y="10397"/>
                </a:lnTo>
                <a:cubicBezTo>
                  <a:pt x="6364" y="10586"/>
                  <a:pt x="6206" y="10743"/>
                  <a:pt x="6017" y="10743"/>
                </a:cubicBezTo>
                <a:cubicBezTo>
                  <a:pt x="5828" y="10743"/>
                  <a:pt x="5671" y="10586"/>
                  <a:pt x="5671" y="10397"/>
                </a:cubicBezTo>
                <a:lnTo>
                  <a:pt x="5671" y="9672"/>
                </a:lnTo>
                <a:cubicBezTo>
                  <a:pt x="5671" y="9483"/>
                  <a:pt x="5828" y="9326"/>
                  <a:pt x="6017" y="9326"/>
                </a:cubicBezTo>
                <a:close/>
                <a:moveTo>
                  <a:pt x="1418" y="0"/>
                </a:moveTo>
                <a:cubicBezTo>
                  <a:pt x="630" y="0"/>
                  <a:pt x="0" y="630"/>
                  <a:pt x="0" y="1418"/>
                </a:cubicBezTo>
                <a:lnTo>
                  <a:pt x="0" y="4631"/>
                </a:lnTo>
                <a:cubicBezTo>
                  <a:pt x="0" y="6396"/>
                  <a:pt x="1449" y="7876"/>
                  <a:pt x="3245" y="7876"/>
                </a:cubicBezTo>
                <a:lnTo>
                  <a:pt x="3623" y="7876"/>
                </a:lnTo>
                <a:lnTo>
                  <a:pt x="3623" y="11499"/>
                </a:lnTo>
                <a:lnTo>
                  <a:pt x="2552" y="11499"/>
                </a:lnTo>
                <a:cubicBezTo>
                  <a:pt x="2363" y="11499"/>
                  <a:pt x="2205" y="11657"/>
                  <a:pt x="2205" y="11846"/>
                </a:cubicBezTo>
                <a:cubicBezTo>
                  <a:pt x="2205" y="12035"/>
                  <a:pt x="2363" y="12193"/>
                  <a:pt x="2552" y="12193"/>
                </a:cubicBezTo>
                <a:lnTo>
                  <a:pt x="9704" y="12193"/>
                </a:lnTo>
                <a:cubicBezTo>
                  <a:pt x="9893" y="12193"/>
                  <a:pt x="10050" y="12035"/>
                  <a:pt x="10050" y="11846"/>
                </a:cubicBezTo>
                <a:cubicBezTo>
                  <a:pt x="10050" y="11657"/>
                  <a:pt x="9893" y="11499"/>
                  <a:pt x="9704" y="11499"/>
                </a:cubicBezTo>
                <a:lnTo>
                  <a:pt x="8632" y="11499"/>
                </a:lnTo>
                <a:lnTo>
                  <a:pt x="8632" y="10743"/>
                </a:lnTo>
                <a:lnTo>
                  <a:pt x="9010" y="10743"/>
                </a:lnTo>
                <a:cubicBezTo>
                  <a:pt x="10775" y="10743"/>
                  <a:pt x="12255" y="9294"/>
                  <a:pt x="12255" y="7498"/>
                </a:cubicBezTo>
                <a:lnTo>
                  <a:pt x="12255" y="5041"/>
                </a:lnTo>
                <a:cubicBezTo>
                  <a:pt x="12129" y="4253"/>
                  <a:pt x="11499" y="3623"/>
                  <a:pt x="10712" y="3623"/>
                </a:cubicBezTo>
                <a:cubicBezTo>
                  <a:pt x="9924" y="3623"/>
                  <a:pt x="9294" y="4253"/>
                  <a:pt x="9294" y="5041"/>
                </a:cubicBezTo>
                <a:lnTo>
                  <a:pt x="9294" y="7498"/>
                </a:lnTo>
                <a:cubicBezTo>
                  <a:pt x="9294" y="7719"/>
                  <a:pt x="9136" y="7876"/>
                  <a:pt x="8947" y="7876"/>
                </a:cubicBezTo>
                <a:lnTo>
                  <a:pt x="8538" y="7876"/>
                </a:lnTo>
                <a:lnTo>
                  <a:pt x="8538" y="3214"/>
                </a:lnTo>
                <a:cubicBezTo>
                  <a:pt x="8538" y="1827"/>
                  <a:pt x="7435" y="725"/>
                  <a:pt x="6049" y="725"/>
                </a:cubicBezTo>
                <a:cubicBezTo>
                  <a:pt x="4694" y="725"/>
                  <a:pt x="3592" y="1827"/>
                  <a:pt x="3592" y="3214"/>
                </a:cubicBezTo>
                <a:lnTo>
                  <a:pt x="3592" y="4978"/>
                </a:lnTo>
                <a:lnTo>
                  <a:pt x="3182" y="4978"/>
                </a:lnTo>
                <a:cubicBezTo>
                  <a:pt x="2993" y="4978"/>
                  <a:pt x="2835" y="4820"/>
                  <a:pt x="2835" y="4631"/>
                </a:cubicBezTo>
                <a:lnTo>
                  <a:pt x="2835" y="1418"/>
                </a:lnTo>
                <a:cubicBezTo>
                  <a:pt x="2835" y="630"/>
                  <a:pt x="2205" y="0"/>
                  <a:pt x="141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9" name="Google Shape;1049;p20"/>
          <p:cNvGrpSpPr/>
          <p:nvPr/>
        </p:nvGrpSpPr>
        <p:grpSpPr>
          <a:xfrm>
            <a:off x="464121" y="2721687"/>
            <a:ext cx="418860" cy="416730"/>
            <a:chOff x="-16419350" y="4058200"/>
            <a:chExt cx="304825" cy="303275"/>
          </a:xfrm>
        </p:grpSpPr>
        <p:sp>
          <p:nvSpPr>
            <p:cNvPr id="1050" name="Google Shape;1050;p20"/>
            <p:cNvSpPr/>
            <p:nvPr/>
          </p:nvSpPr>
          <p:spPr>
            <a:xfrm>
              <a:off x="-16347675" y="420235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0"/>
            <p:cNvSpPr/>
            <p:nvPr/>
          </p:nvSpPr>
          <p:spPr>
            <a:xfrm>
              <a:off x="-16400450" y="4166900"/>
              <a:ext cx="35475" cy="35475"/>
            </a:xfrm>
            <a:custGeom>
              <a:rect b="b" l="l" r="r" t="t"/>
              <a:pathLst>
                <a:path extrusionOk="0" h="1419" w="1419">
                  <a:moveTo>
                    <a:pt x="694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694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6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-16389425" y="4058200"/>
              <a:ext cx="220575" cy="106950"/>
            </a:xfrm>
            <a:custGeom>
              <a:rect b="b" l="l" r="r" t="t"/>
              <a:pathLst>
                <a:path extrusionOk="0" h="4278" w="8823">
                  <a:moveTo>
                    <a:pt x="6621" y="0"/>
                  </a:moveTo>
                  <a:cubicBezTo>
                    <a:pt x="6312" y="0"/>
                    <a:pt x="6008" y="97"/>
                    <a:pt x="5766" y="285"/>
                  </a:cubicBezTo>
                  <a:cubicBezTo>
                    <a:pt x="5703" y="348"/>
                    <a:pt x="5609" y="411"/>
                    <a:pt x="5546" y="474"/>
                  </a:cubicBezTo>
                  <a:cubicBezTo>
                    <a:pt x="5451" y="411"/>
                    <a:pt x="5388" y="316"/>
                    <a:pt x="5294" y="285"/>
                  </a:cubicBezTo>
                  <a:cubicBezTo>
                    <a:pt x="5057" y="111"/>
                    <a:pt x="4758" y="25"/>
                    <a:pt x="4459" y="25"/>
                  </a:cubicBezTo>
                  <a:cubicBezTo>
                    <a:pt x="4159" y="25"/>
                    <a:pt x="3860" y="111"/>
                    <a:pt x="3624" y="285"/>
                  </a:cubicBezTo>
                  <a:cubicBezTo>
                    <a:pt x="3529" y="348"/>
                    <a:pt x="3466" y="411"/>
                    <a:pt x="3372" y="474"/>
                  </a:cubicBezTo>
                  <a:cubicBezTo>
                    <a:pt x="3309" y="411"/>
                    <a:pt x="3214" y="316"/>
                    <a:pt x="3151" y="285"/>
                  </a:cubicBezTo>
                  <a:cubicBezTo>
                    <a:pt x="2915" y="101"/>
                    <a:pt x="2618" y="10"/>
                    <a:pt x="2316" y="10"/>
                  </a:cubicBezTo>
                  <a:cubicBezTo>
                    <a:pt x="1894" y="10"/>
                    <a:pt x="1460" y="188"/>
                    <a:pt x="1166" y="537"/>
                  </a:cubicBezTo>
                  <a:cubicBezTo>
                    <a:pt x="1103" y="631"/>
                    <a:pt x="1072" y="757"/>
                    <a:pt x="977" y="820"/>
                  </a:cubicBezTo>
                  <a:cubicBezTo>
                    <a:pt x="1" y="1356"/>
                    <a:pt x="1" y="2931"/>
                    <a:pt x="1103" y="3435"/>
                  </a:cubicBezTo>
                  <a:cubicBezTo>
                    <a:pt x="1166" y="3624"/>
                    <a:pt x="1356" y="3876"/>
                    <a:pt x="1513" y="3971"/>
                  </a:cubicBezTo>
                  <a:cubicBezTo>
                    <a:pt x="1781" y="4144"/>
                    <a:pt x="2088" y="4231"/>
                    <a:pt x="2387" y="4231"/>
                  </a:cubicBezTo>
                  <a:cubicBezTo>
                    <a:pt x="2687" y="4231"/>
                    <a:pt x="2978" y="4144"/>
                    <a:pt x="3214" y="3971"/>
                  </a:cubicBezTo>
                  <a:cubicBezTo>
                    <a:pt x="3277" y="3939"/>
                    <a:pt x="3356" y="3923"/>
                    <a:pt x="3435" y="3923"/>
                  </a:cubicBezTo>
                  <a:cubicBezTo>
                    <a:pt x="3514" y="3923"/>
                    <a:pt x="3592" y="3939"/>
                    <a:pt x="3655" y="3971"/>
                  </a:cubicBezTo>
                  <a:cubicBezTo>
                    <a:pt x="3907" y="4175"/>
                    <a:pt x="4215" y="4278"/>
                    <a:pt x="4518" y="4278"/>
                  </a:cubicBezTo>
                  <a:cubicBezTo>
                    <a:pt x="4821" y="4278"/>
                    <a:pt x="5120" y="4175"/>
                    <a:pt x="5357" y="3971"/>
                  </a:cubicBezTo>
                  <a:cubicBezTo>
                    <a:pt x="5404" y="3939"/>
                    <a:pt x="5483" y="3923"/>
                    <a:pt x="5561" y="3923"/>
                  </a:cubicBezTo>
                  <a:cubicBezTo>
                    <a:pt x="5640" y="3923"/>
                    <a:pt x="5719" y="3939"/>
                    <a:pt x="5766" y="3971"/>
                  </a:cubicBezTo>
                  <a:cubicBezTo>
                    <a:pt x="6018" y="4166"/>
                    <a:pt x="6312" y="4256"/>
                    <a:pt x="6604" y="4256"/>
                  </a:cubicBezTo>
                  <a:cubicBezTo>
                    <a:pt x="7114" y="4256"/>
                    <a:pt x="7616" y="3979"/>
                    <a:pt x="7877" y="3498"/>
                  </a:cubicBezTo>
                  <a:cubicBezTo>
                    <a:pt x="7909" y="3435"/>
                    <a:pt x="7940" y="3404"/>
                    <a:pt x="8035" y="3341"/>
                  </a:cubicBezTo>
                  <a:cubicBezTo>
                    <a:pt x="8507" y="3120"/>
                    <a:pt x="8822" y="2616"/>
                    <a:pt x="8728" y="1986"/>
                  </a:cubicBezTo>
                  <a:cubicBezTo>
                    <a:pt x="8696" y="1576"/>
                    <a:pt x="8507" y="1198"/>
                    <a:pt x="8129" y="946"/>
                  </a:cubicBezTo>
                  <a:cubicBezTo>
                    <a:pt x="8066" y="915"/>
                    <a:pt x="8035" y="883"/>
                    <a:pt x="7940" y="820"/>
                  </a:cubicBezTo>
                  <a:cubicBezTo>
                    <a:pt x="7909" y="694"/>
                    <a:pt x="7814" y="631"/>
                    <a:pt x="7751" y="537"/>
                  </a:cubicBezTo>
                  <a:cubicBezTo>
                    <a:pt x="7462" y="175"/>
                    <a:pt x="7038" y="0"/>
                    <a:pt x="66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-16298850" y="4178725"/>
              <a:ext cx="41000" cy="47275"/>
            </a:xfrm>
            <a:custGeom>
              <a:rect b="b" l="l" r="r" t="t"/>
              <a:pathLst>
                <a:path extrusionOk="0" h="1891" w="1640">
                  <a:moveTo>
                    <a:pt x="1" y="0"/>
                  </a:moveTo>
                  <a:cubicBezTo>
                    <a:pt x="158" y="252"/>
                    <a:pt x="221" y="630"/>
                    <a:pt x="221" y="945"/>
                  </a:cubicBezTo>
                  <a:cubicBezTo>
                    <a:pt x="221" y="1292"/>
                    <a:pt x="158" y="1607"/>
                    <a:pt x="1" y="1891"/>
                  </a:cubicBezTo>
                  <a:cubicBezTo>
                    <a:pt x="473" y="1733"/>
                    <a:pt x="946" y="1670"/>
                    <a:pt x="1419" y="1670"/>
                  </a:cubicBezTo>
                  <a:cubicBezTo>
                    <a:pt x="1576" y="1450"/>
                    <a:pt x="1639" y="1197"/>
                    <a:pt x="1639" y="945"/>
                  </a:cubicBezTo>
                  <a:cubicBezTo>
                    <a:pt x="1639" y="662"/>
                    <a:pt x="1576" y="378"/>
                    <a:pt x="1419" y="158"/>
                  </a:cubicBezTo>
                  <a:cubicBezTo>
                    <a:pt x="1272" y="187"/>
                    <a:pt x="1120" y="201"/>
                    <a:pt x="967" y="201"/>
                  </a:cubicBezTo>
                  <a:cubicBezTo>
                    <a:pt x="626" y="201"/>
                    <a:pt x="284" y="13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0"/>
            <p:cNvSpPr/>
            <p:nvPr/>
          </p:nvSpPr>
          <p:spPr>
            <a:xfrm>
              <a:off x="-16246075" y="4178725"/>
              <a:ext cx="41775" cy="55150"/>
            </a:xfrm>
            <a:custGeom>
              <a:rect b="b" l="l" r="r" t="t"/>
              <a:pathLst>
                <a:path extrusionOk="0" h="2206" w="1671">
                  <a:moveTo>
                    <a:pt x="1" y="0"/>
                  </a:moveTo>
                  <a:lnTo>
                    <a:pt x="1" y="0"/>
                  </a:lnTo>
                  <a:cubicBezTo>
                    <a:pt x="158" y="252"/>
                    <a:pt x="253" y="630"/>
                    <a:pt x="253" y="945"/>
                  </a:cubicBezTo>
                  <a:cubicBezTo>
                    <a:pt x="253" y="1197"/>
                    <a:pt x="190" y="1481"/>
                    <a:pt x="95" y="1765"/>
                  </a:cubicBezTo>
                  <a:cubicBezTo>
                    <a:pt x="505" y="1828"/>
                    <a:pt x="914" y="1954"/>
                    <a:pt x="1292" y="2206"/>
                  </a:cubicBezTo>
                  <a:cubicBezTo>
                    <a:pt x="1576" y="1891"/>
                    <a:pt x="1670" y="1355"/>
                    <a:pt x="1670" y="945"/>
                  </a:cubicBezTo>
                  <a:cubicBezTo>
                    <a:pt x="1670" y="662"/>
                    <a:pt x="1576" y="378"/>
                    <a:pt x="1418" y="158"/>
                  </a:cubicBezTo>
                  <a:cubicBezTo>
                    <a:pt x="1261" y="189"/>
                    <a:pt x="1103" y="221"/>
                    <a:pt x="946" y="221"/>
                  </a:cubicBezTo>
                  <a:cubicBezTo>
                    <a:pt x="631" y="221"/>
                    <a:pt x="316" y="158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0"/>
            <p:cNvSpPr/>
            <p:nvPr/>
          </p:nvSpPr>
          <p:spPr>
            <a:xfrm>
              <a:off x="-16419350" y="4122000"/>
              <a:ext cx="304050" cy="188725"/>
            </a:xfrm>
            <a:custGeom>
              <a:rect b="b" l="l" r="r" t="t"/>
              <a:pathLst>
                <a:path extrusionOk="0" h="7549" w="12162">
                  <a:moveTo>
                    <a:pt x="10712" y="1"/>
                  </a:moveTo>
                  <a:cubicBezTo>
                    <a:pt x="10586" y="600"/>
                    <a:pt x="10271" y="1135"/>
                    <a:pt x="9736" y="1450"/>
                  </a:cubicBezTo>
                  <a:cubicBezTo>
                    <a:pt x="9578" y="1734"/>
                    <a:pt x="9326" y="1986"/>
                    <a:pt x="9074" y="2143"/>
                  </a:cubicBezTo>
                  <a:cubicBezTo>
                    <a:pt x="9263" y="2458"/>
                    <a:pt x="9326" y="2805"/>
                    <a:pt x="9326" y="3183"/>
                  </a:cubicBezTo>
                  <a:cubicBezTo>
                    <a:pt x="9326" y="4065"/>
                    <a:pt x="9011" y="4821"/>
                    <a:pt x="8507" y="5168"/>
                  </a:cubicBezTo>
                  <a:cubicBezTo>
                    <a:pt x="8444" y="5199"/>
                    <a:pt x="8373" y="5215"/>
                    <a:pt x="8306" y="5215"/>
                  </a:cubicBezTo>
                  <a:cubicBezTo>
                    <a:pt x="8239" y="5215"/>
                    <a:pt x="8176" y="5199"/>
                    <a:pt x="8129" y="5168"/>
                  </a:cubicBezTo>
                  <a:cubicBezTo>
                    <a:pt x="7515" y="4805"/>
                    <a:pt x="6814" y="4624"/>
                    <a:pt x="6124" y="4624"/>
                  </a:cubicBezTo>
                  <a:cubicBezTo>
                    <a:pt x="5435" y="4624"/>
                    <a:pt x="4758" y="4805"/>
                    <a:pt x="4191" y="5168"/>
                  </a:cubicBezTo>
                  <a:cubicBezTo>
                    <a:pt x="4134" y="5213"/>
                    <a:pt x="4077" y="5230"/>
                    <a:pt x="4022" y="5230"/>
                  </a:cubicBezTo>
                  <a:cubicBezTo>
                    <a:pt x="3924" y="5230"/>
                    <a:pt x="3830" y="5177"/>
                    <a:pt x="3750" y="5136"/>
                  </a:cubicBezTo>
                  <a:cubicBezTo>
                    <a:pt x="3163" y="4757"/>
                    <a:pt x="2501" y="4557"/>
                    <a:pt x="1831" y="4557"/>
                  </a:cubicBezTo>
                  <a:cubicBezTo>
                    <a:pt x="1277" y="4557"/>
                    <a:pt x="717" y="4694"/>
                    <a:pt x="190" y="4979"/>
                  </a:cubicBezTo>
                  <a:cubicBezTo>
                    <a:pt x="95" y="5042"/>
                    <a:pt x="1" y="5168"/>
                    <a:pt x="1" y="5294"/>
                  </a:cubicBezTo>
                  <a:lnTo>
                    <a:pt x="1" y="7436"/>
                  </a:lnTo>
                  <a:cubicBezTo>
                    <a:pt x="316" y="7405"/>
                    <a:pt x="725" y="7247"/>
                    <a:pt x="977" y="7027"/>
                  </a:cubicBezTo>
                  <a:cubicBezTo>
                    <a:pt x="1240" y="6826"/>
                    <a:pt x="1533" y="6723"/>
                    <a:pt x="1823" y="6723"/>
                  </a:cubicBezTo>
                  <a:cubicBezTo>
                    <a:pt x="2124" y="6723"/>
                    <a:pt x="2422" y="6833"/>
                    <a:pt x="2679" y="7058"/>
                  </a:cubicBezTo>
                  <a:cubicBezTo>
                    <a:pt x="3072" y="7373"/>
                    <a:pt x="3529" y="7531"/>
                    <a:pt x="3986" y="7531"/>
                  </a:cubicBezTo>
                  <a:cubicBezTo>
                    <a:pt x="4443" y="7531"/>
                    <a:pt x="4900" y="7373"/>
                    <a:pt x="5293" y="7058"/>
                  </a:cubicBezTo>
                  <a:cubicBezTo>
                    <a:pt x="5545" y="6869"/>
                    <a:pt x="5837" y="6775"/>
                    <a:pt x="6128" y="6775"/>
                  </a:cubicBezTo>
                  <a:cubicBezTo>
                    <a:pt x="6420" y="6775"/>
                    <a:pt x="6711" y="6869"/>
                    <a:pt x="6963" y="7058"/>
                  </a:cubicBezTo>
                  <a:cubicBezTo>
                    <a:pt x="7474" y="7358"/>
                    <a:pt x="7985" y="7549"/>
                    <a:pt x="8524" y="7549"/>
                  </a:cubicBezTo>
                  <a:cubicBezTo>
                    <a:pt x="8948" y="7549"/>
                    <a:pt x="9390" y="7430"/>
                    <a:pt x="9862" y="7153"/>
                  </a:cubicBezTo>
                  <a:cubicBezTo>
                    <a:pt x="11153" y="6428"/>
                    <a:pt x="12162" y="4821"/>
                    <a:pt x="12162" y="3151"/>
                  </a:cubicBezTo>
                  <a:cubicBezTo>
                    <a:pt x="12162" y="1923"/>
                    <a:pt x="11626" y="789"/>
                    <a:pt x="107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-16419350" y="4263775"/>
              <a:ext cx="304825" cy="97700"/>
            </a:xfrm>
            <a:custGeom>
              <a:rect b="b" l="l" r="r" t="t"/>
              <a:pathLst>
                <a:path extrusionOk="0" h="3908" w="12193">
                  <a:moveTo>
                    <a:pt x="12193" y="1"/>
                  </a:moveTo>
                  <a:cubicBezTo>
                    <a:pt x="11689" y="914"/>
                    <a:pt x="10996" y="1639"/>
                    <a:pt x="10208" y="2112"/>
                  </a:cubicBezTo>
                  <a:cubicBezTo>
                    <a:pt x="9626" y="2424"/>
                    <a:pt x="9064" y="2570"/>
                    <a:pt x="8515" y="2570"/>
                  </a:cubicBezTo>
                  <a:cubicBezTo>
                    <a:pt x="7845" y="2570"/>
                    <a:pt x="7194" y="2352"/>
                    <a:pt x="6554" y="1954"/>
                  </a:cubicBezTo>
                  <a:cubicBezTo>
                    <a:pt x="6402" y="1819"/>
                    <a:pt x="6241" y="1756"/>
                    <a:pt x="6085" y="1756"/>
                  </a:cubicBezTo>
                  <a:cubicBezTo>
                    <a:pt x="5951" y="1756"/>
                    <a:pt x="5820" y="1803"/>
                    <a:pt x="5703" y="1891"/>
                  </a:cubicBezTo>
                  <a:cubicBezTo>
                    <a:pt x="5199" y="2316"/>
                    <a:pt x="4592" y="2529"/>
                    <a:pt x="3986" y="2529"/>
                  </a:cubicBezTo>
                  <a:cubicBezTo>
                    <a:pt x="3380" y="2529"/>
                    <a:pt x="2773" y="2316"/>
                    <a:pt x="2269" y="1891"/>
                  </a:cubicBezTo>
                  <a:cubicBezTo>
                    <a:pt x="2143" y="1797"/>
                    <a:pt x="2001" y="1749"/>
                    <a:pt x="1863" y="1749"/>
                  </a:cubicBezTo>
                  <a:cubicBezTo>
                    <a:pt x="1725" y="1749"/>
                    <a:pt x="1592" y="1797"/>
                    <a:pt x="1481" y="1891"/>
                  </a:cubicBezTo>
                  <a:cubicBezTo>
                    <a:pt x="1040" y="2269"/>
                    <a:pt x="505" y="2427"/>
                    <a:pt x="1" y="2490"/>
                  </a:cubicBezTo>
                  <a:lnTo>
                    <a:pt x="1" y="3561"/>
                  </a:lnTo>
                  <a:cubicBezTo>
                    <a:pt x="1" y="3750"/>
                    <a:pt x="158" y="3907"/>
                    <a:pt x="379" y="3907"/>
                  </a:cubicBezTo>
                  <a:lnTo>
                    <a:pt x="11815" y="3907"/>
                  </a:lnTo>
                  <a:cubicBezTo>
                    <a:pt x="12004" y="3907"/>
                    <a:pt x="12193" y="3750"/>
                    <a:pt x="12193" y="3561"/>
                  </a:cubicBezTo>
                  <a:lnTo>
                    <a:pt x="12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7" name="Google Shape;1057;p20"/>
          <p:cNvGrpSpPr/>
          <p:nvPr/>
        </p:nvGrpSpPr>
        <p:grpSpPr>
          <a:xfrm>
            <a:off x="499831" y="1925719"/>
            <a:ext cx="347441" cy="417520"/>
            <a:chOff x="-16018450" y="4058400"/>
            <a:chExt cx="252850" cy="303850"/>
          </a:xfrm>
        </p:grpSpPr>
        <p:sp>
          <p:nvSpPr>
            <p:cNvPr id="1058" name="Google Shape;1058;p20"/>
            <p:cNvSpPr/>
            <p:nvPr/>
          </p:nvSpPr>
          <p:spPr>
            <a:xfrm>
              <a:off x="-15927875" y="4129900"/>
              <a:ext cx="88250" cy="89025"/>
            </a:xfrm>
            <a:custGeom>
              <a:rect b="b" l="l" r="r" t="t"/>
              <a:pathLst>
                <a:path extrusionOk="0" h="3561" w="3530">
                  <a:moveTo>
                    <a:pt x="1765" y="0"/>
                  </a:moveTo>
                  <a:cubicBezTo>
                    <a:pt x="788" y="0"/>
                    <a:pt x="1" y="788"/>
                    <a:pt x="1" y="1764"/>
                  </a:cubicBezTo>
                  <a:cubicBezTo>
                    <a:pt x="1" y="2772"/>
                    <a:pt x="788" y="3560"/>
                    <a:pt x="1765" y="3560"/>
                  </a:cubicBezTo>
                  <a:cubicBezTo>
                    <a:pt x="2742" y="3560"/>
                    <a:pt x="3529" y="2772"/>
                    <a:pt x="3529" y="1764"/>
                  </a:cubicBezTo>
                  <a:cubicBezTo>
                    <a:pt x="3529" y="788"/>
                    <a:pt x="2742" y="0"/>
                    <a:pt x="17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0"/>
            <p:cNvSpPr/>
            <p:nvPr/>
          </p:nvSpPr>
          <p:spPr>
            <a:xfrm>
              <a:off x="-16002700" y="4058400"/>
              <a:ext cx="237100" cy="233575"/>
            </a:xfrm>
            <a:custGeom>
              <a:rect b="b" l="l" r="r" t="t"/>
              <a:pathLst>
                <a:path extrusionOk="0" h="9343" w="9484">
                  <a:moveTo>
                    <a:pt x="4758" y="2167"/>
                  </a:moveTo>
                  <a:cubicBezTo>
                    <a:pt x="6144" y="2167"/>
                    <a:pt x="7247" y="3270"/>
                    <a:pt x="7247" y="4656"/>
                  </a:cubicBezTo>
                  <a:cubicBezTo>
                    <a:pt x="7247" y="6010"/>
                    <a:pt x="6144" y="7113"/>
                    <a:pt x="4758" y="7113"/>
                  </a:cubicBezTo>
                  <a:cubicBezTo>
                    <a:pt x="3372" y="7113"/>
                    <a:pt x="2269" y="6010"/>
                    <a:pt x="2269" y="4656"/>
                  </a:cubicBezTo>
                  <a:cubicBezTo>
                    <a:pt x="2269" y="3270"/>
                    <a:pt x="3372" y="2167"/>
                    <a:pt x="4758" y="2167"/>
                  </a:cubicBezTo>
                  <a:close/>
                  <a:moveTo>
                    <a:pt x="4742" y="1"/>
                  </a:moveTo>
                  <a:cubicBezTo>
                    <a:pt x="4648" y="1"/>
                    <a:pt x="4553" y="40"/>
                    <a:pt x="4474" y="119"/>
                  </a:cubicBezTo>
                  <a:cubicBezTo>
                    <a:pt x="4159" y="434"/>
                    <a:pt x="3939" y="781"/>
                    <a:pt x="3813" y="1222"/>
                  </a:cubicBezTo>
                  <a:cubicBezTo>
                    <a:pt x="3498" y="938"/>
                    <a:pt x="3120" y="686"/>
                    <a:pt x="2679" y="623"/>
                  </a:cubicBezTo>
                  <a:cubicBezTo>
                    <a:pt x="2655" y="619"/>
                    <a:pt x="2630" y="617"/>
                    <a:pt x="2606" y="617"/>
                  </a:cubicBezTo>
                  <a:cubicBezTo>
                    <a:pt x="2437" y="617"/>
                    <a:pt x="2265" y="710"/>
                    <a:pt x="2238" y="875"/>
                  </a:cubicBezTo>
                  <a:cubicBezTo>
                    <a:pt x="2112" y="1285"/>
                    <a:pt x="2112" y="1726"/>
                    <a:pt x="2206" y="2135"/>
                  </a:cubicBezTo>
                  <a:cubicBezTo>
                    <a:pt x="2001" y="2092"/>
                    <a:pt x="1797" y="2068"/>
                    <a:pt x="1595" y="2068"/>
                  </a:cubicBezTo>
                  <a:cubicBezTo>
                    <a:pt x="1362" y="2068"/>
                    <a:pt x="1134" y="2099"/>
                    <a:pt x="914" y="2167"/>
                  </a:cubicBezTo>
                  <a:cubicBezTo>
                    <a:pt x="694" y="2198"/>
                    <a:pt x="599" y="2387"/>
                    <a:pt x="662" y="2608"/>
                  </a:cubicBezTo>
                  <a:cubicBezTo>
                    <a:pt x="788" y="3018"/>
                    <a:pt x="977" y="3396"/>
                    <a:pt x="1261" y="3742"/>
                  </a:cubicBezTo>
                  <a:cubicBezTo>
                    <a:pt x="851" y="3868"/>
                    <a:pt x="473" y="4089"/>
                    <a:pt x="158" y="4404"/>
                  </a:cubicBezTo>
                  <a:cubicBezTo>
                    <a:pt x="1" y="4561"/>
                    <a:pt x="1" y="4750"/>
                    <a:pt x="158" y="4908"/>
                  </a:cubicBezTo>
                  <a:cubicBezTo>
                    <a:pt x="473" y="5223"/>
                    <a:pt x="820" y="5475"/>
                    <a:pt x="1261" y="5601"/>
                  </a:cubicBezTo>
                  <a:cubicBezTo>
                    <a:pt x="977" y="5916"/>
                    <a:pt x="757" y="6294"/>
                    <a:pt x="662" y="6735"/>
                  </a:cubicBezTo>
                  <a:cubicBezTo>
                    <a:pt x="631" y="6924"/>
                    <a:pt x="757" y="7113"/>
                    <a:pt x="914" y="7176"/>
                  </a:cubicBezTo>
                  <a:cubicBezTo>
                    <a:pt x="1140" y="7228"/>
                    <a:pt x="1375" y="7252"/>
                    <a:pt x="1614" y="7252"/>
                  </a:cubicBezTo>
                  <a:cubicBezTo>
                    <a:pt x="1810" y="7252"/>
                    <a:pt x="2008" y="7236"/>
                    <a:pt x="2206" y="7208"/>
                  </a:cubicBezTo>
                  <a:lnTo>
                    <a:pt x="2206" y="7208"/>
                  </a:lnTo>
                  <a:cubicBezTo>
                    <a:pt x="2112" y="7649"/>
                    <a:pt x="2112" y="8058"/>
                    <a:pt x="2238" y="8468"/>
                  </a:cubicBezTo>
                  <a:cubicBezTo>
                    <a:pt x="2262" y="8613"/>
                    <a:pt x="2397" y="8721"/>
                    <a:pt x="2544" y="8721"/>
                  </a:cubicBezTo>
                  <a:cubicBezTo>
                    <a:pt x="2589" y="8721"/>
                    <a:pt x="2634" y="8711"/>
                    <a:pt x="2679" y="8688"/>
                  </a:cubicBezTo>
                  <a:cubicBezTo>
                    <a:pt x="3120" y="8594"/>
                    <a:pt x="3466" y="8373"/>
                    <a:pt x="3813" y="8121"/>
                  </a:cubicBezTo>
                  <a:cubicBezTo>
                    <a:pt x="3939" y="8499"/>
                    <a:pt x="4159" y="8909"/>
                    <a:pt x="4474" y="9224"/>
                  </a:cubicBezTo>
                  <a:cubicBezTo>
                    <a:pt x="4553" y="9303"/>
                    <a:pt x="4648" y="9342"/>
                    <a:pt x="4742" y="9342"/>
                  </a:cubicBezTo>
                  <a:cubicBezTo>
                    <a:pt x="4837" y="9342"/>
                    <a:pt x="4931" y="9303"/>
                    <a:pt x="5010" y="9224"/>
                  </a:cubicBezTo>
                  <a:cubicBezTo>
                    <a:pt x="5325" y="8909"/>
                    <a:pt x="5546" y="8531"/>
                    <a:pt x="5672" y="8121"/>
                  </a:cubicBezTo>
                  <a:cubicBezTo>
                    <a:pt x="5987" y="8342"/>
                    <a:pt x="6365" y="8594"/>
                    <a:pt x="6806" y="8688"/>
                  </a:cubicBezTo>
                  <a:cubicBezTo>
                    <a:pt x="6840" y="8700"/>
                    <a:pt x="6875" y="8705"/>
                    <a:pt x="6910" y="8705"/>
                  </a:cubicBezTo>
                  <a:cubicBezTo>
                    <a:pt x="7068" y="8705"/>
                    <a:pt x="7221" y="8597"/>
                    <a:pt x="7247" y="8468"/>
                  </a:cubicBezTo>
                  <a:cubicBezTo>
                    <a:pt x="7373" y="8027"/>
                    <a:pt x="7373" y="7586"/>
                    <a:pt x="7278" y="7208"/>
                  </a:cubicBezTo>
                  <a:lnTo>
                    <a:pt x="7278" y="7208"/>
                  </a:lnTo>
                  <a:cubicBezTo>
                    <a:pt x="7477" y="7236"/>
                    <a:pt x="7675" y="7252"/>
                    <a:pt x="7870" y="7252"/>
                  </a:cubicBezTo>
                  <a:cubicBezTo>
                    <a:pt x="8110" y="7252"/>
                    <a:pt x="8345" y="7228"/>
                    <a:pt x="8570" y="7176"/>
                  </a:cubicBezTo>
                  <a:cubicBezTo>
                    <a:pt x="8791" y="7113"/>
                    <a:pt x="8885" y="6924"/>
                    <a:pt x="8822" y="6735"/>
                  </a:cubicBezTo>
                  <a:cubicBezTo>
                    <a:pt x="8696" y="6294"/>
                    <a:pt x="8507" y="5947"/>
                    <a:pt x="8224" y="5601"/>
                  </a:cubicBezTo>
                  <a:cubicBezTo>
                    <a:pt x="8633" y="5475"/>
                    <a:pt x="9011" y="5223"/>
                    <a:pt x="9326" y="4908"/>
                  </a:cubicBezTo>
                  <a:cubicBezTo>
                    <a:pt x="9484" y="4750"/>
                    <a:pt x="9484" y="4561"/>
                    <a:pt x="9326" y="4404"/>
                  </a:cubicBezTo>
                  <a:cubicBezTo>
                    <a:pt x="9011" y="4089"/>
                    <a:pt x="8665" y="3868"/>
                    <a:pt x="8224" y="3742"/>
                  </a:cubicBezTo>
                  <a:cubicBezTo>
                    <a:pt x="8507" y="3427"/>
                    <a:pt x="8728" y="3018"/>
                    <a:pt x="8822" y="2608"/>
                  </a:cubicBezTo>
                  <a:cubicBezTo>
                    <a:pt x="8854" y="2387"/>
                    <a:pt x="8728" y="2198"/>
                    <a:pt x="8570" y="2167"/>
                  </a:cubicBezTo>
                  <a:cubicBezTo>
                    <a:pt x="8351" y="2099"/>
                    <a:pt x="8122" y="2068"/>
                    <a:pt x="7889" y="2068"/>
                  </a:cubicBezTo>
                  <a:cubicBezTo>
                    <a:pt x="7688" y="2068"/>
                    <a:pt x="7483" y="2092"/>
                    <a:pt x="7278" y="2135"/>
                  </a:cubicBezTo>
                  <a:cubicBezTo>
                    <a:pt x="7373" y="1694"/>
                    <a:pt x="7373" y="1253"/>
                    <a:pt x="7247" y="875"/>
                  </a:cubicBezTo>
                  <a:cubicBezTo>
                    <a:pt x="7223" y="705"/>
                    <a:pt x="7086" y="591"/>
                    <a:pt x="6938" y="591"/>
                  </a:cubicBezTo>
                  <a:cubicBezTo>
                    <a:pt x="6894" y="591"/>
                    <a:pt x="6849" y="602"/>
                    <a:pt x="6806" y="623"/>
                  </a:cubicBezTo>
                  <a:cubicBezTo>
                    <a:pt x="6365" y="749"/>
                    <a:pt x="6018" y="938"/>
                    <a:pt x="5672" y="1222"/>
                  </a:cubicBezTo>
                  <a:cubicBezTo>
                    <a:pt x="5546" y="812"/>
                    <a:pt x="5325" y="434"/>
                    <a:pt x="5010" y="119"/>
                  </a:cubicBezTo>
                  <a:cubicBezTo>
                    <a:pt x="4931" y="40"/>
                    <a:pt x="4837" y="1"/>
                    <a:pt x="47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-16018450" y="4253550"/>
              <a:ext cx="129200" cy="108700"/>
            </a:xfrm>
            <a:custGeom>
              <a:rect b="b" l="l" r="r" t="t"/>
              <a:pathLst>
                <a:path extrusionOk="0" h="4348" w="5168">
                  <a:moveTo>
                    <a:pt x="1009" y="0"/>
                  </a:moveTo>
                  <a:cubicBezTo>
                    <a:pt x="410" y="693"/>
                    <a:pt x="1" y="1607"/>
                    <a:pt x="1" y="2615"/>
                  </a:cubicBezTo>
                  <a:lnTo>
                    <a:pt x="1" y="4001"/>
                  </a:lnTo>
                  <a:lnTo>
                    <a:pt x="32" y="4001"/>
                  </a:lnTo>
                  <a:cubicBezTo>
                    <a:pt x="32" y="4190"/>
                    <a:pt x="190" y="4348"/>
                    <a:pt x="410" y="4348"/>
                  </a:cubicBezTo>
                  <a:lnTo>
                    <a:pt x="1796" y="4348"/>
                  </a:lnTo>
                  <a:cubicBezTo>
                    <a:pt x="3214" y="4348"/>
                    <a:pt x="4443" y="3560"/>
                    <a:pt x="5167" y="2426"/>
                  </a:cubicBezTo>
                  <a:cubicBezTo>
                    <a:pt x="4915" y="2237"/>
                    <a:pt x="4411" y="1733"/>
                    <a:pt x="4159" y="1355"/>
                  </a:cubicBezTo>
                  <a:cubicBezTo>
                    <a:pt x="3750" y="1576"/>
                    <a:pt x="3309" y="1670"/>
                    <a:pt x="2836" y="1796"/>
                  </a:cubicBezTo>
                  <a:cubicBezTo>
                    <a:pt x="2805" y="1801"/>
                    <a:pt x="2774" y="1804"/>
                    <a:pt x="2743" y="1804"/>
                  </a:cubicBezTo>
                  <a:cubicBezTo>
                    <a:pt x="2580" y="1804"/>
                    <a:pt x="2421" y="1734"/>
                    <a:pt x="2395" y="1576"/>
                  </a:cubicBezTo>
                  <a:cubicBezTo>
                    <a:pt x="2269" y="1040"/>
                    <a:pt x="2111" y="662"/>
                    <a:pt x="2080" y="189"/>
                  </a:cubicBezTo>
                  <a:cubicBezTo>
                    <a:pt x="1702" y="158"/>
                    <a:pt x="1418" y="63"/>
                    <a:pt x="10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-15876675" y="4254325"/>
              <a:ext cx="107925" cy="90600"/>
            </a:xfrm>
            <a:custGeom>
              <a:rect b="b" l="l" r="r" t="t"/>
              <a:pathLst>
                <a:path extrusionOk="0" h="3624" w="4317">
                  <a:moveTo>
                    <a:pt x="3750" y="1"/>
                  </a:moveTo>
                  <a:cubicBezTo>
                    <a:pt x="3466" y="64"/>
                    <a:pt x="3277" y="127"/>
                    <a:pt x="2993" y="127"/>
                  </a:cubicBezTo>
                  <a:cubicBezTo>
                    <a:pt x="2962" y="599"/>
                    <a:pt x="2836" y="977"/>
                    <a:pt x="2678" y="1482"/>
                  </a:cubicBezTo>
                  <a:cubicBezTo>
                    <a:pt x="2653" y="1657"/>
                    <a:pt x="2509" y="1753"/>
                    <a:pt x="2355" y="1753"/>
                  </a:cubicBezTo>
                  <a:cubicBezTo>
                    <a:pt x="2316" y="1753"/>
                    <a:pt x="2276" y="1746"/>
                    <a:pt x="2237" y="1734"/>
                  </a:cubicBezTo>
                  <a:cubicBezTo>
                    <a:pt x="1733" y="1608"/>
                    <a:pt x="1292" y="1482"/>
                    <a:pt x="914" y="1292"/>
                  </a:cubicBezTo>
                  <a:cubicBezTo>
                    <a:pt x="631" y="1702"/>
                    <a:pt x="347" y="1923"/>
                    <a:pt x="1" y="2269"/>
                  </a:cubicBezTo>
                  <a:cubicBezTo>
                    <a:pt x="599" y="3057"/>
                    <a:pt x="1481" y="3592"/>
                    <a:pt x="2552" y="3592"/>
                  </a:cubicBezTo>
                  <a:lnTo>
                    <a:pt x="3970" y="3592"/>
                  </a:lnTo>
                  <a:lnTo>
                    <a:pt x="3970" y="3624"/>
                  </a:lnTo>
                  <a:cubicBezTo>
                    <a:pt x="4159" y="3624"/>
                    <a:pt x="4317" y="3466"/>
                    <a:pt x="4317" y="3277"/>
                  </a:cubicBezTo>
                  <a:lnTo>
                    <a:pt x="4317" y="1860"/>
                  </a:lnTo>
                  <a:cubicBezTo>
                    <a:pt x="4317" y="1166"/>
                    <a:pt x="4096" y="536"/>
                    <a:pt x="37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21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67" name="Google Shape;1067;p21"/>
          <p:cNvSpPr/>
          <p:nvPr/>
        </p:nvSpPr>
        <p:spPr>
          <a:xfrm>
            <a:off x="3406582" y="2887616"/>
            <a:ext cx="2200822" cy="1133661"/>
          </a:xfrm>
          <a:custGeom>
            <a:rect b="b" l="l" r="r" t="t"/>
            <a:pathLst>
              <a:path extrusionOk="0" h="15820" w="30712">
                <a:moveTo>
                  <a:pt x="8" y="1"/>
                </a:moveTo>
                <a:cubicBezTo>
                  <a:pt x="3" y="154"/>
                  <a:pt x="1" y="310"/>
                  <a:pt x="1" y="464"/>
                </a:cubicBezTo>
                <a:cubicBezTo>
                  <a:pt x="1" y="8944"/>
                  <a:pt x="6875" y="15819"/>
                  <a:pt x="15356" y="15819"/>
                </a:cubicBezTo>
                <a:cubicBezTo>
                  <a:pt x="23837" y="15819"/>
                  <a:pt x="30712" y="8946"/>
                  <a:pt x="30712" y="464"/>
                </a:cubicBezTo>
                <a:cubicBezTo>
                  <a:pt x="30712" y="310"/>
                  <a:pt x="30708" y="156"/>
                  <a:pt x="3070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1"/>
          <p:cNvSpPr/>
          <p:nvPr/>
        </p:nvSpPr>
        <p:spPr>
          <a:xfrm>
            <a:off x="3690423" y="2842113"/>
            <a:ext cx="1916690" cy="1098476"/>
          </a:xfrm>
          <a:custGeom>
            <a:rect b="b" l="l" r="r" t="t"/>
            <a:pathLst>
              <a:path extrusionOk="0" h="15329" w="26747">
                <a:moveTo>
                  <a:pt x="26690" y="0"/>
                </a:moveTo>
                <a:cubicBezTo>
                  <a:pt x="26540" y="195"/>
                  <a:pt x="26366" y="322"/>
                  <a:pt x="26217" y="516"/>
                </a:cubicBezTo>
                <a:cubicBezTo>
                  <a:pt x="25798" y="880"/>
                  <a:pt x="25204" y="1424"/>
                  <a:pt x="24383" y="1861"/>
                </a:cubicBezTo>
                <a:cubicBezTo>
                  <a:pt x="23547" y="2304"/>
                  <a:pt x="22757" y="2591"/>
                  <a:pt x="22020" y="2751"/>
                </a:cubicBezTo>
                <a:cubicBezTo>
                  <a:pt x="21082" y="2953"/>
                  <a:pt x="20250" y="3003"/>
                  <a:pt x="19498" y="3003"/>
                </a:cubicBezTo>
                <a:cubicBezTo>
                  <a:pt x="18784" y="3003"/>
                  <a:pt x="18142" y="2958"/>
                  <a:pt x="17547" y="2958"/>
                </a:cubicBezTo>
                <a:cubicBezTo>
                  <a:pt x="16837" y="2958"/>
                  <a:pt x="16195" y="3022"/>
                  <a:pt x="15581" y="3301"/>
                </a:cubicBezTo>
                <a:cubicBezTo>
                  <a:pt x="13927" y="4056"/>
                  <a:pt x="10464" y="9133"/>
                  <a:pt x="6834" y="9133"/>
                </a:cubicBezTo>
                <a:cubicBezTo>
                  <a:pt x="6807" y="9133"/>
                  <a:pt x="6780" y="9133"/>
                  <a:pt x="6753" y="9132"/>
                </a:cubicBezTo>
                <a:cubicBezTo>
                  <a:pt x="6694" y="9131"/>
                  <a:pt x="6635" y="9131"/>
                  <a:pt x="6577" y="9131"/>
                </a:cubicBezTo>
                <a:cubicBezTo>
                  <a:pt x="2996" y="9131"/>
                  <a:pt x="3" y="11394"/>
                  <a:pt x="0" y="11397"/>
                </a:cubicBezTo>
                <a:cubicBezTo>
                  <a:pt x="1539" y="13097"/>
                  <a:pt x="3454" y="14452"/>
                  <a:pt x="5614" y="15329"/>
                </a:cubicBezTo>
                <a:cubicBezTo>
                  <a:pt x="6496" y="14122"/>
                  <a:pt x="8436" y="12008"/>
                  <a:pt x="11210" y="12008"/>
                </a:cubicBezTo>
                <a:cubicBezTo>
                  <a:pt x="11566" y="12008"/>
                  <a:pt x="11937" y="12043"/>
                  <a:pt x="12321" y="12119"/>
                </a:cubicBezTo>
                <a:cubicBezTo>
                  <a:pt x="13172" y="12288"/>
                  <a:pt x="13938" y="12369"/>
                  <a:pt x="14629" y="12369"/>
                </a:cubicBezTo>
                <a:cubicBezTo>
                  <a:pt x="17641" y="12369"/>
                  <a:pt x="19241" y="10838"/>
                  <a:pt x="20337" y="8420"/>
                </a:cubicBezTo>
                <a:cubicBezTo>
                  <a:pt x="21574" y="5692"/>
                  <a:pt x="25825" y="4015"/>
                  <a:pt x="26516" y="3759"/>
                </a:cubicBezTo>
                <a:cubicBezTo>
                  <a:pt x="26667" y="2895"/>
                  <a:pt x="26746" y="2006"/>
                  <a:pt x="26746" y="1099"/>
                </a:cubicBezTo>
                <a:cubicBezTo>
                  <a:pt x="26746" y="945"/>
                  <a:pt x="26743" y="791"/>
                  <a:pt x="26738" y="636"/>
                </a:cubicBezTo>
                <a:cubicBezTo>
                  <a:pt x="26722" y="424"/>
                  <a:pt x="26706" y="211"/>
                  <a:pt x="266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21"/>
          <p:cNvSpPr/>
          <p:nvPr/>
        </p:nvSpPr>
        <p:spPr>
          <a:xfrm>
            <a:off x="4339366" y="3136201"/>
            <a:ext cx="1246454" cy="885073"/>
          </a:xfrm>
          <a:custGeom>
            <a:rect b="b" l="l" r="r" t="t"/>
            <a:pathLst>
              <a:path extrusionOk="0" h="12351" w="17394">
                <a:moveTo>
                  <a:pt x="17394" y="0"/>
                </a:moveTo>
                <a:lnTo>
                  <a:pt x="17394" y="0"/>
                </a:lnTo>
                <a:cubicBezTo>
                  <a:pt x="16735" y="259"/>
                  <a:pt x="13649" y="1584"/>
                  <a:pt x="12391" y="4077"/>
                </a:cubicBezTo>
                <a:cubicBezTo>
                  <a:pt x="10979" y="6874"/>
                  <a:pt x="11631" y="8011"/>
                  <a:pt x="7909" y="10114"/>
                </a:cubicBezTo>
                <a:cubicBezTo>
                  <a:pt x="6731" y="10780"/>
                  <a:pt x="5700" y="10958"/>
                  <a:pt x="4791" y="10958"/>
                </a:cubicBezTo>
                <a:cubicBezTo>
                  <a:pt x="3741" y="10958"/>
                  <a:pt x="2855" y="10720"/>
                  <a:pt x="2093" y="10720"/>
                </a:cubicBezTo>
                <a:cubicBezTo>
                  <a:pt x="1265" y="10720"/>
                  <a:pt x="584" y="11001"/>
                  <a:pt x="1" y="12174"/>
                </a:cubicBezTo>
                <a:cubicBezTo>
                  <a:pt x="762" y="12291"/>
                  <a:pt x="1540" y="12350"/>
                  <a:pt x="2333" y="12350"/>
                </a:cubicBezTo>
                <a:cubicBezTo>
                  <a:pt x="9785" y="12350"/>
                  <a:pt x="15997" y="7042"/>
                  <a:pt x="1739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21"/>
          <p:cNvSpPr/>
          <p:nvPr/>
        </p:nvSpPr>
        <p:spPr>
          <a:xfrm>
            <a:off x="4092573" y="3111407"/>
            <a:ext cx="1497981" cy="897255"/>
          </a:xfrm>
          <a:custGeom>
            <a:rect b="b" l="l" r="r" t="t"/>
            <a:pathLst>
              <a:path extrusionOk="0" h="12521" w="20904">
                <a:moveTo>
                  <a:pt x="20903" y="1"/>
                </a:moveTo>
                <a:cubicBezTo>
                  <a:pt x="20212" y="258"/>
                  <a:pt x="15961" y="1935"/>
                  <a:pt x="14724" y="4662"/>
                </a:cubicBezTo>
                <a:cubicBezTo>
                  <a:pt x="13628" y="7080"/>
                  <a:pt x="12028" y="8611"/>
                  <a:pt x="9016" y="8611"/>
                </a:cubicBezTo>
                <a:cubicBezTo>
                  <a:pt x="8325" y="8611"/>
                  <a:pt x="7559" y="8530"/>
                  <a:pt x="6707" y="8361"/>
                </a:cubicBezTo>
                <a:cubicBezTo>
                  <a:pt x="6324" y="8285"/>
                  <a:pt x="5953" y="8250"/>
                  <a:pt x="5597" y="8250"/>
                </a:cubicBezTo>
                <a:cubicBezTo>
                  <a:pt x="2823" y="8250"/>
                  <a:pt x="883" y="10364"/>
                  <a:pt x="0" y="11571"/>
                </a:cubicBezTo>
                <a:cubicBezTo>
                  <a:pt x="1091" y="12015"/>
                  <a:pt x="2245" y="12337"/>
                  <a:pt x="3445" y="12520"/>
                </a:cubicBezTo>
                <a:cubicBezTo>
                  <a:pt x="4028" y="11347"/>
                  <a:pt x="4708" y="11066"/>
                  <a:pt x="5537" y="11066"/>
                </a:cubicBezTo>
                <a:cubicBezTo>
                  <a:pt x="6298" y="11066"/>
                  <a:pt x="7185" y="11304"/>
                  <a:pt x="8234" y="11304"/>
                </a:cubicBezTo>
                <a:cubicBezTo>
                  <a:pt x="9143" y="11304"/>
                  <a:pt x="10174" y="11126"/>
                  <a:pt x="11353" y="10460"/>
                </a:cubicBezTo>
                <a:cubicBezTo>
                  <a:pt x="15075" y="8357"/>
                  <a:pt x="14423" y="7220"/>
                  <a:pt x="15835" y="4423"/>
                </a:cubicBezTo>
                <a:cubicBezTo>
                  <a:pt x="17093" y="1931"/>
                  <a:pt x="20179" y="606"/>
                  <a:pt x="20838" y="346"/>
                </a:cubicBezTo>
                <a:cubicBezTo>
                  <a:pt x="20860" y="232"/>
                  <a:pt x="20883" y="116"/>
                  <a:pt x="2090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21"/>
          <p:cNvSpPr/>
          <p:nvPr/>
        </p:nvSpPr>
        <p:spPr>
          <a:xfrm>
            <a:off x="2002875" y="1038550"/>
            <a:ext cx="2293" cy="2293"/>
          </a:xfrm>
          <a:custGeom>
            <a:rect b="b" l="l" r="r" t="t"/>
            <a:pathLst>
              <a:path extrusionOk="0" h="32" w="32">
                <a:moveTo>
                  <a:pt x="16" y="1"/>
                </a:moveTo>
                <a:cubicBezTo>
                  <a:pt x="6" y="1"/>
                  <a:pt x="0" y="9"/>
                  <a:pt x="0" y="16"/>
                </a:cubicBezTo>
                <a:cubicBezTo>
                  <a:pt x="0" y="25"/>
                  <a:pt x="6" y="31"/>
                  <a:pt x="16" y="31"/>
                </a:cubicBezTo>
                <a:cubicBezTo>
                  <a:pt x="25" y="31"/>
                  <a:pt x="31" y="24"/>
                  <a:pt x="31" y="16"/>
                </a:cubicBezTo>
                <a:cubicBezTo>
                  <a:pt x="31" y="9"/>
                  <a:pt x="25" y="1"/>
                  <a:pt x="16" y="1"/>
                </a:cubicBezTo>
                <a:close/>
              </a:path>
            </a:pathLst>
          </a:custGeom>
          <a:solidFill>
            <a:srgbClr val="1A5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21"/>
          <p:cNvSpPr/>
          <p:nvPr/>
        </p:nvSpPr>
        <p:spPr>
          <a:xfrm>
            <a:off x="2016132" y="1038550"/>
            <a:ext cx="2293" cy="2293"/>
          </a:xfrm>
          <a:custGeom>
            <a:rect b="b" l="l" r="r" t="t"/>
            <a:pathLst>
              <a:path extrusionOk="0" h="32" w="32">
                <a:moveTo>
                  <a:pt x="16" y="1"/>
                </a:moveTo>
                <a:cubicBezTo>
                  <a:pt x="8" y="1"/>
                  <a:pt x="1" y="9"/>
                  <a:pt x="1" y="16"/>
                </a:cubicBezTo>
                <a:cubicBezTo>
                  <a:pt x="1" y="25"/>
                  <a:pt x="8" y="31"/>
                  <a:pt x="16" y="31"/>
                </a:cubicBezTo>
                <a:cubicBezTo>
                  <a:pt x="25" y="31"/>
                  <a:pt x="31" y="24"/>
                  <a:pt x="31" y="16"/>
                </a:cubicBezTo>
                <a:cubicBezTo>
                  <a:pt x="31" y="9"/>
                  <a:pt x="25" y="1"/>
                  <a:pt x="16" y="1"/>
                </a:cubicBezTo>
                <a:close/>
              </a:path>
            </a:pathLst>
          </a:custGeom>
          <a:solidFill>
            <a:srgbClr val="1A5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21"/>
          <p:cNvSpPr/>
          <p:nvPr/>
        </p:nvSpPr>
        <p:spPr>
          <a:xfrm>
            <a:off x="2003018" y="1046576"/>
            <a:ext cx="2293" cy="2221"/>
          </a:xfrm>
          <a:custGeom>
            <a:rect b="b" l="l" r="r" t="t"/>
            <a:pathLst>
              <a:path extrusionOk="0" h="31" w="32">
                <a:moveTo>
                  <a:pt x="16" y="0"/>
                </a:moveTo>
                <a:cubicBezTo>
                  <a:pt x="7" y="0"/>
                  <a:pt x="0" y="7"/>
                  <a:pt x="0" y="16"/>
                </a:cubicBezTo>
                <a:cubicBezTo>
                  <a:pt x="0" y="24"/>
                  <a:pt x="7" y="31"/>
                  <a:pt x="16" y="31"/>
                </a:cubicBezTo>
                <a:cubicBezTo>
                  <a:pt x="24" y="31"/>
                  <a:pt x="31" y="24"/>
                  <a:pt x="31" y="16"/>
                </a:cubicBezTo>
                <a:cubicBezTo>
                  <a:pt x="31" y="7"/>
                  <a:pt x="24" y="0"/>
                  <a:pt x="16" y="0"/>
                </a:cubicBezTo>
                <a:close/>
              </a:path>
            </a:pathLst>
          </a:custGeom>
          <a:solidFill>
            <a:srgbClr val="1A5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21"/>
          <p:cNvSpPr/>
          <p:nvPr/>
        </p:nvSpPr>
        <p:spPr>
          <a:xfrm>
            <a:off x="2016275" y="1046576"/>
            <a:ext cx="2293" cy="2221"/>
          </a:xfrm>
          <a:custGeom>
            <a:rect b="b" l="l" r="r" t="t"/>
            <a:pathLst>
              <a:path extrusionOk="0" h="31" w="32">
                <a:moveTo>
                  <a:pt x="16" y="0"/>
                </a:moveTo>
                <a:cubicBezTo>
                  <a:pt x="7" y="0"/>
                  <a:pt x="1" y="7"/>
                  <a:pt x="1" y="16"/>
                </a:cubicBezTo>
                <a:cubicBezTo>
                  <a:pt x="1" y="24"/>
                  <a:pt x="7" y="31"/>
                  <a:pt x="16" y="31"/>
                </a:cubicBezTo>
                <a:cubicBezTo>
                  <a:pt x="24" y="31"/>
                  <a:pt x="31" y="24"/>
                  <a:pt x="31" y="16"/>
                </a:cubicBezTo>
                <a:cubicBezTo>
                  <a:pt x="31" y="7"/>
                  <a:pt x="24" y="0"/>
                  <a:pt x="16" y="0"/>
                </a:cubicBezTo>
                <a:close/>
              </a:path>
            </a:pathLst>
          </a:custGeom>
          <a:solidFill>
            <a:srgbClr val="1A5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21"/>
          <p:cNvSpPr/>
          <p:nvPr/>
        </p:nvSpPr>
        <p:spPr>
          <a:xfrm>
            <a:off x="2009539" y="1038550"/>
            <a:ext cx="2365" cy="2293"/>
          </a:xfrm>
          <a:custGeom>
            <a:rect b="b" l="l" r="r" t="t"/>
            <a:pathLst>
              <a:path extrusionOk="0" h="32" w="33">
                <a:moveTo>
                  <a:pt x="17" y="1"/>
                </a:moveTo>
                <a:cubicBezTo>
                  <a:pt x="8" y="1"/>
                  <a:pt x="0" y="9"/>
                  <a:pt x="0" y="16"/>
                </a:cubicBezTo>
                <a:cubicBezTo>
                  <a:pt x="0" y="25"/>
                  <a:pt x="8" y="31"/>
                  <a:pt x="17" y="31"/>
                </a:cubicBezTo>
                <a:cubicBezTo>
                  <a:pt x="25" y="31"/>
                  <a:pt x="32" y="24"/>
                  <a:pt x="32" y="16"/>
                </a:cubicBezTo>
                <a:cubicBezTo>
                  <a:pt x="32" y="9"/>
                  <a:pt x="25" y="1"/>
                  <a:pt x="17" y="1"/>
                </a:cubicBezTo>
                <a:close/>
              </a:path>
            </a:pathLst>
          </a:custGeom>
          <a:solidFill>
            <a:srgbClr val="1A5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21"/>
          <p:cNvSpPr/>
          <p:nvPr/>
        </p:nvSpPr>
        <p:spPr>
          <a:xfrm>
            <a:off x="2009539" y="1046576"/>
            <a:ext cx="2365" cy="2221"/>
          </a:xfrm>
          <a:custGeom>
            <a:rect b="b" l="l" r="r" t="t"/>
            <a:pathLst>
              <a:path extrusionOk="0" h="31" w="33">
                <a:moveTo>
                  <a:pt x="17" y="0"/>
                </a:moveTo>
                <a:cubicBezTo>
                  <a:pt x="8" y="0"/>
                  <a:pt x="0" y="6"/>
                  <a:pt x="0" y="16"/>
                </a:cubicBezTo>
                <a:cubicBezTo>
                  <a:pt x="0" y="25"/>
                  <a:pt x="8" y="31"/>
                  <a:pt x="17" y="31"/>
                </a:cubicBezTo>
                <a:cubicBezTo>
                  <a:pt x="25" y="31"/>
                  <a:pt x="32" y="24"/>
                  <a:pt x="32" y="16"/>
                </a:cubicBezTo>
                <a:cubicBezTo>
                  <a:pt x="32" y="8"/>
                  <a:pt x="25" y="0"/>
                  <a:pt x="17" y="0"/>
                </a:cubicBezTo>
                <a:close/>
              </a:path>
            </a:pathLst>
          </a:custGeom>
          <a:solidFill>
            <a:srgbClr val="1A5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21"/>
          <p:cNvSpPr/>
          <p:nvPr/>
        </p:nvSpPr>
        <p:spPr>
          <a:xfrm>
            <a:off x="3406582" y="1675579"/>
            <a:ext cx="2200750" cy="1244018"/>
          </a:xfrm>
          <a:custGeom>
            <a:rect b="b" l="l" r="r" t="t"/>
            <a:pathLst>
              <a:path extrusionOk="0" h="17360" w="30711">
                <a:moveTo>
                  <a:pt x="21699" y="1"/>
                </a:moveTo>
                <a:cubicBezTo>
                  <a:pt x="20777" y="1"/>
                  <a:pt x="19897" y="421"/>
                  <a:pt x="19346" y="1161"/>
                </a:cubicBezTo>
                <a:cubicBezTo>
                  <a:pt x="18877" y="1790"/>
                  <a:pt x="18153" y="2439"/>
                  <a:pt x="17159" y="2439"/>
                </a:cubicBezTo>
                <a:cubicBezTo>
                  <a:pt x="16892" y="2439"/>
                  <a:pt x="16606" y="2392"/>
                  <a:pt x="16300" y="2285"/>
                </a:cubicBezTo>
                <a:cubicBezTo>
                  <a:pt x="15467" y="1995"/>
                  <a:pt x="14670" y="1846"/>
                  <a:pt x="13920" y="1846"/>
                </a:cubicBezTo>
                <a:cubicBezTo>
                  <a:pt x="12406" y="1846"/>
                  <a:pt x="11085" y="2451"/>
                  <a:pt x="10057" y="3715"/>
                </a:cubicBezTo>
                <a:cubicBezTo>
                  <a:pt x="9027" y="4981"/>
                  <a:pt x="7957" y="6057"/>
                  <a:pt x="6767" y="6057"/>
                </a:cubicBezTo>
                <a:cubicBezTo>
                  <a:pt x="6180" y="6057"/>
                  <a:pt x="5565" y="5796"/>
                  <a:pt x="4911" y="5168"/>
                </a:cubicBezTo>
                <a:cubicBezTo>
                  <a:pt x="4875" y="5135"/>
                  <a:pt x="4839" y="5101"/>
                  <a:pt x="4803" y="5069"/>
                </a:cubicBezTo>
                <a:cubicBezTo>
                  <a:pt x="4245" y="4577"/>
                  <a:pt x="3590" y="4357"/>
                  <a:pt x="2946" y="4357"/>
                </a:cubicBezTo>
                <a:cubicBezTo>
                  <a:pt x="1442" y="4357"/>
                  <a:pt x="1" y="5558"/>
                  <a:pt x="1" y="7297"/>
                </a:cubicBezTo>
                <a:lnTo>
                  <a:pt x="1" y="14299"/>
                </a:lnTo>
                <a:cubicBezTo>
                  <a:pt x="1" y="15909"/>
                  <a:pt x="1301" y="17216"/>
                  <a:pt x="2912" y="17225"/>
                </a:cubicBezTo>
                <a:lnTo>
                  <a:pt x="27767" y="17360"/>
                </a:lnTo>
                <a:cubicBezTo>
                  <a:pt x="27772" y="17360"/>
                  <a:pt x="27778" y="17360"/>
                  <a:pt x="27784" y="17360"/>
                </a:cubicBezTo>
                <a:cubicBezTo>
                  <a:pt x="29400" y="17360"/>
                  <a:pt x="30711" y="16052"/>
                  <a:pt x="30711" y="14434"/>
                </a:cubicBezTo>
                <a:lnTo>
                  <a:pt x="30711" y="2927"/>
                </a:lnTo>
                <a:cubicBezTo>
                  <a:pt x="30711" y="1311"/>
                  <a:pt x="29401" y="1"/>
                  <a:pt x="277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21"/>
          <p:cNvSpPr/>
          <p:nvPr/>
        </p:nvSpPr>
        <p:spPr>
          <a:xfrm>
            <a:off x="4211383" y="1922874"/>
            <a:ext cx="1377592" cy="1238930"/>
          </a:xfrm>
          <a:custGeom>
            <a:rect b="b" l="l" r="r" t="t"/>
            <a:pathLst>
              <a:path extrusionOk="0" h="17289" w="19224">
                <a:moveTo>
                  <a:pt x="10447" y="1"/>
                </a:moveTo>
                <a:lnTo>
                  <a:pt x="9709" y="428"/>
                </a:lnTo>
                <a:lnTo>
                  <a:pt x="8306" y="7012"/>
                </a:lnTo>
                <a:lnTo>
                  <a:pt x="7075" y="7921"/>
                </a:lnTo>
                <a:lnTo>
                  <a:pt x="6647" y="10538"/>
                </a:lnTo>
                <a:lnTo>
                  <a:pt x="3597" y="5962"/>
                </a:lnTo>
                <a:lnTo>
                  <a:pt x="3168" y="6261"/>
                </a:lnTo>
                <a:lnTo>
                  <a:pt x="0" y="15113"/>
                </a:lnTo>
                <a:cubicBezTo>
                  <a:pt x="0" y="15113"/>
                  <a:pt x="5238" y="17288"/>
                  <a:pt x="8254" y="17288"/>
                </a:cubicBezTo>
                <a:cubicBezTo>
                  <a:pt x="8290" y="17288"/>
                  <a:pt x="8325" y="17288"/>
                  <a:pt x="8360" y="17288"/>
                </a:cubicBezTo>
                <a:cubicBezTo>
                  <a:pt x="11356" y="17233"/>
                  <a:pt x="19224" y="13164"/>
                  <a:pt x="19224" y="13164"/>
                </a:cubicBezTo>
                <a:lnTo>
                  <a:pt x="16441" y="7557"/>
                </a:lnTo>
                <a:lnTo>
                  <a:pt x="15637" y="7557"/>
                </a:lnTo>
                <a:lnTo>
                  <a:pt x="14085" y="8938"/>
                </a:lnTo>
                <a:lnTo>
                  <a:pt x="104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21"/>
          <p:cNvSpPr/>
          <p:nvPr/>
        </p:nvSpPr>
        <p:spPr>
          <a:xfrm>
            <a:off x="5233311" y="2601841"/>
            <a:ext cx="157509" cy="468800"/>
          </a:xfrm>
          <a:custGeom>
            <a:rect b="b" l="l" r="r" t="t"/>
            <a:pathLst>
              <a:path extrusionOk="0" h="6542" w="2198">
                <a:moveTo>
                  <a:pt x="887" y="0"/>
                </a:moveTo>
                <a:cubicBezTo>
                  <a:pt x="887" y="0"/>
                  <a:pt x="583" y="1896"/>
                  <a:pt x="421" y="2501"/>
                </a:cubicBezTo>
                <a:cubicBezTo>
                  <a:pt x="257" y="3108"/>
                  <a:pt x="140" y="3341"/>
                  <a:pt x="140" y="3341"/>
                </a:cubicBezTo>
                <a:lnTo>
                  <a:pt x="655" y="2663"/>
                </a:lnTo>
                <a:lnTo>
                  <a:pt x="655" y="2663"/>
                </a:lnTo>
                <a:cubicBezTo>
                  <a:pt x="655" y="2663"/>
                  <a:pt x="257" y="3691"/>
                  <a:pt x="140" y="4112"/>
                </a:cubicBezTo>
                <a:cubicBezTo>
                  <a:pt x="24" y="4533"/>
                  <a:pt x="0" y="4626"/>
                  <a:pt x="0" y="4626"/>
                </a:cubicBezTo>
                <a:lnTo>
                  <a:pt x="443" y="3971"/>
                </a:lnTo>
                <a:lnTo>
                  <a:pt x="0" y="5784"/>
                </a:lnTo>
                <a:lnTo>
                  <a:pt x="350" y="5784"/>
                </a:lnTo>
                <a:lnTo>
                  <a:pt x="0" y="6542"/>
                </a:lnTo>
                <a:lnTo>
                  <a:pt x="2197" y="6542"/>
                </a:lnTo>
                <a:lnTo>
                  <a:pt x="1660" y="4907"/>
                </a:lnTo>
                <a:lnTo>
                  <a:pt x="2080" y="5279"/>
                </a:lnTo>
                <a:lnTo>
                  <a:pt x="1474" y="3060"/>
                </a:lnTo>
                <a:lnTo>
                  <a:pt x="1894" y="3270"/>
                </a:lnTo>
                <a:lnTo>
                  <a:pt x="88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21"/>
          <p:cNvSpPr/>
          <p:nvPr/>
        </p:nvSpPr>
        <p:spPr>
          <a:xfrm>
            <a:off x="4335712" y="2350032"/>
            <a:ext cx="380443" cy="353212"/>
          </a:xfrm>
          <a:custGeom>
            <a:rect b="b" l="l" r="r" t="t"/>
            <a:pathLst>
              <a:path extrusionOk="0" h="4929" w="5309">
                <a:moveTo>
                  <a:pt x="1862" y="1"/>
                </a:moveTo>
                <a:lnTo>
                  <a:pt x="1433" y="300"/>
                </a:lnTo>
                <a:lnTo>
                  <a:pt x="0" y="4301"/>
                </a:lnTo>
                <a:lnTo>
                  <a:pt x="490" y="4927"/>
                </a:lnTo>
                <a:lnTo>
                  <a:pt x="1569" y="3960"/>
                </a:lnTo>
                <a:lnTo>
                  <a:pt x="2162" y="2794"/>
                </a:lnTo>
                <a:lnTo>
                  <a:pt x="2669" y="3762"/>
                </a:lnTo>
                <a:cubicBezTo>
                  <a:pt x="2669" y="3762"/>
                  <a:pt x="3175" y="4114"/>
                  <a:pt x="3306" y="4202"/>
                </a:cubicBezTo>
                <a:cubicBezTo>
                  <a:pt x="3438" y="4290"/>
                  <a:pt x="4230" y="4533"/>
                  <a:pt x="4230" y="4533"/>
                </a:cubicBezTo>
                <a:lnTo>
                  <a:pt x="4010" y="3630"/>
                </a:lnTo>
                <a:lnTo>
                  <a:pt x="4010" y="3630"/>
                </a:lnTo>
                <a:cubicBezTo>
                  <a:pt x="4010" y="3630"/>
                  <a:pt x="4560" y="4764"/>
                  <a:pt x="4758" y="4824"/>
                </a:cubicBezTo>
                <a:cubicBezTo>
                  <a:pt x="4957" y="4884"/>
                  <a:pt x="5309" y="4929"/>
                  <a:pt x="5309" y="4929"/>
                </a:cubicBezTo>
                <a:lnTo>
                  <a:pt x="186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21"/>
          <p:cNvSpPr/>
          <p:nvPr/>
        </p:nvSpPr>
        <p:spPr>
          <a:xfrm>
            <a:off x="4410022" y="2695714"/>
            <a:ext cx="68722" cy="143177"/>
          </a:xfrm>
          <a:custGeom>
            <a:rect b="b" l="l" r="r" t="t"/>
            <a:pathLst>
              <a:path extrusionOk="0" h="1998" w="959">
                <a:moveTo>
                  <a:pt x="671" y="0"/>
                </a:moveTo>
                <a:lnTo>
                  <a:pt x="191" y="607"/>
                </a:lnTo>
                <a:lnTo>
                  <a:pt x="1" y="1374"/>
                </a:lnTo>
                <a:lnTo>
                  <a:pt x="120" y="1997"/>
                </a:lnTo>
                <a:lnTo>
                  <a:pt x="671" y="1399"/>
                </a:lnTo>
                <a:lnTo>
                  <a:pt x="9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21"/>
          <p:cNvSpPr/>
          <p:nvPr/>
        </p:nvSpPr>
        <p:spPr>
          <a:xfrm>
            <a:off x="4701459" y="1922731"/>
            <a:ext cx="510721" cy="706711"/>
          </a:xfrm>
          <a:custGeom>
            <a:rect b="b" l="l" r="r" t="t"/>
            <a:pathLst>
              <a:path extrusionOk="0" h="9862" w="7127">
                <a:moveTo>
                  <a:pt x="3607" y="1"/>
                </a:moveTo>
                <a:lnTo>
                  <a:pt x="2869" y="429"/>
                </a:lnTo>
                <a:lnTo>
                  <a:pt x="1465" y="7013"/>
                </a:lnTo>
                <a:lnTo>
                  <a:pt x="235" y="7922"/>
                </a:lnTo>
                <a:lnTo>
                  <a:pt x="0" y="9371"/>
                </a:lnTo>
                <a:lnTo>
                  <a:pt x="702" y="8427"/>
                </a:lnTo>
                <a:cubicBezTo>
                  <a:pt x="702" y="8427"/>
                  <a:pt x="702" y="9862"/>
                  <a:pt x="818" y="9862"/>
                </a:cubicBezTo>
                <a:cubicBezTo>
                  <a:pt x="820" y="9862"/>
                  <a:pt x="821" y="9862"/>
                  <a:pt x="823" y="9861"/>
                </a:cubicBezTo>
                <a:cubicBezTo>
                  <a:pt x="942" y="9820"/>
                  <a:pt x="1422" y="8562"/>
                  <a:pt x="1422" y="8562"/>
                </a:cubicBezTo>
                <a:cubicBezTo>
                  <a:pt x="1422" y="8562"/>
                  <a:pt x="2104" y="7940"/>
                  <a:pt x="2222" y="7820"/>
                </a:cubicBezTo>
                <a:cubicBezTo>
                  <a:pt x="2342" y="7699"/>
                  <a:pt x="2422" y="6338"/>
                  <a:pt x="2422" y="6338"/>
                </a:cubicBezTo>
                <a:lnTo>
                  <a:pt x="2870" y="4323"/>
                </a:lnTo>
                <a:lnTo>
                  <a:pt x="3263" y="4057"/>
                </a:lnTo>
                <a:lnTo>
                  <a:pt x="3682" y="7019"/>
                </a:lnTo>
                <a:cubicBezTo>
                  <a:pt x="3682" y="7019"/>
                  <a:pt x="4750" y="8244"/>
                  <a:pt x="4921" y="8244"/>
                </a:cubicBezTo>
                <a:cubicBezTo>
                  <a:pt x="4933" y="8244"/>
                  <a:pt x="4940" y="8238"/>
                  <a:pt x="4943" y="8225"/>
                </a:cubicBezTo>
                <a:cubicBezTo>
                  <a:pt x="4983" y="8031"/>
                  <a:pt x="4862" y="7059"/>
                  <a:pt x="4862" y="7059"/>
                </a:cubicBezTo>
                <a:lnTo>
                  <a:pt x="4862" y="7059"/>
                </a:lnTo>
                <a:lnTo>
                  <a:pt x="7127" y="8645"/>
                </a:lnTo>
                <a:lnTo>
                  <a:pt x="360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21"/>
          <p:cNvSpPr/>
          <p:nvPr/>
        </p:nvSpPr>
        <p:spPr>
          <a:xfrm>
            <a:off x="5256815" y="2464184"/>
            <a:ext cx="196563" cy="128773"/>
          </a:xfrm>
          <a:custGeom>
            <a:rect b="b" l="l" r="r" t="t"/>
            <a:pathLst>
              <a:path extrusionOk="0" h="1797" w="2743">
                <a:moveTo>
                  <a:pt x="1047" y="1"/>
                </a:moveTo>
                <a:lnTo>
                  <a:pt x="1" y="934"/>
                </a:lnTo>
                <a:cubicBezTo>
                  <a:pt x="1" y="934"/>
                  <a:pt x="529" y="1381"/>
                  <a:pt x="593" y="1381"/>
                </a:cubicBezTo>
                <a:cubicBezTo>
                  <a:pt x="656" y="1381"/>
                  <a:pt x="1159" y="1089"/>
                  <a:pt x="1159" y="1089"/>
                </a:cubicBezTo>
                <a:lnTo>
                  <a:pt x="1873" y="1508"/>
                </a:lnTo>
                <a:cubicBezTo>
                  <a:pt x="1873" y="1508"/>
                  <a:pt x="2304" y="1720"/>
                  <a:pt x="2492" y="1720"/>
                </a:cubicBezTo>
                <a:cubicBezTo>
                  <a:pt x="2504" y="1720"/>
                  <a:pt x="2514" y="1720"/>
                  <a:pt x="2524" y="1718"/>
                </a:cubicBezTo>
                <a:cubicBezTo>
                  <a:pt x="2544" y="1714"/>
                  <a:pt x="2562" y="1713"/>
                  <a:pt x="2579" y="1713"/>
                </a:cubicBezTo>
                <a:cubicBezTo>
                  <a:pt x="2701" y="1713"/>
                  <a:pt x="2743" y="1797"/>
                  <a:pt x="2743" y="1797"/>
                </a:cubicBezTo>
                <a:lnTo>
                  <a:pt x="185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21"/>
          <p:cNvSpPr/>
          <p:nvPr/>
        </p:nvSpPr>
        <p:spPr>
          <a:xfrm>
            <a:off x="5265343" y="2601841"/>
            <a:ext cx="86565" cy="179437"/>
          </a:xfrm>
          <a:custGeom>
            <a:rect b="b" l="l" r="r" t="t"/>
            <a:pathLst>
              <a:path extrusionOk="0" h="2504" w="1208">
                <a:moveTo>
                  <a:pt x="440" y="0"/>
                </a:moveTo>
                <a:lnTo>
                  <a:pt x="0" y="2395"/>
                </a:lnTo>
                <a:lnTo>
                  <a:pt x="440" y="1866"/>
                </a:lnTo>
                <a:lnTo>
                  <a:pt x="650" y="2293"/>
                </a:lnTo>
                <a:lnTo>
                  <a:pt x="997" y="2395"/>
                </a:lnTo>
                <a:lnTo>
                  <a:pt x="1208" y="2503"/>
                </a:lnTo>
                <a:lnTo>
                  <a:pt x="4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21"/>
          <p:cNvSpPr/>
          <p:nvPr/>
        </p:nvSpPr>
        <p:spPr>
          <a:xfrm>
            <a:off x="5302605" y="2823338"/>
            <a:ext cx="32390" cy="58403"/>
          </a:xfrm>
          <a:custGeom>
            <a:rect b="b" l="l" r="r" t="t"/>
            <a:pathLst>
              <a:path extrusionOk="0" h="815" w="452">
                <a:moveTo>
                  <a:pt x="0" y="1"/>
                </a:moveTo>
                <a:lnTo>
                  <a:pt x="0" y="349"/>
                </a:lnTo>
                <a:cubicBezTo>
                  <a:pt x="0" y="349"/>
                  <a:pt x="12" y="576"/>
                  <a:pt x="130" y="637"/>
                </a:cubicBezTo>
                <a:cubicBezTo>
                  <a:pt x="248" y="698"/>
                  <a:pt x="451" y="815"/>
                  <a:pt x="451" y="815"/>
                </a:cubicBezTo>
                <a:lnTo>
                  <a:pt x="379" y="509"/>
                </a:lnTo>
                <a:lnTo>
                  <a:pt x="13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21"/>
          <p:cNvSpPr/>
          <p:nvPr/>
        </p:nvSpPr>
        <p:spPr>
          <a:xfrm>
            <a:off x="5045422" y="2931902"/>
            <a:ext cx="122539" cy="101041"/>
          </a:xfrm>
          <a:custGeom>
            <a:rect b="b" l="l" r="r" t="t"/>
            <a:pathLst>
              <a:path extrusionOk="0" h="1410" w="1710">
                <a:moveTo>
                  <a:pt x="1114" y="518"/>
                </a:moveTo>
                <a:lnTo>
                  <a:pt x="1114" y="518"/>
                </a:lnTo>
                <a:cubicBezTo>
                  <a:pt x="1114" y="518"/>
                  <a:pt x="1114" y="518"/>
                  <a:pt x="1114" y="518"/>
                </a:cubicBezTo>
                <a:lnTo>
                  <a:pt x="1114" y="518"/>
                </a:lnTo>
                <a:cubicBezTo>
                  <a:pt x="1114" y="518"/>
                  <a:pt x="1114" y="519"/>
                  <a:pt x="1115" y="519"/>
                </a:cubicBezTo>
                <a:lnTo>
                  <a:pt x="1115" y="519"/>
                </a:lnTo>
                <a:cubicBezTo>
                  <a:pt x="1114" y="519"/>
                  <a:pt x="1114" y="519"/>
                  <a:pt x="1114" y="519"/>
                </a:cubicBezTo>
                <a:lnTo>
                  <a:pt x="1114" y="519"/>
                </a:lnTo>
                <a:cubicBezTo>
                  <a:pt x="1114" y="518"/>
                  <a:pt x="1114" y="518"/>
                  <a:pt x="1114" y="518"/>
                </a:cubicBezTo>
                <a:close/>
                <a:moveTo>
                  <a:pt x="1123" y="522"/>
                </a:moveTo>
                <a:cubicBezTo>
                  <a:pt x="1123" y="522"/>
                  <a:pt x="1123" y="522"/>
                  <a:pt x="1124" y="522"/>
                </a:cubicBezTo>
                <a:lnTo>
                  <a:pt x="1124" y="522"/>
                </a:lnTo>
                <a:cubicBezTo>
                  <a:pt x="1124" y="522"/>
                  <a:pt x="1124" y="522"/>
                  <a:pt x="1124" y="522"/>
                </a:cubicBezTo>
                <a:lnTo>
                  <a:pt x="1124" y="522"/>
                </a:lnTo>
                <a:cubicBezTo>
                  <a:pt x="1123" y="522"/>
                  <a:pt x="1123" y="522"/>
                  <a:pt x="1123" y="522"/>
                </a:cubicBezTo>
                <a:close/>
                <a:moveTo>
                  <a:pt x="1129" y="529"/>
                </a:moveTo>
                <a:cubicBezTo>
                  <a:pt x="1129" y="530"/>
                  <a:pt x="1129" y="530"/>
                  <a:pt x="1129" y="530"/>
                </a:cubicBezTo>
                <a:cubicBezTo>
                  <a:pt x="1129" y="530"/>
                  <a:pt x="1129" y="530"/>
                  <a:pt x="1129" y="529"/>
                </a:cubicBezTo>
                <a:close/>
                <a:moveTo>
                  <a:pt x="1097" y="535"/>
                </a:moveTo>
                <a:lnTo>
                  <a:pt x="1097" y="535"/>
                </a:lnTo>
                <a:cubicBezTo>
                  <a:pt x="1096" y="536"/>
                  <a:pt x="1094" y="536"/>
                  <a:pt x="1092" y="537"/>
                </a:cubicBezTo>
                <a:lnTo>
                  <a:pt x="1092" y="537"/>
                </a:lnTo>
                <a:cubicBezTo>
                  <a:pt x="1093" y="537"/>
                  <a:pt x="1094" y="536"/>
                  <a:pt x="1094" y="536"/>
                </a:cubicBezTo>
                <a:lnTo>
                  <a:pt x="1094" y="536"/>
                </a:lnTo>
                <a:cubicBezTo>
                  <a:pt x="1095" y="536"/>
                  <a:pt x="1096" y="535"/>
                  <a:pt x="1097" y="535"/>
                </a:cubicBezTo>
                <a:close/>
                <a:moveTo>
                  <a:pt x="1098" y="554"/>
                </a:moveTo>
                <a:cubicBezTo>
                  <a:pt x="1098" y="554"/>
                  <a:pt x="1098" y="555"/>
                  <a:pt x="1097" y="555"/>
                </a:cubicBezTo>
                <a:lnTo>
                  <a:pt x="1097" y="555"/>
                </a:lnTo>
                <a:cubicBezTo>
                  <a:pt x="1094" y="561"/>
                  <a:pt x="1092" y="568"/>
                  <a:pt x="1089" y="574"/>
                </a:cubicBezTo>
                <a:lnTo>
                  <a:pt x="1089" y="574"/>
                </a:lnTo>
                <a:cubicBezTo>
                  <a:pt x="1090" y="571"/>
                  <a:pt x="1093" y="561"/>
                  <a:pt x="1098" y="554"/>
                </a:cubicBezTo>
                <a:close/>
                <a:moveTo>
                  <a:pt x="414" y="788"/>
                </a:moveTo>
                <a:cubicBezTo>
                  <a:pt x="414" y="788"/>
                  <a:pt x="414" y="788"/>
                  <a:pt x="414" y="788"/>
                </a:cubicBezTo>
                <a:cubicBezTo>
                  <a:pt x="414" y="788"/>
                  <a:pt x="413" y="789"/>
                  <a:pt x="413" y="789"/>
                </a:cubicBezTo>
                <a:lnTo>
                  <a:pt x="413" y="789"/>
                </a:lnTo>
                <a:cubicBezTo>
                  <a:pt x="413" y="789"/>
                  <a:pt x="414" y="788"/>
                  <a:pt x="414" y="788"/>
                </a:cubicBezTo>
                <a:close/>
                <a:moveTo>
                  <a:pt x="581" y="877"/>
                </a:moveTo>
                <a:cubicBezTo>
                  <a:pt x="583" y="878"/>
                  <a:pt x="585" y="879"/>
                  <a:pt x="586" y="880"/>
                </a:cubicBezTo>
                <a:lnTo>
                  <a:pt x="586" y="880"/>
                </a:lnTo>
                <a:cubicBezTo>
                  <a:pt x="587" y="880"/>
                  <a:pt x="587" y="880"/>
                  <a:pt x="587" y="881"/>
                </a:cubicBezTo>
                <a:lnTo>
                  <a:pt x="587" y="881"/>
                </a:lnTo>
                <a:cubicBezTo>
                  <a:pt x="587" y="880"/>
                  <a:pt x="586" y="880"/>
                  <a:pt x="585" y="880"/>
                </a:cubicBezTo>
                <a:cubicBezTo>
                  <a:pt x="584" y="879"/>
                  <a:pt x="582" y="878"/>
                  <a:pt x="581" y="877"/>
                </a:cubicBezTo>
                <a:close/>
                <a:moveTo>
                  <a:pt x="605" y="0"/>
                </a:moveTo>
                <a:cubicBezTo>
                  <a:pt x="566" y="0"/>
                  <a:pt x="526" y="10"/>
                  <a:pt x="493" y="32"/>
                </a:cubicBezTo>
                <a:cubicBezTo>
                  <a:pt x="385" y="102"/>
                  <a:pt x="350" y="232"/>
                  <a:pt x="410" y="348"/>
                </a:cubicBezTo>
                <a:cubicBezTo>
                  <a:pt x="418" y="362"/>
                  <a:pt x="425" y="377"/>
                  <a:pt x="433" y="392"/>
                </a:cubicBezTo>
                <a:lnTo>
                  <a:pt x="433" y="392"/>
                </a:lnTo>
                <a:cubicBezTo>
                  <a:pt x="394" y="402"/>
                  <a:pt x="355" y="418"/>
                  <a:pt x="317" y="440"/>
                </a:cubicBezTo>
                <a:cubicBezTo>
                  <a:pt x="228" y="491"/>
                  <a:pt x="147" y="574"/>
                  <a:pt x="101" y="666"/>
                </a:cubicBezTo>
                <a:cubicBezTo>
                  <a:pt x="1" y="863"/>
                  <a:pt x="24" y="1114"/>
                  <a:pt x="197" y="1265"/>
                </a:cubicBezTo>
                <a:cubicBezTo>
                  <a:pt x="301" y="1355"/>
                  <a:pt x="439" y="1410"/>
                  <a:pt x="578" y="1410"/>
                </a:cubicBezTo>
                <a:cubicBezTo>
                  <a:pt x="632" y="1410"/>
                  <a:pt x="687" y="1401"/>
                  <a:pt x="740" y="1383"/>
                </a:cubicBezTo>
                <a:cubicBezTo>
                  <a:pt x="885" y="1332"/>
                  <a:pt x="996" y="1222"/>
                  <a:pt x="1046" y="1083"/>
                </a:cubicBezTo>
                <a:lnTo>
                  <a:pt x="1046" y="1083"/>
                </a:lnTo>
                <a:cubicBezTo>
                  <a:pt x="1081" y="1100"/>
                  <a:pt x="1120" y="1109"/>
                  <a:pt x="1160" y="1109"/>
                </a:cubicBezTo>
                <a:cubicBezTo>
                  <a:pt x="1219" y="1109"/>
                  <a:pt x="1278" y="1089"/>
                  <a:pt x="1319" y="1043"/>
                </a:cubicBezTo>
                <a:cubicBezTo>
                  <a:pt x="1519" y="817"/>
                  <a:pt x="1710" y="436"/>
                  <a:pt x="1436" y="182"/>
                </a:cubicBezTo>
                <a:cubicBezTo>
                  <a:pt x="1346" y="99"/>
                  <a:pt x="1245" y="65"/>
                  <a:pt x="1142" y="65"/>
                </a:cubicBezTo>
                <a:cubicBezTo>
                  <a:pt x="1036" y="65"/>
                  <a:pt x="929" y="101"/>
                  <a:pt x="830" y="154"/>
                </a:cubicBezTo>
                <a:lnTo>
                  <a:pt x="830" y="154"/>
                </a:lnTo>
                <a:cubicBezTo>
                  <a:pt x="823" y="141"/>
                  <a:pt x="816" y="128"/>
                  <a:pt x="809" y="114"/>
                </a:cubicBezTo>
                <a:cubicBezTo>
                  <a:pt x="771" y="42"/>
                  <a:pt x="687" y="0"/>
                  <a:pt x="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21"/>
          <p:cNvSpPr/>
          <p:nvPr/>
        </p:nvSpPr>
        <p:spPr>
          <a:xfrm>
            <a:off x="5279890" y="3419755"/>
            <a:ext cx="45361" cy="72090"/>
          </a:xfrm>
          <a:custGeom>
            <a:rect b="b" l="l" r="r" t="t"/>
            <a:pathLst>
              <a:path extrusionOk="0" h="1006" w="633">
                <a:moveTo>
                  <a:pt x="314" y="0"/>
                </a:moveTo>
                <a:lnTo>
                  <a:pt x="88" y="88"/>
                </a:lnTo>
                <a:cubicBezTo>
                  <a:pt x="47" y="94"/>
                  <a:pt x="11" y="128"/>
                  <a:pt x="1" y="167"/>
                </a:cubicBezTo>
                <a:cubicBezTo>
                  <a:pt x="155" y="179"/>
                  <a:pt x="258" y="349"/>
                  <a:pt x="252" y="504"/>
                </a:cubicBezTo>
                <a:cubicBezTo>
                  <a:pt x="246" y="658"/>
                  <a:pt x="162" y="798"/>
                  <a:pt x="82" y="929"/>
                </a:cubicBezTo>
                <a:cubicBezTo>
                  <a:pt x="96" y="982"/>
                  <a:pt x="141" y="1005"/>
                  <a:pt x="193" y="1005"/>
                </a:cubicBezTo>
                <a:cubicBezTo>
                  <a:pt x="262" y="1005"/>
                  <a:pt x="343" y="963"/>
                  <a:pt x="373" y="896"/>
                </a:cubicBezTo>
                <a:cubicBezTo>
                  <a:pt x="427" y="780"/>
                  <a:pt x="394" y="645"/>
                  <a:pt x="409" y="517"/>
                </a:cubicBezTo>
                <a:cubicBezTo>
                  <a:pt x="426" y="371"/>
                  <a:pt x="510" y="232"/>
                  <a:pt x="632" y="152"/>
                </a:cubicBezTo>
                <a:cubicBezTo>
                  <a:pt x="527" y="100"/>
                  <a:pt x="421" y="51"/>
                  <a:pt x="314" y="0"/>
                </a:cubicBezTo>
                <a:close/>
              </a:path>
            </a:pathLst>
          </a:custGeom>
          <a:solidFill>
            <a:srgbClr val="1A5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21"/>
          <p:cNvSpPr/>
          <p:nvPr/>
        </p:nvSpPr>
        <p:spPr>
          <a:xfrm>
            <a:off x="4336715" y="3860528"/>
            <a:ext cx="45504" cy="20853"/>
          </a:xfrm>
          <a:custGeom>
            <a:rect b="b" l="l" r="r" t="t"/>
            <a:pathLst>
              <a:path extrusionOk="0" h="291" w="635">
                <a:moveTo>
                  <a:pt x="230" y="1"/>
                </a:moveTo>
                <a:cubicBezTo>
                  <a:pt x="129" y="45"/>
                  <a:pt x="46" y="126"/>
                  <a:pt x="1" y="227"/>
                </a:cubicBezTo>
                <a:cubicBezTo>
                  <a:pt x="28" y="242"/>
                  <a:pt x="58" y="248"/>
                  <a:pt x="89" y="248"/>
                </a:cubicBezTo>
                <a:cubicBezTo>
                  <a:pt x="163" y="248"/>
                  <a:pt x="238" y="208"/>
                  <a:pt x="275" y="143"/>
                </a:cubicBezTo>
                <a:lnTo>
                  <a:pt x="275" y="143"/>
                </a:lnTo>
                <a:cubicBezTo>
                  <a:pt x="257" y="211"/>
                  <a:pt x="333" y="290"/>
                  <a:pt x="410" y="290"/>
                </a:cubicBezTo>
                <a:cubicBezTo>
                  <a:pt x="410" y="290"/>
                  <a:pt x="411" y="290"/>
                  <a:pt x="411" y="290"/>
                </a:cubicBezTo>
                <a:cubicBezTo>
                  <a:pt x="498" y="287"/>
                  <a:pt x="570" y="225"/>
                  <a:pt x="634" y="164"/>
                </a:cubicBezTo>
                <a:cubicBezTo>
                  <a:pt x="593" y="107"/>
                  <a:pt x="530" y="64"/>
                  <a:pt x="461" y="51"/>
                </a:cubicBezTo>
                <a:lnTo>
                  <a:pt x="230" y="1"/>
                </a:lnTo>
                <a:close/>
              </a:path>
            </a:pathLst>
          </a:custGeom>
          <a:solidFill>
            <a:srgbClr val="1A5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1"/>
          <p:cNvSpPr/>
          <p:nvPr/>
        </p:nvSpPr>
        <p:spPr>
          <a:xfrm>
            <a:off x="3897732" y="2456015"/>
            <a:ext cx="144610" cy="470878"/>
          </a:xfrm>
          <a:custGeom>
            <a:rect b="b" l="l" r="r" t="t"/>
            <a:pathLst>
              <a:path extrusionOk="0" h="6571" w="2018">
                <a:moveTo>
                  <a:pt x="1067" y="0"/>
                </a:moveTo>
                <a:lnTo>
                  <a:pt x="396" y="2398"/>
                </a:lnTo>
                <a:lnTo>
                  <a:pt x="786" y="1924"/>
                </a:lnTo>
                <a:lnTo>
                  <a:pt x="786" y="1924"/>
                </a:lnTo>
                <a:cubicBezTo>
                  <a:pt x="786" y="1924"/>
                  <a:pt x="662" y="2335"/>
                  <a:pt x="662" y="2492"/>
                </a:cubicBezTo>
                <a:cubicBezTo>
                  <a:pt x="662" y="2647"/>
                  <a:pt x="85" y="4689"/>
                  <a:pt x="85" y="4689"/>
                </a:cubicBezTo>
                <a:lnTo>
                  <a:pt x="490" y="4127"/>
                </a:lnTo>
                <a:lnTo>
                  <a:pt x="1" y="6570"/>
                </a:lnTo>
                <a:lnTo>
                  <a:pt x="2018" y="6570"/>
                </a:lnTo>
                <a:cubicBezTo>
                  <a:pt x="2018" y="6570"/>
                  <a:pt x="1658" y="5515"/>
                  <a:pt x="1549" y="5157"/>
                </a:cubicBezTo>
                <a:cubicBezTo>
                  <a:pt x="1440" y="4797"/>
                  <a:pt x="1237" y="3817"/>
                  <a:pt x="1237" y="3817"/>
                </a:cubicBezTo>
                <a:lnTo>
                  <a:pt x="1237" y="3817"/>
                </a:lnTo>
                <a:lnTo>
                  <a:pt x="1580" y="4300"/>
                </a:lnTo>
                <a:lnTo>
                  <a:pt x="1370" y="3178"/>
                </a:lnTo>
                <a:lnTo>
                  <a:pt x="1675" y="3755"/>
                </a:lnTo>
                <a:lnTo>
                  <a:pt x="1534" y="3132"/>
                </a:lnTo>
                <a:cubicBezTo>
                  <a:pt x="1394" y="2508"/>
                  <a:pt x="1067" y="0"/>
                  <a:pt x="10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21"/>
          <p:cNvSpPr/>
          <p:nvPr/>
        </p:nvSpPr>
        <p:spPr>
          <a:xfrm>
            <a:off x="3406582" y="2506320"/>
            <a:ext cx="123685" cy="442286"/>
          </a:xfrm>
          <a:custGeom>
            <a:rect b="b" l="l" r="r" t="t"/>
            <a:pathLst>
              <a:path extrusionOk="0" h="6172" w="1726">
                <a:moveTo>
                  <a:pt x="806" y="0"/>
                </a:moveTo>
                <a:lnTo>
                  <a:pt x="199" y="2477"/>
                </a:lnTo>
                <a:lnTo>
                  <a:pt x="448" y="2280"/>
                </a:lnTo>
                <a:lnTo>
                  <a:pt x="1" y="3801"/>
                </a:lnTo>
                <a:lnTo>
                  <a:pt x="1" y="6171"/>
                </a:lnTo>
                <a:lnTo>
                  <a:pt x="1726" y="5657"/>
                </a:lnTo>
                <a:lnTo>
                  <a:pt x="1149" y="4113"/>
                </a:lnTo>
                <a:lnTo>
                  <a:pt x="1570" y="4350"/>
                </a:lnTo>
                <a:lnTo>
                  <a:pt x="1133" y="2727"/>
                </a:lnTo>
                <a:lnTo>
                  <a:pt x="1633" y="3459"/>
                </a:lnTo>
                <a:lnTo>
                  <a:pt x="80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21"/>
          <p:cNvSpPr/>
          <p:nvPr/>
        </p:nvSpPr>
        <p:spPr>
          <a:xfrm>
            <a:off x="4014608" y="2230362"/>
            <a:ext cx="262777" cy="239416"/>
          </a:xfrm>
          <a:custGeom>
            <a:rect b="b" l="l" r="r" t="t"/>
            <a:pathLst>
              <a:path extrusionOk="0" h="3341" w="3667">
                <a:moveTo>
                  <a:pt x="1834" y="0"/>
                </a:moveTo>
                <a:cubicBezTo>
                  <a:pt x="1406" y="0"/>
                  <a:pt x="979" y="163"/>
                  <a:pt x="653" y="489"/>
                </a:cubicBezTo>
                <a:cubicBezTo>
                  <a:pt x="1" y="1142"/>
                  <a:pt x="1" y="2199"/>
                  <a:pt x="653" y="2852"/>
                </a:cubicBezTo>
                <a:cubicBezTo>
                  <a:pt x="979" y="3177"/>
                  <a:pt x="1406" y="3340"/>
                  <a:pt x="1834" y="3340"/>
                </a:cubicBezTo>
                <a:cubicBezTo>
                  <a:pt x="2261" y="3340"/>
                  <a:pt x="2689" y="3177"/>
                  <a:pt x="3015" y="2852"/>
                </a:cubicBezTo>
                <a:cubicBezTo>
                  <a:pt x="3667" y="2199"/>
                  <a:pt x="3667" y="1142"/>
                  <a:pt x="3015" y="489"/>
                </a:cubicBezTo>
                <a:cubicBezTo>
                  <a:pt x="2689" y="163"/>
                  <a:pt x="2261" y="0"/>
                  <a:pt x="18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21"/>
          <p:cNvSpPr/>
          <p:nvPr/>
        </p:nvSpPr>
        <p:spPr>
          <a:xfrm>
            <a:off x="5361079" y="1813307"/>
            <a:ext cx="247514" cy="1207184"/>
          </a:xfrm>
          <a:custGeom>
            <a:rect b="b" l="l" r="r" t="t"/>
            <a:pathLst>
              <a:path extrusionOk="0" h="16846" w="3454">
                <a:moveTo>
                  <a:pt x="2210" y="0"/>
                </a:moveTo>
                <a:cubicBezTo>
                  <a:pt x="2210" y="0"/>
                  <a:pt x="1755" y="4579"/>
                  <a:pt x="1495" y="5617"/>
                </a:cubicBezTo>
                <a:cubicBezTo>
                  <a:pt x="1236" y="6656"/>
                  <a:pt x="1073" y="6934"/>
                  <a:pt x="1073" y="6934"/>
                </a:cubicBezTo>
                <a:lnTo>
                  <a:pt x="1788" y="6429"/>
                </a:lnTo>
                <a:lnTo>
                  <a:pt x="1788" y="6429"/>
                </a:lnTo>
                <a:cubicBezTo>
                  <a:pt x="1788" y="6429"/>
                  <a:pt x="1691" y="7955"/>
                  <a:pt x="1073" y="9255"/>
                </a:cubicBezTo>
                <a:cubicBezTo>
                  <a:pt x="456" y="10552"/>
                  <a:pt x="358" y="10859"/>
                  <a:pt x="358" y="10859"/>
                </a:cubicBezTo>
                <a:lnTo>
                  <a:pt x="1073" y="10261"/>
                </a:lnTo>
                <a:lnTo>
                  <a:pt x="1073" y="10261"/>
                </a:lnTo>
                <a:cubicBezTo>
                  <a:pt x="1073" y="10261"/>
                  <a:pt x="716" y="12434"/>
                  <a:pt x="358" y="12923"/>
                </a:cubicBezTo>
                <a:lnTo>
                  <a:pt x="1" y="13411"/>
                </a:lnTo>
                <a:cubicBezTo>
                  <a:pt x="1" y="13411"/>
                  <a:pt x="780" y="12935"/>
                  <a:pt x="1105" y="12167"/>
                </a:cubicBezTo>
                <a:lnTo>
                  <a:pt x="1105" y="12167"/>
                </a:lnTo>
                <a:lnTo>
                  <a:pt x="292" y="15489"/>
                </a:lnTo>
                <a:lnTo>
                  <a:pt x="909" y="14884"/>
                </a:lnTo>
                <a:lnTo>
                  <a:pt x="260" y="16846"/>
                </a:lnTo>
                <a:lnTo>
                  <a:pt x="260" y="16846"/>
                </a:lnTo>
                <a:lnTo>
                  <a:pt x="3433" y="15249"/>
                </a:lnTo>
                <a:lnTo>
                  <a:pt x="3454" y="3572"/>
                </a:lnTo>
                <a:lnTo>
                  <a:pt x="221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21"/>
          <p:cNvSpPr/>
          <p:nvPr/>
        </p:nvSpPr>
        <p:spPr>
          <a:xfrm>
            <a:off x="3756779" y="3265760"/>
            <a:ext cx="119171" cy="95953"/>
          </a:xfrm>
          <a:custGeom>
            <a:rect b="b" l="l" r="r" t="t"/>
            <a:pathLst>
              <a:path extrusionOk="0" h="1339" w="1663">
                <a:moveTo>
                  <a:pt x="381" y="542"/>
                </a:moveTo>
                <a:cubicBezTo>
                  <a:pt x="384" y="542"/>
                  <a:pt x="387" y="543"/>
                  <a:pt x="390" y="544"/>
                </a:cubicBezTo>
                <a:lnTo>
                  <a:pt x="390" y="544"/>
                </a:lnTo>
                <a:cubicBezTo>
                  <a:pt x="388" y="543"/>
                  <a:pt x="385" y="543"/>
                  <a:pt x="381" y="542"/>
                </a:cubicBezTo>
                <a:close/>
                <a:moveTo>
                  <a:pt x="381" y="541"/>
                </a:moveTo>
                <a:cubicBezTo>
                  <a:pt x="382" y="541"/>
                  <a:pt x="382" y="541"/>
                  <a:pt x="382" y="541"/>
                </a:cubicBezTo>
                <a:lnTo>
                  <a:pt x="382" y="541"/>
                </a:lnTo>
                <a:cubicBezTo>
                  <a:pt x="376" y="542"/>
                  <a:pt x="371" y="543"/>
                  <a:pt x="370" y="545"/>
                </a:cubicBezTo>
                <a:lnTo>
                  <a:pt x="370" y="545"/>
                </a:lnTo>
                <a:cubicBezTo>
                  <a:pt x="372" y="542"/>
                  <a:pt x="377" y="541"/>
                  <a:pt x="381" y="541"/>
                </a:cubicBezTo>
                <a:close/>
                <a:moveTo>
                  <a:pt x="514" y="987"/>
                </a:moveTo>
                <a:cubicBezTo>
                  <a:pt x="516" y="987"/>
                  <a:pt x="518" y="987"/>
                  <a:pt x="520" y="987"/>
                </a:cubicBezTo>
                <a:cubicBezTo>
                  <a:pt x="518" y="987"/>
                  <a:pt x="515" y="987"/>
                  <a:pt x="513" y="987"/>
                </a:cubicBezTo>
                <a:cubicBezTo>
                  <a:pt x="513" y="987"/>
                  <a:pt x="512" y="987"/>
                  <a:pt x="512" y="987"/>
                </a:cubicBezTo>
                <a:lnTo>
                  <a:pt x="512" y="987"/>
                </a:lnTo>
                <a:cubicBezTo>
                  <a:pt x="513" y="987"/>
                  <a:pt x="513" y="987"/>
                  <a:pt x="514" y="987"/>
                </a:cubicBezTo>
                <a:close/>
                <a:moveTo>
                  <a:pt x="607" y="1007"/>
                </a:moveTo>
                <a:cubicBezTo>
                  <a:pt x="609" y="1013"/>
                  <a:pt x="611" y="1018"/>
                  <a:pt x="610" y="1018"/>
                </a:cubicBezTo>
                <a:cubicBezTo>
                  <a:pt x="610" y="1018"/>
                  <a:pt x="610" y="1018"/>
                  <a:pt x="610" y="1017"/>
                </a:cubicBezTo>
                <a:cubicBezTo>
                  <a:pt x="608" y="1016"/>
                  <a:pt x="607" y="1013"/>
                  <a:pt x="607" y="1009"/>
                </a:cubicBezTo>
                <a:lnTo>
                  <a:pt x="607" y="1009"/>
                </a:lnTo>
                <a:cubicBezTo>
                  <a:pt x="607" y="1008"/>
                  <a:pt x="607" y="1007"/>
                  <a:pt x="607" y="1007"/>
                </a:cubicBezTo>
                <a:close/>
                <a:moveTo>
                  <a:pt x="993" y="1"/>
                </a:moveTo>
                <a:cubicBezTo>
                  <a:pt x="988" y="1"/>
                  <a:pt x="983" y="1"/>
                  <a:pt x="978" y="1"/>
                </a:cubicBezTo>
                <a:cubicBezTo>
                  <a:pt x="779" y="18"/>
                  <a:pt x="580" y="92"/>
                  <a:pt x="497" y="289"/>
                </a:cubicBezTo>
                <a:cubicBezTo>
                  <a:pt x="488" y="309"/>
                  <a:pt x="482" y="329"/>
                  <a:pt x="477" y="349"/>
                </a:cubicBezTo>
                <a:lnTo>
                  <a:pt x="477" y="349"/>
                </a:lnTo>
                <a:cubicBezTo>
                  <a:pt x="462" y="348"/>
                  <a:pt x="446" y="348"/>
                  <a:pt x="431" y="348"/>
                </a:cubicBezTo>
                <a:cubicBezTo>
                  <a:pt x="304" y="348"/>
                  <a:pt x="183" y="390"/>
                  <a:pt x="108" y="510"/>
                </a:cubicBezTo>
                <a:cubicBezTo>
                  <a:pt x="0" y="681"/>
                  <a:pt x="60" y="932"/>
                  <a:pt x="266" y="992"/>
                </a:cubicBezTo>
                <a:cubicBezTo>
                  <a:pt x="298" y="1002"/>
                  <a:pt x="331" y="1008"/>
                  <a:pt x="365" y="1008"/>
                </a:cubicBezTo>
                <a:cubicBezTo>
                  <a:pt x="374" y="1008"/>
                  <a:pt x="383" y="1007"/>
                  <a:pt x="392" y="1006"/>
                </a:cubicBezTo>
                <a:cubicBezTo>
                  <a:pt x="425" y="1005"/>
                  <a:pt x="466" y="990"/>
                  <a:pt x="501" y="987"/>
                </a:cubicBezTo>
                <a:lnTo>
                  <a:pt x="501" y="987"/>
                </a:lnTo>
                <a:cubicBezTo>
                  <a:pt x="493" y="988"/>
                  <a:pt x="495" y="990"/>
                  <a:pt x="510" y="990"/>
                </a:cubicBezTo>
                <a:cubicBezTo>
                  <a:pt x="513" y="990"/>
                  <a:pt x="515" y="990"/>
                  <a:pt x="518" y="990"/>
                </a:cubicBezTo>
                <a:cubicBezTo>
                  <a:pt x="523" y="990"/>
                  <a:pt x="528" y="989"/>
                  <a:pt x="533" y="989"/>
                </a:cubicBezTo>
                <a:cubicBezTo>
                  <a:pt x="542" y="989"/>
                  <a:pt x="552" y="990"/>
                  <a:pt x="562" y="990"/>
                </a:cubicBezTo>
                <a:cubicBezTo>
                  <a:pt x="563" y="990"/>
                  <a:pt x="564" y="990"/>
                  <a:pt x="564" y="990"/>
                </a:cubicBezTo>
                <a:lnTo>
                  <a:pt x="564" y="990"/>
                </a:lnTo>
                <a:cubicBezTo>
                  <a:pt x="575" y="992"/>
                  <a:pt x="585" y="994"/>
                  <a:pt x="595" y="997"/>
                </a:cubicBezTo>
                <a:lnTo>
                  <a:pt x="595" y="997"/>
                </a:lnTo>
                <a:cubicBezTo>
                  <a:pt x="551" y="1077"/>
                  <a:pt x="552" y="1172"/>
                  <a:pt x="612" y="1251"/>
                </a:cubicBezTo>
                <a:cubicBezTo>
                  <a:pt x="659" y="1312"/>
                  <a:pt x="722" y="1338"/>
                  <a:pt x="788" y="1338"/>
                </a:cubicBezTo>
                <a:cubicBezTo>
                  <a:pt x="828" y="1338"/>
                  <a:pt x="870" y="1329"/>
                  <a:pt x="910" y="1311"/>
                </a:cubicBezTo>
                <a:cubicBezTo>
                  <a:pt x="1122" y="1215"/>
                  <a:pt x="1336" y="1120"/>
                  <a:pt x="1548" y="1025"/>
                </a:cubicBezTo>
                <a:cubicBezTo>
                  <a:pt x="1620" y="992"/>
                  <a:pt x="1663" y="899"/>
                  <a:pt x="1662" y="825"/>
                </a:cubicBezTo>
                <a:cubicBezTo>
                  <a:pt x="1659" y="569"/>
                  <a:pt x="1455" y="332"/>
                  <a:pt x="1206" y="281"/>
                </a:cubicBezTo>
                <a:lnTo>
                  <a:pt x="1206" y="281"/>
                </a:lnTo>
                <a:cubicBezTo>
                  <a:pt x="1209" y="265"/>
                  <a:pt x="1210" y="249"/>
                  <a:pt x="1210" y="233"/>
                </a:cubicBezTo>
                <a:cubicBezTo>
                  <a:pt x="1205" y="121"/>
                  <a:pt x="1115" y="1"/>
                  <a:pt x="99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21"/>
          <p:cNvSpPr/>
          <p:nvPr/>
        </p:nvSpPr>
        <p:spPr>
          <a:xfrm>
            <a:off x="3509986" y="3022550"/>
            <a:ext cx="119171" cy="96024"/>
          </a:xfrm>
          <a:custGeom>
            <a:rect b="b" l="l" r="r" t="t"/>
            <a:pathLst>
              <a:path extrusionOk="0" h="1340" w="1663">
                <a:moveTo>
                  <a:pt x="381" y="543"/>
                </a:moveTo>
                <a:lnTo>
                  <a:pt x="381" y="543"/>
                </a:lnTo>
                <a:cubicBezTo>
                  <a:pt x="384" y="543"/>
                  <a:pt x="386" y="544"/>
                  <a:pt x="389" y="545"/>
                </a:cubicBezTo>
                <a:lnTo>
                  <a:pt x="389" y="545"/>
                </a:lnTo>
                <a:cubicBezTo>
                  <a:pt x="387" y="544"/>
                  <a:pt x="384" y="544"/>
                  <a:pt x="381" y="543"/>
                </a:cubicBezTo>
                <a:close/>
                <a:moveTo>
                  <a:pt x="381" y="541"/>
                </a:moveTo>
                <a:cubicBezTo>
                  <a:pt x="382" y="541"/>
                  <a:pt x="382" y="541"/>
                  <a:pt x="383" y="541"/>
                </a:cubicBezTo>
                <a:lnTo>
                  <a:pt x="383" y="541"/>
                </a:lnTo>
                <a:cubicBezTo>
                  <a:pt x="376" y="543"/>
                  <a:pt x="371" y="544"/>
                  <a:pt x="370" y="546"/>
                </a:cubicBezTo>
                <a:cubicBezTo>
                  <a:pt x="372" y="542"/>
                  <a:pt x="377" y="541"/>
                  <a:pt x="381" y="541"/>
                </a:cubicBezTo>
                <a:close/>
                <a:moveTo>
                  <a:pt x="513" y="988"/>
                </a:moveTo>
                <a:cubicBezTo>
                  <a:pt x="515" y="988"/>
                  <a:pt x="517" y="988"/>
                  <a:pt x="519" y="988"/>
                </a:cubicBezTo>
                <a:cubicBezTo>
                  <a:pt x="517" y="988"/>
                  <a:pt x="514" y="988"/>
                  <a:pt x="512" y="988"/>
                </a:cubicBezTo>
                <a:cubicBezTo>
                  <a:pt x="512" y="988"/>
                  <a:pt x="511" y="988"/>
                  <a:pt x="511" y="988"/>
                </a:cubicBezTo>
                <a:lnTo>
                  <a:pt x="511" y="988"/>
                </a:lnTo>
                <a:cubicBezTo>
                  <a:pt x="512" y="988"/>
                  <a:pt x="512" y="988"/>
                  <a:pt x="513" y="988"/>
                </a:cubicBezTo>
                <a:close/>
                <a:moveTo>
                  <a:pt x="607" y="1008"/>
                </a:moveTo>
                <a:cubicBezTo>
                  <a:pt x="609" y="1014"/>
                  <a:pt x="611" y="1019"/>
                  <a:pt x="610" y="1019"/>
                </a:cubicBezTo>
                <a:cubicBezTo>
                  <a:pt x="610" y="1019"/>
                  <a:pt x="610" y="1019"/>
                  <a:pt x="610" y="1019"/>
                </a:cubicBezTo>
                <a:cubicBezTo>
                  <a:pt x="608" y="1018"/>
                  <a:pt x="607" y="1014"/>
                  <a:pt x="606" y="1011"/>
                </a:cubicBezTo>
                <a:lnTo>
                  <a:pt x="606" y="1011"/>
                </a:lnTo>
                <a:cubicBezTo>
                  <a:pt x="606" y="1010"/>
                  <a:pt x="607" y="1009"/>
                  <a:pt x="607" y="1008"/>
                </a:cubicBezTo>
                <a:close/>
                <a:moveTo>
                  <a:pt x="993" y="1"/>
                </a:moveTo>
                <a:cubicBezTo>
                  <a:pt x="988" y="1"/>
                  <a:pt x="983" y="1"/>
                  <a:pt x="978" y="2"/>
                </a:cubicBezTo>
                <a:cubicBezTo>
                  <a:pt x="779" y="19"/>
                  <a:pt x="580" y="93"/>
                  <a:pt x="496" y="290"/>
                </a:cubicBezTo>
                <a:cubicBezTo>
                  <a:pt x="488" y="309"/>
                  <a:pt x="482" y="330"/>
                  <a:pt x="477" y="350"/>
                </a:cubicBezTo>
                <a:lnTo>
                  <a:pt x="477" y="350"/>
                </a:lnTo>
                <a:cubicBezTo>
                  <a:pt x="462" y="349"/>
                  <a:pt x="447" y="348"/>
                  <a:pt x="432" y="348"/>
                </a:cubicBezTo>
                <a:cubicBezTo>
                  <a:pt x="304" y="348"/>
                  <a:pt x="183" y="391"/>
                  <a:pt x="108" y="511"/>
                </a:cubicBezTo>
                <a:cubicBezTo>
                  <a:pt x="0" y="681"/>
                  <a:pt x="59" y="932"/>
                  <a:pt x="266" y="993"/>
                </a:cubicBezTo>
                <a:cubicBezTo>
                  <a:pt x="298" y="1003"/>
                  <a:pt x="331" y="1009"/>
                  <a:pt x="365" y="1009"/>
                </a:cubicBezTo>
                <a:cubicBezTo>
                  <a:pt x="374" y="1009"/>
                  <a:pt x="382" y="1008"/>
                  <a:pt x="391" y="1007"/>
                </a:cubicBezTo>
                <a:cubicBezTo>
                  <a:pt x="425" y="1006"/>
                  <a:pt x="466" y="991"/>
                  <a:pt x="502" y="988"/>
                </a:cubicBezTo>
                <a:lnTo>
                  <a:pt x="502" y="988"/>
                </a:lnTo>
                <a:cubicBezTo>
                  <a:pt x="493" y="989"/>
                  <a:pt x="495" y="991"/>
                  <a:pt x="510" y="991"/>
                </a:cubicBezTo>
                <a:cubicBezTo>
                  <a:pt x="512" y="991"/>
                  <a:pt x="515" y="991"/>
                  <a:pt x="518" y="991"/>
                </a:cubicBezTo>
                <a:cubicBezTo>
                  <a:pt x="523" y="990"/>
                  <a:pt x="528" y="990"/>
                  <a:pt x="533" y="990"/>
                </a:cubicBezTo>
                <a:cubicBezTo>
                  <a:pt x="542" y="990"/>
                  <a:pt x="552" y="991"/>
                  <a:pt x="562" y="991"/>
                </a:cubicBezTo>
                <a:cubicBezTo>
                  <a:pt x="564" y="991"/>
                  <a:pt x="565" y="991"/>
                  <a:pt x="567" y="991"/>
                </a:cubicBezTo>
                <a:lnTo>
                  <a:pt x="567" y="991"/>
                </a:lnTo>
                <a:cubicBezTo>
                  <a:pt x="576" y="993"/>
                  <a:pt x="586" y="996"/>
                  <a:pt x="595" y="998"/>
                </a:cubicBezTo>
                <a:lnTo>
                  <a:pt x="595" y="998"/>
                </a:lnTo>
                <a:cubicBezTo>
                  <a:pt x="550" y="1078"/>
                  <a:pt x="551" y="1174"/>
                  <a:pt x="611" y="1252"/>
                </a:cubicBezTo>
                <a:cubicBezTo>
                  <a:pt x="658" y="1312"/>
                  <a:pt x="721" y="1339"/>
                  <a:pt x="787" y="1339"/>
                </a:cubicBezTo>
                <a:cubicBezTo>
                  <a:pt x="828" y="1339"/>
                  <a:pt x="869" y="1329"/>
                  <a:pt x="910" y="1311"/>
                </a:cubicBezTo>
                <a:cubicBezTo>
                  <a:pt x="1122" y="1216"/>
                  <a:pt x="1336" y="1121"/>
                  <a:pt x="1547" y="1025"/>
                </a:cubicBezTo>
                <a:cubicBezTo>
                  <a:pt x="1619" y="993"/>
                  <a:pt x="1663" y="900"/>
                  <a:pt x="1662" y="825"/>
                </a:cubicBezTo>
                <a:cubicBezTo>
                  <a:pt x="1658" y="570"/>
                  <a:pt x="1455" y="333"/>
                  <a:pt x="1206" y="281"/>
                </a:cubicBezTo>
                <a:lnTo>
                  <a:pt x="1206" y="281"/>
                </a:lnTo>
                <a:cubicBezTo>
                  <a:pt x="1209" y="266"/>
                  <a:pt x="1210" y="250"/>
                  <a:pt x="1210" y="234"/>
                </a:cubicBezTo>
                <a:cubicBezTo>
                  <a:pt x="1205" y="122"/>
                  <a:pt x="1115" y="1"/>
                  <a:pt x="99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21"/>
          <p:cNvSpPr/>
          <p:nvPr/>
        </p:nvSpPr>
        <p:spPr>
          <a:xfrm>
            <a:off x="4170395" y="3142005"/>
            <a:ext cx="122467" cy="101112"/>
          </a:xfrm>
          <a:custGeom>
            <a:rect b="b" l="l" r="r" t="t"/>
            <a:pathLst>
              <a:path extrusionOk="0" h="1411" w="1709">
                <a:moveTo>
                  <a:pt x="1124" y="522"/>
                </a:moveTo>
                <a:cubicBezTo>
                  <a:pt x="1124" y="522"/>
                  <a:pt x="1124" y="522"/>
                  <a:pt x="1125" y="522"/>
                </a:cubicBezTo>
                <a:lnTo>
                  <a:pt x="1125" y="522"/>
                </a:lnTo>
                <a:cubicBezTo>
                  <a:pt x="1125" y="523"/>
                  <a:pt x="1125" y="523"/>
                  <a:pt x="1125" y="523"/>
                </a:cubicBezTo>
                <a:lnTo>
                  <a:pt x="1125" y="523"/>
                </a:lnTo>
                <a:cubicBezTo>
                  <a:pt x="1124" y="522"/>
                  <a:pt x="1124" y="522"/>
                  <a:pt x="1124" y="522"/>
                </a:cubicBezTo>
                <a:close/>
                <a:moveTo>
                  <a:pt x="1128" y="530"/>
                </a:moveTo>
                <a:cubicBezTo>
                  <a:pt x="1129" y="531"/>
                  <a:pt x="1129" y="531"/>
                  <a:pt x="1130" y="531"/>
                </a:cubicBezTo>
                <a:cubicBezTo>
                  <a:pt x="1129" y="531"/>
                  <a:pt x="1129" y="531"/>
                  <a:pt x="1128" y="530"/>
                </a:cubicBezTo>
                <a:close/>
                <a:moveTo>
                  <a:pt x="1099" y="554"/>
                </a:moveTo>
                <a:cubicBezTo>
                  <a:pt x="1099" y="554"/>
                  <a:pt x="1099" y="554"/>
                  <a:pt x="1099" y="554"/>
                </a:cubicBezTo>
                <a:lnTo>
                  <a:pt x="1099" y="554"/>
                </a:lnTo>
                <a:cubicBezTo>
                  <a:pt x="1095" y="560"/>
                  <a:pt x="1093" y="568"/>
                  <a:pt x="1090" y="575"/>
                </a:cubicBezTo>
                <a:lnTo>
                  <a:pt x="1090" y="575"/>
                </a:lnTo>
                <a:cubicBezTo>
                  <a:pt x="1090" y="575"/>
                  <a:pt x="1090" y="575"/>
                  <a:pt x="1090" y="575"/>
                </a:cubicBezTo>
                <a:cubicBezTo>
                  <a:pt x="1089" y="575"/>
                  <a:pt x="1092" y="562"/>
                  <a:pt x="1099" y="554"/>
                </a:cubicBezTo>
                <a:close/>
                <a:moveTo>
                  <a:pt x="582" y="878"/>
                </a:moveTo>
                <a:cubicBezTo>
                  <a:pt x="583" y="879"/>
                  <a:pt x="585" y="879"/>
                  <a:pt x="586" y="880"/>
                </a:cubicBezTo>
                <a:lnTo>
                  <a:pt x="586" y="880"/>
                </a:lnTo>
                <a:cubicBezTo>
                  <a:pt x="586" y="880"/>
                  <a:pt x="586" y="880"/>
                  <a:pt x="586" y="880"/>
                </a:cubicBezTo>
                <a:lnTo>
                  <a:pt x="586" y="880"/>
                </a:lnTo>
                <a:cubicBezTo>
                  <a:pt x="585" y="880"/>
                  <a:pt x="584" y="879"/>
                  <a:pt x="582" y="878"/>
                </a:cubicBezTo>
                <a:close/>
                <a:moveTo>
                  <a:pt x="605" y="1"/>
                </a:moveTo>
                <a:cubicBezTo>
                  <a:pt x="565" y="1"/>
                  <a:pt x="525" y="11"/>
                  <a:pt x="492" y="32"/>
                </a:cubicBezTo>
                <a:cubicBezTo>
                  <a:pt x="384" y="103"/>
                  <a:pt x="349" y="233"/>
                  <a:pt x="409" y="348"/>
                </a:cubicBezTo>
                <a:cubicBezTo>
                  <a:pt x="417" y="363"/>
                  <a:pt x="425" y="378"/>
                  <a:pt x="432" y="393"/>
                </a:cubicBezTo>
                <a:lnTo>
                  <a:pt x="432" y="393"/>
                </a:lnTo>
                <a:cubicBezTo>
                  <a:pt x="393" y="403"/>
                  <a:pt x="354" y="419"/>
                  <a:pt x="316" y="440"/>
                </a:cubicBezTo>
                <a:cubicBezTo>
                  <a:pt x="227" y="491"/>
                  <a:pt x="146" y="574"/>
                  <a:pt x="100" y="666"/>
                </a:cubicBezTo>
                <a:cubicBezTo>
                  <a:pt x="0" y="864"/>
                  <a:pt x="24" y="1115"/>
                  <a:pt x="197" y="1265"/>
                </a:cubicBezTo>
                <a:cubicBezTo>
                  <a:pt x="300" y="1356"/>
                  <a:pt x="439" y="1411"/>
                  <a:pt x="579" y="1411"/>
                </a:cubicBezTo>
                <a:cubicBezTo>
                  <a:pt x="633" y="1411"/>
                  <a:pt x="687" y="1402"/>
                  <a:pt x="739" y="1385"/>
                </a:cubicBezTo>
                <a:cubicBezTo>
                  <a:pt x="885" y="1334"/>
                  <a:pt x="996" y="1223"/>
                  <a:pt x="1046" y="1084"/>
                </a:cubicBezTo>
                <a:lnTo>
                  <a:pt x="1046" y="1084"/>
                </a:lnTo>
                <a:cubicBezTo>
                  <a:pt x="1080" y="1101"/>
                  <a:pt x="1120" y="1110"/>
                  <a:pt x="1159" y="1110"/>
                </a:cubicBezTo>
                <a:cubicBezTo>
                  <a:pt x="1218" y="1110"/>
                  <a:pt x="1277" y="1089"/>
                  <a:pt x="1318" y="1044"/>
                </a:cubicBezTo>
                <a:cubicBezTo>
                  <a:pt x="1519" y="818"/>
                  <a:pt x="1709" y="436"/>
                  <a:pt x="1436" y="183"/>
                </a:cubicBezTo>
                <a:cubicBezTo>
                  <a:pt x="1345" y="100"/>
                  <a:pt x="1244" y="66"/>
                  <a:pt x="1141" y="66"/>
                </a:cubicBezTo>
                <a:cubicBezTo>
                  <a:pt x="1036" y="66"/>
                  <a:pt x="929" y="102"/>
                  <a:pt x="829" y="156"/>
                </a:cubicBezTo>
                <a:lnTo>
                  <a:pt x="829" y="156"/>
                </a:lnTo>
                <a:cubicBezTo>
                  <a:pt x="822" y="142"/>
                  <a:pt x="815" y="128"/>
                  <a:pt x="808" y="115"/>
                </a:cubicBezTo>
                <a:cubicBezTo>
                  <a:pt x="771" y="43"/>
                  <a:pt x="687" y="1"/>
                  <a:pt x="60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21"/>
          <p:cNvSpPr/>
          <p:nvPr/>
        </p:nvSpPr>
        <p:spPr>
          <a:xfrm>
            <a:off x="4487700" y="2988870"/>
            <a:ext cx="122539" cy="101112"/>
          </a:xfrm>
          <a:custGeom>
            <a:rect b="b" l="l" r="r" t="t"/>
            <a:pathLst>
              <a:path extrusionOk="0" h="1411" w="1710">
                <a:moveTo>
                  <a:pt x="1124" y="522"/>
                </a:moveTo>
                <a:lnTo>
                  <a:pt x="1124" y="522"/>
                </a:lnTo>
                <a:cubicBezTo>
                  <a:pt x="1124" y="522"/>
                  <a:pt x="1124" y="522"/>
                  <a:pt x="1124" y="522"/>
                </a:cubicBezTo>
                <a:lnTo>
                  <a:pt x="1124" y="522"/>
                </a:lnTo>
                <a:cubicBezTo>
                  <a:pt x="1124" y="522"/>
                  <a:pt x="1124" y="522"/>
                  <a:pt x="1124" y="522"/>
                </a:cubicBezTo>
                <a:close/>
                <a:moveTo>
                  <a:pt x="1126" y="528"/>
                </a:moveTo>
                <a:lnTo>
                  <a:pt x="1126" y="528"/>
                </a:lnTo>
                <a:cubicBezTo>
                  <a:pt x="1127" y="529"/>
                  <a:pt x="1128" y="530"/>
                  <a:pt x="1129" y="531"/>
                </a:cubicBezTo>
                <a:cubicBezTo>
                  <a:pt x="1128" y="530"/>
                  <a:pt x="1127" y="529"/>
                  <a:pt x="1126" y="528"/>
                </a:cubicBezTo>
                <a:lnTo>
                  <a:pt x="1126" y="528"/>
                </a:lnTo>
                <a:cubicBezTo>
                  <a:pt x="1126" y="528"/>
                  <a:pt x="1126" y="528"/>
                  <a:pt x="1126" y="528"/>
                </a:cubicBezTo>
                <a:close/>
                <a:moveTo>
                  <a:pt x="1098" y="555"/>
                </a:moveTo>
                <a:cubicBezTo>
                  <a:pt x="1098" y="556"/>
                  <a:pt x="1098" y="556"/>
                  <a:pt x="1097" y="557"/>
                </a:cubicBezTo>
                <a:lnTo>
                  <a:pt x="1097" y="557"/>
                </a:lnTo>
                <a:cubicBezTo>
                  <a:pt x="1095" y="562"/>
                  <a:pt x="1092" y="569"/>
                  <a:pt x="1090" y="575"/>
                </a:cubicBezTo>
                <a:lnTo>
                  <a:pt x="1090" y="575"/>
                </a:lnTo>
                <a:cubicBezTo>
                  <a:pt x="1089" y="573"/>
                  <a:pt x="1092" y="563"/>
                  <a:pt x="1098" y="555"/>
                </a:cubicBezTo>
                <a:close/>
                <a:moveTo>
                  <a:pt x="581" y="877"/>
                </a:moveTo>
                <a:cubicBezTo>
                  <a:pt x="582" y="878"/>
                  <a:pt x="583" y="878"/>
                  <a:pt x="585" y="879"/>
                </a:cubicBezTo>
                <a:lnTo>
                  <a:pt x="585" y="879"/>
                </a:lnTo>
                <a:cubicBezTo>
                  <a:pt x="585" y="879"/>
                  <a:pt x="585" y="879"/>
                  <a:pt x="586" y="880"/>
                </a:cubicBezTo>
                <a:lnTo>
                  <a:pt x="586" y="880"/>
                </a:lnTo>
                <a:cubicBezTo>
                  <a:pt x="584" y="879"/>
                  <a:pt x="582" y="878"/>
                  <a:pt x="581" y="877"/>
                </a:cubicBezTo>
                <a:close/>
                <a:moveTo>
                  <a:pt x="604" y="1"/>
                </a:moveTo>
                <a:cubicBezTo>
                  <a:pt x="565" y="1"/>
                  <a:pt x="526" y="11"/>
                  <a:pt x="493" y="32"/>
                </a:cubicBezTo>
                <a:cubicBezTo>
                  <a:pt x="384" y="102"/>
                  <a:pt x="349" y="233"/>
                  <a:pt x="410" y="348"/>
                </a:cubicBezTo>
                <a:cubicBezTo>
                  <a:pt x="417" y="363"/>
                  <a:pt x="425" y="378"/>
                  <a:pt x="433" y="392"/>
                </a:cubicBezTo>
                <a:lnTo>
                  <a:pt x="433" y="392"/>
                </a:lnTo>
                <a:cubicBezTo>
                  <a:pt x="393" y="403"/>
                  <a:pt x="355" y="418"/>
                  <a:pt x="317" y="440"/>
                </a:cubicBezTo>
                <a:cubicBezTo>
                  <a:pt x="227" y="491"/>
                  <a:pt x="146" y="575"/>
                  <a:pt x="100" y="667"/>
                </a:cubicBezTo>
                <a:cubicBezTo>
                  <a:pt x="0" y="863"/>
                  <a:pt x="23" y="1114"/>
                  <a:pt x="196" y="1266"/>
                </a:cubicBezTo>
                <a:cubicBezTo>
                  <a:pt x="300" y="1355"/>
                  <a:pt x="439" y="1410"/>
                  <a:pt x="578" y="1410"/>
                </a:cubicBezTo>
                <a:cubicBezTo>
                  <a:pt x="632" y="1410"/>
                  <a:pt x="686" y="1402"/>
                  <a:pt x="738" y="1384"/>
                </a:cubicBezTo>
                <a:cubicBezTo>
                  <a:pt x="884" y="1333"/>
                  <a:pt x="996" y="1222"/>
                  <a:pt x="1046" y="1084"/>
                </a:cubicBezTo>
                <a:lnTo>
                  <a:pt x="1046" y="1084"/>
                </a:lnTo>
                <a:cubicBezTo>
                  <a:pt x="1080" y="1100"/>
                  <a:pt x="1120" y="1109"/>
                  <a:pt x="1159" y="1109"/>
                </a:cubicBezTo>
                <a:cubicBezTo>
                  <a:pt x="1218" y="1109"/>
                  <a:pt x="1276" y="1089"/>
                  <a:pt x="1317" y="1044"/>
                </a:cubicBezTo>
                <a:cubicBezTo>
                  <a:pt x="1518" y="817"/>
                  <a:pt x="1709" y="437"/>
                  <a:pt x="1435" y="183"/>
                </a:cubicBezTo>
                <a:cubicBezTo>
                  <a:pt x="1345" y="100"/>
                  <a:pt x="1244" y="66"/>
                  <a:pt x="1141" y="66"/>
                </a:cubicBezTo>
                <a:cubicBezTo>
                  <a:pt x="1036" y="66"/>
                  <a:pt x="929" y="102"/>
                  <a:pt x="829" y="155"/>
                </a:cubicBezTo>
                <a:lnTo>
                  <a:pt x="829" y="155"/>
                </a:lnTo>
                <a:cubicBezTo>
                  <a:pt x="823" y="142"/>
                  <a:pt x="816" y="129"/>
                  <a:pt x="809" y="115"/>
                </a:cubicBezTo>
                <a:cubicBezTo>
                  <a:pt x="771" y="43"/>
                  <a:pt x="686" y="1"/>
                  <a:pt x="60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21"/>
          <p:cNvSpPr/>
          <p:nvPr/>
        </p:nvSpPr>
        <p:spPr>
          <a:xfrm>
            <a:off x="3902032" y="2982564"/>
            <a:ext cx="106702" cy="90292"/>
          </a:xfrm>
          <a:custGeom>
            <a:rect b="b" l="l" r="r" t="t"/>
            <a:pathLst>
              <a:path extrusionOk="0" h="1260" w="1489">
                <a:moveTo>
                  <a:pt x="704" y="465"/>
                </a:moveTo>
                <a:lnTo>
                  <a:pt x="704" y="465"/>
                </a:lnTo>
                <a:cubicBezTo>
                  <a:pt x="704" y="465"/>
                  <a:pt x="705" y="465"/>
                  <a:pt x="705" y="465"/>
                </a:cubicBezTo>
                <a:lnTo>
                  <a:pt x="705" y="465"/>
                </a:lnTo>
                <a:cubicBezTo>
                  <a:pt x="705" y="465"/>
                  <a:pt x="704" y="465"/>
                  <a:pt x="704" y="465"/>
                </a:cubicBezTo>
                <a:lnTo>
                  <a:pt x="704" y="465"/>
                </a:lnTo>
                <a:cubicBezTo>
                  <a:pt x="704" y="465"/>
                  <a:pt x="704" y="465"/>
                  <a:pt x="704" y="465"/>
                </a:cubicBezTo>
                <a:close/>
                <a:moveTo>
                  <a:pt x="686" y="465"/>
                </a:moveTo>
                <a:cubicBezTo>
                  <a:pt x="688" y="466"/>
                  <a:pt x="690" y="466"/>
                  <a:pt x="691" y="466"/>
                </a:cubicBezTo>
                <a:lnTo>
                  <a:pt x="691" y="466"/>
                </a:lnTo>
                <a:cubicBezTo>
                  <a:pt x="691" y="466"/>
                  <a:pt x="691" y="466"/>
                  <a:pt x="691" y="466"/>
                </a:cubicBezTo>
                <a:lnTo>
                  <a:pt x="691" y="466"/>
                </a:lnTo>
                <a:cubicBezTo>
                  <a:pt x="689" y="466"/>
                  <a:pt x="687" y="466"/>
                  <a:pt x="684" y="465"/>
                </a:cubicBezTo>
                <a:lnTo>
                  <a:pt x="684" y="465"/>
                </a:lnTo>
                <a:cubicBezTo>
                  <a:pt x="685" y="465"/>
                  <a:pt x="685" y="465"/>
                  <a:pt x="686" y="465"/>
                </a:cubicBezTo>
                <a:close/>
                <a:moveTo>
                  <a:pt x="1108" y="979"/>
                </a:moveTo>
                <a:lnTo>
                  <a:pt x="1108" y="979"/>
                </a:lnTo>
                <a:cubicBezTo>
                  <a:pt x="1108" y="979"/>
                  <a:pt x="1099" y="983"/>
                  <a:pt x="1090" y="987"/>
                </a:cubicBezTo>
                <a:lnTo>
                  <a:pt x="1090" y="987"/>
                </a:lnTo>
                <a:cubicBezTo>
                  <a:pt x="1093" y="986"/>
                  <a:pt x="1095" y="985"/>
                  <a:pt x="1098" y="983"/>
                </a:cubicBezTo>
                <a:cubicBezTo>
                  <a:pt x="1105" y="980"/>
                  <a:pt x="1108" y="979"/>
                  <a:pt x="1108" y="979"/>
                </a:cubicBezTo>
                <a:close/>
                <a:moveTo>
                  <a:pt x="639" y="1023"/>
                </a:moveTo>
                <a:cubicBezTo>
                  <a:pt x="641" y="1023"/>
                  <a:pt x="639" y="1023"/>
                  <a:pt x="626" y="1023"/>
                </a:cubicBezTo>
                <a:cubicBezTo>
                  <a:pt x="624" y="1023"/>
                  <a:pt x="623" y="1023"/>
                  <a:pt x="621" y="1023"/>
                </a:cubicBezTo>
                <a:lnTo>
                  <a:pt x="621" y="1023"/>
                </a:lnTo>
                <a:cubicBezTo>
                  <a:pt x="621" y="1023"/>
                  <a:pt x="620" y="1023"/>
                  <a:pt x="620" y="1023"/>
                </a:cubicBezTo>
                <a:lnTo>
                  <a:pt x="620" y="1023"/>
                </a:lnTo>
                <a:cubicBezTo>
                  <a:pt x="628" y="1023"/>
                  <a:pt x="637" y="1023"/>
                  <a:pt x="639" y="1023"/>
                </a:cubicBezTo>
                <a:close/>
                <a:moveTo>
                  <a:pt x="639" y="1031"/>
                </a:moveTo>
                <a:cubicBezTo>
                  <a:pt x="642" y="1031"/>
                  <a:pt x="644" y="1031"/>
                  <a:pt x="643" y="1031"/>
                </a:cubicBezTo>
                <a:cubicBezTo>
                  <a:pt x="643" y="1031"/>
                  <a:pt x="643" y="1031"/>
                  <a:pt x="642" y="1031"/>
                </a:cubicBezTo>
                <a:cubicBezTo>
                  <a:pt x="642" y="1031"/>
                  <a:pt x="640" y="1031"/>
                  <a:pt x="639" y="1031"/>
                </a:cubicBezTo>
                <a:close/>
                <a:moveTo>
                  <a:pt x="705" y="1"/>
                </a:moveTo>
                <a:cubicBezTo>
                  <a:pt x="537" y="1"/>
                  <a:pt x="367" y="107"/>
                  <a:pt x="284" y="255"/>
                </a:cubicBezTo>
                <a:lnTo>
                  <a:pt x="284" y="255"/>
                </a:lnTo>
                <a:cubicBezTo>
                  <a:pt x="277" y="258"/>
                  <a:pt x="270" y="261"/>
                  <a:pt x="263" y="265"/>
                </a:cubicBezTo>
                <a:cubicBezTo>
                  <a:pt x="126" y="336"/>
                  <a:pt x="9" y="475"/>
                  <a:pt x="4" y="634"/>
                </a:cubicBezTo>
                <a:cubicBezTo>
                  <a:pt x="0" y="807"/>
                  <a:pt x="117" y="939"/>
                  <a:pt x="271" y="996"/>
                </a:cubicBezTo>
                <a:cubicBezTo>
                  <a:pt x="334" y="1020"/>
                  <a:pt x="396" y="1024"/>
                  <a:pt x="459" y="1024"/>
                </a:cubicBezTo>
                <a:cubicBezTo>
                  <a:pt x="482" y="1024"/>
                  <a:pt x="505" y="1023"/>
                  <a:pt x="529" y="1023"/>
                </a:cubicBezTo>
                <a:lnTo>
                  <a:pt x="529" y="1023"/>
                </a:lnTo>
                <a:cubicBezTo>
                  <a:pt x="528" y="1095"/>
                  <a:pt x="565" y="1166"/>
                  <a:pt x="621" y="1209"/>
                </a:cubicBezTo>
                <a:cubicBezTo>
                  <a:pt x="661" y="1241"/>
                  <a:pt x="715" y="1259"/>
                  <a:pt x="769" y="1259"/>
                </a:cubicBezTo>
                <a:cubicBezTo>
                  <a:pt x="808" y="1259"/>
                  <a:pt x="846" y="1250"/>
                  <a:pt x="878" y="1228"/>
                </a:cubicBezTo>
                <a:cubicBezTo>
                  <a:pt x="947" y="1180"/>
                  <a:pt x="1002" y="1119"/>
                  <a:pt x="1022" y="1036"/>
                </a:cubicBezTo>
                <a:lnTo>
                  <a:pt x="1022" y="1036"/>
                </a:lnTo>
                <a:cubicBezTo>
                  <a:pt x="1029" y="1029"/>
                  <a:pt x="1036" y="1021"/>
                  <a:pt x="1044" y="1014"/>
                </a:cubicBezTo>
                <a:lnTo>
                  <a:pt x="1044" y="1014"/>
                </a:lnTo>
                <a:cubicBezTo>
                  <a:pt x="1052" y="1008"/>
                  <a:pt x="1061" y="1003"/>
                  <a:pt x="1068" y="999"/>
                </a:cubicBezTo>
                <a:cubicBezTo>
                  <a:pt x="1074" y="996"/>
                  <a:pt x="1078" y="993"/>
                  <a:pt x="1083" y="991"/>
                </a:cubicBezTo>
                <a:lnTo>
                  <a:pt x="1083" y="991"/>
                </a:lnTo>
                <a:cubicBezTo>
                  <a:pt x="1100" y="988"/>
                  <a:pt x="1121" y="980"/>
                  <a:pt x="1138" y="975"/>
                </a:cubicBezTo>
                <a:lnTo>
                  <a:pt x="1138" y="975"/>
                </a:lnTo>
                <a:cubicBezTo>
                  <a:pt x="1146" y="974"/>
                  <a:pt x="1154" y="973"/>
                  <a:pt x="1162" y="973"/>
                </a:cubicBezTo>
                <a:cubicBezTo>
                  <a:pt x="1166" y="973"/>
                  <a:pt x="1175" y="975"/>
                  <a:pt x="1182" y="975"/>
                </a:cubicBezTo>
                <a:cubicBezTo>
                  <a:pt x="1183" y="975"/>
                  <a:pt x="1184" y="975"/>
                  <a:pt x="1185" y="975"/>
                </a:cubicBezTo>
                <a:lnTo>
                  <a:pt x="1185" y="975"/>
                </a:lnTo>
                <a:cubicBezTo>
                  <a:pt x="1202" y="978"/>
                  <a:pt x="1220" y="980"/>
                  <a:pt x="1238" y="980"/>
                </a:cubicBezTo>
                <a:cubicBezTo>
                  <a:pt x="1319" y="980"/>
                  <a:pt x="1401" y="944"/>
                  <a:pt x="1442" y="869"/>
                </a:cubicBezTo>
                <a:cubicBezTo>
                  <a:pt x="1489" y="780"/>
                  <a:pt x="1483" y="660"/>
                  <a:pt x="1406" y="588"/>
                </a:cubicBezTo>
                <a:cubicBezTo>
                  <a:pt x="1289" y="479"/>
                  <a:pt x="1152" y="404"/>
                  <a:pt x="1006" y="362"/>
                </a:cubicBezTo>
                <a:lnTo>
                  <a:pt x="1006" y="362"/>
                </a:lnTo>
                <a:cubicBezTo>
                  <a:pt x="1024" y="322"/>
                  <a:pt x="1029" y="277"/>
                  <a:pt x="1023" y="234"/>
                </a:cubicBezTo>
                <a:cubicBezTo>
                  <a:pt x="1013" y="158"/>
                  <a:pt x="975" y="107"/>
                  <a:pt x="914" y="65"/>
                </a:cubicBezTo>
                <a:cubicBezTo>
                  <a:pt x="849" y="20"/>
                  <a:pt x="777" y="1"/>
                  <a:pt x="70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21"/>
          <p:cNvSpPr/>
          <p:nvPr/>
        </p:nvSpPr>
        <p:spPr>
          <a:xfrm>
            <a:off x="4356349" y="3646483"/>
            <a:ext cx="33680" cy="38768"/>
          </a:xfrm>
          <a:custGeom>
            <a:rect b="b" l="l" r="r" t="t"/>
            <a:pathLst>
              <a:path extrusionOk="0" h="541" w="470">
                <a:moveTo>
                  <a:pt x="363" y="1"/>
                </a:moveTo>
                <a:cubicBezTo>
                  <a:pt x="324" y="1"/>
                  <a:pt x="286" y="6"/>
                  <a:pt x="251" y="23"/>
                </a:cubicBezTo>
                <a:cubicBezTo>
                  <a:pt x="244" y="26"/>
                  <a:pt x="238" y="30"/>
                  <a:pt x="232" y="34"/>
                </a:cubicBezTo>
                <a:lnTo>
                  <a:pt x="232" y="34"/>
                </a:lnTo>
                <a:lnTo>
                  <a:pt x="470" y="10"/>
                </a:lnTo>
                <a:cubicBezTo>
                  <a:pt x="435" y="5"/>
                  <a:pt x="399" y="1"/>
                  <a:pt x="363" y="1"/>
                </a:cubicBezTo>
                <a:close/>
                <a:moveTo>
                  <a:pt x="232" y="34"/>
                </a:moveTo>
                <a:lnTo>
                  <a:pt x="1" y="57"/>
                </a:lnTo>
                <a:cubicBezTo>
                  <a:pt x="68" y="219"/>
                  <a:pt x="136" y="378"/>
                  <a:pt x="204" y="540"/>
                </a:cubicBezTo>
                <a:cubicBezTo>
                  <a:pt x="269" y="465"/>
                  <a:pt x="336" y="353"/>
                  <a:pt x="271" y="277"/>
                </a:cubicBezTo>
                <a:cubicBezTo>
                  <a:pt x="248" y="249"/>
                  <a:pt x="211" y="235"/>
                  <a:pt x="187" y="206"/>
                </a:cubicBezTo>
                <a:cubicBezTo>
                  <a:pt x="146" y="153"/>
                  <a:pt x="177" y="72"/>
                  <a:pt x="232" y="34"/>
                </a:cubicBezTo>
                <a:close/>
              </a:path>
            </a:pathLst>
          </a:custGeom>
          <a:solidFill>
            <a:srgbClr val="1A5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21"/>
          <p:cNvSpPr/>
          <p:nvPr/>
        </p:nvSpPr>
        <p:spPr>
          <a:xfrm>
            <a:off x="4933562" y="3512696"/>
            <a:ext cx="55393" cy="37478"/>
          </a:xfrm>
          <a:custGeom>
            <a:rect b="b" l="l" r="r" t="t"/>
            <a:pathLst>
              <a:path extrusionOk="0" h="523" w="773">
                <a:moveTo>
                  <a:pt x="139" y="1"/>
                </a:moveTo>
                <a:cubicBezTo>
                  <a:pt x="17" y="1"/>
                  <a:pt x="0" y="204"/>
                  <a:pt x="102" y="271"/>
                </a:cubicBezTo>
                <a:cubicBezTo>
                  <a:pt x="147" y="301"/>
                  <a:pt x="199" y="312"/>
                  <a:pt x="253" y="312"/>
                </a:cubicBezTo>
                <a:cubicBezTo>
                  <a:pt x="319" y="312"/>
                  <a:pt x="390" y="295"/>
                  <a:pt x="455" y="277"/>
                </a:cubicBezTo>
                <a:lnTo>
                  <a:pt x="455" y="277"/>
                </a:lnTo>
                <a:cubicBezTo>
                  <a:pt x="367" y="310"/>
                  <a:pt x="372" y="458"/>
                  <a:pt x="455" y="504"/>
                </a:cubicBezTo>
                <a:cubicBezTo>
                  <a:pt x="478" y="517"/>
                  <a:pt x="503" y="522"/>
                  <a:pt x="529" y="522"/>
                </a:cubicBezTo>
                <a:cubicBezTo>
                  <a:pt x="595" y="522"/>
                  <a:pt x="663" y="485"/>
                  <a:pt x="702" y="429"/>
                </a:cubicBezTo>
                <a:cubicBezTo>
                  <a:pt x="759" y="353"/>
                  <a:pt x="772" y="254"/>
                  <a:pt x="773" y="159"/>
                </a:cubicBezTo>
                <a:lnTo>
                  <a:pt x="139" y="1"/>
                </a:lnTo>
                <a:close/>
              </a:path>
            </a:pathLst>
          </a:custGeom>
          <a:solidFill>
            <a:srgbClr val="1A5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21"/>
          <p:cNvSpPr/>
          <p:nvPr/>
        </p:nvSpPr>
        <p:spPr>
          <a:xfrm>
            <a:off x="4841480" y="3317426"/>
            <a:ext cx="33537" cy="59549"/>
          </a:xfrm>
          <a:custGeom>
            <a:rect b="b" l="l" r="r" t="t"/>
            <a:pathLst>
              <a:path extrusionOk="0" h="831" w="468">
                <a:moveTo>
                  <a:pt x="169" y="1"/>
                </a:moveTo>
                <a:cubicBezTo>
                  <a:pt x="103" y="1"/>
                  <a:pt x="40" y="25"/>
                  <a:pt x="0" y="79"/>
                </a:cubicBezTo>
                <a:lnTo>
                  <a:pt x="159" y="104"/>
                </a:lnTo>
                <a:cubicBezTo>
                  <a:pt x="154" y="103"/>
                  <a:pt x="150" y="103"/>
                  <a:pt x="146" y="103"/>
                </a:cubicBezTo>
                <a:cubicBezTo>
                  <a:pt x="48" y="103"/>
                  <a:pt x="11" y="265"/>
                  <a:pt x="83" y="338"/>
                </a:cubicBezTo>
                <a:cubicBezTo>
                  <a:pt x="145" y="401"/>
                  <a:pt x="237" y="412"/>
                  <a:pt x="327" y="412"/>
                </a:cubicBezTo>
                <a:cubicBezTo>
                  <a:pt x="348" y="412"/>
                  <a:pt x="369" y="412"/>
                  <a:pt x="389" y="411"/>
                </a:cubicBezTo>
                <a:lnTo>
                  <a:pt x="389" y="411"/>
                </a:lnTo>
                <a:cubicBezTo>
                  <a:pt x="301" y="536"/>
                  <a:pt x="240" y="681"/>
                  <a:pt x="210" y="831"/>
                </a:cubicBezTo>
                <a:cubicBezTo>
                  <a:pt x="296" y="720"/>
                  <a:pt x="383" y="610"/>
                  <a:pt x="426" y="477"/>
                </a:cubicBezTo>
                <a:cubicBezTo>
                  <a:pt x="468" y="345"/>
                  <a:pt x="460" y="186"/>
                  <a:pt x="365" y="84"/>
                </a:cubicBezTo>
                <a:cubicBezTo>
                  <a:pt x="316" y="30"/>
                  <a:pt x="241" y="1"/>
                  <a:pt x="169" y="1"/>
                </a:cubicBezTo>
                <a:close/>
              </a:path>
            </a:pathLst>
          </a:custGeom>
          <a:solidFill>
            <a:srgbClr val="1A5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21"/>
          <p:cNvSpPr/>
          <p:nvPr/>
        </p:nvSpPr>
        <p:spPr>
          <a:xfrm>
            <a:off x="4609449" y="3646627"/>
            <a:ext cx="49660" cy="24364"/>
          </a:xfrm>
          <a:custGeom>
            <a:rect b="b" l="l" r="r" t="t"/>
            <a:pathLst>
              <a:path extrusionOk="0" h="340" w="693">
                <a:moveTo>
                  <a:pt x="168" y="1"/>
                </a:moveTo>
                <a:cubicBezTo>
                  <a:pt x="92" y="17"/>
                  <a:pt x="28" y="75"/>
                  <a:pt x="1" y="147"/>
                </a:cubicBezTo>
                <a:cubicBezTo>
                  <a:pt x="74" y="178"/>
                  <a:pt x="154" y="193"/>
                  <a:pt x="233" y="193"/>
                </a:cubicBezTo>
                <a:cubicBezTo>
                  <a:pt x="265" y="193"/>
                  <a:pt x="297" y="190"/>
                  <a:pt x="329" y="185"/>
                </a:cubicBezTo>
                <a:lnTo>
                  <a:pt x="329" y="185"/>
                </a:lnTo>
                <a:cubicBezTo>
                  <a:pt x="302" y="262"/>
                  <a:pt x="386" y="340"/>
                  <a:pt x="469" y="340"/>
                </a:cubicBezTo>
                <a:cubicBezTo>
                  <a:pt x="472" y="340"/>
                  <a:pt x="474" y="340"/>
                  <a:pt x="476" y="340"/>
                </a:cubicBezTo>
                <a:cubicBezTo>
                  <a:pt x="559" y="335"/>
                  <a:pt x="630" y="278"/>
                  <a:pt x="693" y="223"/>
                </a:cubicBezTo>
                <a:lnTo>
                  <a:pt x="693" y="223"/>
                </a:lnTo>
                <a:cubicBezTo>
                  <a:pt x="655" y="226"/>
                  <a:pt x="615" y="228"/>
                  <a:pt x="577" y="231"/>
                </a:cubicBezTo>
                <a:lnTo>
                  <a:pt x="168" y="1"/>
                </a:lnTo>
                <a:close/>
              </a:path>
            </a:pathLst>
          </a:custGeom>
          <a:solidFill>
            <a:srgbClr val="1A5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21"/>
          <p:cNvSpPr/>
          <p:nvPr/>
        </p:nvSpPr>
        <p:spPr>
          <a:xfrm>
            <a:off x="4016400" y="3685394"/>
            <a:ext cx="38195" cy="49660"/>
          </a:xfrm>
          <a:custGeom>
            <a:rect b="b" l="l" r="r" t="t"/>
            <a:pathLst>
              <a:path extrusionOk="0" h="693" w="533">
                <a:moveTo>
                  <a:pt x="532" y="145"/>
                </a:moveTo>
                <a:cubicBezTo>
                  <a:pt x="486" y="158"/>
                  <a:pt x="442" y="176"/>
                  <a:pt x="400" y="200"/>
                </a:cubicBezTo>
                <a:lnTo>
                  <a:pt x="400" y="200"/>
                </a:lnTo>
                <a:cubicBezTo>
                  <a:pt x="448" y="192"/>
                  <a:pt x="493" y="174"/>
                  <a:pt x="532" y="145"/>
                </a:cubicBezTo>
                <a:close/>
                <a:moveTo>
                  <a:pt x="0" y="0"/>
                </a:moveTo>
                <a:lnTo>
                  <a:pt x="0" y="0"/>
                </a:lnTo>
                <a:cubicBezTo>
                  <a:pt x="53" y="119"/>
                  <a:pt x="177" y="192"/>
                  <a:pt x="304" y="204"/>
                </a:cubicBezTo>
                <a:lnTo>
                  <a:pt x="304" y="204"/>
                </a:lnTo>
                <a:lnTo>
                  <a:pt x="0" y="0"/>
                </a:lnTo>
                <a:close/>
                <a:moveTo>
                  <a:pt x="400" y="200"/>
                </a:moveTo>
                <a:cubicBezTo>
                  <a:pt x="380" y="204"/>
                  <a:pt x="359" y="205"/>
                  <a:pt x="338" y="205"/>
                </a:cubicBezTo>
                <a:cubicBezTo>
                  <a:pt x="327" y="205"/>
                  <a:pt x="315" y="205"/>
                  <a:pt x="304" y="204"/>
                </a:cubicBezTo>
                <a:lnTo>
                  <a:pt x="304" y="204"/>
                </a:lnTo>
                <a:lnTo>
                  <a:pt x="348" y="233"/>
                </a:lnTo>
                <a:cubicBezTo>
                  <a:pt x="348" y="234"/>
                  <a:pt x="348" y="234"/>
                  <a:pt x="349" y="234"/>
                </a:cubicBezTo>
                <a:lnTo>
                  <a:pt x="349" y="234"/>
                </a:lnTo>
                <a:cubicBezTo>
                  <a:pt x="365" y="222"/>
                  <a:pt x="382" y="210"/>
                  <a:pt x="400" y="200"/>
                </a:cubicBezTo>
                <a:close/>
                <a:moveTo>
                  <a:pt x="349" y="234"/>
                </a:moveTo>
                <a:lnTo>
                  <a:pt x="349" y="234"/>
                </a:lnTo>
                <a:cubicBezTo>
                  <a:pt x="312" y="261"/>
                  <a:pt x="278" y="292"/>
                  <a:pt x="249" y="328"/>
                </a:cubicBezTo>
                <a:cubicBezTo>
                  <a:pt x="158" y="439"/>
                  <a:pt x="146" y="649"/>
                  <a:pt x="284" y="688"/>
                </a:cubicBezTo>
                <a:cubicBezTo>
                  <a:pt x="295" y="691"/>
                  <a:pt x="306" y="692"/>
                  <a:pt x="317" y="692"/>
                </a:cubicBezTo>
                <a:cubicBezTo>
                  <a:pt x="405" y="692"/>
                  <a:pt x="484" y="599"/>
                  <a:pt x="485" y="506"/>
                </a:cubicBezTo>
                <a:cubicBezTo>
                  <a:pt x="488" y="401"/>
                  <a:pt x="423" y="307"/>
                  <a:pt x="349" y="234"/>
                </a:cubicBezTo>
                <a:close/>
              </a:path>
            </a:pathLst>
          </a:custGeom>
          <a:solidFill>
            <a:srgbClr val="1A5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21"/>
          <p:cNvSpPr/>
          <p:nvPr/>
        </p:nvSpPr>
        <p:spPr>
          <a:xfrm>
            <a:off x="4611742" y="3317569"/>
            <a:ext cx="16195" cy="7023"/>
          </a:xfrm>
          <a:custGeom>
            <a:rect b="b" l="l" r="r" t="t"/>
            <a:pathLst>
              <a:path extrusionOk="0" h="98" w="226">
                <a:moveTo>
                  <a:pt x="226" y="1"/>
                </a:moveTo>
                <a:lnTo>
                  <a:pt x="1" y="91"/>
                </a:lnTo>
                <a:cubicBezTo>
                  <a:pt x="17" y="95"/>
                  <a:pt x="34" y="97"/>
                  <a:pt x="50" y="97"/>
                </a:cubicBezTo>
                <a:cubicBezTo>
                  <a:pt x="120" y="97"/>
                  <a:pt x="190" y="61"/>
                  <a:pt x="226" y="1"/>
                </a:cubicBezTo>
                <a:close/>
              </a:path>
            </a:pathLst>
          </a:custGeom>
          <a:solidFill>
            <a:srgbClr val="1A5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21"/>
          <p:cNvSpPr/>
          <p:nvPr/>
        </p:nvSpPr>
        <p:spPr>
          <a:xfrm>
            <a:off x="4943379" y="3122299"/>
            <a:ext cx="15407" cy="16553"/>
          </a:xfrm>
          <a:custGeom>
            <a:rect b="b" l="l" r="r" t="t"/>
            <a:pathLst>
              <a:path extrusionOk="0" h="231" w="215">
                <a:moveTo>
                  <a:pt x="128" y="0"/>
                </a:moveTo>
                <a:cubicBezTo>
                  <a:pt x="113" y="17"/>
                  <a:pt x="98" y="35"/>
                  <a:pt x="86" y="55"/>
                </a:cubicBezTo>
                <a:lnTo>
                  <a:pt x="86" y="55"/>
                </a:lnTo>
                <a:cubicBezTo>
                  <a:pt x="81" y="54"/>
                  <a:pt x="76" y="53"/>
                  <a:pt x="70" y="53"/>
                </a:cubicBezTo>
                <a:cubicBezTo>
                  <a:pt x="56" y="53"/>
                  <a:pt x="41" y="57"/>
                  <a:pt x="27" y="66"/>
                </a:cubicBezTo>
                <a:cubicBezTo>
                  <a:pt x="1" y="117"/>
                  <a:pt x="5" y="183"/>
                  <a:pt x="37" y="230"/>
                </a:cubicBezTo>
                <a:lnTo>
                  <a:pt x="56" y="182"/>
                </a:lnTo>
                <a:lnTo>
                  <a:pt x="56" y="182"/>
                </a:lnTo>
                <a:cubicBezTo>
                  <a:pt x="95" y="195"/>
                  <a:pt x="134" y="207"/>
                  <a:pt x="173" y="220"/>
                </a:cubicBezTo>
                <a:cubicBezTo>
                  <a:pt x="214" y="163"/>
                  <a:pt x="166" y="83"/>
                  <a:pt x="105" y="60"/>
                </a:cubicBezTo>
                <a:lnTo>
                  <a:pt x="105" y="60"/>
                </a:lnTo>
                <a:lnTo>
                  <a:pt x="128" y="0"/>
                </a:lnTo>
                <a:close/>
              </a:path>
            </a:pathLst>
          </a:custGeom>
          <a:solidFill>
            <a:srgbClr val="1A5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21"/>
          <p:cNvSpPr/>
          <p:nvPr/>
        </p:nvSpPr>
        <p:spPr>
          <a:xfrm>
            <a:off x="5302820" y="3132403"/>
            <a:ext cx="30456" cy="36618"/>
          </a:xfrm>
          <a:custGeom>
            <a:rect b="b" l="l" r="r" t="t"/>
            <a:pathLst>
              <a:path extrusionOk="0" h="511" w="425">
                <a:moveTo>
                  <a:pt x="108" y="0"/>
                </a:moveTo>
                <a:lnTo>
                  <a:pt x="108" y="0"/>
                </a:lnTo>
                <a:cubicBezTo>
                  <a:pt x="0" y="215"/>
                  <a:pt x="186" y="511"/>
                  <a:pt x="424" y="511"/>
                </a:cubicBezTo>
                <a:cubicBezTo>
                  <a:pt x="424" y="511"/>
                  <a:pt x="424" y="511"/>
                  <a:pt x="425" y="511"/>
                </a:cubicBezTo>
                <a:lnTo>
                  <a:pt x="108" y="0"/>
                </a:lnTo>
                <a:close/>
              </a:path>
            </a:pathLst>
          </a:custGeom>
          <a:solidFill>
            <a:srgbClr val="1A5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21"/>
          <p:cNvSpPr/>
          <p:nvPr/>
        </p:nvSpPr>
        <p:spPr>
          <a:xfrm>
            <a:off x="2084045" y="2245983"/>
            <a:ext cx="744117" cy="191189"/>
          </a:xfrm>
          <a:custGeom>
            <a:rect b="b" l="l" r="r" t="t"/>
            <a:pathLst>
              <a:path extrusionOk="0" h="2668" w="10384">
                <a:moveTo>
                  <a:pt x="7676" y="1"/>
                </a:moveTo>
                <a:cubicBezTo>
                  <a:pt x="6803" y="1"/>
                  <a:pt x="6027" y="414"/>
                  <a:pt x="5531" y="1055"/>
                </a:cubicBezTo>
                <a:cubicBezTo>
                  <a:pt x="5356" y="1281"/>
                  <a:pt x="5091" y="1403"/>
                  <a:pt x="4822" y="1403"/>
                </a:cubicBezTo>
                <a:cubicBezTo>
                  <a:pt x="4678" y="1403"/>
                  <a:pt x="4532" y="1368"/>
                  <a:pt x="4398" y="1295"/>
                </a:cubicBezTo>
                <a:cubicBezTo>
                  <a:pt x="4126" y="1148"/>
                  <a:pt x="3815" y="1064"/>
                  <a:pt x="3483" y="1064"/>
                </a:cubicBezTo>
                <a:cubicBezTo>
                  <a:pt x="3014" y="1064"/>
                  <a:pt x="2584" y="1232"/>
                  <a:pt x="2251" y="1511"/>
                </a:cubicBezTo>
                <a:cubicBezTo>
                  <a:pt x="1885" y="1818"/>
                  <a:pt x="1426" y="1990"/>
                  <a:pt x="947" y="1990"/>
                </a:cubicBezTo>
                <a:lnTo>
                  <a:pt x="340" y="1990"/>
                </a:lnTo>
                <a:cubicBezTo>
                  <a:pt x="153" y="1990"/>
                  <a:pt x="0" y="2142"/>
                  <a:pt x="0" y="2329"/>
                </a:cubicBezTo>
                <a:cubicBezTo>
                  <a:pt x="0" y="2516"/>
                  <a:pt x="153" y="2667"/>
                  <a:pt x="340" y="2667"/>
                </a:cubicBezTo>
                <a:lnTo>
                  <a:pt x="10384" y="2667"/>
                </a:lnTo>
                <a:cubicBezTo>
                  <a:pt x="10362" y="1191"/>
                  <a:pt x="9157" y="1"/>
                  <a:pt x="767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21"/>
          <p:cNvSpPr/>
          <p:nvPr/>
        </p:nvSpPr>
        <p:spPr>
          <a:xfrm>
            <a:off x="4775626" y="4337346"/>
            <a:ext cx="744117" cy="191189"/>
          </a:xfrm>
          <a:custGeom>
            <a:rect b="b" l="l" r="r" t="t"/>
            <a:pathLst>
              <a:path extrusionOk="0" h="2668" w="10384">
                <a:moveTo>
                  <a:pt x="7676" y="0"/>
                </a:moveTo>
                <a:cubicBezTo>
                  <a:pt x="6804" y="0"/>
                  <a:pt x="6027" y="413"/>
                  <a:pt x="5531" y="1053"/>
                </a:cubicBezTo>
                <a:cubicBezTo>
                  <a:pt x="5356" y="1279"/>
                  <a:pt x="5092" y="1401"/>
                  <a:pt x="4822" y="1401"/>
                </a:cubicBezTo>
                <a:cubicBezTo>
                  <a:pt x="4678" y="1401"/>
                  <a:pt x="4532" y="1366"/>
                  <a:pt x="4398" y="1294"/>
                </a:cubicBezTo>
                <a:cubicBezTo>
                  <a:pt x="4126" y="1147"/>
                  <a:pt x="3815" y="1062"/>
                  <a:pt x="3483" y="1062"/>
                </a:cubicBezTo>
                <a:cubicBezTo>
                  <a:pt x="3014" y="1062"/>
                  <a:pt x="2584" y="1230"/>
                  <a:pt x="2252" y="1511"/>
                </a:cubicBezTo>
                <a:cubicBezTo>
                  <a:pt x="1885" y="1818"/>
                  <a:pt x="1426" y="1989"/>
                  <a:pt x="947" y="1989"/>
                </a:cubicBezTo>
                <a:lnTo>
                  <a:pt x="340" y="1989"/>
                </a:lnTo>
                <a:cubicBezTo>
                  <a:pt x="153" y="1989"/>
                  <a:pt x="1" y="2142"/>
                  <a:pt x="1" y="2329"/>
                </a:cubicBezTo>
                <a:cubicBezTo>
                  <a:pt x="1" y="2515"/>
                  <a:pt x="153" y="2668"/>
                  <a:pt x="340" y="2668"/>
                </a:cubicBezTo>
                <a:lnTo>
                  <a:pt x="10384" y="2668"/>
                </a:lnTo>
                <a:cubicBezTo>
                  <a:pt x="10362" y="1189"/>
                  <a:pt x="9158" y="0"/>
                  <a:pt x="76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21"/>
          <p:cNvSpPr/>
          <p:nvPr/>
        </p:nvSpPr>
        <p:spPr>
          <a:xfrm>
            <a:off x="6179137" y="1337780"/>
            <a:ext cx="712085" cy="183020"/>
          </a:xfrm>
          <a:custGeom>
            <a:rect b="b" l="l" r="r" t="t"/>
            <a:pathLst>
              <a:path extrusionOk="0" h="2554" w="9937">
                <a:moveTo>
                  <a:pt x="7344" y="1"/>
                </a:moveTo>
                <a:cubicBezTo>
                  <a:pt x="6509" y="1"/>
                  <a:pt x="5767" y="396"/>
                  <a:pt x="5292" y="1009"/>
                </a:cubicBezTo>
                <a:cubicBezTo>
                  <a:pt x="5125" y="1224"/>
                  <a:pt x="4871" y="1341"/>
                  <a:pt x="4613" y="1341"/>
                </a:cubicBezTo>
                <a:cubicBezTo>
                  <a:pt x="4475" y="1341"/>
                  <a:pt x="4336" y="1308"/>
                  <a:pt x="4208" y="1239"/>
                </a:cubicBezTo>
                <a:cubicBezTo>
                  <a:pt x="3948" y="1098"/>
                  <a:pt x="3649" y="1017"/>
                  <a:pt x="3333" y="1017"/>
                </a:cubicBezTo>
                <a:cubicBezTo>
                  <a:pt x="2884" y="1017"/>
                  <a:pt x="2473" y="1178"/>
                  <a:pt x="2154" y="1445"/>
                </a:cubicBezTo>
                <a:cubicBezTo>
                  <a:pt x="1803" y="1740"/>
                  <a:pt x="1363" y="1904"/>
                  <a:pt x="906" y="1904"/>
                </a:cubicBezTo>
                <a:lnTo>
                  <a:pt x="325" y="1904"/>
                </a:lnTo>
                <a:cubicBezTo>
                  <a:pt x="146" y="1904"/>
                  <a:pt x="0" y="2049"/>
                  <a:pt x="0" y="2228"/>
                </a:cubicBezTo>
                <a:cubicBezTo>
                  <a:pt x="0" y="2407"/>
                  <a:pt x="146" y="2554"/>
                  <a:pt x="325" y="2554"/>
                </a:cubicBezTo>
                <a:lnTo>
                  <a:pt x="9937" y="2554"/>
                </a:lnTo>
                <a:cubicBezTo>
                  <a:pt x="9913" y="1138"/>
                  <a:pt x="8762" y="1"/>
                  <a:pt x="734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21"/>
          <p:cNvSpPr/>
          <p:nvPr/>
        </p:nvSpPr>
        <p:spPr>
          <a:xfrm>
            <a:off x="4422706" y="1326673"/>
            <a:ext cx="1185830" cy="304627"/>
          </a:xfrm>
          <a:custGeom>
            <a:rect b="b" l="l" r="r" t="t"/>
            <a:pathLst>
              <a:path extrusionOk="0" h="4251" w="16548">
                <a:moveTo>
                  <a:pt x="4317" y="0"/>
                </a:moveTo>
                <a:cubicBezTo>
                  <a:pt x="1955" y="0"/>
                  <a:pt x="37" y="1897"/>
                  <a:pt x="1" y="4251"/>
                </a:cubicBezTo>
                <a:lnTo>
                  <a:pt x="16009" y="4251"/>
                </a:lnTo>
                <a:cubicBezTo>
                  <a:pt x="16306" y="4251"/>
                  <a:pt x="16548" y="4009"/>
                  <a:pt x="16548" y="3711"/>
                </a:cubicBezTo>
                <a:cubicBezTo>
                  <a:pt x="16548" y="3413"/>
                  <a:pt x="16306" y="3171"/>
                  <a:pt x="16009" y="3171"/>
                </a:cubicBezTo>
                <a:lnTo>
                  <a:pt x="15042" y="3171"/>
                </a:lnTo>
                <a:cubicBezTo>
                  <a:pt x="14279" y="3171"/>
                  <a:pt x="13546" y="2896"/>
                  <a:pt x="12962" y="2408"/>
                </a:cubicBezTo>
                <a:cubicBezTo>
                  <a:pt x="12431" y="1963"/>
                  <a:pt x="11745" y="1696"/>
                  <a:pt x="10998" y="1696"/>
                </a:cubicBezTo>
                <a:cubicBezTo>
                  <a:pt x="10470" y="1696"/>
                  <a:pt x="9974" y="1828"/>
                  <a:pt x="9540" y="2063"/>
                </a:cubicBezTo>
                <a:cubicBezTo>
                  <a:pt x="9326" y="2179"/>
                  <a:pt x="9094" y="2235"/>
                  <a:pt x="8864" y="2235"/>
                </a:cubicBezTo>
                <a:cubicBezTo>
                  <a:pt x="8434" y="2235"/>
                  <a:pt x="8013" y="2040"/>
                  <a:pt x="7734" y="1679"/>
                </a:cubicBezTo>
                <a:cubicBezTo>
                  <a:pt x="6945" y="658"/>
                  <a:pt x="5707" y="0"/>
                  <a:pt x="431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21"/>
          <p:cNvSpPr/>
          <p:nvPr/>
        </p:nvSpPr>
        <p:spPr>
          <a:xfrm>
            <a:off x="2982863" y="3794100"/>
            <a:ext cx="847451" cy="847451"/>
          </a:xfrm>
          <a:custGeom>
            <a:rect b="b" l="l" r="r" t="t"/>
            <a:pathLst>
              <a:path extrusionOk="0" h="11826" w="11826">
                <a:moveTo>
                  <a:pt x="5914" y="1"/>
                </a:moveTo>
                <a:cubicBezTo>
                  <a:pt x="4345" y="1"/>
                  <a:pt x="2841" y="624"/>
                  <a:pt x="1733" y="1732"/>
                </a:cubicBezTo>
                <a:cubicBezTo>
                  <a:pt x="624" y="2841"/>
                  <a:pt x="1" y="4345"/>
                  <a:pt x="1" y="5913"/>
                </a:cubicBezTo>
                <a:cubicBezTo>
                  <a:pt x="1" y="7481"/>
                  <a:pt x="624" y="8985"/>
                  <a:pt x="1733" y="10094"/>
                </a:cubicBezTo>
                <a:cubicBezTo>
                  <a:pt x="2841" y="11202"/>
                  <a:pt x="4345" y="11826"/>
                  <a:pt x="5914" y="11826"/>
                </a:cubicBezTo>
                <a:cubicBezTo>
                  <a:pt x="7481" y="11826"/>
                  <a:pt x="8985" y="11202"/>
                  <a:pt x="10094" y="10094"/>
                </a:cubicBezTo>
                <a:cubicBezTo>
                  <a:pt x="11203" y="8985"/>
                  <a:pt x="11826" y="7481"/>
                  <a:pt x="11826" y="5913"/>
                </a:cubicBezTo>
                <a:cubicBezTo>
                  <a:pt x="11826" y="4345"/>
                  <a:pt x="11203" y="2841"/>
                  <a:pt x="10094" y="1732"/>
                </a:cubicBezTo>
                <a:cubicBezTo>
                  <a:pt x="8985" y="624"/>
                  <a:pt x="7481" y="1"/>
                  <a:pt x="591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21"/>
          <p:cNvSpPr/>
          <p:nvPr/>
        </p:nvSpPr>
        <p:spPr>
          <a:xfrm>
            <a:off x="3178492" y="3879016"/>
            <a:ext cx="1505" cy="268725"/>
          </a:xfrm>
          <a:custGeom>
            <a:rect b="b" l="l" r="r" t="t"/>
            <a:pathLst>
              <a:path extrusionOk="0" h="3750" w="21">
                <a:moveTo>
                  <a:pt x="0" y="0"/>
                </a:moveTo>
                <a:lnTo>
                  <a:pt x="0" y="3749"/>
                </a:lnTo>
                <a:lnTo>
                  <a:pt x="21" y="3749"/>
                </a:lnTo>
                <a:lnTo>
                  <a:pt x="2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21"/>
          <p:cNvSpPr/>
          <p:nvPr/>
        </p:nvSpPr>
        <p:spPr>
          <a:xfrm>
            <a:off x="3143379" y="3883531"/>
            <a:ext cx="71015" cy="259982"/>
          </a:xfrm>
          <a:custGeom>
            <a:rect b="b" l="l" r="r" t="t"/>
            <a:pathLst>
              <a:path extrusionOk="0" h="3628" w="991">
                <a:moveTo>
                  <a:pt x="21" y="1"/>
                </a:moveTo>
                <a:lnTo>
                  <a:pt x="0" y="6"/>
                </a:lnTo>
                <a:lnTo>
                  <a:pt x="971" y="3627"/>
                </a:lnTo>
                <a:lnTo>
                  <a:pt x="991" y="3621"/>
                </a:lnTo>
                <a:lnTo>
                  <a:pt x="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21"/>
          <p:cNvSpPr/>
          <p:nvPr/>
        </p:nvSpPr>
        <p:spPr>
          <a:xfrm>
            <a:off x="3111204" y="3896572"/>
            <a:ext cx="135581" cy="233397"/>
          </a:xfrm>
          <a:custGeom>
            <a:rect b="b" l="l" r="r" t="t"/>
            <a:pathLst>
              <a:path extrusionOk="0" h="3257" w="1892">
                <a:moveTo>
                  <a:pt x="18" y="1"/>
                </a:moveTo>
                <a:lnTo>
                  <a:pt x="0" y="11"/>
                </a:lnTo>
                <a:lnTo>
                  <a:pt x="1874" y="3257"/>
                </a:lnTo>
                <a:lnTo>
                  <a:pt x="1892" y="3247"/>
                </a:lnTo>
                <a:lnTo>
                  <a:pt x="1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21"/>
          <p:cNvSpPr/>
          <p:nvPr/>
        </p:nvSpPr>
        <p:spPr>
          <a:xfrm>
            <a:off x="3083615" y="3917927"/>
            <a:ext cx="191046" cy="191046"/>
          </a:xfrm>
          <a:custGeom>
            <a:rect b="b" l="l" r="r" t="t"/>
            <a:pathLst>
              <a:path extrusionOk="0" h="2666" w="2666">
                <a:moveTo>
                  <a:pt x="15" y="1"/>
                </a:moveTo>
                <a:lnTo>
                  <a:pt x="0" y="15"/>
                </a:lnTo>
                <a:lnTo>
                  <a:pt x="2651" y="2665"/>
                </a:lnTo>
                <a:lnTo>
                  <a:pt x="2666" y="2651"/>
                </a:lnTo>
                <a:lnTo>
                  <a:pt x="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21"/>
          <p:cNvSpPr/>
          <p:nvPr/>
        </p:nvSpPr>
        <p:spPr>
          <a:xfrm>
            <a:off x="3062404" y="3945802"/>
            <a:ext cx="233468" cy="135724"/>
          </a:xfrm>
          <a:custGeom>
            <a:rect b="b" l="l" r="r" t="t"/>
            <a:pathLst>
              <a:path extrusionOk="0" h="1894" w="3258">
                <a:moveTo>
                  <a:pt x="11" y="1"/>
                </a:moveTo>
                <a:lnTo>
                  <a:pt x="1" y="19"/>
                </a:lnTo>
                <a:lnTo>
                  <a:pt x="3247" y="1893"/>
                </a:lnTo>
                <a:lnTo>
                  <a:pt x="3258" y="1875"/>
                </a:lnTo>
                <a:lnTo>
                  <a:pt x="1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21"/>
          <p:cNvSpPr/>
          <p:nvPr/>
        </p:nvSpPr>
        <p:spPr>
          <a:xfrm>
            <a:off x="3049004" y="3978049"/>
            <a:ext cx="259911" cy="71087"/>
          </a:xfrm>
          <a:custGeom>
            <a:rect b="b" l="l" r="r" t="t"/>
            <a:pathLst>
              <a:path extrusionOk="0" h="992" w="3627">
                <a:moveTo>
                  <a:pt x="6" y="1"/>
                </a:moveTo>
                <a:lnTo>
                  <a:pt x="0" y="21"/>
                </a:lnTo>
                <a:lnTo>
                  <a:pt x="3622" y="991"/>
                </a:lnTo>
                <a:lnTo>
                  <a:pt x="3627" y="971"/>
                </a:lnTo>
                <a:lnTo>
                  <a:pt x="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21"/>
          <p:cNvSpPr/>
          <p:nvPr/>
        </p:nvSpPr>
        <p:spPr>
          <a:xfrm>
            <a:off x="3044920" y="4012588"/>
            <a:ext cx="268725" cy="1577"/>
          </a:xfrm>
          <a:custGeom>
            <a:rect b="b" l="l" r="r" t="t"/>
            <a:pathLst>
              <a:path extrusionOk="0" h="22" w="3750">
                <a:moveTo>
                  <a:pt x="0" y="1"/>
                </a:moveTo>
                <a:lnTo>
                  <a:pt x="0" y="21"/>
                </a:lnTo>
                <a:lnTo>
                  <a:pt x="3749" y="21"/>
                </a:lnTo>
                <a:lnTo>
                  <a:pt x="37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21"/>
          <p:cNvSpPr/>
          <p:nvPr/>
        </p:nvSpPr>
        <p:spPr>
          <a:xfrm>
            <a:off x="3049721" y="3977619"/>
            <a:ext cx="259982" cy="71015"/>
          </a:xfrm>
          <a:custGeom>
            <a:rect b="b" l="l" r="r" t="t"/>
            <a:pathLst>
              <a:path extrusionOk="0" h="991" w="3628">
                <a:moveTo>
                  <a:pt x="3622" y="1"/>
                </a:moveTo>
                <a:lnTo>
                  <a:pt x="1" y="970"/>
                </a:lnTo>
                <a:lnTo>
                  <a:pt x="6" y="990"/>
                </a:lnTo>
                <a:lnTo>
                  <a:pt x="3628" y="20"/>
                </a:lnTo>
                <a:lnTo>
                  <a:pt x="362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21"/>
          <p:cNvSpPr/>
          <p:nvPr/>
        </p:nvSpPr>
        <p:spPr>
          <a:xfrm>
            <a:off x="3062404" y="3945014"/>
            <a:ext cx="233397" cy="135724"/>
          </a:xfrm>
          <a:custGeom>
            <a:rect b="b" l="l" r="r" t="t"/>
            <a:pathLst>
              <a:path extrusionOk="0" h="1894" w="3257">
                <a:moveTo>
                  <a:pt x="3246" y="0"/>
                </a:moveTo>
                <a:lnTo>
                  <a:pt x="1" y="1875"/>
                </a:lnTo>
                <a:lnTo>
                  <a:pt x="11" y="1893"/>
                </a:lnTo>
                <a:lnTo>
                  <a:pt x="3256" y="18"/>
                </a:lnTo>
                <a:lnTo>
                  <a:pt x="324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21"/>
          <p:cNvSpPr/>
          <p:nvPr/>
        </p:nvSpPr>
        <p:spPr>
          <a:xfrm>
            <a:off x="3084260" y="3917497"/>
            <a:ext cx="190974" cy="191117"/>
          </a:xfrm>
          <a:custGeom>
            <a:rect b="b" l="l" r="r" t="t"/>
            <a:pathLst>
              <a:path extrusionOk="0" h="2667" w="2665">
                <a:moveTo>
                  <a:pt x="2651" y="1"/>
                </a:moveTo>
                <a:lnTo>
                  <a:pt x="1" y="2653"/>
                </a:lnTo>
                <a:lnTo>
                  <a:pt x="15" y="2667"/>
                </a:lnTo>
                <a:lnTo>
                  <a:pt x="2665" y="15"/>
                </a:lnTo>
                <a:lnTo>
                  <a:pt x="265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21"/>
          <p:cNvSpPr/>
          <p:nvPr/>
        </p:nvSpPr>
        <p:spPr>
          <a:xfrm>
            <a:off x="3111204" y="3896071"/>
            <a:ext cx="135581" cy="233468"/>
          </a:xfrm>
          <a:custGeom>
            <a:rect b="b" l="l" r="r" t="t"/>
            <a:pathLst>
              <a:path extrusionOk="0" h="3258" w="1892">
                <a:moveTo>
                  <a:pt x="1874" y="1"/>
                </a:moveTo>
                <a:lnTo>
                  <a:pt x="0" y="3247"/>
                </a:lnTo>
                <a:lnTo>
                  <a:pt x="18" y="3258"/>
                </a:lnTo>
                <a:lnTo>
                  <a:pt x="1892" y="11"/>
                </a:lnTo>
                <a:lnTo>
                  <a:pt x="187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21"/>
          <p:cNvSpPr/>
          <p:nvPr/>
        </p:nvSpPr>
        <p:spPr>
          <a:xfrm>
            <a:off x="3144239" y="3883244"/>
            <a:ext cx="70943" cy="259911"/>
          </a:xfrm>
          <a:custGeom>
            <a:rect b="b" l="l" r="r" t="t"/>
            <a:pathLst>
              <a:path extrusionOk="0" h="3627" w="990">
                <a:moveTo>
                  <a:pt x="971" y="1"/>
                </a:moveTo>
                <a:lnTo>
                  <a:pt x="1" y="3622"/>
                </a:lnTo>
                <a:lnTo>
                  <a:pt x="20" y="3627"/>
                </a:lnTo>
                <a:lnTo>
                  <a:pt x="990" y="6"/>
                </a:lnTo>
                <a:lnTo>
                  <a:pt x="97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21"/>
          <p:cNvSpPr/>
          <p:nvPr/>
        </p:nvSpPr>
        <p:spPr>
          <a:xfrm>
            <a:off x="3025070" y="3859382"/>
            <a:ext cx="308281" cy="308138"/>
          </a:xfrm>
          <a:custGeom>
            <a:rect b="b" l="l" r="r" t="t"/>
            <a:pathLst>
              <a:path extrusionOk="0" h="4300" w="4302">
                <a:moveTo>
                  <a:pt x="2152" y="437"/>
                </a:moveTo>
                <a:cubicBezTo>
                  <a:pt x="3096" y="437"/>
                  <a:pt x="3862" y="1203"/>
                  <a:pt x="3862" y="2149"/>
                </a:cubicBezTo>
                <a:cubicBezTo>
                  <a:pt x="3862" y="3094"/>
                  <a:pt x="3096" y="3860"/>
                  <a:pt x="2152" y="3860"/>
                </a:cubicBezTo>
                <a:cubicBezTo>
                  <a:pt x="1206" y="3860"/>
                  <a:pt x="440" y="3094"/>
                  <a:pt x="440" y="2149"/>
                </a:cubicBezTo>
                <a:cubicBezTo>
                  <a:pt x="440" y="1203"/>
                  <a:pt x="1206" y="437"/>
                  <a:pt x="2152" y="437"/>
                </a:cubicBezTo>
                <a:close/>
                <a:moveTo>
                  <a:pt x="2152" y="0"/>
                </a:moveTo>
                <a:cubicBezTo>
                  <a:pt x="965" y="0"/>
                  <a:pt x="1" y="963"/>
                  <a:pt x="1" y="2150"/>
                </a:cubicBezTo>
                <a:cubicBezTo>
                  <a:pt x="1" y="3337"/>
                  <a:pt x="964" y="4300"/>
                  <a:pt x="2152" y="4300"/>
                </a:cubicBezTo>
                <a:cubicBezTo>
                  <a:pt x="3339" y="4300"/>
                  <a:pt x="4301" y="3337"/>
                  <a:pt x="4301" y="2150"/>
                </a:cubicBezTo>
                <a:cubicBezTo>
                  <a:pt x="4301" y="962"/>
                  <a:pt x="3340" y="0"/>
                  <a:pt x="21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21"/>
          <p:cNvSpPr/>
          <p:nvPr/>
        </p:nvSpPr>
        <p:spPr>
          <a:xfrm>
            <a:off x="3034099" y="3868339"/>
            <a:ext cx="290223" cy="290223"/>
          </a:xfrm>
          <a:custGeom>
            <a:rect b="b" l="l" r="r" t="t"/>
            <a:pathLst>
              <a:path extrusionOk="0" h="4050" w="4050">
                <a:moveTo>
                  <a:pt x="2026" y="341"/>
                </a:moveTo>
                <a:cubicBezTo>
                  <a:pt x="2955" y="341"/>
                  <a:pt x="3709" y="1094"/>
                  <a:pt x="3709" y="2024"/>
                </a:cubicBezTo>
                <a:cubicBezTo>
                  <a:pt x="3709" y="2954"/>
                  <a:pt x="2955" y="3707"/>
                  <a:pt x="2026" y="3707"/>
                </a:cubicBezTo>
                <a:cubicBezTo>
                  <a:pt x="1096" y="3707"/>
                  <a:pt x="343" y="2954"/>
                  <a:pt x="343" y="2024"/>
                </a:cubicBezTo>
                <a:cubicBezTo>
                  <a:pt x="343" y="1094"/>
                  <a:pt x="1096" y="341"/>
                  <a:pt x="2026" y="341"/>
                </a:cubicBezTo>
                <a:close/>
                <a:moveTo>
                  <a:pt x="2026" y="0"/>
                </a:moveTo>
                <a:cubicBezTo>
                  <a:pt x="907" y="0"/>
                  <a:pt x="1" y="908"/>
                  <a:pt x="1" y="2025"/>
                </a:cubicBezTo>
                <a:cubicBezTo>
                  <a:pt x="1" y="3143"/>
                  <a:pt x="907" y="4050"/>
                  <a:pt x="2026" y="4050"/>
                </a:cubicBezTo>
                <a:cubicBezTo>
                  <a:pt x="3143" y="4050"/>
                  <a:pt x="4050" y="3143"/>
                  <a:pt x="4050" y="2025"/>
                </a:cubicBezTo>
                <a:cubicBezTo>
                  <a:pt x="4050" y="906"/>
                  <a:pt x="3143" y="0"/>
                  <a:pt x="20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21"/>
          <p:cNvSpPr/>
          <p:nvPr/>
        </p:nvSpPr>
        <p:spPr>
          <a:xfrm>
            <a:off x="3598198" y="3883531"/>
            <a:ext cx="70943" cy="259982"/>
          </a:xfrm>
          <a:custGeom>
            <a:rect b="b" l="l" r="r" t="t"/>
            <a:pathLst>
              <a:path extrusionOk="0" h="3628" w="990">
                <a:moveTo>
                  <a:pt x="20" y="1"/>
                </a:moveTo>
                <a:lnTo>
                  <a:pt x="0" y="6"/>
                </a:lnTo>
                <a:lnTo>
                  <a:pt x="970" y="3627"/>
                </a:lnTo>
                <a:lnTo>
                  <a:pt x="990" y="3622"/>
                </a:lnTo>
                <a:lnTo>
                  <a:pt x="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21"/>
          <p:cNvSpPr/>
          <p:nvPr/>
        </p:nvSpPr>
        <p:spPr>
          <a:xfrm>
            <a:off x="3565880" y="3896572"/>
            <a:ext cx="135652" cy="233468"/>
          </a:xfrm>
          <a:custGeom>
            <a:rect b="b" l="l" r="r" t="t"/>
            <a:pathLst>
              <a:path extrusionOk="0" h="3258" w="1893">
                <a:moveTo>
                  <a:pt x="18" y="1"/>
                </a:moveTo>
                <a:lnTo>
                  <a:pt x="1" y="11"/>
                </a:lnTo>
                <a:lnTo>
                  <a:pt x="1875" y="3258"/>
                </a:lnTo>
                <a:lnTo>
                  <a:pt x="1893" y="3248"/>
                </a:lnTo>
                <a:lnTo>
                  <a:pt x="1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21"/>
          <p:cNvSpPr/>
          <p:nvPr/>
        </p:nvSpPr>
        <p:spPr>
          <a:xfrm>
            <a:off x="3538363" y="3917927"/>
            <a:ext cx="191046" cy="191046"/>
          </a:xfrm>
          <a:custGeom>
            <a:rect b="b" l="l" r="r" t="t"/>
            <a:pathLst>
              <a:path extrusionOk="0" h="2666" w="2666">
                <a:moveTo>
                  <a:pt x="16" y="1"/>
                </a:moveTo>
                <a:lnTo>
                  <a:pt x="0" y="15"/>
                </a:lnTo>
                <a:lnTo>
                  <a:pt x="2651" y="2665"/>
                </a:lnTo>
                <a:lnTo>
                  <a:pt x="2666" y="2651"/>
                </a:lnTo>
                <a:lnTo>
                  <a:pt x="1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21"/>
          <p:cNvSpPr/>
          <p:nvPr/>
        </p:nvSpPr>
        <p:spPr>
          <a:xfrm>
            <a:off x="3517224" y="3945874"/>
            <a:ext cx="233397" cy="135652"/>
          </a:xfrm>
          <a:custGeom>
            <a:rect b="b" l="l" r="r" t="t"/>
            <a:pathLst>
              <a:path extrusionOk="0" h="1893" w="3257">
                <a:moveTo>
                  <a:pt x="11" y="1"/>
                </a:moveTo>
                <a:lnTo>
                  <a:pt x="1" y="18"/>
                </a:lnTo>
                <a:lnTo>
                  <a:pt x="3246" y="1892"/>
                </a:lnTo>
                <a:lnTo>
                  <a:pt x="3256" y="1874"/>
                </a:lnTo>
                <a:lnTo>
                  <a:pt x="1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21"/>
          <p:cNvSpPr/>
          <p:nvPr/>
        </p:nvSpPr>
        <p:spPr>
          <a:xfrm>
            <a:off x="3503752" y="3978049"/>
            <a:ext cx="259911" cy="71087"/>
          </a:xfrm>
          <a:custGeom>
            <a:rect b="b" l="l" r="r" t="t"/>
            <a:pathLst>
              <a:path extrusionOk="0" h="992" w="3627">
                <a:moveTo>
                  <a:pt x="5" y="1"/>
                </a:moveTo>
                <a:lnTo>
                  <a:pt x="0" y="21"/>
                </a:lnTo>
                <a:lnTo>
                  <a:pt x="3621" y="991"/>
                </a:lnTo>
                <a:lnTo>
                  <a:pt x="3626" y="972"/>
                </a:lnTo>
                <a:lnTo>
                  <a:pt x="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21"/>
          <p:cNvSpPr/>
          <p:nvPr/>
        </p:nvSpPr>
        <p:spPr>
          <a:xfrm>
            <a:off x="3499739" y="4012588"/>
            <a:ext cx="268653" cy="1577"/>
          </a:xfrm>
          <a:custGeom>
            <a:rect b="b" l="l" r="r" t="t"/>
            <a:pathLst>
              <a:path extrusionOk="0" h="22" w="3749">
                <a:moveTo>
                  <a:pt x="0" y="1"/>
                </a:moveTo>
                <a:lnTo>
                  <a:pt x="0" y="21"/>
                </a:lnTo>
                <a:lnTo>
                  <a:pt x="3749" y="21"/>
                </a:lnTo>
                <a:lnTo>
                  <a:pt x="37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21"/>
          <p:cNvSpPr/>
          <p:nvPr/>
        </p:nvSpPr>
        <p:spPr>
          <a:xfrm>
            <a:off x="3504540" y="3977547"/>
            <a:ext cx="259911" cy="71087"/>
          </a:xfrm>
          <a:custGeom>
            <a:rect b="b" l="l" r="r" t="t"/>
            <a:pathLst>
              <a:path extrusionOk="0" h="992" w="3627">
                <a:moveTo>
                  <a:pt x="3622" y="1"/>
                </a:moveTo>
                <a:lnTo>
                  <a:pt x="1" y="971"/>
                </a:lnTo>
                <a:lnTo>
                  <a:pt x="6" y="991"/>
                </a:lnTo>
                <a:lnTo>
                  <a:pt x="3627" y="21"/>
                </a:lnTo>
                <a:lnTo>
                  <a:pt x="362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21"/>
          <p:cNvSpPr/>
          <p:nvPr/>
        </p:nvSpPr>
        <p:spPr>
          <a:xfrm>
            <a:off x="3517224" y="3945229"/>
            <a:ext cx="233397" cy="135724"/>
          </a:xfrm>
          <a:custGeom>
            <a:rect b="b" l="l" r="r" t="t"/>
            <a:pathLst>
              <a:path extrusionOk="0" h="1894" w="3257">
                <a:moveTo>
                  <a:pt x="3246" y="0"/>
                </a:moveTo>
                <a:lnTo>
                  <a:pt x="1" y="1876"/>
                </a:lnTo>
                <a:lnTo>
                  <a:pt x="11" y="1893"/>
                </a:lnTo>
                <a:lnTo>
                  <a:pt x="3256" y="19"/>
                </a:lnTo>
                <a:lnTo>
                  <a:pt x="324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21"/>
          <p:cNvSpPr/>
          <p:nvPr/>
        </p:nvSpPr>
        <p:spPr>
          <a:xfrm>
            <a:off x="3539080" y="3917497"/>
            <a:ext cx="190974" cy="191117"/>
          </a:xfrm>
          <a:custGeom>
            <a:rect b="b" l="l" r="r" t="t"/>
            <a:pathLst>
              <a:path extrusionOk="0" h="2667" w="2665">
                <a:moveTo>
                  <a:pt x="2651" y="1"/>
                </a:moveTo>
                <a:lnTo>
                  <a:pt x="0" y="2652"/>
                </a:lnTo>
                <a:lnTo>
                  <a:pt x="15" y="2667"/>
                </a:lnTo>
                <a:lnTo>
                  <a:pt x="2665" y="15"/>
                </a:lnTo>
                <a:lnTo>
                  <a:pt x="265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21"/>
          <p:cNvSpPr/>
          <p:nvPr/>
        </p:nvSpPr>
        <p:spPr>
          <a:xfrm>
            <a:off x="3565880" y="3896071"/>
            <a:ext cx="135652" cy="233468"/>
          </a:xfrm>
          <a:custGeom>
            <a:rect b="b" l="l" r="r" t="t"/>
            <a:pathLst>
              <a:path extrusionOk="0" h="3258" w="1893">
                <a:moveTo>
                  <a:pt x="1875" y="1"/>
                </a:moveTo>
                <a:lnTo>
                  <a:pt x="1" y="3247"/>
                </a:lnTo>
                <a:lnTo>
                  <a:pt x="18" y="3258"/>
                </a:lnTo>
                <a:lnTo>
                  <a:pt x="1893" y="11"/>
                </a:lnTo>
                <a:lnTo>
                  <a:pt x="187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21"/>
          <p:cNvSpPr/>
          <p:nvPr/>
        </p:nvSpPr>
        <p:spPr>
          <a:xfrm>
            <a:off x="3599058" y="3883244"/>
            <a:ext cx="70943" cy="259911"/>
          </a:xfrm>
          <a:custGeom>
            <a:rect b="b" l="l" r="r" t="t"/>
            <a:pathLst>
              <a:path extrusionOk="0" h="3627" w="990">
                <a:moveTo>
                  <a:pt x="970" y="1"/>
                </a:moveTo>
                <a:lnTo>
                  <a:pt x="0" y="3622"/>
                </a:lnTo>
                <a:lnTo>
                  <a:pt x="20" y="3627"/>
                </a:lnTo>
                <a:lnTo>
                  <a:pt x="990" y="6"/>
                </a:lnTo>
                <a:lnTo>
                  <a:pt x="97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21"/>
          <p:cNvSpPr/>
          <p:nvPr/>
        </p:nvSpPr>
        <p:spPr>
          <a:xfrm>
            <a:off x="3479889" y="3859382"/>
            <a:ext cx="308210" cy="308138"/>
          </a:xfrm>
          <a:custGeom>
            <a:rect b="b" l="l" r="r" t="t"/>
            <a:pathLst>
              <a:path extrusionOk="0" h="4300" w="4301">
                <a:moveTo>
                  <a:pt x="2150" y="437"/>
                </a:moveTo>
                <a:cubicBezTo>
                  <a:pt x="3096" y="437"/>
                  <a:pt x="3862" y="1203"/>
                  <a:pt x="3862" y="2149"/>
                </a:cubicBezTo>
                <a:cubicBezTo>
                  <a:pt x="3862" y="3094"/>
                  <a:pt x="3096" y="3860"/>
                  <a:pt x="2150" y="3860"/>
                </a:cubicBezTo>
                <a:cubicBezTo>
                  <a:pt x="1205" y="3860"/>
                  <a:pt x="440" y="3094"/>
                  <a:pt x="440" y="2149"/>
                </a:cubicBezTo>
                <a:cubicBezTo>
                  <a:pt x="440" y="1203"/>
                  <a:pt x="1205" y="437"/>
                  <a:pt x="2150" y="437"/>
                </a:cubicBezTo>
                <a:close/>
                <a:moveTo>
                  <a:pt x="2150" y="0"/>
                </a:moveTo>
                <a:cubicBezTo>
                  <a:pt x="964" y="0"/>
                  <a:pt x="1" y="963"/>
                  <a:pt x="1" y="2150"/>
                </a:cubicBezTo>
                <a:cubicBezTo>
                  <a:pt x="1" y="3337"/>
                  <a:pt x="964" y="4300"/>
                  <a:pt x="2150" y="4300"/>
                </a:cubicBezTo>
                <a:cubicBezTo>
                  <a:pt x="3337" y="4300"/>
                  <a:pt x="4300" y="3337"/>
                  <a:pt x="4300" y="2150"/>
                </a:cubicBezTo>
                <a:cubicBezTo>
                  <a:pt x="4300" y="962"/>
                  <a:pt x="3338" y="0"/>
                  <a:pt x="21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21"/>
          <p:cNvSpPr/>
          <p:nvPr/>
        </p:nvSpPr>
        <p:spPr>
          <a:xfrm>
            <a:off x="3488847" y="3868339"/>
            <a:ext cx="290295" cy="290223"/>
          </a:xfrm>
          <a:custGeom>
            <a:rect b="b" l="l" r="r" t="t"/>
            <a:pathLst>
              <a:path extrusionOk="0" h="4050" w="4051">
                <a:moveTo>
                  <a:pt x="2025" y="341"/>
                </a:moveTo>
                <a:cubicBezTo>
                  <a:pt x="2956" y="341"/>
                  <a:pt x="3709" y="1094"/>
                  <a:pt x="3709" y="2024"/>
                </a:cubicBezTo>
                <a:cubicBezTo>
                  <a:pt x="3709" y="2954"/>
                  <a:pt x="2956" y="3707"/>
                  <a:pt x="2025" y="3707"/>
                </a:cubicBezTo>
                <a:cubicBezTo>
                  <a:pt x="1095" y="3707"/>
                  <a:pt x="342" y="2954"/>
                  <a:pt x="342" y="2024"/>
                </a:cubicBezTo>
                <a:cubicBezTo>
                  <a:pt x="342" y="1094"/>
                  <a:pt x="1095" y="341"/>
                  <a:pt x="2025" y="341"/>
                </a:cubicBezTo>
                <a:close/>
                <a:moveTo>
                  <a:pt x="2025" y="0"/>
                </a:moveTo>
                <a:cubicBezTo>
                  <a:pt x="908" y="0"/>
                  <a:pt x="1" y="908"/>
                  <a:pt x="1" y="2025"/>
                </a:cubicBezTo>
                <a:cubicBezTo>
                  <a:pt x="1" y="3143"/>
                  <a:pt x="908" y="4050"/>
                  <a:pt x="2025" y="4050"/>
                </a:cubicBezTo>
                <a:cubicBezTo>
                  <a:pt x="3144" y="4050"/>
                  <a:pt x="4050" y="3143"/>
                  <a:pt x="4050" y="2025"/>
                </a:cubicBezTo>
                <a:cubicBezTo>
                  <a:pt x="4050" y="906"/>
                  <a:pt x="3144" y="0"/>
                  <a:pt x="202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21"/>
          <p:cNvSpPr/>
          <p:nvPr/>
        </p:nvSpPr>
        <p:spPr>
          <a:xfrm>
            <a:off x="3164805" y="3999045"/>
            <a:ext cx="28879" cy="28807"/>
          </a:xfrm>
          <a:custGeom>
            <a:rect b="b" l="l" r="r" t="t"/>
            <a:pathLst>
              <a:path extrusionOk="0" h="402" w="403">
                <a:moveTo>
                  <a:pt x="202" y="0"/>
                </a:moveTo>
                <a:cubicBezTo>
                  <a:pt x="90" y="0"/>
                  <a:pt x="0" y="90"/>
                  <a:pt x="0" y="201"/>
                </a:cubicBezTo>
                <a:cubicBezTo>
                  <a:pt x="0" y="311"/>
                  <a:pt x="90" y="401"/>
                  <a:pt x="202" y="401"/>
                </a:cubicBezTo>
                <a:cubicBezTo>
                  <a:pt x="312" y="401"/>
                  <a:pt x="402" y="311"/>
                  <a:pt x="402" y="201"/>
                </a:cubicBezTo>
                <a:cubicBezTo>
                  <a:pt x="402" y="90"/>
                  <a:pt x="312" y="0"/>
                  <a:pt x="2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21"/>
          <p:cNvSpPr/>
          <p:nvPr/>
        </p:nvSpPr>
        <p:spPr>
          <a:xfrm>
            <a:off x="3170753" y="3809077"/>
            <a:ext cx="471666" cy="211755"/>
          </a:xfrm>
          <a:custGeom>
            <a:rect b="b" l="l" r="r" t="t"/>
            <a:pathLst>
              <a:path extrusionOk="0" h="2955" w="6582">
                <a:moveTo>
                  <a:pt x="1886" y="0"/>
                </a:moveTo>
                <a:cubicBezTo>
                  <a:pt x="1851" y="0"/>
                  <a:pt x="1819" y="18"/>
                  <a:pt x="1800" y="47"/>
                </a:cubicBezTo>
                <a:lnTo>
                  <a:pt x="32" y="2774"/>
                </a:lnTo>
                <a:cubicBezTo>
                  <a:pt x="1" y="2821"/>
                  <a:pt x="14" y="2886"/>
                  <a:pt x="62" y="2916"/>
                </a:cubicBezTo>
                <a:cubicBezTo>
                  <a:pt x="79" y="2927"/>
                  <a:pt x="98" y="2933"/>
                  <a:pt x="117" y="2933"/>
                </a:cubicBezTo>
                <a:cubicBezTo>
                  <a:pt x="151" y="2933"/>
                  <a:pt x="184" y="2916"/>
                  <a:pt x="204" y="2886"/>
                </a:cubicBezTo>
                <a:lnTo>
                  <a:pt x="1942" y="206"/>
                </a:lnTo>
                <a:lnTo>
                  <a:pt x="5120" y="206"/>
                </a:lnTo>
                <a:lnTo>
                  <a:pt x="6371" y="2894"/>
                </a:lnTo>
                <a:cubicBezTo>
                  <a:pt x="6389" y="2933"/>
                  <a:pt x="6427" y="2954"/>
                  <a:pt x="6464" y="2954"/>
                </a:cubicBezTo>
                <a:cubicBezTo>
                  <a:pt x="6480" y="2954"/>
                  <a:pt x="6494" y="2952"/>
                  <a:pt x="6506" y="2944"/>
                </a:cubicBezTo>
                <a:cubicBezTo>
                  <a:pt x="6558" y="2919"/>
                  <a:pt x="6581" y="2858"/>
                  <a:pt x="6557" y="2807"/>
                </a:cubicBezTo>
                <a:lnTo>
                  <a:pt x="5279" y="60"/>
                </a:lnTo>
                <a:cubicBezTo>
                  <a:pt x="5262" y="23"/>
                  <a:pt x="5225" y="0"/>
                  <a:pt x="518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21"/>
          <p:cNvSpPr/>
          <p:nvPr/>
        </p:nvSpPr>
        <p:spPr>
          <a:xfrm>
            <a:off x="3297804" y="3809149"/>
            <a:ext cx="260054" cy="226374"/>
          </a:xfrm>
          <a:custGeom>
            <a:rect b="b" l="l" r="r" t="t"/>
            <a:pathLst>
              <a:path extrusionOk="0" h="3159" w="3629">
                <a:moveTo>
                  <a:pt x="115" y="1"/>
                </a:moveTo>
                <a:cubicBezTo>
                  <a:pt x="106" y="1"/>
                  <a:pt x="97" y="2"/>
                  <a:pt x="87" y="4"/>
                </a:cubicBezTo>
                <a:cubicBezTo>
                  <a:pt x="32" y="20"/>
                  <a:pt x="0" y="76"/>
                  <a:pt x="15" y="130"/>
                </a:cubicBezTo>
                <a:lnTo>
                  <a:pt x="835" y="3084"/>
                </a:lnTo>
                <a:cubicBezTo>
                  <a:pt x="845" y="3120"/>
                  <a:pt x="874" y="3148"/>
                  <a:pt x="910" y="3157"/>
                </a:cubicBezTo>
                <a:cubicBezTo>
                  <a:pt x="917" y="3158"/>
                  <a:pt x="926" y="3159"/>
                  <a:pt x="934" y="3159"/>
                </a:cubicBezTo>
                <a:cubicBezTo>
                  <a:pt x="962" y="3159"/>
                  <a:pt x="989" y="3148"/>
                  <a:pt x="1009" y="3127"/>
                </a:cubicBezTo>
                <a:lnTo>
                  <a:pt x="3588" y="400"/>
                </a:lnTo>
                <a:cubicBezTo>
                  <a:pt x="3628" y="358"/>
                  <a:pt x="3626" y="294"/>
                  <a:pt x="3585" y="255"/>
                </a:cubicBezTo>
                <a:cubicBezTo>
                  <a:pt x="3565" y="236"/>
                  <a:pt x="3539" y="226"/>
                  <a:pt x="3514" y="226"/>
                </a:cubicBezTo>
                <a:cubicBezTo>
                  <a:pt x="3487" y="226"/>
                  <a:pt x="3460" y="237"/>
                  <a:pt x="3439" y="258"/>
                </a:cubicBezTo>
                <a:lnTo>
                  <a:pt x="985" y="2854"/>
                </a:lnTo>
                <a:lnTo>
                  <a:pt x="214" y="76"/>
                </a:lnTo>
                <a:cubicBezTo>
                  <a:pt x="201" y="30"/>
                  <a:pt x="160" y="1"/>
                  <a:pt x="1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21"/>
          <p:cNvSpPr/>
          <p:nvPr/>
        </p:nvSpPr>
        <p:spPr>
          <a:xfrm>
            <a:off x="3175625" y="3997826"/>
            <a:ext cx="196922" cy="37693"/>
          </a:xfrm>
          <a:custGeom>
            <a:rect b="b" l="l" r="r" t="t"/>
            <a:pathLst>
              <a:path extrusionOk="0" h="526" w="2748">
                <a:moveTo>
                  <a:pt x="109" y="0"/>
                </a:moveTo>
                <a:cubicBezTo>
                  <a:pt x="58" y="0"/>
                  <a:pt x="14" y="38"/>
                  <a:pt x="7" y="90"/>
                </a:cubicBezTo>
                <a:cubicBezTo>
                  <a:pt x="1" y="146"/>
                  <a:pt x="40" y="197"/>
                  <a:pt x="97" y="206"/>
                </a:cubicBezTo>
                <a:lnTo>
                  <a:pt x="2626" y="525"/>
                </a:lnTo>
                <a:cubicBezTo>
                  <a:pt x="2630" y="526"/>
                  <a:pt x="2635" y="526"/>
                  <a:pt x="2639" y="526"/>
                </a:cubicBezTo>
                <a:cubicBezTo>
                  <a:pt x="2690" y="526"/>
                  <a:pt x="2734" y="488"/>
                  <a:pt x="2742" y="436"/>
                </a:cubicBezTo>
                <a:cubicBezTo>
                  <a:pt x="2748" y="380"/>
                  <a:pt x="2708" y="328"/>
                  <a:pt x="2652" y="320"/>
                </a:cubicBezTo>
                <a:lnTo>
                  <a:pt x="122" y="1"/>
                </a:lnTo>
                <a:cubicBezTo>
                  <a:pt x="118" y="0"/>
                  <a:pt x="114" y="0"/>
                  <a:pt x="1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21"/>
          <p:cNvSpPr/>
          <p:nvPr/>
        </p:nvSpPr>
        <p:spPr>
          <a:xfrm>
            <a:off x="3327112" y="3999475"/>
            <a:ext cx="78181" cy="78181"/>
          </a:xfrm>
          <a:custGeom>
            <a:rect b="b" l="l" r="r" t="t"/>
            <a:pathLst>
              <a:path extrusionOk="0" h="1091" w="1091">
                <a:moveTo>
                  <a:pt x="546" y="0"/>
                </a:moveTo>
                <a:cubicBezTo>
                  <a:pt x="245" y="0"/>
                  <a:pt x="0" y="245"/>
                  <a:pt x="0" y="546"/>
                </a:cubicBezTo>
                <a:cubicBezTo>
                  <a:pt x="0" y="846"/>
                  <a:pt x="245" y="1090"/>
                  <a:pt x="546" y="1090"/>
                </a:cubicBezTo>
                <a:cubicBezTo>
                  <a:pt x="846" y="1090"/>
                  <a:pt x="1090" y="846"/>
                  <a:pt x="1090" y="546"/>
                </a:cubicBezTo>
                <a:cubicBezTo>
                  <a:pt x="1090" y="245"/>
                  <a:pt x="846" y="0"/>
                  <a:pt x="5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21"/>
          <p:cNvSpPr/>
          <p:nvPr/>
        </p:nvSpPr>
        <p:spPr>
          <a:xfrm>
            <a:off x="3372974" y="4041682"/>
            <a:ext cx="25153" cy="20853"/>
          </a:xfrm>
          <a:custGeom>
            <a:rect b="b" l="l" r="r" t="t"/>
            <a:pathLst>
              <a:path extrusionOk="0" h="291" w="351">
                <a:moveTo>
                  <a:pt x="128" y="1"/>
                </a:moveTo>
                <a:cubicBezTo>
                  <a:pt x="50" y="1"/>
                  <a:pt x="1" y="87"/>
                  <a:pt x="44" y="152"/>
                </a:cubicBezTo>
                <a:lnTo>
                  <a:pt x="97" y="241"/>
                </a:lnTo>
                <a:cubicBezTo>
                  <a:pt x="117" y="274"/>
                  <a:pt x="150" y="291"/>
                  <a:pt x="183" y="291"/>
                </a:cubicBezTo>
                <a:cubicBezTo>
                  <a:pt x="212" y="291"/>
                  <a:pt x="240" y="279"/>
                  <a:pt x="261" y="255"/>
                </a:cubicBezTo>
                <a:cubicBezTo>
                  <a:pt x="275" y="236"/>
                  <a:pt x="287" y="219"/>
                  <a:pt x="300" y="198"/>
                </a:cubicBezTo>
                <a:cubicBezTo>
                  <a:pt x="310" y="178"/>
                  <a:pt x="320" y="157"/>
                  <a:pt x="327" y="136"/>
                </a:cubicBezTo>
                <a:cubicBezTo>
                  <a:pt x="351" y="70"/>
                  <a:pt x="302" y="1"/>
                  <a:pt x="23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21"/>
          <p:cNvSpPr/>
          <p:nvPr/>
        </p:nvSpPr>
        <p:spPr>
          <a:xfrm>
            <a:off x="3334135" y="4014451"/>
            <a:ext cx="25009" cy="20853"/>
          </a:xfrm>
          <a:custGeom>
            <a:rect b="b" l="l" r="r" t="t"/>
            <a:pathLst>
              <a:path extrusionOk="0" h="291" w="349">
                <a:moveTo>
                  <a:pt x="169" y="1"/>
                </a:moveTo>
                <a:cubicBezTo>
                  <a:pt x="141" y="1"/>
                  <a:pt x="112" y="13"/>
                  <a:pt x="92" y="37"/>
                </a:cubicBezTo>
                <a:cubicBezTo>
                  <a:pt x="76" y="55"/>
                  <a:pt x="64" y="73"/>
                  <a:pt x="52" y="93"/>
                </a:cubicBezTo>
                <a:cubicBezTo>
                  <a:pt x="42" y="114"/>
                  <a:pt x="31" y="134"/>
                  <a:pt x="24" y="156"/>
                </a:cubicBezTo>
                <a:cubicBezTo>
                  <a:pt x="1" y="221"/>
                  <a:pt x="50" y="291"/>
                  <a:pt x="118" y="291"/>
                </a:cubicBezTo>
                <a:lnTo>
                  <a:pt x="224" y="291"/>
                </a:lnTo>
                <a:cubicBezTo>
                  <a:pt x="301" y="291"/>
                  <a:pt x="349" y="205"/>
                  <a:pt x="310" y="139"/>
                </a:cubicBezTo>
                <a:lnTo>
                  <a:pt x="255" y="50"/>
                </a:lnTo>
                <a:cubicBezTo>
                  <a:pt x="236" y="18"/>
                  <a:pt x="203" y="1"/>
                  <a:pt x="16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21"/>
          <p:cNvSpPr/>
          <p:nvPr/>
        </p:nvSpPr>
        <p:spPr>
          <a:xfrm>
            <a:off x="3369320" y="4009578"/>
            <a:ext cx="22501" cy="21928"/>
          </a:xfrm>
          <a:custGeom>
            <a:rect b="b" l="l" r="r" t="t"/>
            <a:pathLst>
              <a:path extrusionOk="0" h="306" w="314">
                <a:moveTo>
                  <a:pt x="109" y="0"/>
                </a:moveTo>
                <a:cubicBezTo>
                  <a:pt x="57" y="0"/>
                  <a:pt x="11" y="41"/>
                  <a:pt x="9" y="96"/>
                </a:cubicBezTo>
                <a:lnTo>
                  <a:pt x="4" y="201"/>
                </a:lnTo>
                <a:cubicBezTo>
                  <a:pt x="1" y="261"/>
                  <a:pt x="50" y="306"/>
                  <a:pt x="105" y="306"/>
                </a:cubicBezTo>
                <a:cubicBezTo>
                  <a:pt x="121" y="306"/>
                  <a:pt x="137" y="302"/>
                  <a:pt x="152" y="294"/>
                </a:cubicBezTo>
                <a:lnTo>
                  <a:pt x="244" y="244"/>
                </a:lnTo>
                <a:cubicBezTo>
                  <a:pt x="306" y="211"/>
                  <a:pt x="314" y="127"/>
                  <a:pt x="263" y="81"/>
                </a:cubicBezTo>
                <a:cubicBezTo>
                  <a:pt x="246" y="65"/>
                  <a:pt x="228" y="53"/>
                  <a:pt x="208" y="40"/>
                </a:cubicBezTo>
                <a:cubicBezTo>
                  <a:pt x="189" y="27"/>
                  <a:pt x="169" y="17"/>
                  <a:pt x="147" y="8"/>
                </a:cubicBezTo>
                <a:cubicBezTo>
                  <a:pt x="134" y="3"/>
                  <a:pt x="121" y="0"/>
                  <a:pt x="10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21"/>
          <p:cNvSpPr/>
          <p:nvPr/>
        </p:nvSpPr>
        <p:spPr>
          <a:xfrm>
            <a:off x="3340584" y="4047343"/>
            <a:ext cx="22573" cy="22000"/>
          </a:xfrm>
          <a:custGeom>
            <a:rect b="b" l="l" r="r" t="t"/>
            <a:pathLst>
              <a:path extrusionOk="0" h="307" w="315">
                <a:moveTo>
                  <a:pt x="210" y="0"/>
                </a:moveTo>
                <a:cubicBezTo>
                  <a:pt x="195" y="0"/>
                  <a:pt x="179" y="4"/>
                  <a:pt x="163" y="12"/>
                </a:cubicBezTo>
                <a:lnTo>
                  <a:pt x="71" y="62"/>
                </a:lnTo>
                <a:cubicBezTo>
                  <a:pt x="10" y="95"/>
                  <a:pt x="1" y="180"/>
                  <a:pt x="52" y="226"/>
                </a:cubicBezTo>
                <a:cubicBezTo>
                  <a:pt x="68" y="241"/>
                  <a:pt x="88" y="253"/>
                  <a:pt x="107" y="267"/>
                </a:cubicBezTo>
                <a:cubicBezTo>
                  <a:pt x="126" y="279"/>
                  <a:pt x="146" y="289"/>
                  <a:pt x="168" y="298"/>
                </a:cubicBezTo>
                <a:cubicBezTo>
                  <a:pt x="181" y="304"/>
                  <a:pt x="194" y="306"/>
                  <a:pt x="206" y="306"/>
                </a:cubicBezTo>
                <a:cubicBezTo>
                  <a:pt x="257" y="306"/>
                  <a:pt x="304" y="265"/>
                  <a:pt x="307" y="210"/>
                </a:cubicBezTo>
                <a:lnTo>
                  <a:pt x="312" y="105"/>
                </a:lnTo>
                <a:cubicBezTo>
                  <a:pt x="314" y="45"/>
                  <a:pt x="265" y="0"/>
                  <a:pt x="21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21"/>
          <p:cNvSpPr/>
          <p:nvPr/>
        </p:nvSpPr>
        <p:spPr>
          <a:xfrm>
            <a:off x="3360076" y="4031363"/>
            <a:ext cx="68364" cy="13974"/>
          </a:xfrm>
          <a:custGeom>
            <a:rect b="b" l="l" r="r" t="t"/>
            <a:pathLst>
              <a:path extrusionOk="0" h="195" w="954">
                <a:moveTo>
                  <a:pt x="98" y="1"/>
                </a:moveTo>
                <a:cubicBezTo>
                  <a:pt x="45" y="1"/>
                  <a:pt x="1" y="45"/>
                  <a:pt x="1" y="98"/>
                </a:cubicBezTo>
                <a:cubicBezTo>
                  <a:pt x="1" y="152"/>
                  <a:pt x="45" y="195"/>
                  <a:pt x="98" y="195"/>
                </a:cubicBezTo>
                <a:lnTo>
                  <a:pt x="856" y="195"/>
                </a:lnTo>
                <a:cubicBezTo>
                  <a:pt x="909" y="195"/>
                  <a:pt x="952" y="152"/>
                  <a:pt x="953" y="98"/>
                </a:cubicBezTo>
                <a:cubicBezTo>
                  <a:pt x="953" y="45"/>
                  <a:pt x="910" y="1"/>
                  <a:pt x="8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21"/>
          <p:cNvSpPr/>
          <p:nvPr/>
        </p:nvSpPr>
        <p:spPr>
          <a:xfrm>
            <a:off x="3362369" y="4034802"/>
            <a:ext cx="7381" cy="7381"/>
          </a:xfrm>
          <a:custGeom>
            <a:rect b="b" l="l" r="r" t="t"/>
            <a:pathLst>
              <a:path extrusionOk="0" h="103" w="103">
                <a:moveTo>
                  <a:pt x="52" y="1"/>
                </a:moveTo>
                <a:cubicBezTo>
                  <a:pt x="24" y="1"/>
                  <a:pt x="1" y="24"/>
                  <a:pt x="1" y="52"/>
                </a:cubicBezTo>
                <a:cubicBezTo>
                  <a:pt x="1" y="80"/>
                  <a:pt x="24" y="103"/>
                  <a:pt x="52" y="103"/>
                </a:cubicBezTo>
                <a:cubicBezTo>
                  <a:pt x="80" y="103"/>
                  <a:pt x="103" y="80"/>
                  <a:pt x="103" y="52"/>
                </a:cubicBezTo>
                <a:cubicBezTo>
                  <a:pt x="103" y="24"/>
                  <a:pt x="80" y="1"/>
                  <a:pt x="5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21"/>
          <p:cNvSpPr/>
          <p:nvPr/>
        </p:nvSpPr>
        <p:spPr>
          <a:xfrm>
            <a:off x="3412816" y="4045408"/>
            <a:ext cx="37048" cy="9961"/>
          </a:xfrm>
          <a:custGeom>
            <a:rect b="b" l="l" r="r" t="t"/>
            <a:pathLst>
              <a:path extrusionOk="0" h="139" w="517">
                <a:moveTo>
                  <a:pt x="69" y="0"/>
                </a:moveTo>
                <a:cubicBezTo>
                  <a:pt x="31" y="0"/>
                  <a:pt x="1" y="31"/>
                  <a:pt x="1" y="70"/>
                </a:cubicBezTo>
                <a:cubicBezTo>
                  <a:pt x="1" y="107"/>
                  <a:pt x="31" y="138"/>
                  <a:pt x="69" y="138"/>
                </a:cubicBezTo>
                <a:lnTo>
                  <a:pt x="446" y="138"/>
                </a:lnTo>
                <a:cubicBezTo>
                  <a:pt x="483" y="138"/>
                  <a:pt x="516" y="106"/>
                  <a:pt x="514" y="70"/>
                </a:cubicBezTo>
                <a:cubicBezTo>
                  <a:pt x="514" y="31"/>
                  <a:pt x="483" y="0"/>
                  <a:pt x="4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21"/>
          <p:cNvSpPr/>
          <p:nvPr/>
        </p:nvSpPr>
        <p:spPr>
          <a:xfrm>
            <a:off x="3418478" y="4031434"/>
            <a:ext cx="10821" cy="17270"/>
          </a:xfrm>
          <a:custGeom>
            <a:rect b="b" l="l" r="r" t="t"/>
            <a:pathLst>
              <a:path extrusionOk="0" h="241" w="151">
                <a:moveTo>
                  <a:pt x="0" y="1"/>
                </a:moveTo>
                <a:lnTo>
                  <a:pt x="0" y="240"/>
                </a:lnTo>
                <a:lnTo>
                  <a:pt x="151" y="240"/>
                </a:lnTo>
                <a:lnTo>
                  <a:pt x="151" y="3"/>
                </a:lnTo>
                <a:cubicBezTo>
                  <a:pt x="151" y="3"/>
                  <a:pt x="151" y="1"/>
                  <a:pt x="14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21"/>
          <p:cNvSpPr/>
          <p:nvPr/>
        </p:nvSpPr>
        <p:spPr>
          <a:xfrm>
            <a:off x="3531125" y="3808719"/>
            <a:ext cx="20495" cy="16625"/>
          </a:xfrm>
          <a:custGeom>
            <a:rect b="b" l="l" r="r" t="t"/>
            <a:pathLst>
              <a:path extrusionOk="0" h="232" w="286">
                <a:moveTo>
                  <a:pt x="1" y="0"/>
                </a:moveTo>
                <a:cubicBezTo>
                  <a:pt x="2" y="12"/>
                  <a:pt x="4" y="27"/>
                  <a:pt x="11" y="39"/>
                </a:cubicBezTo>
                <a:lnTo>
                  <a:pt x="75" y="172"/>
                </a:lnTo>
                <a:cubicBezTo>
                  <a:pt x="93" y="210"/>
                  <a:pt x="130" y="231"/>
                  <a:pt x="168" y="231"/>
                </a:cubicBezTo>
                <a:cubicBezTo>
                  <a:pt x="183" y="231"/>
                  <a:pt x="197" y="227"/>
                  <a:pt x="213" y="221"/>
                </a:cubicBezTo>
                <a:cubicBezTo>
                  <a:pt x="264" y="197"/>
                  <a:pt x="285" y="135"/>
                  <a:pt x="261" y="84"/>
                </a:cubicBezTo>
                <a:lnTo>
                  <a:pt x="21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21"/>
          <p:cNvSpPr/>
          <p:nvPr/>
        </p:nvSpPr>
        <p:spPr>
          <a:xfrm>
            <a:off x="3530982" y="3800908"/>
            <a:ext cx="15837" cy="7811"/>
          </a:xfrm>
          <a:custGeom>
            <a:rect b="b" l="l" r="r" t="t"/>
            <a:pathLst>
              <a:path extrusionOk="0" h="109" w="221">
                <a:moveTo>
                  <a:pt x="105" y="0"/>
                </a:moveTo>
                <a:cubicBezTo>
                  <a:pt x="90" y="0"/>
                  <a:pt x="75" y="3"/>
                  <a:pt x="61" y="10"/>
                </a:cubicBezTo>
                <a:cubicBezTo>
                  <a:pt x="22" y="28"/>
                  <a:pt x="1" y="68"/>
                  <a:pt x="2" y="108"/>
                </a:cubicBezTo>
                <a:lnTo>
                  <a:pt x="221" y="108"/>
                </a:lnTo>
                <a:lnTo>
                  <a:pt x="198" y="59"/>
                </a:lnTo>
                <a:cubicBezTo>
                  <a:pt x="181" y="22"/>
                  <a:pt x="143" y="0"/>
                  <a:pt x="105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21"/>
          <p:cNvSpPr/>
          <p:nvPr/>
        </p:nvSpPr>
        <p:spPr>
          <a:xfrm>
            <a:off x="3163300" y="3997826"/>
            <a:ext cx="202010" cy="80259"/>
          </a:xfrm>
          <a:custGeom>
            <a:rect b="b" l="l" r="r" t="t"/>
            <a:pathLst>
              <a:path extrusionOk="0" h="1120" w="2819">
                <a:moveTo>
                  <a:pt x="221" y="1"/>
                </a:moveTo>
                <a:cubicBezTo>
                  <a:pt x="219" y="1"/>
                  <a:pt x="13" y="22"/>
                  <a:pt x="6" y="216"/>
                </a:cubicBezTo>
                <a:cubicBezTo>
                  <a:pt x="5" y="223"/>
                  <a:pt x="1" y="260"/>
                  <a:pt x="23" y="303"/>
                </a:cubicBezTo>
                <a:cubicBezTo>
                  <a:pt x="39" y="333"/>
                  <a:pt x="70" y="371"/>
                  <a:pt x="133" y="402"/>
                </a:cubicBezTo>
                <a:lnTo>
                  <a:pt x="133" y="402"/>
                </a:lnTo>
                <a:cubicBezTo>
                  <a:pt x="22" y="309"/>
                  <a:pt x="36" y="224"/>
                  <a:pt x="36" y="220"/>
                </a:cubicBezTo>
                <a:lnTo>
                  <a:pt x="36" y="218"/>
                </a:lnTo>
                <a:cubicBezTo>
                  <a:pt x="42" y="55"/>
                  <a:pt x="209" y="34"/>
                  <a:pt x="224" y="33"/>
                </a:cubicBezTo>
                <a:lnTo>
                  <a:pt x="2818" y="44"/>
                </a:lnTo>
                <a:lnTo>
                  <a:pt x="2818" y="23"/>
                </a:lnTo>
                <a:lnTo>
                  <a:pt x="224" y="1"/>
                </a:lnTo>
                <a:close/>
                <a:moveTo>
                  <a:pt x="133" y="402"/>
                </a:moveTo>
                <a:cubicBezTo>
                  <a:pt x="157" y="422"/>
                  <a:pt x="187" y="442"/>
                  <a:pt x="224" y="462"/>
                </a:cubicBezTo>
                <a:lnTo>
                  <a:pt x="2787" y="1119"/>
                </a:lnTo>
                <a:lnTo>
                  <a:pt x="2782" y="1091"/>
                </a:lnTo>
                <a:lnTo>
                  <a:pt x="219" y="433"/>
                </a:lnTo>
                <a:cubicBezTo>
                  <a:pt x="185" y="424"/>
                  <a:pt x="157" y="414"/>
                  <a:pt x="133" y="40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21"/>
          <p:cNvSpPr/>
          <p:nvPr/>
        </p:nvSpPr>
        <p:spPr>
          <a:xfrm>
            <a:off x="3551691" y="3771026"/>
            <a:ext cx="4945" cy="7524"/>
          </a:xfrm>
          <a:custGeom>
            <a:rect b="b" l="l" r="r" t="t"/>
            <a:pathLst>
              <a:path extrusionOk="0" h="105" w="69">
                <a:moveTo>
                  <a:pt x="0" y="0"/>
                </a:moveTo>
                <a:lnTo>
                  <a:pt x="0" y="105"/>
                </a:lnTo>
                <a:lnTo>
                  <a:pt x="69" y="105"/>
                </a:lnTo>
                <a:lnTo>
                  <a:pt x="69" y="0"/>
                </a:ln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1"/>
          <p:cNvSpPr/>
          <p:nvPr/>
        </p:nvSpPr>
        <p:spPr>
          <a:xfrm>
            <a:off x="3283186" y="3746232"/>
            <a:ext cx="29882" cy="66071"/>
          </a:xfrm>
          <a:custGeom>
            <a:rect b="b" l="l" r="r" t="t"/>
            <a:pathLst>
              <a:path extrusionOk="0" h="922" w="417">
                <a:moveTo>
                  <a:pt x="159" y="0"/>
                </a:moveTo>
                <a:lnTo>
                  <a:pt x="1" y="38"/>
                </a:lnTo>
                <a:lnTo>
                  <a:pt x="258" y="921"/>
                </a:lnTo>
                <a:lnTo>
                  <a:pt x="417" y="885"/>
                </a:lnTo>
                <a:lnTo>
                  <a:pt x="15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21"/>
          <p:cNvSpPr/>
          <p:nvPr/>
        </p:nvSpPr>
        <p:spPr>
          <a:xfrm>
            <a:off x="3254092" y="3731041"/>
            <a:ext cx="73810" cy="22143"/>
          </a:xfrm>
          <a:custGeom>
            <a:rect b="b" l="l" r="r" t="t"/>
            <a:pathLst>
              <a:path extrusionOk="0" h="309" w="1030">
                <a:moveTo>
                  <a:pt x="115" y="1"/>
                </a:moveTo>
                <a:cubicBezTo>
                  <a:pt x="51" y="1"/>
                  <a:pt x="0" y="37"/>
                  <a:pt x="0" y="83"/>
                </a:cubicBezTo>
                <a:lnTo>
                  <a:pt x="0" y="226"/>
                </a:lnTo>
                <a:cubicBezTo>
                  <a:pt x="0" y="272"/>
                  <a:pt x="55" y="309"/>
                  <a:pt x="117" y="309"/>
                </a:cubicBezTo>
                <a:cubicBezTo>
                  <a:pt x="126" y="309"/>
                  <a:pt x="135" y="308"/>
                  <a:pt x="144" y="307"/>
                </a:cubicBezTo>
                <a:lnTo>
                  <a:pt x="943" y="164"/>
                </a:lnTo>
                <a:cubicBezTo>
                  <a:pt x="994" y="155"/>
                  <a:pt x="1030" y="122"/>
                  <a:pt x="1030" y="83"/>
                </a:cubicBezTo>
                <a:cubicBezTo>
                  <a:pt x="1030" y="37"/>
                  <a:pt x="978" y="1"/>
                  <a:pt x="91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21"/>
          <p:cNvSpPr/>
          <p:nvPr/>
        </p:nvSpPr>
        <p:spPr>
          <a:xfrm>
            <a:off x="3551691" y="3775899"/>
            <a:ext cx="39628" cy="5446"/>
          </a:xfrm>
          <a:custGeom>
            <a:rect b="b" l="l" r="r" t="t"/>
            <a:pathLst>
              <a:path extrusionOk="0" h="76" w="553">
                <a:moveTo>
                  <a:pt x="37" y="1"/>
                </a:moveTo>
                <a:cubicBezTo>
                  <a:pt x="17" y="1"/>
                  <a:pt x="0" y="18"/>
                  <a:pt x="0" y="39"/>
                </a:cubicBezTo>
                <a:cubicBezTo>
                  <a:pt x="0" y="59"/>
                  <a:pt x="17" y="75"/>
                  <a:pt x="37" y="75"/>
                </a:cubicBezTo>
                <a:lnTo>
                  <a:pt x="514" y="75"/>
                </a:lnTo>
                <a:cubicBezTo>
                  <a:pt x="535" y="75"/>
                  <a:pt x="553" y="59"/>
                  <a:pt x="551" y="39"/>
                </a:cubicBezTo>
                <a:cubicBezTo>
                  <a:pt x="551" y="18"/>
                  <a:pt x="535" y="1"/>
                  <a:pt x="51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21"/>
          <p:cNvSpPr/>
          <p:nvPr/>
        </p:nvSpPr>
        <p:spPr>
          <a:xfrm>
            <a:off x="3529836" y="3804276"/>
            <a:ext cx="17270" cy="11466"/>
          </a:xfrm>
          <a:custGeom>
            <a:rect b="b" l="l" r="r" t="t"/>
            <a:pathLst>
              <a:path extrusionOk="0" h="160" w="241">
                <a:moveTo>
                  <a:pt x="1" y="1"/>
                </a:moveTo>
                <a:lnTo>
                  <a:pt x="21" y="62"/>
                </a:lnTo>
                <a:cubicBezTo>
                  <a:pt x="41" y="124"/>
                  <a:pt x="82" y="159"/>
                  <a:pt x="126" y="159"/>
                </a:cubicBezTo>
                <a:cubicBezTo>
                  <a:pt x="143" y="159"/>
                  <a:pt x="159" y="154"/>
                  <a:pt x="175" y="142"/>
                </a:cubicBezTo>
                <a:cubicBezTo>
                  <a:pt x="215" y="115"/>
                  <a:pt x="239" y="59"/>
                  <a:pt x="24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1"/>
          <p:cNvSpPr/>
          <p:nvPr/>
        </p:nvSpPr>
        <p:spPr>
          <a:xfrm>
            <a:off x="3517439" y="3752610"/>
            <a:ext cx="69224" cy="51595"/>
          </a:xfrm>
          <a:custGeom>
            <a:rect b="b" l="l" r="r" t="t"/>
            <a:pathLst>
              <a:path extrusionOk="0" h="720" w="966">
                <a:moveTo>
                  <a:pt x="123" y="0"/>
                </a:moveTo>
                <a:cubicBezTo>
                  <a:pt x="83" y="0"/>
                  <a:pt x="47" y="31"/>
                  <a:pt x="25" y="79"/>
                </a:cubicBezTo>
                <a:cubicBezTo>
                  <a:pt x="4" y="129"/>
                  <a:pt x="1" y="192"/>
                  <a:pt x="19" y="244"/>
                </a:cubicBezTo>
                <a:lnTo>
                  <a:pt x="174" y="720"/>
                </a:lnTo>
                <a:lnTo>
                  <a:pt x="414" y="720"/>
                </a:lnTo>
                <a:cubicBezTo>
                  <a:pt x="415" y="692"/>
                  <a:pt x="411" y="661"/>
                  <a:pt x="403" y="635"/>
                </a:cubicBezTo>
                <a:lnTo>
                  <a:pt x="319" y="267"/>
                </a:lnTo>
                <a:lnTo>
                  <a:pt x="860" y="267"/>
                </a:lnTo>
                <a:cubicBezTo>
                  <a:pt x="925" y="267"/>
                  <a:pt x="965" y="266"/>
                  <a:pt x="965" y="171"/>
                </a:cubicBezTo>
                <a:cubicBezTo>
                  <a:pt x="965" y="77"/>
                  <a:pt x="913" y="0"/>
                  <a:pt x="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0" name="Google Shape;1160;p21"/>
          <p:cNvGrpSpPr/>
          <p:nvPr/>
        </p:nvGrpSpPr>
        <p:grpSpPr>
          <a:xfrm>
            <a:off x="6111276" y="1323305"/>
            <a:ext cx="1059554" cy="1374645"/>
            <a:chOff x="6111276" y="1323305"/>
            <a:chExt cx="1059554" cy="1374645"/>
          </a:xfrm>
        </p:grpSpPr>
        <p:sp>
          <p:nvSpPr>
            <p:cNvPr id="1161" name="Google Shape;1161;p21"/>
            <p:cNvSpPr/>
            <p:nvPr/>
          </p:nvSpPr>
          <p:spPr>
            <a:xfrm>
              <a:off x="6409019" y="1514777"/>
              <a:ext cx="387466" cy="181515"/>
            </a:xfrm>
            <a:custGeom>
              <a:rect b="b" l="l" r="r" t="t"/>
              <a:pathLst>
                <a:path extrusionOk="0" h="2533" w="5407">
                  <a:moveTo>
                    <a:pt x="421" y="0"/>
                  </a:moveTo>
                  <a:cubicBezTo>
                    <a:pt x="260" y="0"/>
                    <a:pt x="156" y="33"/>
                    <a:pt x="125" y="103"/>
                  </a:cubicBezTo>
                  <a:cubicBezTo>
                    <a:pt x="0" y="378"/>
                    <a:pt x="1054" y="1123"/>
                    <a:pt x="2478" y="1766"/>
                  </a:cubicBezTo>
                  <a:cubicBezTo>
                    <a:pt x="3542" y="2245"/>
                    <a:pt x="4512" y="2532"/>
                    <a:pt x="4986" y="2532"/>
                  </a:cubicBezTo>
                  <a:cubicBezTo>
                    <a:pt x="5147" y="2532"/>
                    <a:pt x="5250" y="2499"/>
                    <a:pt x="5282" y="2430"/>
                  </a:cubicBezTo>
                  <a:cubicBezTo>
                    <a:pt x="5407" y="2154"/>
                    <a:pt x="4353" y="1410"/>
                    <a:pt x="2928" y="767"/>
                  </a:cubicBezTo>
                  <a:cubicBezTo>
                    <a:pt x="1865" y="287"/>
                    <a:pt x="896" y="0"/>
                    <a:pt x="4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1"/>
            <p:cNvSpPr/>
            <p:nvPr/>
          </p:nvSpPr>
          <p:spPr>
            <a:xfrm>
              <a:off x="6409091" y="1517930"/>
              <a:ext cx="387394" cy="181515"/>
            </a:xfrm>
            <a:custGeom>
              <a:rect b="b" l="l" r="r" t="t"/>
              <a:pathLst>
                <a:path extrusionOk="0" h="2533" w="5406">
                  <a:moveTo>
                    <a:pt x="420" y="0"/>
                  </a:moveTo>
                  <a:cubicBezTo>
                    <a:pt x="259" y="0"/>
                    <a:pt x="155" y="33"/>
                    <a:pt x="124" y="103"/>
                  </a:cubicBezTo>
                  <a:cubicBezTo>
                    <a:pt x="0" y="378"/>
                    <a:pt x="1054" y="1123"/>
                    <a:pt x="2478" y="1766"/>
                  </a:cubicBezTo>
                  <a:cubicBezTo>
                    <a:pt x="3542" y="2245"/>
                    <a:pt x="4511" y="2532"/>
                    <a:pt x="4985" y="2532"/>
                  </a:cubicBezTo>
                  <a:cubicBezTo>
                    <a:pt x="5146" y="2532"/>
                    <a:pt x="5250" y="2499"/>
                    <a:pt x="5282" y="2430"/>
                  </a:cubicBezTo>
                  <a:cubicBezTo>
                    <a:pt x="5406" y="2154"/>
                    <a:pt x="4353" y="1410"/>
                    <a:pt x="2928" y="767"/>
                  </a:cubicBezTo>
                  <a:cubicBezTo>
                    <a:pt x="1864" y="288"/>
                    <a:pt x="895" y="0"/>
                    <a:pt x="420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1"/>
            <p:cNvSpPr/>
            <p:nvPr/>
          </p:nvSpPr>
          <p:spPr>
            <a:xfrm>
              <a:off x="6801065" y="1694497"/>
              <a:ext cx="369766" cy="166753"/>
            </a:xfrm>
            <a:custGeom>
              <a:rect b="b" l="l" r="r" t="t"/>
              <a:pathLst>
                <a:path extrusionOk="0" h="2327" w="5160">
                  <a:moveTo>
                    <a:pt x="28" y="0"/>
                  </a:moveTo>
                  <a:cubicBezTo>
                    <a:pt x="19" y="0"/>
                    <a:pt x="9" y="0"/>
                    <a:pt x="0" y="1"/>
                  </a:cubicBezTo>
                  <a:cubicBezTo>
                    <a:pt x="535" y="614"/>
                    <a:pt x="1356" y="1213"/>
                    <a:pt x="2354" y="1663"/>
                  </a:cubicBezTo>
                  <a:cubicBezTo>
                    <a:pt x="3341" y="2108"/>
                    <a:pt x="4322" y="2326"/>
                    <a:pt x="5132" y="2326"/>
                  </a:cubicBezTo>
                  <a:cubicBezTo>
                    <a:pt x="5141" y="2326"/>
                    <a:pt x="5151" y="2326"/>
                    <a:pt x="5160" y="2326"/>
                  </a:cubicBezTo>
                  <a:cubicBezTo>
                    <a:pt x="4625" y="1712"/>
                    <a:pt x="3804" y="1114"/>
                    <a:pt x="2805" y="664"/>
                  </a:cubicBezTo>
                  <a:cubicBezTo>
                    <a:pt x="1818" y="219"/>
                    <a:pt x="837" y="0"/>
                    <a:pt x="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1"/>
            <p:cNvSpPr/>
            <p:nvPr/>
          </p:nvSpPr>
          <p:spPr>
            <a:xfrm>
              <a:off x="6801065" y="1697579"/>
              <a:ext cx="369766" cy="166824"/>
            </a:xfrm>
            <a:custGeom>
              <a:rect b="b" l="l" r="r" t="t"/>
              <a:pathLst>
                <a:path extrusionOk="0" h="2328" w="5160">
                  <a:moveTo>
                    <a:pt x="28" y="0"/>
                  </a:moveTo>
                  <a:cubicBezTo>
                    <a:pt x="19" y="0"/>
                    <a:pt x="9" y="0"/>
                    <a:pt x="0" y="0"/>
                  </a:cubicBezTo>
                  <a:cubicBezTo>
                    <a:pt x="535" y="614"/>
                    <a:pt x="1356" y="1213"/>
                    <a:pt x="2354" y="1663"/>
                  </a:cubicBezTo>
                  <a:cubicBezTo>
                    <a:pt x="3341" y="2108"/>
                    <a:pt x="4322" y="2327"/>
                    <a:pt x="5132" y="2327"/>
                  </a:cubicBezTo>
                  <a:cubicBezTo>
                    <a:pt x="5141" y="2327"/>
                    <a:pt x="5151" y="2327"/>
                    <a:pt x="5160" y="2327"/>
                  </a:cubicBezTo>
                  <a:cubicBezTo>
                    <a:pt x="4625" y="1713"/>
                    <a:pt x="3804" y="1115"/>
                    <a:pt x="2805" y="665"/>
                  </a:cubicBezTo>
                  <a:cubicBezTo>
                    <a:pt x="1818" y="219"/>
                    <a:pt x="837" y="0"/>
                    <a:pt x="28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21"/>
            <p:cNvSpPr/>
            <p:nvPr/>
          </p:nvSpPr>
          <p:spPr>
            <a:xfrm>
              <a:off x="6111276" y="1850498"/>
              <a:ext cx="847523" cy="847451"/>
            </a:xfrm>
            <a:custGeom>
              <a:rect b="b" l="l" r="r" t="t"/>
              <a:pathLst>
                <a:path extrusionOk="0" h="11826" w="11827">
                  <a:moveTo>
                    <a:pt x="5914" y="1"/>
                  </a:moveTo>
                  <a:cubicBezTo>
                    <a:pt x="4346" y="1"/>
                    <a:pt x="2842" y="624"/>
                    <a:pt x="1733" y="1732"/>
                  </a:cubicBezTo>
                  <a:cubicBezTo>
                    <a:pt x="624" y="2841"/>
                    <a:pt x="1" y="4345"/>
                    <a:pt x="1" y="5913"/>
                  </a:cubicBezTo>
                  <a:cubicBezTo>
                    <a:pt x="1" y="7481"/>
                    <a:pt x="624" y="8985"/>
                    <a:pt x="1733" y="10095"/>
                  </a:cubicBezTo>
                  <a:cubicBezTo>
                    <a:pt x="2842" y="11203"/>
                    <a:pt x="4346" y="11826"/>
                    <a:pt x="5914" y="11826"/>
                  </a:cubicBezTo>
                  <a:cubicBezTo>
                    <a:pt x="7482" y="11826"/>
                    <a:pt x="8987" y="11203"/>
                    <a:pt x="10095" y="10095"/>
                  </a:cubicBezTo>
                  <a:cubicBezTo>
                    <a:pt x="11204" y="8985"/>
                    <a:pt x="11827" y="7481"/>
                    <a:pt x="11827" y="5913"/>
                  </a:cubicBezTo>
                  <a:cubicBezTo>
                    <a:pt x="11827" y="4345"/>
                    <a:pt x="11204" y="2841"/>
                    <a:pt x="10095" y="1732"/>
                  </a:cubicBezTo>
                  <a:cubicBezTo>
                    <a:pt x="8987" y="624"/>
                    <a:pt x="7482" y="1"/>
                    <a:pt x="59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21"/>
            <p:cNvSpPr/>
            <p:nvPr/>
          </p:nvSpPr>
          <p:spPr>
            <a:xfrm>
              <a:off x="6771685" y="1691344"/>
              <a:ext cx="57543" cy="528421"/>
            </a:xfrm>
            <a:custGeom>
              <a:rect b="b" l="l" r="r" t="t"/>
              <a:pathLst>
                <a:path extrusionOk="0" h="7374" w="803">
                  <a:moveTo>
                    <a:pt x="436" y="1"/>
                  </a:moveTo>
                  <a:lnTo>
                    <a:pt x="175" y="32"/>
                  </a:lnTo>
                  <a:lnTo>
                    <a:pt x="1" y="7374"/>
                  </a:lnTo>
                  <a:lnTo>
                    <a:pt x="803" y="6572"/>
                  </a:lnTo>
                  <a:lnTo>
                    <a:pt x="436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1"/>
            <p:cNvSpPr/>
            <p:nvPr/>
          </p:nvSpPr>
          <p:spPr>
            <a:xfrm>
              <a:off x="6626862" y="1691273"/>
              <a:ext cx="167541" cy="369766"/>
            </a:xfrm>
            <a:custGeom>
              <a:rect b="b" l="l" r="r" t="t"/>
              <a:pathLst>
                <a:path extrusionOk="0" h="5160" w="2338">
                  <a:moveTo>
                    <a:pt x="2333" y="0"/>
                  </a:moveTo>
                  <a:lnTo>
                    <a:pt x="2333" y="0"/>
                  </a:lnTo>
                  <a:cubicBezTo>
                    <a:pt x="1719" y="535"/>
                    <a:pt x="1120" y="1356"/>
                    <a:pt x="670" y="2355"/>
                  </a:cubicBezTo>
                  <a:cubicBezTo>
                    <a:pt x="220" y="3353"/>
                    <a:pt x="1" y="4345"/>
                    <a:pt x="6" y="5159"/>
                  </a:cubicBezTo>
                  <a:cubicBezTo>
                    <a:pt x="620" y="4624"/>
                    <a:pt x="1219" y="3803"/>
                    <a:pt x="1669" y="2805"/>
                  </a:cubicBezTo>
                  <a:cubicBezTo>
                    <a:pt x="2119" y="1807"/>
                    <a:pt x="2338" y="815"/>
                    <a:pt x="2333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1"/>
            <p:cNvSpPr/>
            <p:nvPr/>
          </p:nvSpPr>
          <p:spPr>
            <a:xfrm>
              <a:off x="6772975" y="1323305"/>
              <a:ext cx="206237" cy="371127"/>
            </a:xfrm>
            <a:custGeom>
              <a:rect b="b" l="l" r="r" t="t"/>
              <a:pathLst>
                <a:path extrusionOk="0" h="5179" w="2878">
                  <a:moveTo>
                    <a:pt x="2554" y="0"/>
                  </a:moveTo>
                  <a:cubicBezTo>
                    <a:pt x="2247" y="0"/>
                    <a:pt x="1548" y="1016"/>
                    <a:pt x="939" y="2364"/>
                  </a:cubicBezTo>
                  <a:cubicBezTo>
                    <a:pt x="298" y="3788"/>
                    <a:pt x="0" y="5043"/>
                    <a:pt x="275" y="5168"/>
                  </a:cubicBezTo>
                  <a:cubicBezTo>
                    <a:pt x="290" y="5175"/>
                    <a:pt x="306" y="5178"/>
                    <a:pt x="324" y="5178"/>
                  </a:cubicBezTo>
                  <a:cubicBezTo>
                    <a:pt x="630" y="5178"/>
                    <a:pt x="1330" y="4162"/>
                    <a:pt x="1938" y="2814"/>
                  </a:cubicBezTo>
                  <a:cubicBezTo>
                    <a:pt x="2581" y="1390"/>
                    <a:pt x="2877" y="135"/>
                    <a:pt x="2602" y="10"/>
                  </a:cubicBezTo>
                  <a:cubicBezTo>
                    <a:pt x="2587" y="4"/>
                    <a:pt x="2571" y="0"/>
                    <a:pt x="255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1"/>
            <p:cNvSpPr/>
            <p:nvPr/>
          </p:nvSpPr>
          <p:spPr>
            <a:xfrm>
              <a:off x="6780857" y="1717786"/>
              <a:ext cx="28377" cy="97171"/>
            </a:xfrm>
            <a:custGeom>
              <a:rect b="b" l="l" r="r" t="t"/>
              <a:pathLst>
                <a:path extrusionOk="0" h="1356" w="396">
                  <a:moveTo>
                    <a:pt x="250" y="1"/>
                  </a:moveTo>
                  <a:cubicBezTo>
                    <a:pt x="250" y="1"/>
                    <a:pt x="163" y="757"/>
                    <a:pt x="15" y="997"/>
                  </a:cubicBezTo>
                  <a:lnTo>
                    <a:pt x="1" y="1356"/>
                  </a:lnTo>
                  <a:lnTo>
                    <a:pt x="396" y="1206"/>
                  </a:lnTo>
                  <a:lnTo>
                    <a:pt x="329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21"/>
            <p:cNvSpPr/>
            <p:nvPr/>
          </p:nvSpPr>
          <p:spPr>
            <a:xfrm>
              <a:off x="6748539" y="1694569"/>
              <a:ext cx="104624" cy="948922"/>
            </a:xfrm>
            <a:custGeom>
              <a:rect b="b" l="l" r="r" t="t"/>
              <a:pathLst>
                <a:path extrusionOk="0" h="13242" w="1460">
                  <a:moveTo>
                    <a:pt x="759" y="1"/>
                  </a:moveTo>
                  <a:lnTo>
                    <a:pt x="498" y="31"/>
                  </a:lnTo>
                  <a:lnTo>
                    <a:pt x="0" y="13242"/>
                  </a:lnTo>
                  <a:lnTo>
                    <a:pt x="1460" y="12553"/>
                  </a:lnTo>
                  <a:lnTo>
                    <a:pt x="759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21"/>
            <p:cNvSpPr/>
            <p:nvPr/>
          </p:nvSpPr>
          <p:spPr>
            <a:xfrm>
              <a:off x="6764877" y="1665977"/>
              <a:ext cx="57328" cy="57256"/>
            </a:xfrm>
            <a:custGeom>
              <a:rect b="b" l="l" r="r" t="t"/>
              <a:pathLst>
                <a:path extrusionOk="0" h="799" w="800">
                  <a:moveTo>
                    <a:pt x="400" y="0"/>
                  </a:moveTo>
                  <a:cubicBezTo>
                    <a:pt x="180" y="0"/>
                    <a:pt x="1" y="180"/>
                    <a:pt x="1" y="400"/>
                  </a:cubicBezTo>
                  <a:cubicBezTo>
                    <a:pt x="1" y="620"/>
                    <a:pt x="180" y="799"/>
                    <a:pt x="400" y="799"/>
                  </a:cubicBezTo>
                  <a:cubicBezTo>
                    <a:pt x="621" y="799"/>
                    <a:pt x="800" y="620"/>
                    <a:pt x="800" y="400"/>
                  </a:cubicBezTo>
                  <a:cubicBezTo>
                    <a:pt x="800" y="179"/>
                    <a:pt x="621" y="0"/>
                    <a:pt x="400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1"/>
            <p:cNvSpPr/>
            <p:nvPr/>
          </p:nvSpPr>
          <p:spPr>
            <a:xfrm>
              <a:off x="6626862" y="1694354"/>
              <a:ext cx="167541" cy="369837"/>
            </a:xfrm>
            <a:custGeom>
              <a:rect b="b" l="l" r="r" t="t"/>
              <a:pathLst>
                <a:path extrusionOk="0" h="5161" w="2338">
                  <a:moveTo>
                    <a:pt x="2333" y="0"/>
                  </a:moveTo>
                  <a:lnTo>
                    <a:pt x="2333" y="0"/>
                  </a:lnTo>
                  <a:cubicBezTo>
                    <a:pt x="1719" y="536"/>
                    <a:pt x="1120" y="1356"/>
                    <a:pt x="670" y="2356"/>
                  </a:cubicBezTo>
                  <a:cubicBezTo>
                    <a:pt x="220" y="3354"/>
                    <a:pt x="1" y="4345"/>
                    <a:pt x="6" y="5160"/>
                  </a:cubicBezTo>
                  <a:cubicBezTo>
                    <a:pt x="620" y="4624"/>
                    <a:pt x="1219" y="3804"/>
                    <a:pt x="1669" y="2806"/>
                  </a:cubicBezTo>
                  <a:cubicBezTo>
                    <a:pt x="2119" y="1808"/>
                    <a:pt x="2338" y="816"/>
                    <a:pt x="233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1"/>
            <p:cNvSpPr/>
            <p:nvPr/>
          </p:nvSpPr>
          <p:spPr>
            <a:xfrm>
              <a:off x="6772903" y="1326458"/>
              <a:ext cx="206309" cy="371055"/>
            </a:xfrm>
            <a:custGeom>
              <a:rect b="b" l="l" r="r" t="t"/>
              <a:pathLst>
                <a:path extrusionOk="0" h="5178" w="2879">
                  <a:moveTo>
                    <a:pt x="2554" y="0"/>
                  </a:moveTo>
                  <a:cubicBezTo>
                    <a:pt x="2247" y="0"/>
                    <a:pt x="1548" y="1016"/>
                    <a:pt x="940" y="2364"/>
                  </a:cubicBezTo>
                  <a:cubicBezTo>
                    <a:pt x="298" y="3788"/>
                    <a:pt x="0" y="5043"/>
                    <a:pt x="276" y="5167"/>
                  </a:cubicBezTo>
                  <a:cubicBezTo>
                    <a:pt x="291" y="5174"/>
                    <a:pt x="307" y="5177"/>
                    <a:pt x="325" y="5177"/>
                  </a:cubicBezTo>
                  <a:cubicBezTo>
                    <a:pt x="632" y="5177"/>
                    <a:pt x="1330" y="4161"/>
                    <a:pt x="1938" y="2814"/>
                  </a:cubicBezTo>
                  <a:cubicBezTo>
                    <a:pt x="2581" y="1390"/>
                    <a:pt x="2878" y="134"/>
                    <a:pt x="2603" y="10"/>
                  </a:cubicBezTo>
                  <a:cubicBezTo>
                    <a:pt x="2588" y="4"/>
                    <a:pt x="2572" y="0"/>
                    <a:pt x="2554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1"/>
            <p:cNvSpPr/>
            <p:nvPr/>
          </p:nvSpPr>
          <p:spPr>
            <a:xfrm>
              <a:off x="6780857" y="1720939"/>
              <a:ext cx="28377" cy="97171"/>
            </a:xfrm>
            <a:custGeom>
              <a:rect b="b" l="l" r="r" t="t"/>
              <a:pathLst>
                <a:path extrusionOk="0" h="1356" w="396">
                  <a:moveTo>
                    <a:pt x="250" y="1"/>
                  </a:moveTo>
                  <a:cubicBezTo>
                    <a:pt x="250" y="1"/>
                    <a:pt x="163" y="757"/>
                    <a:pt x="15" y="997"/>
                  </a:cubicBezTo>
                  <a:lnTo>
                    <a:pt x="1" y="1356"/>
                  </a:lnTo>
                  <a:lnTo>
                    <a:pt x="396" y="1205"/>
                  </a:lnTo>
                  <a:lnTo>
                    <a:pt x="329" y="1"/>
                  </a:lnTo>
                  <a:close/>
                </a:path>
              </a:pathLst>
            </a:custGeom>
            <a:solidFill>
              <a:srgbClr val="FFFFFF">
                <a:alpha val="40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1"/>
          <p:cNvGrpSpPr/>
          <p:nvPr/>
        </p:nvGrpSpPr>
        <p:grpSpPr>
          <a:xfrm>
            <a:off x="5806503" y="3127602"/>
            <a:ext cx="1052542" cy="854676"/>
            <a:chOff x="6035103" y="3127602"/>
            <a:chExt cx="1052542" cy="854676"/>
          </a:xfrm>
        </p:grpSpPr>
        <p:sp>
          <p:nvSpPr>
            <p:cNvPr id="1176" name="Google Shape;1176;p21"/>
            <p:cNvSpPr/>
            <p:nvPr/>
          </p:nvSpPr>
          <p:spPr>
            <a:xfrm>
              <a:off x="6035103" y="3127602"/>
              <a:ext cx="847451" cy="847451"/>
            </a:xfrm>
            <a:custGeom>
              <a:rect b="b" l="l" r="r" t="t"/>
              <a:pathLst>
                <a:path extrusionOk="0" h="11826" w="11826">
                  <a:moveTo>
                    <a:pt x="5914" y="1"/>
                  </a:moveTo>
                  <a:cubicBezTo>
                    <a:pt x="4345" y="1"/>
                    <a:pt x="2841" y="624"/>
                    <a:pt x="1732" y="1732"/>
                  </a:cubicBezTo>
                  <a:cubicBezTo>
                    <a:pt x="624" y="2841"/>
                    <a:pt x="1" y="4345"/>
                    <a:pt x="1" y="5914"/>
                  </a:cubicBezTo>
                  <a:cubicBezTo>
                    <a:pt x="1" y="7481"/>
                    <a:pt x="624" y="8985"/>
                    <a:pt x="1732" y="10095"/>
                  </a:cubicBezTo>
                  <a:cubicBezTo>
                    <a:pt x="2841" y="11203"/>
                    <a:pt x="4345" y="11826"/>
                    <a:pt x="5914" y="11826"/>
                  </a:cubicBezTo>
                  <a:cubicBezTo>
                    <a:pt x="7481" y="11826"/>
                    <a:pt x="8985" y="11203"/>
                    <a:pt x="10095" y="10095"/>
                  </a:cubicBezTo>
                  <a:cubicBezTo>
                    <a:pt x="11203" y="8985"/>
                    <a:pt x="11826" y="7481"/>
                    <a:pt x="11826" y="5914"/>
                  </a:cubicBezTo>
                  <a:cubicBezTo>
                    <a:pt x="11826" y="4345"/>
                    <a:pt x="11203" y="2841"/>
                    <a:pt x="10095" y="1732"/>
                  </a:cubicBezTo>
                  <a:cubicBezTo>
                    <a:pt x="8985" y="624"/>
                    <a:pt x="7481" y="1"/>
                    <a:pt x="59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1"/>
            <p:cNvSpPr/>
            <p:nvPr/>
          </p:nvSpPr>
          <p:spPr>
            <a:xfrm>
              <a:off x="6366167" y="3681954"/>
              <a:ext cx="426090" cy="254035"/>
            </a:xfrm>
            <a:custGeom>
              <a:rect b="b" l="l" r="r" t="t"/>
              <a:pathLst>
                <a:path extrusionOk="0" h="3545" w="5946">
                  <a:moveTo>
                    <a:pt x="3382" y="0"/>
                  </a:moveTo>
                  <a:lnTo>
                    <a:pt x="1" y="2600"/>
                  </a:lnTo>
                  <a:cubicBezTo>
                    <a:pt x="107" y="2560"/>
                    <a:pt x="221" y="2539"/>
                    <a:pt x="340" y="2539"/>
                  </a:cubicBezTo>
                  <a:cubicBezTo>
                    <a:pt x="874" y="2539"/>
                    <a:pt x="1307" y="2971"/>
                    <a:pt x="1307" y="3506"/>
                  </a:cubicBezTo>
                  <a:cubicBezTo>
                    <a:pt x="1307" y="3519"/>
                    <a:pt x="1307" y="3531"/>
                    <a:pt x="1306" y="3544"/>
                  </a:cubicBezTo>
                  <a:lnTo>
                    <a:pt x="3356" y="3544"/>
                  </a:lnTo>
                  <a:cubicBezTo>
                    <a:pt x="3356" y="3531"/>
                    <a:pt x="3354" y="3519"/>
                    <a:pt x="3354" y="3506"/>
                  </a:cubicBezTo>
                  <a:cubicBezTo>
                    <a:pt x="3354" y="2972"/>
                    <a:pt x="3786" y="2539"/>
                    <a:pt x="4320" y="2539"/>
                  </a:cubicBezTo>
                  <a:cubicBezTo>
                    <a:pt x="4856" y="2539"/>
                    <a:pt x="5287" y="2971"/>
                    <a:pt x="5287" y="3506"/>
                  </a:cubicBezTo>
                  <a:cubicBezTo>
                    <a:pt x="5287" y="3519"/>
                    <a:pt x="5287" y="3531"/>
                    <a:pt x="5286" y="3544"/>
                  </a:cubicBezTo>
                  <a:lnTo>
                    <a:pt x="5300" y="3544"/>
                  </a:lnTo>
                  <a:cubicBezTo>
                    <a:pt x="5656" y="3544"/>
                    <a:pt x="5945" y="3255"/>
                    <a:pt x="5945" y="2898"/>
                  </a:cubicBezTo>
                  <a:lnTo>
                    <a:pt x="5461" y="974"/>
                  </a:lnTo>
                  <a:cubicBezTo>
                    <a:pt x="5317" y="401"/>
                    <a:pt x="4801" y="0"/>
                    <a:pt x="42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1"/>
            <p:cNvSpPr/>
            <p:nvPr/>
          </p:nvSpPr>
          <p:spPr>
            <a:xfrm>
              <a:off x="6121452" y="3883889"/>
              <a:ext cx="98318" cy="98389"/>
            </a:xfrm>
            <a:custGeom>
              <a:rect b="b" l="l" r="r" t="t"/>
              <a:pathLst>
                <a:path extrusionOk="0" h="1373" w="1372">
                  <a:moveTo>
                    <a:pt x="686" y="1"/>
                  </a:moveTo>
                  <a:cubicBezTo>
                    <a:pt x="307" y="1"/>
                    <a:pt x="0" y="308"/>
                    <a:pt x="0" y="686"/>
                  </a:cubicBezTo>
                  <a:cubicBezTo>
                    <a:pt x="0" y="1065"/>
                    <a:pt x="307" y="1372"/>
                    <a:pt x="686" y="1372"/>
                  </a:cubicBezTo>
                  <a:cubicBezTo>
                    <a:pt x="1064" y="1372"/>
                    <a:pt x="1371" y="1065"/>
                    <a:pt x="1371" y="686"/>
                  </a:cubicBezTo>
                  <a:cubicBezTo>
                    <a:pt x="1371" y="308"/>
                    <a:pt x="1064" y="1"/>
                    <a:pt x="6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1"/>
            <p:cNvSpPr/>
            <p:nvPr/>
          </p:nvSpPr>
          <p:spPr>
            <a:xfrm>
              <a:off x="6138220" y="3900729"/>
              <a:ext cx="64781" cy="64709"/>
            </a:xfrm>
            <a:custGeom>
              <a:rect b="b" l="l" r="r" t="t"/>
              <a:pathLst>
                <a:path extrusionOk="0" h="903" w="904">
                  <a:moveTo>
                    <a:pt x="452" y="0"/>
                  </a:moveTo>
                  <a:cubicBezTo>
                    <a:pt x="203" y="0"/>
                    <a:pt x="0" y="202"/>
                    <a:pt x="0" y="451"/>
                  </a:cubicBezTo>
                  <a:cubicBezTo>
                    <a:pt x="0" y="701"/>
                    <a:pt x="203" y="903"/>
                    <a:pt x="452" y="903"/>
                  </a:cubicBezTo>
                  <a:cubicBezTo>
                    <a:pt x="701" y="903"/>
                    <a:pt x="904" y="701"/>
                    <a:pt x="904" y="451"/>
                  </a:cubicBezTo>
                  <a:cubicBezTo>
                    <a:pt x="904" y="202"/>
                    <a:pt x="701" y="0"/>
                    <a:pt x="452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21"/>
            <p:cNvSpPr/>
            <p:nvPr/>
          </p:nvSpPr>
          <p:spPr>
            <a:xfrm>
              <a:off x="6080248" y="3681954"/>
              <a:ext cx="712014" cy="254035"/>
            </a:xfrm>
            <a:custGeom>
              <a:rect b="b" l="l" r="r" t="t"/>
              <a:pathLst>
                <a:path extrusionOk="0" h="3545" w="9936">
                  <a:moveTo>
                    <a:pt x="4102" y="0"/>
                  </a:moveTo>
                  <a:cubicBezTo>
                    <a:pt x="3506" y="0"/>
                    <a:pt x="2987" y="409"/>
                    <a:pt x="2847" y="988"/>
                  </a:cubicBezTo>
                  <a:cubicBezTo>
                    <a:pt x="2739" y="1435"/>
                    <a:pt x="2342" y="1749"/>
                    <a:pt x="1883" y="1749"/>
                  </a:cubicBezTo>
                  <a:cubicBezTo>
                    <a:pt x="1208" y="1749"/>
                    <a:pt x="614" y="2088"/>
                    <a:pt x="260" y="2608"/>
                  </a:cubicBezTo>
                  <a:cubicBezTo>
                    <a:pt x="0" y="2989"/>
                    <a:pt x="248" y="3520"/>
                    <a:pt x="708" y="3542"/>
                  </a:cubicBezTo>
                  <a:cubicBezTo>
                    <a:pt x="720" y="3542"/>
                    <a:pt x="731" y="3544"/>
                    <a:pt x="742" y="3544"/>
                  </a:cubicBezTo>
                  <a:lnTo>
                    <a:pt x="3365" y="3544"/>
                  </a:lnTo>
                  <a:cubicBezTo>
                    <a:pt x="3365" y="3531"/>
                    <a:pt x="3363" y="3519"/>
                    <a:pt x="3363" y="3506"/>
                  </a:cubicBezTo>
                  <a:cubicBezTo>
                    <a:pt x="3363" y="2972"/>
                    <a:pt x="3796" y="2539"/>
                    <a:pt x="4330" y="2539"/>
                  </a:cubicBezTo>
                  <a:cubicBezTo>
                    <a:pt x="4864" y="2539"/>
                    <a:pt x="5297" y="2971"/>
                    <a:pt x="5297" y="3506"/>
                  </a:cubicBezTo>
                  <a:cubicBezTo>
                    <a:pt x="5297" y="3519"/>
                    <a:pt x="5297" y="3531"/>
                    <a:pt x="5296" y="3544"/>
                  </a:cubicBezTo>
                  <a:lnTo>
                    <a:pt x="7346" y="3544"/>
                  </a:lnTo>
                  <a:cubicBezTo>
                    <a:pt x="7346" y="3531"/>
                    <a:pt x="7344" y="3519"/>
                    <a:pt x="7344" y="3506"/>
                  </a:cubicBezTo>
                  <a:cubicBezTo>
                    <a:pt x="7344" y="2972"/>
                    <a:pt x="7776" y="2539"/>
                    <a:pt x="8310" y="2539"/>
                  </a:cubicBezTo>
                  <a:cubicBezTo>
                    <a:pt x="8846" y="2539"/>
                    <a:pt x="9277" y="2971"/>
                    <a:pt x="9277" y="3506"/>
                  </a:cubicBezTo>
                  <a:cubicBezTo>
                    <a:pt x="9277" y="3519"/>
                    <a:pt x="9277" y="3531"/>
                    <a:pt x="9276" y="3544"/>
                  </a:cubicBezTo>
                  <a:lnTo>
                    <a:pt x="9290" y="3544"/>
                  </a:lnTo>
                  <a:cubicBezTo>
                    <a:pt x="9646" y="3544"/>
                    <a:pt x="9935" y="3255"/>
                    <a:pt x="9935" y="2898"/>
                  </a:cubicBezTo>
                  <a:lnTo>
                    <a:pt x="9451" y="974"/>
                  </a:lnTo>
                  <a:cubicBezTo>
                    <a:pt x="9307" y="401"/>
                    <a:pt x="8791" y="0"/>
                    <a:pt x="82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1"/>
            <p:cNvSpPr/>
            <p:nvPr/>
          </p:nvSpPr>
          <p:spPr>
            <a:xfrm>
              <a:off x="6163587" y="3702377"/>
              <a:ext cx="152564" cy="137229"/>
            </a:xfrm>
            <a:custGeom>
              <a:rect b="b" l="l" r="r" t="t"/>
              <a:pathLst>
                <a:path extrusionOk="0" h="1915" w="2129">
                  <a:moveTo>
                    <a:pt x="2129" y="1"/>
                  </a:moveTo>
                  <a:lnTo>
                    <a:pt x="0" y="1599"/>
                  </a:lnTo>
                  <a:lnTo>
                    <a:pt x="2129" y="1915"/>
                  </a:lnTo>
                  <a:lnTo>
                    <a:pt x="21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1"/>
            <p:cNvSpPr/>
            <p:nvPr/>
          </p:nvSpPr>
          <p:spPr>
            <a:xfrm>
              <a:off x="6218406" y="3702377"/>
              <a:ext cx="218491" cy="73022"/>
            </a:xfrm>
            <a:custGeom>
              <a:rect b="b" l="l" r="r" t="t"/>
              <a:pathLst>
                <a:path extrusionOk="0" h="1019" w="3049">
                  <a:moveTo>
                    <a:pt x="1371" y="1"/>
                  </a:moveTo>
                  <a:lnTo>
                    <a:pt x="1" y="1019"/>
                  </a:lnTo>
                  <a:lnTo>
                    <a:pt x="30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21"/>
            <p:cNvSpPr/>
            <p:nvPr/>
          </p:nvSpPr>
          <p:spPr>
            <a:xfrm>
              <a:off x="6165379" y="3702377"/>
              <a:ext cx="399863" cy="112506"/>
            </a:xfrm>
            <a:custGeom>
              <a:rect b="b" l="l" r="r" t="t"/>
              <a:pathLst>
                <a:path extrusionOk="0" h="1570" w="5580">
                  <a:moveTo>
                    <a:pt x="3789" y="1"/>
                  </a:moveTo>
                  <a:lnTo>
                    <a:pt x="741" y="1019"/>
                  </a:lnTo>
                  <a:lnTo>
                    <a:pt x="0" y="1569"/>
                  </a:lnTo>
                  <a:lnTo>
                    <a:pt x="1275" y="1569"/>
                  </a:lnTo>
                  <a:lnTo>
                    <a:pt x="55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21"/>
            <p:cNvSpPr/>
            <p:nvPr/>
          </p:nvSpPr>
          <p:spPr>
            <a:xfrm>
              <a:off x="6256672" y="3702377"/>
              <a:ext cx="310861" cy="112506"/>
            </a:xfrm>
            <a:custGeom>
              <a:rect b="b" l="l" r="r" t="t"/>
              <a:pathLst>
                <a:path extrusionOk="0" h="1570" w="4338">
                  <a:moveTo>
                    <a:pt x="4305" y="1"/>
                  </a:moveTo>
                  <a:lnTo>
                    <a:pt x="1" y="1569"/>
                  </a:lnTo>
                  <a:lnTo>
                    <a:pt x="2228" y="1569"/>
                  </a:lnTo>
                  <a:lnTo>
                    <a:pt x="43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21"/>
            <p:cNvSpPr/>
            <p:nvPr/>
          </p:nvSpPr>
          <p:spPr>
            <a:xfrm>
              <a:off x="6448073" y="3702377"/>
              <a:ext cx="175424" cy="112650"/>
            </a:xfrm>
            <a:custGeom>
              <a:rect b="b" l="l" r="r" t="t"/>
              <a:pathLst>
                <a:path extrusionOk="0" h="1572" w="2448">
                  <a:moveTo>
                    <a:pt x="2446" y="1"/>
                  </a:moveTo>
                  <a:lnTo>
                    <a:pt x="2446" y="1"/>
                  </a:lnTo>
                  <a:lnTo>
                    <a:pt x="2446" y="1"/>
                  </a:lnTo>
                  <a:cubicBezTo>
                    <a:pt x="2447" y="1"/>
                    <a:pt x="2447" y="1"/>
                    <a:pt x="2448" y="1"/>
                  </a:cubicBezTo>
                  <a:close/>
                  <a:moveTo>
                    <a:pt x="2446" y="1"/>
                  </a:moveTo>
                  <a:cubicBezTo>
                    <a:pt x="2228" y="1"/>
                    <a:pt x="2016" y="71"/>
                    <a:pt x="1841" y="201"/>
                  </a:cubicBezTo>
                  <a:lnTo>
                    <a:pt x="0" y="1571"/>
                  </a:lnTo>
                  <a:lnTo>
                    <a:pt x="750" y="1571"/>
                  </a:lnTo>
                  <a:lnTo>
                    <a:pt x="2446" y="796"/>
                  </a:lnTo>
                  <a:lnTo>
                    <a:pt x="24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21"/>
            <p:cNvSpPr/>
            <p:nvPr/>
          </p:nvSpPr>
          <p:spPr>
            <a:xfrm>
              <a:off x="6501889" y="3759346"/>
              <a:ext cx="121607" cy="55536"/>
            </a:xfrm>
            <a:custGeom>
              <a:rect b="b" l="l" r="r" t="t"/>
              <a:pathLst>
                <a:path extrusionOk="0" h="775" w="1697">
                  <a:moveTo>
                    <a:pt x="1697" y="1"/>
                  </a:moveTo>
                  <a:lnTo>
                    <a:pt x="0" y="774"/>
                  </a:lnTo>
                  <a:lnTo>
                    <a:pt x="1697" y="774"/>
                  </a:lnTo>
                  <a:lnTo>
                    <a:pt x="16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21"/>
            <p:cNvSpPr/>
            <p:nvPr/>
          </p:nvSpPr>
          <p:spPr>
            <a:xfrm>
              <a:off x="6641409" y="3702377"/>
              <a:ext cx="67145" cy="48872"/>
            </a:xfrm>
            <a:custGeom>
              <a:rect b="b" l="l" r="r" t="t"/>
              <a:pathLst>
                <a:path extrusionOk="0" h="682" w="937">
                  <a:moveTo>
                    <a:pt x="1" y="1"/>
                  </a:moveTo>
                  <a:lnTo>
                    <a:pt x="1" y="682"/>
                  </a:lnTo>
                  <a:lnTo>
                    <a:pt x="937" y="254"/>
                  </a:lnTo>
                  <a:cubicBezTo>
                    <a:pt x="755" y="95"/>
                    <a:pt x="518" y="1"/>
                    <a:pt x="2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21"/>
            <p:cNvSpPr/>
            <p:nvPr/>
          </p:nvSpPr>
          <p:spPr>
            <a:xfrm>
              <a:off x="6641266" y="3720507"/>
              <a:ext cx="103835" cy="94376"/>
            </a:xfrm>
            <a:custGeom>
              <a:rect b="b" l="l" r="r" t="t"/>
              <a:pathLst>
                <a:path extrusionOk="0" h="1317" w="1449">
                  <a:moveTo>
                    <a:pt x="937" y="0"/>
                  </a:moveTo>
                  <a:lnTo>
                    <a:pt x="1" y="428"/>
                  </a:lnTo>
                  <a:lnTo>
                    <a:pt x="1" y="1316"/>
                  </a:lnTo>
                  <a:lnTo>
                    <a:pt x="1448" y="1316"/>
                  </a:lnTo>
                  <a:lnTo>
                    <a:pt x="1249" y="516"/>
                  </a:lnTo>
                  <a:cubicBezTo>
                    <a:pt x="1200" y="311"/>
                    <a:pt x="1087" y="133"/>
                    <a:pt x="9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1"/>
            <p:cNvSpPr/>
            <p:nvPr/>
          </p:nvSpPr>
          <p:spPr>
            <a:xfrm>
              <a:off x="6341373" y="3883889"/>
              <a:ext cx="98318" cy="98389"/>
            </a:xfrm>
            <a:custGeom>
              <a:rect b="b" l="l" r="r" t="t"/>
              <a:pathLst>
                <a:path extrusionOk="0" h="1373" w="1372">
                  <a:moveTo>
                    <a:pt x="686" y="1"/>
                  </a:moveTo>
                  <a:cubicBezTo>
                    <a:pt x="308" y="1"/>
                    <a:pt x="1" y="308"/>
                    <a:pt x="1" y="686"/>
                  </a:cubicBezTo>
                  <a:cubicBezTo>
                    <a:pt x="1" y="1065"/>
                    <a:pt x="308" y="1372"/>
                    <a:pt x="686" y="1372"/>
                  </a:cubicBezTo>
                  <a:cubicBezTo>
                    <a:pt x="1065" y="1372"/>
                    <a:pt x="1372" y="1065"/>
                    <a:pt x="1372" y="686"/>
                  </a:cubicBezTo>
                  <a:cubicBezTo>
                    <a:pt x="1372" y="308"/>
                    <a:pt x="1065" y="1"/>
                    <a:pt x="686" y="1"/>
                  </a:cubicBezTo>
                  <a:close/>
                </a:path>
              </a:pathLst>
            </a:custGeom>
            <a:solidFill>
              <a:srgbClr val="5146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1"/>
            <p:cNvSpPr/>
            <p:nvPr/>
          </p:nvSpPr>
          <p:spPr>
            <a:xfrm>
              <a:off x="6358141" y="3900729"/>
              <a:ext cx="64852" cy="64709"/>
            </a:xfrm>
            <a:custGeom>
              <a:rect b="b" l="l" r="r" t="t"/>
              <a:pathLst>
                <a:path extrusionOk="0" h="903" w="905">
                  <a:moveTo>
                    <a:pt x="452" y="0"/>
                  </a:moveTo>
                  <a:cubicBezTo>
                    <a:pt x="204" y="0"/>
                    <a:pt x="1" y="202"/>
                    <a:pt x="1" y="451"/>
                  </a:cubicBezTo>
                  <a:cubicBezTo>
                    <a:pt x="1" y="701"/>
                    <a:pt x="204" y="903"/>
                    <a:pt x="452" y="903"/>
                  </a:cubicBezTo>
                  <a:cubicBezTo>
                    <a:pt x="702" y="903"/>
                    <a:pt x="904" y="701"/>
                    <a:pt x="904" y="451"/>
                  </a:cubicBezTo>
                  <a:cubicBezTo>
                    <a:pt x="904" y="202"/>
                    <a:pt x="702" y="0"/>
                    <a:pt x="452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1"/>
            <p:cNvSpPr/>
            <p:nvPr/>
          </p:nvSpPr>
          <p:spPr>
            <a:xfrm>
              <a:off x="6626647" y="3883889"/>
              <a:ext cx="98389" cy="98389"/>
            </a:xfrm>
            <a:custGeom>
              <a:rect b="b" l="l" r="r" t="t"/>
              <a:pathLst>
                <a:path extrusionOk="0" h="1373" w="1373">
                  <a:moveTo>
                    <a:pt x="687" y="1"/>
                  </a:moveTo>
                  <a:cubicBezTo>
                    <a:pt x="308" y="1"/>
                    <a:pt x="1" y="308"/>
                    <a:pt x="1" y="686"/>
                  </a:cubicBezTo>
                  <a:cubicBezTo>
                    <a:pt x="1" y="1065"/>
                    <a:pt x="308" y="1372"/>
                    <a:pt x="687" y="1372"/>
                  </a:cubicBezTo>
                  <a:cubicBezTo>
                    <a:pt x="1066" y="1372"/>
                    <a:pt x="1373" y="1065"/>
                    <a:pt x="1373" y="686"/>
                  </a:cubicBezTo>
                  <a:cubicBezTo>
                    <a:pt x="1373" y="308"/>
                    <a:pt x="1066" y="1"/>
                    <a:pt x="687" y="1"/>
                  </a:cubicBezTo>
                  <a:close/>
                </a:path>
              </a:pathLst>
            </a:custGeom>
            <a:solidFill>
              <a:srgbClr val="5146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21"/>
            <p:cNvSpPr/>
            <p:nvPr/>
          </p:nvSpPr>
          <p:spPr>
            <a:xfrm>
              <a:off x="6643487" y="3900729"/>
              <a:ext cx="64781" cy="64709"/>
            </a:xfrm>
            <a:custGeom>
              <a:rect b="b" l="l" r="r" t="t"/>
              <a:pathLst>
                <a:path extrusionOk="0" h="903" w="904">
                  <a:moveTo>
                    <a:pt x="452" y="0"/>
                  </a:moveTo>
                  <a:cubicBezTo>
                    <a:pt x="203" y="0"/>
                    <a:pt x="0" y="202"/>
                    <a:pt x="0" y="451"/>
                  </a:cubicBezTo>
                  <a:cubicBezTo>
                    <a:pt x="0" y="701"/>
                    <a:pt x="203" y="903"/>
                    <a:pt x="452" y="903"/>
                  </a:cubicBezTo>
                  <a:cubicBezTo>
                    <a:pt x="701" y="903"/>
                    <a:pt x="904" y="701"/>
                    <a:pt x="904" y="451"/>
                  </a:cubicBezTo>
                  <a:cubicBezTo>
                    <a:pt x="904" y="202"/>
                    <a:pt x="701" y="0"/>
                    <a:pt x="452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21"/>
            <p:cNvSpPr/>
            <p:nvPr/>
          </p:nvSpPr>
          <p:spPr>
            <a:xfrm>
              <a:off x="6503251" y="3775469"/>
              <a:ext cx="50592" cy="26299"/>
            </a:xfrm>
            <a:custGeom>
              <a:rect b="b" l="l" r="r" t="t"/>
              <a:pathLst>
                <a:path extrusionOk="0" h="367" w="706">
                  <a:moveTo>
                    <a:pt x="252" y="1"/>
                  </a:moveTo>
                  <a:cubicBezTo>
                    <a:pt x="213" y="1"/>
                    <a:pt x="175" y="14"/>
                    <a:pt x="143" y="36"/>
                  </a:cubicBezTo>
                  <a:cubicBezTo>
                    <a:pt x="1" y="142"/>
                    <a:pt x="75" y="367"/>
                    <a:pt x="252" y="367"/>
                  </a:cubicBezTo>
                  <a:lnTo>
                    <a:pt x="455" y="367"/>
                  </a:lnTo>
                  <a:cubicBezTo>
                    <a:pt x="493" y="367"/>
                    <a:pt x="532" y="354"/>
                    <a:pt x="564" y="331"/>
                  </a:cubicBezTo>
                  <a:cubicBezTo>
                    <a:pt x="706" y="226"/>
                    <a:pt x="631" y="1"/>
                    <a:pt x="4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1"/>
            <p:cNvSpPr/>
            <p:nvPr/>
          </p:nvSpPr>
          <p:spPr>
            <a:xfrm>
              <a:off x="6460399" y="3777905"/>
              <a:ext cx="64709" cy="39413"/>
            </a:xfrm>
            <a:custGeom>
              <a:rect b="b" l="l" r="r" t="t"/>
              <a:pathLst>
                <a:path extrusionOk="0" h="550" w="903">
                  <a:moveTo>
                    <a:pt x="738" y="0"/>
                  </a:moveTo>
                  <a:lnTo>
                    <a:pt x="0" y="550"/>
                  </a:lnTo>
                  <a:lnTo>
                    <a:pt x="165" y="550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1"/>
            <p:cNvSpPr/>
            <p:nvPr/>
          </p:nvSpPr>
          <p:spPr>
            <a:xfrm>
              <a:off x="6263122" y="3863824"/>
              <a:ext cx="69009" cy="39986"/>
            </a:xfrm>
            <a:custGeom>
              <a:rect b="b" l="l" r="r" t="t"/>
              <a:pathLst>
                <a:path extrusionOk="0" h="558" w="963">
                  <a:moveTo>
                    <a:pt x="730" y="0"/>
                  </a:moveTo>
                  <a:cubicBezTo>
                    <a:pt x="707" y="0"/>
                    <a:pt x="684" y="4"/>
                    <a:pt x="661" y="11"/>
                  </a:cubicBezTo>
                  <a:lnTo>
                    <a:pt x="1" y="216"/>
                  </a:lnTo>
                  <a:lnTo>
                    <a:pt x="1" y="557"/>
                  </a:lnTo>
                  <a:lnTo>
                    <a:pt x="963" y="234"/>
                  </a:lnTo>
                  <a:cubicBezTo>
                    <a:pt x="963" y="101"/>
                    <a:pt x="854" y="0"/>
                    <a:pt x="7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1"/>
            <p:cNvSpPr/>
            <p:nvPr/>
          </p:nvSpPr>
          <p:spPr>
            <a:xfrm>
              <a:off x="6130409" y="3878228"/>
              <a:ext cx="132714" cy="34540"/>
            </a:xfrm>
            <a:custGeom>
              <a:rect b="b" l="l" r="r" t="t"/>
              <a:pathLst>
                <a:path extrusionOk="0" h="482" w="1852">
                  <a:moveTo>
                    <a:pt x="1" y="0"/>
                  </a:moveTo>
                  <a:lnTo>
                    <a:pt x="1" y="351"/>
                  </a:lnTo>
                  <a:cubicBezTo>
                    <a:pt x="190" y="436"/>
                    <a:pt x="399" y="481"/>
                    <a:pt x="611" y="481"/>
                  </a:cubicBezTo>
                  <a:lnTo>
                    <a:pt x="1234" y="481"/>
                  </a:lnTo>
                  <a:cubicBezTo>
                    <a:pt x="1399" y="481"/>
                    <a:pt x="1563" y="453"/>
                    <a:pt x="1720" y="399"/>
                  </a:cubicBezTo>
                  <a:lnTo>
                    <a:pt x="1852" y="354"/>
                  </a:lnTo>
                  <a:lnTo>
                    <a:pt x="1852" y="14"/>
                  </a:lnTo>
                  <a:lnTo>
                    <a:pt x="1543" y="112"/>
                  </a:lnTo>
                  <a:cubicBezTo>
                    <a:pt x="1402" y="156"/>
                    <a:pt x="1253" y="178"/>
                    <a:pt x="1103" y="178"/>
                  </a:cubicBezTo>
                  <a:lnTo>
                    <a:pt x="707" y="178"/>
                  </a:lnTo>
                  <a:cubicBezTo>
                    <a:pt x="458" y="178"/>
                    <a:pt x="216" y="116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1"/>
            <p:cNvSpPr/>
            <p:nvPr/>
          </p:nvSpPr>
          <p:spPr>
            <a:xfrm>
              <a:off x="6094078" y="3859740"/>
              <a:ext cx="36475" cy="43713"/>
            </a:xfrm>
            <a:custGeom>
              <a:rect b="b" l="l" r="r" t="t"/>
              <a:pathLst>
                <a:path extrusionOk="0" h="610" w="509">
                  <a:moveTo>
                    <a:pt x="161" y="0"/>
                  </a:moveTo>
                  <a:lnTo>
                    <a:pt x="47" y="168"/>
                  </a:lnTo>
                  <a:lnTo>
                    <a:pt x="0" y="233"/>
                  </a:lnTo>
                  <a:cubicBezTo>
                    <a:pt x="142" y="395"/>
                    <a:pt x="318" y="523"/>
                    <a:pt x="509" y="609"/>
                  </a:cubicBezTo>
                  <a:lnTo>
                    <a:pt x="509" y="258"/>
                  </a:lnTo>
                  <a:cubicBezTo>
                    <a:pt x="382" y="191"/>
                    <a:pt x="264" y="104"/>
                    <a:pt x="1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1"/>
            <p:cNvSpPr/>
            <p:nvPr/>
          </p:nvSpPr>
          <p:spPr>
            <a:xfrm>
              <a:off x="6185802" y="3894208"/>
              <a:ext cx="14762" cy="14690"/>
            </a:xfrm>
            <a:custGeom>
              <a:rect b="b" l="l" r="r" t="t"/>
              <a:pathLst>
                <a:path extrusionOk="0" h="205" w="206">
                  <a:moveTo>
                    <a:pt x="103" y="0"/>
                  </a:moveTo>
                  <a:lnTo>
                    <a:pt x="0" y="103"/>
                  </a:lnTo>
                  <a:lnTo>
                    <a:pt x="103" y="205"/>
                  </a:lnTo>
                  <a:lnTo>
                    <a:pt x="205" y="103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21"/>
            <p:cNvSpPr/>
            <p:nvPr/>
          </p:nvSpPr>
          <p:spPr>
            <a:xfrm>
              <a:off x="6341373" y="3883889"/>
              <a:ext cx="98318" cy="98389"/>
            </a:xfrm>
            <a:custGeom>
              <a:rect b="b" l="l" r="r" t="t"/>
              <a:pathLst>
                <a:path extrusionOk="0" h="1373" w="1372">
                  <a:moveTo>
                    <a:pt x="686" y="1"/>
                  </a:moveTo>
                  <a:cubicBezTo>
                    <a:pt x="308" y="1"/>
                    <a:pt x="1" y="308"/>
                    <a:pt x="1" y="686"/>
                  </a:cubicBezTo>
                  <a:cubicBezTo>
                    <a:pt x="1" y="1065"/>
                    <a:pt x="308" y="1372"/>
                    <a:pt x="686" y="1372"/>
                  </a:cubicBezTo>
                  <a:cubicBezTo>
                    <a:pt x="1065" y="1372"/>
                    <a:pt x="1372" y="1065"/>
                    <a:pt x="1372" y="686"/>
                  </a:cubicBezTo>
                  <a:cubicBezTo>
                    <a:pt x="1372" y="308"/>
                    <a:pt x="1065" y="1"/>
                    <a:pt x="6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21"/>
            <p:cNvSpPr/>
            <p:nvPr/>
          </p:nvSpPr>
          <p:spPr>
            <a:xfrm>
              <a:off x="6626719" y="3883889"/>
              <a:ext cx="98318" cy="98389"/>
            </a:xfrm>
            <a:custGeom>
              <a:rect b="b" l="l" r="r" t="t"/>
              <a:pathLst>
                <a:path extrusionOk="0" h="1373" w="1372">
                  <a:moveTo>
                    <a:pt x="686" y="1"/>
                  </a:moveTo>
                  <a:cubicBezTo>
                    <a:pt x="308" y="1"/>
                    <a:pt x="1" y="308"/>
                    <a:pt x="1" y="686"/>
                  </a:cubicBezTo>
                  <a:cubicBezTo>
                    <a:pt x="1" y="1065"/>
                    <a:pt x="308" y="1372"/>
                    <a:pt x="686" y="1372"/>
                  </a:cubicBezTo>
                  <a:cubicBezTo>
                    <a:pt x="1065" y="1372"/>
                    <a:pt x="1372" y="1065"/>
                    <a:pt x="1372" y="686"/>
                  </a:cubicBezTo>
                  <a:cubicBezTo>
                    <a:pt x="1372" y="308"/>
                    <a:pt x="1065" y="1"/>
                    <a:pt x="6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21"/>
            <p:cNvSpPr/>
            <p:nvPr/>
          </p:nvSpPr>
          <p:spPr>
            <a:xfrm>
              <a:off x="6698593" y="3831865"/>
              <a:ext cx="52670" cy="18058"/>
            </a:xfrm>
            <a:custGeom>
              <a:rect b="b" l="l" r="r" t="t"/>
              <a:pathLst>
                <a:path extrusionOk="0" h="252" w="735">
                  <a:moveTo>
                    <a:pt x="125" y="0"/>
                  </a:moveTo>
                  <a:cubicBezTo>
                    <a:pt x="57" y="0"/>
                    <a:pt x="1" y="57"/>
                    <a:pt x="1" y="125"/>
                  </a:cubicBezTo>
                  <a:cubicBezTo>
                    <a:pt x="1" y="195"/>
                    <a:pt x="57" y="251"/>
                    <a:pt x="125" y="251"/>
                  </a:cubicBezTo>
                  <a:lnTo>
                    <a:pt x="609" y="251"/>
                  </a:lnTo>
                  <a:cubicBezTo>
                    <a:pt x="678" y="251"/>
                    <a:pt x="734" y="196"/>
                    <a:pt x="734" y="125"/>
                  </a:cubicBezTo>
                  <a:cubicBezTo>
                    <a:pt x="734" y="57"/>
                    <a:pt x="678" y="0"/>
                    <a:pt x="609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21"/>
            <p:cNvSpPr/>
            <p:nvPr/>
          </p:nvSpPr>
          <p:spPr>
            <a:xfrm>
              <a:off x="6674874" y="3810152"/>
              <a:ext cx="4371" cy="3225"/>
            </a:xfrm>
            <a:custGeom>
              <a:rect b="b" l="l" r="r" t="t"/>
              <a:pathLst>
                <a:path extrusionOk="0" h="45" w="61">
                  <a:moveTo>
                    <a:pt x="61" y="1"/>
                  </a:moveTo>
                  <a:lnTo>
                    <a:pt x="0" y="9"/>
                  </a:lnTo>
                  <a:lnTo>
                    <a:pt x="0" y="45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rgbClr val="3366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1"/>
            <p:cNvSpPr/>
            <p:nvPr/>
          </p:nvSpPr>
          <p:spPr>
            <a:xfrm>
              <a:off x="6716221" y="3829428"/>
              <a:ext cx="19133" cy="12111"/>
            </a:xfrm>
            <a:custGeom>
              <a:rect b="b" l="l" r="r" t="t"/>
              <a:pathLst>
                <a:path extrusionOk="0" h="169" w="267">
                  <a:moveTo>
                    <a:pt x="133" y="1"/>
                  </a:moveTo>
                  <a:cubicBezTo>
                    <a:pt x="60" y="1"/>
                    <a:pt x="0" y="39"/>
                    <a:pt x="0" y="85"/>
                  </a:cubicBezTo>
                  <a:cubicBezTo>
                    <a:pt x="0" y="131"/>
                    <a:pt x="60" y="169"/>
                    <a:pt x="133" y="169"/>
                  </a:cubicBezTo>
                  <a:cubicBezTo>
                    <a:pt x="206" y="169"/>
                    <a:pt x="266" y="132"/>
                    <a:pt x="266" y="85"/>
                  </a:cubicBezTo>
                  <a:cubicBezTo>
                    <a:pt x="266" y="39"/>
                    <a:pt x="206" y="1"/>
                    <a:pt x="133" y="1"/>
                  </a:cubicBezTo>
                  <a:close/>
                </a:path>
              </a:pathLst>
            </a:custGeom>
            <a:solidFill>
              <a:srgbClr val="221E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1"/>
            <p:cNvSpPr/>
            <p:nvPr/>
          </p:nvSpPr>
          <p:spPr>
            <a:xfrm>
              <a:off x="6922384" y="3565150"/>
              <a:ext cx="107848" cy="107848"/>
            </a:xfrm>
            <a:custGeom>
              <a:rect b="b" l="l" r="r" t="t"/>
              <a:pathLst>
                <a:path extrusionOk="0" h="1505" w="1505">
                  <a:moveTo>
                    <a:pt x="752" y="0"/>
                  </a:moveTo>
                  <a:cubicBezTo>
                    <a:pt x="337" y="0"/>
                    <a:pt x="0" y="337"/>
                    <a:pt x="0" y="752"/>
                  </a:cubicBezTo>
                  <a:cubicBezTo>
                    <a:pt x="0" y="1167"/>
                    <a:pt x="337" y="1504"/>
                    <a:pt x="752" y="1504"/>
                  </a:cubicBezTo>
                  <a:cubicBezTo>
                    <a:pt x="1168" y="1504"/>
                    <a:pt x="1505" y="1169"/>
                    <a:pt x="1505" y="752"/>
                  </a:cubicBezTo>
                  <a:cubicBezTo>
                    <a:pt x="1505" y="337"/>
                    <a:pt x="1168" y="0"/>
                    <a:pt x="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1"/>
            <p:cNvSpPr/>
            <p:nvPr/>
          </p:nvSpPr>
          <p:spPr>
            <a:xfrm>
              <a:off x="6927973" y="3570597"/>
              <a:ext cx="96669" cy="96741"/>
            </a:xfrm>
            <a:custGeom>
              <a:rect b="b" l="l" r="r" t="t"/>
              <a:pathLst>
                <a:path extrusionOk="0" h="1350" w="1349">
                  <a:moveTo>
                    <a:pt x="674" y="1"/>
                  </a:moveTo>
                  <a:cubicBezTo>
                    <a:pt x="302" y="1"/>
                    <a:pt x="0" y="303"/>
                    <a:pt x="0" y="675"/>
                  </a:cubicBezTo>
                  <a:cubicBezTo>
                    <a:pt x="0" y="1049"/>
                    <a:pt x="302" y="1349"/>
                    <a:pt x="674" y="1349"/>
                  </a:cubicBezTo>
                  <a:cubicBezTo>
                    <a:pt x="1047" y="1349"/>
                    <a:pt x="1349" y="1048"/>
                    <a:pt x="1349" y="675"/>
                  </a:cubicBezTo>
                  <a:cubicBezTo>
                    <a:pt x="1349" y="303"/>
                    <a:pt x="1047" y="1"/>
                    <a:pt x="67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1"/>
            <p:cNvSpPr/>
            <p:nvPr/>
          </p:nvSpPr>
          <p:spPr>
            <a:xfrm>
              <a:off x="6962441" y="3590446"/>
              <a:ext cx="27732" cy="26801"/>
            </a:xfrm>
            <a:custGeom>
              <a:rect b="b" l="l" r="r" t="t"/>
              <a:pathLst>
                <a:path extrusionOk="0" h="374" w="387">
                  <a:moveTo>
                    <a:pt x="132" y="0"/>
                  </a:moveTo>
                  <a:cubicBezTo>
                    <a:pt x="129" y="0"/>
                    <a:pt x="126" y="1"/>
                    <a:pt x="123" y="2"/>
                  </a:cubicBezTo>
                  <a:cubicBezTo>
                    <a:pt x="49" y="31"/>
                    <a:pt x="0" y="101"/>
                    <a:pt x="0" y="181"/>
                  </a:cubicBezTo>
                  <a:cubicBezTo>
                    <a:pt x="0" y="287"/>
                    <a:pt x="87" y="374"/>
                    <a:pt x="193" y="374"/>
                  </a:cubicBezTo>
                  <a:cubicBezTo>
                    <a:pt x="300" y="374"/>
                    <a:pt x="387" y="289"/>
                    <a:pt x="384" y="180"/>
                  </a:cubicBezTo>
                  <a:cubicBezTo>
                    <a:pt x="384" y="107"/>
                    <a:pt x="342" y="39"/>
                    <a:pt x="275" y="7"/>
                  </a:cubicBezTo>
                  <a:cubicBezTo>
                    <a:pt x="272" y="6"/>
                    <a:pt x="269" y="5"/>
                    <a:pt x="266" y="5"/>
                  </a:cubicBezTo>
                  <a:cubicBezTo>
                    <a:pt x="257" y="5"/>
                    <a:pt x="248" y="10"/>
                    <a:pt x="245" y="19"/>
                  </a:cubicBezTo>
                  <a:cubicBezTo>
                    <a:pt x="240" y="30"/>
                    <a:pt x="245" y="44"/>
                    <a:pt x="256" y="49"/>
                  </a:cubicBezTo>
                  <a:cubicBezTo>
                    <a:pt x="307" y="74"/>
                    <a:pt x="340" y="125"/>
                    <a:pt x="340" y="181"/>
                  </a:cubicBezTo>
                  <a:cubicBezTo>
                    <a:pt x="340" y="261"/>
                    <a:pt x="274" y="327"/>
                    <a:pt x="193" y="327"/>
                  </a:cubicBezTo>
                  <a:cubicBezTo>
                    <a:pt x="113" y="327"/>
                    <a:pt x="48" y="261"/>
                    <a:pt x="48" y="181"/>
                  </a:cubicBezTo>
                  <a:cubicBezTo>
                    <a:pt x="48" y="121"/>
                    <a:pt x="85" y="67"/>
                    <a:pt x="141" y="45"/>
                  </a:cubicBezTo>
                  <a:cubicBezTo>
                    <a:pt x="153" y="40"/>
                    <a:pt x="159" y="26"/>
                    <a:pt x="154" y="14"/>
                  </a:cubicBezTo>
                  <a:cubicBezTo>
                    <a:pt x="150" y="6"/>
                    <a:pt x="142" y="0"/>
                    <a:pt x="1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1"/>
            <p:cNvSpPr/>
            <p:nvPr/>
          </p:nvSpPr>
          <p:spPr>
            <a:xfrm>
              <a:off x="6974623" y="3586791"/>
              <a:ext cx="3368" cy="13114"/>
            </a:xfrm>
            <a:custGeom>
              <a:rect b="b" l="l" r="r" t="t"/>
              <a:pathLst>
                <a:path extrusionOk="0" h="183" w="47">
                  <a:moveTo>
                    <a:pt x="23" y="1"/>
                  </a:moveTo>
                  <a:cubicBezTo>
                    <a:pt x="11" y="1"/>
                    <a:pt x="1" y="12"/>
                    <a:pt x="1" y="25"/>
                  </a:cubicBezTo>
                  <a:lnTo>
                    <a:pt x="1" y="159"/>
                  </a:lnTo>
                  <a:cubicBezTo>
                    <a:pt x="1" y="172"/>
                    <a:pt x="11" y="182"/>
                    <a:pt x="23" y="182"/>
                  </a:cubicBezTo>
                  <a:cubicBezTo>
                    <a:pt x="37" y="182"/>
                    <a:pt x="47" y="172"/>
                    <a:pt x="47" y="159"/>
                  </a:cubicBezTo>
                  <a:lnTo>
                    <a:pt x="47" y="25"/>
                  </a:lnTo>
                  <a:cubicBezTo>
                    <a:pt x="47" y="12"/>
                    <a:pt x="37" y="1"/>
                    <a:pt x="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21"/>
            <p:cNvSpPr/>
            <p:nvPr/>
          </p:nvSpPr>
          <p:spPr>
            <a:xfrm>
              <a:off x="6958930" y="3628784"/>
              <a:ext cx="34683" cy="22573"/>
            </a:xfrm>
            <a:custGeom>
              <a:rect b="b" l="l" r="r" t="t"/>
              <a:pathLst>
                <a:path extrusionOk="0" h="315" w="484">
                  <a:moveTo>
                    <a:pt x="159" y="0"/>
                  </a:moveTo>
                  <a:cubicBezTo>
                    <a:pt x="72" y="0"/>
                    <a:pt x="1" y="70"/>
                    <a:pt x="1" y="157"/>
                  </a:cubicBezTo>
                  <a:cubicBezTo>
                    <a:pt x="1" y="245"/>
                    <a:pt x="72" y="314"/>
                    <a:pt x="159" y="314"/>
                  </a:cubicBezTo>
                  <a:lnTo>
                    <a:pt x="327" y="314"/>
                  </a:lnTo>
                  <a:cubicBezTo>
                    <a:pt x="414" y="314"/>
                    <a:pt x="484" y="245"/>
                    <a:pt x="484" y="157"/>
                  </a:cubicBezTo>
                  <a:cubicBezTo>
                    <a:pt x="484" y="70"/>
                    <a:pt x="414" y="0"/>
                    <a:pt x="3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1"/>
            <p:cNvSpPr/>
            <p:nvPr/>
          </p:nvSpPr>
          <p:spPr>
            <a:xfrm>
              <a:off x="6965666" y="3640822"/>
              <a:ext cx="21355" cy="13974"/>
            </a:xfrm>
            <a:custGeom>
              <a:rect b="b" l="l" r="r" t="t"/>
              <a:pathLst>
                <a:path extrusionOk="0" h="195" w="298">
                  <a:moveTo>
                    <a:pt x="97" y="0"/>
                  </a:moveTo>
                  <a:cubicBezTo>
                    <a:pt x="44" y="0"/>
                    <a:pt x="0" y="43"/>
                    <a:pt x="0" y="97"/>
                  </a:cubicBezTo>
                  <a:cubicBezTo>
                    <a:pt x="0" y="150"/>
                    <a:pt x="44" y="194"/>
                    <a:pt x="97" y="194"/>
                  </a:cubicBezTo>
                  <a:lnTo>
                    <a:pt x="201" y="194"/>
                  </a:lnTo>
                  <a:cubicBezTo>
                    <a:pt x="255" y="194"/>
                    <a:pt x="298" y="150"/>
                    <a:pt x="298" y="97"/>
                  </a:cubicBezTo>
                  <a:cubicBezTo>
                    <a:pt x="298" y="43"/>
                    <a:pt x="255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1"/>
            <p:cNvSpPr/>
            <p:nvPr/>
          </p:nvSpPr>
          <p:spPr>
            <a:xfrm>
              <a:off x="6718156" y="3824484"/>
              <a:ext cx="19133" cy="11967"/>
            </a:xfrm>
            <a:custGeom>
              <a:rect b="b" l="l" r="r" t="t"/>
              <a:pathLst>
                <a:path extrusionOk="0" h="167" w="267">
                  <a:moveTo>
                    <a:pt x="128" y="0"/>
                  </a:moveTo>
                  <a:cubicBezTo>
                    <a:pt x="57" y="0"/>
                    <a:pt x="1" y="38"/>
                    <a:pt x="1" y="83"/>
                  </a:cubicBezTo>
                  <a:cubicBezTo>
                    <a:pt x="1" y="129"/>
                    <a:pt x="61" y="167"/>
                    <a:pt x="134" y="167"/>
                  </a:cubicBezTo>
                  <a:cubicBezTo>
                    <a:pt x="207" y="167"/>
                    <a:pt x="267" y="130"/>
                    <a:pt x="267" y="83"/>
                  </a:cubicBezTo>
                  <a:cubicBezTo>
                    <a:pt x="267" y="37"/>
                    <a:pt x="207" y="0"/>
                    <a:pt x="134" y="0"/>
                  </a:cubicBezTo>
                  <a:cubicBezTo>
                    <a:pt x="132" y="0"/>
                    <a:pt x="130" y="0"/>
                    <a:pt x="1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1"/>
            <p:cNvSpPr/>
            <p:nvPr/>
          </p:nvSpPr>
          <p:spPr>
            <a:xfrm>
              <a:off x="6725751" y="3645050"/>
              <a:ext cx="253175" cy="299825"/>
            </a:xfrm>
            <a:custGeom>
              <a:rect b="b" l="l" r="r" t="t"/>
              <a:pathLst>
                <a:path extrusionOk="0" h="4184" w="3533">
                  <a:moveTo>
                    <a:pt x="3495" y="0"/>
                  </a:moveTo>
                  <a:cubicBezTo>
                    <a:pt x="3476" y="0"/>
                    <a:pt x="3460" y="18"/>
                    <a:pt x="3460" y="36"/>
                  </a:cubicBezTo>
                  <a:lnTo>
                    <a:pt x="3460" y="3533"/>
                  </a:lnTo>
                  <a:cubicBezTo>
                    <a:pt x="3460" y="3851"/>
                    <a:pt x="3201" y="4109"/>
                    <a:pt x="2884" y="4109"/>
                  </a:cubicBezTo>
                  <a:cubicBezTo>
                    <a:pt x="2566" y="4109"/>
                    <a:pt x="2309" y="3851"/>
                    <a:pt x="2309" y="3533"/>
                  </a:cubicBezTo>
                  <a:cubicBezTo>
                    <a:pt x="2309" y="2757"/>
                    <a:pt x="1676" y="2126"/>
                    <a:pt x="901" y="2126"/>
                  </a:cubicBezTo>
                  <a:lnTo>
                    <a:pt x="535" y="2126"/>
                  </a:lnTo>
                  <a:cubicBezTo>
                    <a:pt x="280" y="2126"/>
                    <a:pt x="63" y="2300"/>
                    <a:pt x="5" y="2547"/>
                  </a:cubicBezTo>
                  <a:cubicBezTo>
                    <a:pt x="0" y="2567"/>
                    <a:pt x="13" y="2586"/>
                    <a:pt x="32" y="2591"/>
                  </a:cubicBezTo>
                  <a:cubicBezTo>
                    <a:pt x="35" y="2592"/>
                    <a:pt x="38" y="2592"/>
                    <a:pt x="41" y="2592"/>
                  </a:cubicBezTo>
                  <a:cubicBezTo>
                    <a:pt x="57" y="2592"/>
                    <a:pt x="71" y="2580"/>
                    <a:pt x="75" y="2563"/>
                  </a:cubicBezTo>
                  <a:cubicBezTo>
                    <a:pt x="124" y="2349"/>
                    <a:pt x="314" y="2198"/>
                    <a:pt x="535" y="2198"/>
                  </a:cubicBezTo>
                  <a:lnTo>
                    <a:pt x="901" y="2198"/>
                  </a:lnTo>
                  <a:cubicBezTo>
                    <a:pt x="1637" y="2198"/>
                    <a:pt x="2237" y="2798"/>
                    <a:pt x="2237" y="3534"/>
                  </a:cubicBezTo>
                  <a:cubicBezTo>
                    <a:pt x="2237" y="3893"/>
                    <a:pt x="2529" y="4183"/>
                    <a:pt x="2886" y="4183"/>
                  </a:cubicBezTo>
                  <a:cubicBezTo>
                    <a:pt x="3242" y="4183"/>
                    <a:pt x="3532" y="3892"/>
                    <a:pt x="3531" y="3533"/>
                  </a:cubicBezTo>
                  <a:lnTo>
                    <a:pt x="3531" y="36"/>
                  </a:lnTo>
                  <a:cubicBezTo>
                    <a:pt x="3531" y="18"/>
                    <a:pt x="3515" y="0"/>
                    <a:pt x="3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1"/>
            <p:cNvSpPr/>
            <p:nvPr/>
          </p:nvSpPr>
          <p:spPr>
            <a:xfrm>
              <a:off x="6042412" y="3974466"/>
              <a:ext cx="1045233" cy="7811"/>
            </a:xfrm>
            <a:custGeom>
              <a:rect b="b" l="l" r="r" t="t"/>
              <a:pathLst>
                <a:path extrusionOk="0" h="109" w="14586">
                  <a:moveTo>
                    <a:pt x="56" y="1"/>
                  </a:moveTo>
                  <a:cubicBezTo>
                    <a:pt x="26" y="1"/>
                    <a:pt x="0" y="25"/>
                    <a:pt x="0" y="54"/>
                  </a:cubicBezTo>
                  <a:cubicBezTo>
                    <a:pt x="0" y="83"/>
                    <a:pt x="26" y="108"/>
                    <a:pt x="56" y="108"/>
                  </a:cubicBezTo>
                  <a:lnTo>
                    <a:pt x="14529" y="108"/>
                  </a:lnTo>
                  <a:cubicBezTo>
                    <a:pt x="14560" y="108"/>
                    <a:pt x="14586" y="84"/>
                    <a:pt x="14586" y="54"/>
                  </a:cubicBezTo>
                  <a:cubicBezTo>
                    <a:pt x="14586" y="25"/>
                    <a:pt x="14560" y="1"/>
                    <a:pt x="145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1"/>
            <p:cNvSpPr/>
            <p:nvPr/>
          </p:nvSpPr>
          <p:spPr>
            <a:xfrm>
              <a:off x="6535497" y="3840822"/>
              <a:ext cx="26944" cy="74813"/>
            </a:xfrm>
            <a:custGeom>
              <a:rect b="b" l="l" r="r" t="t"/>
              <a:pathLst>
                <a:path extrusionOk="0" h="1044" w="376">
                  <a:moveTo>
                    <a:pt x="187" y="0"/>
                  </a:moveTo>
                  <a:cubicBezTo>
                    <a:pt x="84" y="0"/>
                    <a:pt x="0" y="85"/>
                    <a:pt x="0" y="189"/>
                  </a:cubicBezTo>
                  <a:lnTo>
                    <a:pt x="0" y="857"/>
                  </a:lnTo>
                  <a:cubicBezTo>
                    <a:pt x="0" y="960"/>
                    <a:pt x="84" y="1044"/>
                    <a:pt x="187" y="1044"/>
                  </a:cubicBezTo>
                  <a:cubicBezTo>
                    <a:pt x="292" y="1044"/>
                    <a:pt x="376" y="960"/>
                    <a:pt x="376" y="857"/>
                  </a:cubicBezTo>
                  <a:lnTo>
                    <a:pt x="376" y="189"/>
                  </a:lnTo>
                  <a:cubicBezTo>
                    <a:pt x="376" y="85"/>
                    <a:pt x="292" y="0"/>
                    <a:pt x="1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1"/>
            <p:cNvSpPr/>
            <p:nvPr/>
          </p:nvSpPr>
          <p:spPr>
            <a:xfrm>
              <a:off x="6539653" y="3862320"/>
              <a:ext cx="18703" cy="29667"/>
            </a:xfrm>
            <a:custGeom>
              <a:rect b="b" l="l" r="r" t="t"/>
              <a:pathLst>
                <a:path extrusionOk="0" h="414" w="261">
                  <a:moveTo>
                    <a:pt x="227" y="32"/>
                  </a:moveTo>
                  <a:lnTo>
                    <a:pt x="227" y="381"/>
                  </a:lnTo>
                  <a:lnTo>
                    <a:pt x="32" y="381"/>
                  </a:lnTo>
                  <a:lnTo>
                    <a:pt x="32" y="32"/>
                  </a:lnTo>
                  <a:close/>
                  <a:moveTo>
                    <a:pt x="0" y="0"/>
                  </a:moveTo>
                  <a:lnTo>
                    <a:pt x="0" y="413"/>
                  </a:lnTo>
                  <a:lnTo>
                    <a:pt x="260" y="41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1"/>
            <p:cNvSpPr/>
            <p:nvPr/>
          </p:nvSpPr>
          <p:spPr>
            <a:xfrm>
              <a:off x="6544311" y="3857447"/>
              <a:ext cx="9316" cy="7023"/>
            </a:xfrm>
            <a:custGeom>
              <a:rect b="b" l="l" r="r" t="t"/>
              <a:pathLst>
                <a:path extrusionOk="0" h="98" w="130">
                  <a:moveTo>
                    <a:pt x="103" y="26"/>
                  </a:moveTo>
                  <a:lnTo>
                    <a:pt x="103" y="70"/>
                  </a:lnTo>
                  <a:lnTo>
                    <a:pt x="26" y="70"/>
                  </a:lnTo>
                  <a:lnTo>
                    <a:pt x="26" y="26"/>
                  </a:lnTo>
                  <a:close/>
                  <a:moveTo>
                    <a:pt x="1" y="1"/>
                  </a:moveTo>
                  <a:lnTo>
                    <a:pt x="1" y="98"/>
                  </a:lnTo>
                  <a:lnTo>
                    <a:pt x="130" y="98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1"/>
            <p:cNvSpPr/>
            <p:nvPr/>
          </p:nvSpPr>
          <p:spPr>
            <a:xfrm>
              <a:off x="6543738" y="3866404"/>
              <a:ext cx="10319" cy="4801"/>
            </a:xfrm>
            <a:custGeom>
              <a:rect b="b" l="l" r="r" t="t"/>
              <a:pathLst>
                <a:path extrusionOk="0" h="67" w="144">
                  <a:moveTo>
                    <a:pt x="1" y="0"/>
                  </a:moveTo>
                  <a:lnTo>
                    <a:pt x="1" y="67"/>
                  </a:lnTo>
                  <a:lnTo>
                    <a:pt x="144" y="67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1"/>
            <p:cNvSpPr/>
            <p:nvPr/>
          </p:nvSpPr>
          <p:spPr>
            <a:xfrm>
              <a:off x="6543738" y="3874000"/>
              <a:ext cx="10319" cy="4873"/>
            </a:xfrm>
            <a:custGeom>
              <a:rect b="b" l="l" r="r" t="t"/>
              <a:pathLst>
                <a:path extrusionOk="0" h="68" w="144">
                  <a:moveTo>
                    <a:pt x="1" y="1"/>
                  </a:moveTo>
                  <a:lnTo>
                    <a:pt x="1" y="67"/>
                  </a:lnTo>
                  <a:lnTo>
                    <a:pt x="144" y="67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1"/>
            <p:cNvSpPr/>
            <p:nvPr/>
          </p:nvSpPr>
          <p:spPr>
            <a:xfrm>
              <a:off x="6543738" y="3881739"/>
              <a:ext cx="10319" cy="4801"/>
            </a:xfrm>
            <a:custGeom>
              <a:rect b="b" l="l" r="r" t="t"/>
              <a:pathLst>
                <a:path extrusionOk="0" h="67" w="144">
                  <a:moveTo>
                    <a:pt x="1" y="0"/>
                  </a:moveTo>
                  <a:lnTo>
                    <a:pt x="1" y="67"/>
                  </a:lnTo>
                  <a:lnTo>
                    <a:pt x="144" y="67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9" name="Google Shape;1219;p21"/>
          <p:cNvSpPr/>
          <p:nvPr/>
        </p:nvSpPr>
        <p:spPr>
          <a:xfrm>
            <a:off x="3188166" y="1756554"/>
            <a:ext cx="72090" cy="281982"/>
          </a:xfrm>
          <a:custGeom>
            <a:rect b="b" l="l" r="r" t="t"/>
            <a:pathLst>
              <a:path extrusionOk="0" h="3935" w="1006">
                <a:moveTo>
                  <a:pt x="104" y="0"/>
                </a:moveTo>
                <a:lnTo>
                  <a:pt x="0" y="24"/>
                </a:lnTo>
                <a:lnTo>
                  <a:pt x="902" y="3934"/>
                </a:lnTo>
                <a:lnTo>
                  <a:pt x="1005" y="3911"/>
                </a:lnTo>
                <a:lnTo>
                  <a:pt x="104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0" name="Google Shape;1220;p21"/>
          <p:cNvGrpSpPr/>
          <p:nvPr/>
        </p:nvGrpSpPr>
        <p:grpSpPr>
          <a:xfrm>
            <a:off x="2662261" y="1274362"/>
            <a:ext cx="847523" cy="898961"/>
            <a:chOff x="2662261" y="1274362"/>
            <a:chExt cx="847523" cy="898961"/>
          </a:xfrm>
        </p:grpSpPr>
        <p:sp>
          <p:nvSpPr>
            <p:cNvPr id="1221" name="Google Shape;1221;p21"/>
            <p:cNvSpPr/>
            <p:nvPr/>
          </p:nvSpPr>
          <p:spPr>
            <a:xfrm>
              <a:off x="2662261" y="1274362"/>
              <a:ext cx="847523" cy="847451"/>
            </a:xfrm>
            <a:custGeom>
              <a:rect b="b" l="l" r="r" t="t"/>
              <a:pathLst>
                <a:path extrusionOk="0" h="11826" w="11827">
                  <a:moveTo>
                    <a:pt x="5913" y="1"/>
                  </a:moveTo>
                  <a:cubicBezTo>
                    <a:pt x="4346" y="1"/>
                    <a:pt x="2842" y="623"/>
                    <a:pt x="1732" y="1732"/>
                  </a:cubicBezTo>
                  <a:cubicBezTo>
                    <a:pt x="623" y="2841"/>
                    <a:pt x="0" y="4345"/>
                    <a:pt x="0" y="5913"/>
                  </a:cubicBezTo>
                  <a:cubicBezTo>
                    <a:pt x="0" y="7481"/>
                    <a:pt x="623" y="8985"/>
                    <a:pt x="1732" y="10093"/>
                  </a:cubicBezTo>
                  <a:cubicBezTo>
                    <a:pt x="2842" y="11203"/>
                    <a:pt x="4346" y="11826"/>
                    <a:pt x="5913" y="11826"/>
                  </a:cubicBezTo>
                  <a:cubicBezTo>
                    <a:pt x="7482" y="11826"/>
                    <a:pt x="8986" y="11203"/>
                    <a:pt x="10094" y="10093"/>
                  </a:cubicBezTo>
                  <a:cubicBezTo>
                    <a:pt x="11203" y="8985"/>
                    <a:pt x="11826" y="7481"/>
                    <a:pt x="11826" y="5913"/>
                  </a:cubicBezTo>
                  <a:cubicBezTo>
                    <a:pt x="11826" y="4345"/>
                    <a:pt x="11203" y="2841"/>
                    <a:pt x="10094" y="1732"/>
                  </a:cubicBezTo>
                  <a:cubicBezTo>
                    <a:pt x="8986" y="623"/>
                    <a:pt x="7482" y="1"/>
                    <a:pt x="59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21"/>
            <p:cNvSpPr/>
            <p:nvPr/>
          </p:nvSpPr>
          <p:spPr>
            <a:xfrm>
              <a:off x="2899380" y="2123877"/>
              <a:ext cx="372632" cy="49445"/>
            </a:xfrm>
            <a:custGeom>
              <a:rect b="b" l="l" r="r" t="t"/>
              <a:pathLst>
                <a:path extrusionOk="0" h="690" w="5200">
                  <a:moveTo>
                    <a:pt x="1262" y="0"/>
                  </a:moveTo>
                  <a:cubicBezTo>
                    <a:pt x="1140" y="0"/>
                    <a:pt x="1020" y="35"/>
                    <a:pt x="918" y="102"/>
                  </a:cubicBezTo>
                  <a:lnTo>
                    <a:pt x="0" y="690"/>
                  </a:lnTo>
                  <a:lnTo>
                    <a:pt x="5200" y="690"/>
                  </a:lnTo>
                  <a:lnTo>
                    <a:pt x="4266" y="99"/>
                  </a:lnTo>
                  <a:cubicBezTo>
                    <a:pt x="4165" y="35"/>
                    <a:pt x="4046" y="0"/>
                    <a:pt x="39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21"/>
            <p:cNvSpPr/>
            <p:nvPr/>
          </p:nvSpPr>
          <p:spPr>
            <a:xfrm>
              <a:off x="2941731" y="2128678"/>
              <a:ext cx="287858" cy="39771"/>
            </a:xfrm>
            <a:custGeom>
              <a:rect b="b" l="l" r="r" t="t"/>
              <a:pathLst>
                <a:path extrusionOk="0" h="555" w="4017">
                  <a:moveTo>
                    <a:pt x="946" y="1"/>
                  </a:moveTo>
                  <a:cubicBezTo>
                    <a:pt x="841" y="1"/>
                    <a:pt x="737" y="32"/>
                    <a:pt x="649" y="88"/>
                  </a:cubicBezTo>
                  <a:lnTo>
                    <a:pt x="32" y="485"/>
                  </a:lnTo>
                  <a:cubicBezTo>
                    <a:pt x="1" y="505"/>
                    <a:pt x="15" y="554"/>
                    <a:pt x="53" y="554"/>
                  </a:cubicBezTo>
                  <a:lnTo>
                    <a:pt x="3963" y="554"/>
                  </a:lnTo>
                  <a:cubicBezTo>
                    <a:pt x="4002" y="554"/>
                    <a:pt x="4017" y="505"/>
                    <a:pt x="3985" y="485"/>
                  </a:cubicBezTo>
                  <a:lnTo>
                    <a:pt x="3357" y="87"/>
                  </a:lnTo>
                  <a:cubicBezTo>
                    <a:pt x="3269" y="31"/>
                    <a:pt x="3166" y="1"/>
                    <a:pt x="30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1"/>
            <p:cNvSpPr/>
            <p:nvPr/>
          </p:nvSpPr>
          <p:spPr>
            <a:xfrm>
              <a:off x="3077524" y="2037313"/>
              <a:ext cx="16625" cy="86637"/>
            </a:xfrm>
            <a:custGeom>
              <a:rect b="b" l="l" r="r" t="t"/>
              <a:pathLst>
                <a:path extrusionOk="0" h="1209" w="232">
                  <a:moveTo>
                    <a:pt x="0" y="1"/>
                  </a:moveTo>
                  <a:lnTo>
                    <a:pt x="0" y="1208"/>
                  </a:lnTo>
                  <a:lnTo>
                    <a:pt x="232" y="1208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1"/>
            <p:cNvSpPr/>
            <p:nvPr/>
          </p:nvSpPr>
          <p:spPr>
            <a:xfrm>
              <a:off x="2832881" y="1757055"/>
              <a:ext cx="509574" cy="280334"/>
            </a:xfrm>
            <a:custGeom>
              <a:rect b="b" l="l" r="r" t="t"/>
              <a:pathLst>
                <a:path extrusionOk="0" h="3912" w="7111">
                  <a:moveTo>
                    <a:pt x="1059" y="0"/>
                  </a:moveTo>
                  <a:lnTo>
                    <a:pt x="0" y="3912"/>
                  </a:lnTo>
                  <a:lnTo>
                    <a:pt x="7110" y="3912"/>
                  </a:lnTo>
                  <a:lnTo>
                    <a:pt x="5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1"/>
            <p:cNvSpPr/>
            <p:nvPr/>
          </p:nvSpPr>
          <p:spPr>
            <a:xfrm>
              <a:off x="2827793" y="1753329"/>
              <a:ext cx="519607" cy="287930"/>
            </a:xfrm>
            <a:custGeom>
              <a:rect b="b" l="l" r="r" t="t"/>
              <a:pathLst>
                <a:path extrusionOk="0" h="4018" w="7251">
                  <a:moveTo>
                    <a:pt x="5974" y="107"/>
                  </a:moveTo>
                  <a:lnTo>
                    <a:pt x="7110" y="3912"/>
                  </a:lnTo>
                  <a:lnTo>
                    <a:pt x="140" y="3912"/>
                  </a:lnTo>
                  <a:lnTo>
                    <a:pt x="1171" y="107"/>
                  </a:lnTo>
                  <a:close/>
                  <a:moveTo>
                    <a:pt x="1089" y="0"/>
                  </a:moveTo>
                  <a:lnTo>
                    <a:pt x="1" y="4017"/>
                  </a:lnTo>
                  <a:lnTo>
                    <a:pt x="7251" y="4017"/>
                  </a:lnTo>
                  <a:lnTo>
                    <a:pt x="6052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21"/>
            <p:cNvSpPr/>
            <p:nvPr/>
          </p:nvSpPr>
          <p:spPr>
            <a:xfrm>
              <a:off x="2851297" y="1809796"/>
              <a:ext cx="464930" cy="144538"/>
            </a:xfrm>
            <a:custGeom>
              <a:rect b="b" l="l" r="r" t="t"/>
              <a:pathLst>
                <a:path extrusionOk="0" h="2017" w="6488">
                  <a:moveTo>
                    <a:pt x="589" y="1"/>
                  </a:moveTo>
                  <a:lnTo>
                    <a:pt x="587" y="54"/>
                  </a:lnTo>
                  <a:lnTo>
                    <a:pt x="591" y="1"/>
                  </a:lnTo>
                  <a:lnTo>
                    <a:pt x="591" y="1"/>
                  </a:lnTo>
                  <a:cubicBezTo>
                    <a:pt x="591" y="1"/>
                    <a:pt x="591" y="1"/>
                    <a:pt x="591" y="1"/>
                  </a:cubicBezTo>
                  <a:lnTo>
                    <a:pt x="591" y="1"/>
                  </a:lnTo>
                  <a:lnTo>
                    <a:pt x="591" y="1"/>
                  </a:lnTo>
                  <a:lnTo>
                    <a:pt x="591" y="1"/>
                  </a:lnTo>
                  <a:lnTo>
                    <a:pt x="591" y="1"/>
                  </a:lnTo>
                  <a:cubicBezTo>
                    <a:pt x="590" y="1"/>
                    <a:pt x="590" y="1"/>
                    <a:pt x="589" y="1"/>
                  </a:cubicBezTo>
                  <a:close/>
                  <a:moveTo>
                    <a:pt x="5919" y="1"/>
                  </a:moveTo>
                  <a:cubicBezTo>
                    <a:pt x="4873" y="2"/>
                    <a:pt x="3283" y="3"/>
                    <a:pt x="2112" y="3"/>
                  </a:cubicBezTo>
                  <a:cubicBezTo>
                    <a:pt x="1268" y="3"/>
                    <a:pt x="641" y="3"/>
                    <a:pt x="591" y="1"/>
                  </a:cubicBezTo>
                  <a:lnTo>
                    <a:pt x="591" y="1"/>
                  </a:lnTo>
                  <a:lnTo>
                    <a:pt x="584" y="107"/>
                  </a:lnTo>
                  <a:cubicBezTo>
                    <a:pt x="607" y="109"/>
                    <a:pt x="1146" y="109"/>
                    <a:pt x="1873" y="109"/>
                  </a:cubicBezTo>
                  <a:cubicBezTo>
                    <a:pt x="3326" y="109"/>
                    <a:pt x="5534" y="107"/>
                    <a:pt x="5881" y="107"/>
                  </a:cubicBezTo>
                  <a:lnTo>
                    <a:pt x="6157" y="1031"/>
                  </a:lnTo>
                  <a:lnTo>
                    <a:pt x="269" y="1031"/>
                  </a:lnTo>
                  <a:lnTo>
                    <a:pt x="1" y="2017"/>
                  </a:lnTo>
                  <a:lnTo>
                    <a:pt x="6488" y="2017"/>
                  </a:lnTo>
                  <a:lnTo>
                    <a:pt x="6488" y="1911"/>
                  </a:lnTo>
                  <a:lnTo>
                    <a:pt x="138" y="1911"/>
                  </a:lnTo>
                  <a:lnTo>
                    <a:pt x="348" y="1137"/>
                  </a:lnTo>
                  <a:lnTo>
                    <a:pt x="6298" y="1137"/>
                  </a:lnTo>
                  <a:lnTo>
                    <a:pt x="5959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1"/>
            <p:cNvSpPr/>
            <p:nvPr/>
          </p:nvSpPr>
          <p:spPr>
            <a:xfrm>
              <a:off x="2919875" y="1756769"/>
              <a:ext cx="64709" cy="281839"/>
            </a:xfrm>
            <a:custGeom>
              <a:rect b="b" l="l" r="r" t="t"/>
              <a:pathLst>
                <a:path extrusionOk="0" h="3933" w="903">
                  <a:moveTo>
                    <a:pt x="798" y="0"/>
                  </a:moveTo>
                  <a:lnTo>
                    <a:pt x="1" y="3911"/>
                  </a:lnTo>
                  <a:lnTo>
                    <a:pt x="105" y="3932"/>
                  </a:lnTo>
                  <a:lnTo>
                    <a:pt x="902" y="22"/>
                  </a:lnTo>
                  <a:lnTo>
                    <a:pt x="798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21"/>
            <p:cNvSpPr/>
            <p:nvPr/>
          </p:nvSpPr>
          <p:spPr>
            <a:xfrm>
              <a:off x="3023852" y="1757342"/>
              <a:ext cx="25654" cy="280764"/>
            </a:xfrm>
            <a:custGeom>
              <a:rect b="b" l="l" r="r" t="t"/>
              <a:pathLst>
                <a:path extrusionOk="0" h="3918" w="358">
                  <a:moveTo>
                    <a:pt x="251" y="0"/>
                  </a:moveTo>
                  <a:lnTo>
                    <a:pt x="1" y="3911"/>
                  </a:lnTo>
                  <a:lnTo>
                    <a:pt x="107" y="3917"/>
                  </a:lnTo>
                  <a:lnTo>
                    <a:pt x="358" y="7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21"/>
            <p:cNvSpPr/>
            <p:nvPr/>
          </p:nvSpPr>
          <p:spPr>
            <a:xfrm>
              <a:off x="3122383" y="1756840"/>
              <a:ext cx="25726" cy="280692"/>
            </a:xfrm>
            <a:custGeom>
              <a:rect b="b" l="l" r="r" t="t"/>
              <a:pathLst>
                <a:path extrusionOk="0" h="3917" w="359">
                  <a:moveTo>
                    <a:pt x="106" y="0"/>
                  </a:moveTo>
                  <a:lnTo>
                    <a:pt x="1" y="6"/>
                  </a:lnTo>
                  <a:lnTo>
                    <a:pt x="252" y="3917"/>
                  </a:lnTo>
                  <a:lnTo>
                    <a:pt x="359" y="391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21"/>
            <p:cNvSpPr/>
            <p:nvPr/>
          </p:nvSpPr>
          <p:spPr>
            <a:xfrm>
              <a:off x="2856313" y="1756554"/>
              <a:ext cx="384456" cy="280836"/>
            </a:xfrm>
            <a:custGeom>
              <a:rect b="b" l="l" r="r" t="t"/>
              <a:pathLst>
                <a:path extrusionOk="0" h="3919" w="5365">
                  <a:moveTo>
                    <a:pt x="4489" y="0"/>
                  </a:moveTo>
                  <a:lnTo>
                    <a:pt x="1" y="3919"/>
                  </a:lnTo>
                  <a:lnTo>
                    <a:pt x="1120" y="3919"/>
                  </a:lnTo>
                  <a:lnTo>
                    <a:pt x="5364" y="0"/>
                  </a:lnTo>
                  <a:close/>
                </a:path>
              </a:pathLst>
            </a:custGeom>
            <a:solidFill>
              <a:srgbClr val="FFFFFF">
                <a:alpha val="40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1"/>
            <p:cNvSpPr/>
            <p:nvPr/>
          </p:nvSpPr>
          <p:spPr>
            <a:xfrm>
              <a:off x="3099380" y="1848492"/>
              <a:ext cx="205378" cy="180798"/>
            </a:xfrm>
            <a:custGeom>
              <a:rect b="b" l="l" r="r" t="t"/>
              <a:pathLst>
                <a:path extrusionOk="0" h="2523" w="2866">
                  <a:moveTo>
                    <a:pt x="2517" y="0"/>
                  </a:moveTo>
                  <a:lnTo>
                    <a:pt x="0" y="2522"/>
                  </a:lnTo>
                  <a:lnTo>
                    <a:pt x="1295" y="2522"/>
                  </a:lnTo>
                  <a:lnTo>
                    <a:pt x="2865" y="880"/>
                  </a:lnTo>
                  <a:lnTo>
                    <a:pt x="2517" y="0"/>
                  </a:lnTo>
                  <a:close/>
                </a:path>
              </a:pathLst>
            </a:custGeom>
            <a:solidFill>
              <a:srgbClr val="FFFFFF">
                <a:alpha val="40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3" name="Google Shape;1233;p21"/>
          <p:cNvGrpSpPr/>
          <p:nvPr/>
        </p:nvGrpSpPr>
        <p:grpSpPr>
          <a:xfrm>
            <a:off x="2285441" y="2632153"/>
            <a:ext cx="847523" cy="899260"/>
            <a:chOff x="1980641" y="2632153"/>
            <a:chExt cx="847523" cy="899260"/>
          </a:xfrm>
        </p:grpSpPr>
        <p:sp>
          <p:nvSpPr>
            <p:cNvPr id="1234" name="Google Shape;1234;p21"/>
            <p:cNvSpPr/>
            <p:nvPr/>
          </p:nvSpPr>
          <p:spPr>
            <a:xfrm>
              <a:off x="1980641" y="2683962"/>
              <a:ext cx="847523" cy="847451"/>
            </a:xfrm>
            <a:custGeom>
              <a:rect b="b" l="l" r="r" t="t"/>
              <a:pathLst>
                <a:path extrusionOk="0" h="11826" w="11827">
                  <a:moveTo>
                    <a:pt x="5914" y="0"/>
                  </a:moveTo>
                  <a:cubicBezTo>
                    <a:pt x="4345" y="0"/>
                    <a:pt x="2842" y="623"/>
                    <a:pt x="1733" y="1732"/>
                  </a:cubicBezTo>
                  <a:cubicBezTo>
                    <a:pt x="624" y="2841"/>
                    <a:pt x="1" y="4345"/>
                    <a:pt x="1" y="5912"/>
                  </a:cubicBezTo>
                  <a:cubicBezTo>
                    <a:pt x="1" y="7481"/>
                    <a:pt x="624" y="8985"/>
                    <a:pt x="1733" y="10093"/>
                  </a:cubicBezTo>
                  <a:cubicBezTo>
                    <a:pt x="2842" y="11202"/>
                    <a:pt x="4345" y="11825"/>
                    <a:pt x="5914" y="11825"/>
                  </a:cubicBezTo>
                  <a:cubicBezTo>
                    <a:pt x="7482" y="11825"/>
                    <a:pt x="8985" y="11202"/>
                    <a:pt x="10094" y="10093"/>
                  </a:cubicBezTo>
                  <a:cubicBezTo>
                    <a:pt x="11203" y="8985"/>
                    <a:pt x="11827" y="7481"/>
                    <a:pt x="11827" y="5912"/>
                  </a:cubicBezTo>
                  <a:cubicBezTo>
                    <a:pt x="11827" y="4345"/>
                    <a:pt x="11203" y="2841"/>
                    <a:pt x="10094" y="1732"/>
                  </a:cubicBezTo>
                  <a:cubicBezTo>
                    <a:pt x="8985" y="623"/>
                    <a:pt x="7482" y="0"/>
                    <a:pt x="59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1"/>
            <p:cNvSpPr/>
            <p:nvPr/>
          </p:nvSpPr>
          <p:spPr>
            <a:xfrm>
              <a:off x="2262906" y="2820902"/>
              <a:ext cx="234615" cy="206739"/>
            </a:xfrm>
            <a:custGeom>
              <a:rect b="b" l="l" r="r" t="t"/>
              <a:pathLst>
                <a:path extrusionOk="0" h="2885" w="3274">
                  <a:moveTo>
                    <a:pt x="1637" y="1"/>
                  </a:moveTo>
                  <a:cubicBezTo>
                    <a:pt x="733" y="1"/>
                    <a:pt x="1" y="646"/>
                    <a:pt x="1" y="1442"/>
                  </a:cubicBezTo>
                  <a:cubicBezTo>
                    <a:pt x="1" y="2238"/>
                    <a:pt x="733" y="2884"/>
                    <a:pt x="1637" y="2884"/>
                  </a:cubicBezTo>
                  <a:cubicBezTo>
                    <a:pt x="2540" y="2884"/>
                    <a:pt x="3273" y="2238"/>
                    <a:pt x="3273" y="1442"/>
                  </a:cubicBezTo>
                  <a:cubicBezTo>
                    <a:pt x="3273" y="646"/>
                    <a:pt x="2540" y="1"/>
                    <a:pt x="1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1"/>
            <p:cNvSpPr/>
            <p:nvPr/>
          </p:nvSpPr>
          <p:spPr>
            <a:xfrm>
              <a:off x="2260756" y="2632153"/>
              <a:ext cx="254680" cy="378150"/>
            </a:xfrm>
            <a:custGeom>
              <a:rect b="b" l="l" r="r" t="t"/>
              <a:pathLst>
                <a:path extrusionOk="0" h="5277" w="3554">
                  <a:moveTo>
                    <a:pt x="1667" y="0"/>
                  </a:moveTo>
                  <a:cubicBezTo>
                    <a:pt x="1667" y="0"/>
                    <a:pt x="0" y="2952"/>
                    <a:pt x="31" y="4076"/>
                  </a:cubicBezTo>
                  <a:cubicBezTo>
                    <a:pt x="48" y="4714"/>
                    <a:pt x="888" y="5276"/>
                    <a:pt x="1731" y="5276"/>
                  </a:cubicBezTo>
                  <a:cubicBezTo>
                    <a:pt x="2375" y="5276"/>
                    <a:pt x="3020" y="4949"/>
                    <a:pt x="3303" y="4076"/>
                  </a:cubicBezTo>
                  <a:cubicBezTo>
                    <a:pt x="3554" y="3305"/>
                    <a:pt x="1667" y="0"/>
                    <a:pt x="16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1"/>
            <p:cNvSpPr/>
            <p:nvPr/>
          </p:nvSpPr>
          <p:spPr>
            <a:xfrm>
              <a:off x="2353698" y="2818179"/>
              <a:ext cx="64351" cy="124545"/>
            </a:xfrm>
            <a:custGeom>
              <a:rect b="b" l="l" r="r" t="t"/>
              <a:pathLst>
                <a:path extrusionOk="0" h="1738" w="898">
                  <a:moveTo>
                    <a:pt x="666" y="1"/>
                  </a:moveTo>
                  <a:lnTo>
                    <a:pt x="1" y="957"/>
                  </a:lnTo>
                  <a:lnTo>
                    <a:pt x="333" y="957"/>
                  </a:lnTo>
                  <a:lnTo>
                    <a:pt x="245" y="1737"/>
                  </a:lnTo>
                  <a:lnTo>
                    <a:pt x="898" y="781"/>
                  </a:lnTo>
                  <a:lnTo>
                    <a:pt x="524" y="781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8" name="Google Shape;1238;p21"/>
          <p:cNvSpPr/>
          <p:nvPr/>
        </p:nvSpPr>
        <p:spPr>
          <a:xfrm>
            <a:off x="5903099" y="3412374"/>
            <a:ext cx="31459" cy="31387"/>
          </a:xfrm>
          <a:custGeom>
            <a:rect b="b" l="l" r="r" t="t"/>
            <a:pathLst>
              <a:path extrusionOk="0" h="438" w="439">
                <a:moveTo>
                  <a:pt x="219" y="1"/>
                </a:moveTo>
                <a:cubicBezTo>
                  <a:pt x="99" y="1"/>
                  <a:pt x="0" y="98"/>
                  <a:pt x="0" y="219"/>
                </a:cubicBezTo>
                <a:cubicBezTo>
                  <a:pt x="0" y="339"/>
                  <a:pt x="99" y="438"/>
                  <a:pt x="219" y="438"/>
                </a:cubicBezTo>
                <a:cubicBezTo>
                  <a:pt x="340" y="438"/>
                  <a:pt x="438" y="339"/>
                  <a:pt x="438" y="219"/>
                </a:cubicBezTo>
                <a:cubicBezTo>
                  <a:pt x="438" y="98"/>
                  <a:pt x="340" y="1"/>
                  <a:pt x="2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21"/>
          <p:cNvSpPr/>
          <p:nvPr/>
        </p:nvSpPr>
        <p:spPr>
          <a:xfrm>
            <a:off x="5116292" y="3563932"/>
            <a:ext cx="31459" cy="31459"/>
          </a:xfrm>
          <a:custGeom>
            <a:rect b="b" l="l" r="r" t="t"/>
            <a:pathLst>
              <a:path extrusionOk="0" h="439" w="439">
                <a:moveTo>
                  <a:pt x="219" y="1"/>
                </a:moveTo>
                <a:cubicBezTo>
                  <a:pt x="99" y="1"/>
                  <a:pt x="0" y="99"/>
                  <a:pt x="0" y="220"/>
                </a:cubicBezTo>
                <a:cubicBezTo>
                  <a:pt x="0" y="339"/>
                  <a:pt x="99" y="439"/>
                  <a:pt x="219" y="439"/>
                </a:cubicBezTo>
                <a:cubicBezTo>
                  <a:pt x="340" y="439"/>
                  <a:pt x="438" y="339"/>
                  <a:pt x="438" y="220"/>
                </a:cubicBezTo>
                <a:cubicBezTo>
                  <a:pt x="438" y="98"/>
                  <a:pt x="340" y="1"/>
                  <a:pt x="2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21"/>
          <p:cNvSpPr/>
          <p:nvPr/>
        </p:nvSpPr>
        <p:spPr>
          <a:xfrm>
            <a:off x="5116302" y="3425425"/>
            <a:ext cx="805146" cy="157928"/>
          </a:xfrm>
          <a:custGeom>
            <a:rect b="b" l="l" r="r" t="t"/>
            <a:pathLst>
              <a:path extrusionOk="0" h="2204" w="14207">
                <a:moveTo>
                  <a:pt x="14135" y="1"/>
                </a:moveTo>
                <a:lnTo>
                  <a:pt x="12035" y="2102"/>
                </a:lnTo>
                <a:lnTo>
                  <a:pt x="0" y="2102"/>
                </a:lnTo>
                <a:lnTo>
                  <a:pt x="0" y="2204"/>
                </a:lnTo>
                <a:lnTo>
                  <a:pt x="12077" y="2204"/>
                </a:lnTo>
                <a:lnTo>
                  <a:pt x="14206" y="73"/>
                </a:lnTo>
                <a:lnTo>
                  <a:pt x="141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21"/>
          <p:cNvSpPr/>
          <p:nvPr/>
        </p:nvSpPr>
        <p:spPr>
          <a:xfrm>
            <a:off x="5266418" y="2128033"/>
            <a:ext cx="31459" cy="31459"/>
          </a:xfrm>
          <a:custGeom>
            <a:rect b="b" l="l" r="r" t="t"/>
            <a:pathLst>
              <a:path extrusionOk="0" h="439" w="439">
                <a:moveTo>
                  <a:pt x="220" y="1"/>
                </a:moveTo>
                <a:cubicBezTo>
                  <a:pt x="99" y="1"/>
                  <a:pt x="1" y="99"/>
                  <a:pt x="1" y="220"/>
                </a:cubicBezTo>
                <a:cubicBezTo>
                  <a:pt x="1" y="340"/>
                  <a:pt x="99" y="439"/>
                  <a:pt x="220" y="439"/>
                </a:cubicBezTo>
                <a:cubicBezTo>
                  <a:pt x="340" y="439"/>
                  <a:pt x="439" y="340"/>
                  <a:pt x="439" y="220"/>
                </a:cubicBezTo>
                <a:cubicBezTo>
                  <a:pt x="439" y="99"/>
                  <a:pt x="340" y="1"/>
                  <a:pt x="22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21"/>
          <p:cNvSpPr/>
          <p:nvPr/>
        </p:nvSpPr>
        <p:spPr>
          <a:xfrm>
            <a:off x="5289635" y="1788442"/>
            <a:ext cx="1075115" cy="352137"/>
          </a:xfrm>
          <a:custGeom>
            <a:rect b="b" l="l" r="r" t="t"/>
            <a:pathLst>
              <a:path extrusionOk="0" h="4914" w="15003">
                <a:moveTo>
                  <a:pt x="8863" y="0"/>
                </a:moveTo>
                <a:lnTo>
                  <a:pt x="0" y="4824"/>
                </a:lnTo>
                <a:lnTo>
                  <a:pt x="50" y="4914"/>
                </a:lnTo>
                <a:lnTo>
                  <a:pt x="8869" y="114"/>
                </a:lnTo>
                <a:lnTo>
                  <a:pt x="14964" y="2511"/>
                </a:lnTo>
                <a:lnTo>
                  <a:pt x="15002" y="2415"/>
                </a:lnTo>
                <a:lnTo>
                  <a:pt x="886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21"/>
          <p:cNvSpPr/>
          <p:nvPr/>
        </p:nvSpPr>
        <p:spPr>
          <a:xfrm>
            <a:off x="6347536" y="1949173"/>
            <a:ext cx="31459" cy="31387"/>
          </a:xfrm>
          <a:custGeom>
            <a:rect b="b" l="l" r="r" t="t"/>
            <a:pathLst>
              <a:path extrusionOk="0" h="438" w="439">
                <a:moveTo>
                  <a:pt x="220" y="0"/>
                </a:moveTo>
                <a:cubicBezTo>
                  <a:pt x="99" y="0"/>
                  <a:pt x="1" y="99"/>
                  <a:pt x="1" y="219"/>
                </a:cubicBezTo>
                <a:cubicBezTo>
                  <a:pt x="1" y="339"/>
                  <a:pt x="99" y="438"/>
                  <a:pt x="220" y="438"/>
                </a:cubicBezTo>
                <a:cubicBezTo>
                  <a:pt x="339" y="438"/>
                  <a:pt x="439" y="340"/>
                  <a:pt x="439" y="219"/>
                </a:cubicBezTo>
                <a:cubicBezTo>
                  <a:pt x="439" y="99"/>
                  <a:pt x="339" y="0"/>
                  <a:pt x="2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1"/>
          <p:cNvSpPr/>
          <p:nvPr/>
        </p:nvSpPr>
        <p:spPr>
          <a:xfrm>
            <a:off x="4128331" y="2334339"/>
            <a:ext cx="35758" cy="31387"/>
          </a:xfrm>
          <a:custGeom>
            <a:rect b="b" l="l" r="r" t="t"/>
            <a:pathLst>
              <a:path extrusionOk="0" h="438" w="499">
                <a:moveTo>
                  <a:pt x="249" y="0"/>
                </a:moveTo>
                <a:cubicBezTo>
                  <a:pt x="217" y="0"/>
                  <a:pt x="185" y="7"/>
                  <a:pt x="155" y="21"/>
                </a:cubicBezTo>
                <a:cubicBezTo>
                  <a:pt x="47" y="74"/>
                  <a:pt x="1" y="204"/>
                  <a:pt x="52" y="313"/>
                </a:cubicBezTo>
                <a:cubicBezTo>
                  <a:pt x="90" y="391"/>
                  <a:pt x="168" y="437"/>
                  <a:pt x="250" y="437"/>
                </a:cubicBezTo>
                <a:cubicBezTo>
                  <a:pt x="281" y="437"/>
                  <a:pt x="313" y="430"/>
                  <a:pt x="344" y="416"/>
                </a:cubicBezTo>
                <a:cubicBezTo>
                  <a:pt x="452" y="364"/>
                  <a:pt x="498" y="234"/>
                  <a:pt x="447" y="125"/>
                </a:cubicBezTo>
                <a:cubicBezTo>
                  <a:pt x="409" y="46"/>
                  <a:pt x="330" y="0"/>
                  <a:pt x="24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1"/>
          <p:cNvSpPr/>
          <p:nvPr/>
        </p:nvSpPr>
        <p:spPr>
          <a:xfrm>
            <a:off x="3431233" y="1727747"/>
            <a:ext cx="35687" cy="31459"/>
          </a:xfrm>
          <a:custGeom>
            <a:rect b="b" l="l" r="r" t="t"/>
            <a:pathLst>
              <a:path extrusionOk="0" h="439" w="498">
                <a:moveTo>
                  <a:pt x="249" y="1"/>
                </a:moveTo>
                <a:cubicBezTo>
                  <a:pt x="218" y="1"/>
                  <a:pt x="186" y="8"/>
                  <a:pt x="155" y="23"/>
                </a:cubicBezTo>
                <a:cubicBezTo>
                  <a:pt x="46" y="75"/>
                  <a:pt x="0" y="205"/>
                  <a:pt x="52" y="314"/>
                </a:cubicBezTo>
                <a:cubicBezTo>
                  <a:pt x="89" y="393"/>
                  <a:pt x="168" y="438"/>
                  <a:pt x="250" y="438"/>
                </a:cubicBezTo>
                <a:cubicBezTo>
                  <a:pt x="281" y="438"/>
                  <a:pt x="313" y="432"/>
                  <a:pt x="343" y="417"/>
                </a:cubicBezTo>
                <a:cubicBezTo>
                  <a:pt x="452" y="365"/>
                  <a:pt x="498" y="234"/>
                  <a:pt x="446" y="126"/>
                </a:cubicBezTo>
                <a:cubicBezTo>
                  <a:pt x="410" y="48"/>
                  <a:pt x="332" y="1"/>
                  <a:pt x="24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1"/>
          <p:cNvSpPr/>
          <p:nvPr/>
        </p:nvSpPr>
        <p:spPr>
          <a:xfrm>
            <a:off x="3455024" y="1740001"/>
            <a:ext cx="694170" cy="612191"/>
          </a:xfrm>
          <a:custGeom>
            <a:rect b="b" l="l" r="r" t="t"/>
            <a:pathLst>
              <a:path extrusionOk="0" h="8543" w="9687">
                <a:moveTo>
                  <a:pt x="38" y="1"/>
                </a:moveTo>
                <a:lnTo>
                  <a:pt x="1" y="97"/>
                </a:lnTo>
                <a:lnTo>
                  <a:pt x="4929" y="2003"/>
                </a:lnTo>
                <a:lnTo>
                  <a:pt x="9602" y="8542"/>
                </a:lnTo>
                <a:lnTo>
                  <a:pt x="9686" y="8483"/>
                </a:lnTo>
                <a:lnTo>
                  <a:pt x="4994" y="1919"/>
                </a:lnTo>
                <a:lnTo>
                  <a:pt x="3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1"/>
          <p:cNvSpPr/>
          <p:nvPr/>
        </p:nvSpPr>
        <p:spPr>
          <a:xfrm>
            <a:off x="2825966" y="3099082"/>
            <a:ext cx="35830" cy="31387"/>
          </a:xfrm>
          <a:custGeom>
            <a:rect b="b" l="l" r="r" t="t"/>
            <a:pathLst>
              <a:path extrusionOk="0" h="438" w="500">
                <a:moveTo>
                  <a:pt x="250" y="0"/>
                </a:moveTo>
                <a:cubicBezTo>
                  <a:pt x="219" y="0"/>
                  <a:pt x="187" y="7"/>
                  <a:pt x="156" y="21"/>
                </a:cubicBezTo>
                <a:cubicBezTo>
                  <a:pt x="47" y="73"/>
                  <a:pt x="1" y="204"/>
                  <a:pt x="52" y="313"/>
                </a:cubicBezTo>
                <a:cubicBezTo>
                  <a:pt x="90" y="391"/>
                  <a:pt x="169" y="437"/>
                  <a:pt x="251" y="437"/>
                </a:cubicBezTo>
                <a:cubicBezTo>
                  <a:pt x="282" y="437"/>
                  <a:pt x="314" y="430"/>
                  <a:pt x="344" y="416"/>
                </a:cubicBezTo>
                <a:cubicBezTo>
                  <a:pt x="453" y="364"/>
                  <a:pt x="499" y="234"/>
                  <a:pt x="448" y="125"/>
                </a:cubicBezTo>
                <a:cubicBezTo>
                  <a:pt x="411" y="46"/>
                  <a:pt x="332" y="0"/>
                  <a:pt x="25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1"/>
          <p:cNvSpPr/>
          <p:nvPr/>
        </p:nvSpPr>
        <p:spPr>
          <a:xfrm>
            <a:off x="3509914" y="3051643"/>
            <a:ext cx="35687" cy="31459"/>
          </a:xfrm>
          <a:custGeom>
            <a:rect b="b" l="l" r="r" t="t"/>
            <a:pathLst>
              <a:path extrusionOk="0" h="439" w="498">
                <a:moveTo>
                  <a:pt x="249" y="1"/>
                </a:moveTo>
                <a:cubicBezTo>
                  <a:pt x="218" y="1"/>
                  <a:pt x="185" y="8"/>
                  <a:pt x="155" y="22"/>
                </a:cubicBezTo>
                <a:cubicBezTo>
                  <a:pt x="46" y="74"/>
                  <a:pt x="0" y="205"/>
                  <a:pt x="51" y="314"/>
                </a:cubicBezTo>
                <a:cubicBezTo>
                  <a:pt x="89" y="392"/>
                  <a:pt x="168" y="438"/>
                  <a:pt x="249" y="438"/>
                </a:cubicBezTo>
                <a:cubicBezTo>
                  <a:pt x="281" y="438"/>
                  <a:pt x="313" y="431"/>
                  <a:pt x="343" y="417"/>
                </a:cubicBezTo>
                <a:cubicBezTo>
                  <a:pt x="451" y="365"/>
                  <a:pt x="497" y="234"/>
                  <a:pt x="446" y="126"/>
                </a:cubicBezTo>
                <a:cubicBezTo>
                  <a:pt x="409" y="47"/>
                  <a:pt x="331" y="1"/>
                  <a:pt x="24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21"/>
          <p:cNvSpPr/>
          <p:nvPr/>
        </p:nvSpPr>
        <p:spPr>
          <a:xfrm>
            <a:off x="2835249" y="3063975"/>
            <a:ext cx="694167" cy="273803"/>
          </a:xfrm>
          <a:custGeom>
            <a:rect b="b" l="l" r="r" t="t"/>
            <a:pathLst>
              <a:path extrusionOk="0" h="3821" w="12338">
                <a:moveTo>
                  <a:pt x="12293" y="1"/>
                </a:moveTo>
                <a:lnTo>
                  <a:pt x="4370" y="3703"/>
                </a:lnTo>
                <a:lnTo>
                  <a:pt x="60" y="668"/>
                </a:lnTo>
                <a:lnTo>
                  <a:pt x="1" y="751"/>
                </a:lnTo>
                <a:lnTo>
                  <a:pt x="4336" y="3804"/>
                </a:lnTo>
                <a:lnTo>
                  <a:pt x="4360" y="3820"/>
                </a:lnTo>
                <a:lnTo>
                  <a:pt x="12337" y="93"/>
                </a:lnTo>
                <a:lnTo>
                  <a:pt x="1229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21"/>
          <p:cNvSpPr/>
          <p:nvPr/>
        </p:nvSpPr>
        <p:spPr>
          <a:xfrm>
            <a:off x="4728188" y="3933548"/>
            <a:ext cx="31387" cy="31459"/>
          </a:xfrm>
          <a:custGeom>
            <a:rect b="b" l="l" r="r" t="t"/>
            <a:pathLst>
              <a:path extrusionOk="0" h="439" w="438">
                <a:moveTo>
                  <a:pt x="219" y="1"/>
                </a:moveTo>
                <a:cubicBezTo>
                  <a:pt x="98" y="1"/>
                  <a:pt x="1" y="99"/>
                  <a:pt x="1" y="220"/>
                </a:cubicBezTo>
                <a:cubicBezTo>
                  <a:pt x="1" y="340"/>
                  <a:pt x="98" y="439"/>
                  <a:pt x="219" y="439"/>
                </a:cubicBezTo>
                <a:cubicBezTo>
                  <a:pt x="340" y="439"/>
                  <a:pt x="437" y="340"/>
                  <a:pt x="437" y="220"/>
                </a:cubicBezTo>
                <a:cubicBezTo>
                  <a:pt x="437" y="99"/>
                  <a:pt x="340" y="1"/>
                  <a:pt x="2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21"/>
          <p:cNvSpPr/>
          <p:nvPr/>
        </p:nvSpPr>
        <p:spPr>
          <a:xfrm>
            <a:off x="3740298" y="4262391"/>
            <a:ext cx="31387" cy="31459"/>
          </a:xfrm>
          <a:custGeom>
            <a:rect b="b" l="l" r="r" t="t"/>
            <a:pathLst>
              <a:path extrusionOk="0" h="439" w="438">
                <a:moveTo>
                  <a:pt x="219" y="1"/>
                </a:moveTo>
                <a:cubicBezTo>
                  <a:pt x="98" y="1"/>
                  <a:pt x="0" y="100"/>
                  <a:pt x="0" y="220"/>
                </a:cubicBezTo>
                <a:cubicBezTo>
                  <a:pt x="0" y="340"/>
                  <a:pt x="98" y="439"/>
                  <a:pt x="219" y="439"/>
                </a:cubicBezTo>
                <a:cubicBezTo>
                  <a:pt x="339" y="439"/>
                  <a:pt x="438" y="340"/>
                  <a:pt x="438" y="220"/>
                </a:cubicBezTo>
                <a:cubicBezTo>
                  <a:pt x="438" y="100"/>
                  <a:pt x="339" y="1"/>
                  <a:pt x="2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21"/>
          <p:cNvSpPr/>
          <p:nvPr/>
        </p:nvSpPr>
        <p:spPr>
          <a:xfrm>
            <a:off x="3755991" y="3946662"/>
            <a:ext cx="990556" cy="335154"/>
          </a:xfrm>
          <a:custGeom>
            <a:rect b="b" l="l" r="r" t="t"/>
            <a:pathLst>
              <a:path extrusionOk="0" h="4677" w="13823">
                <a:moveTo>
                  <a:pt x="13751" y="1"/>
                </a:moveTo>
                <a:lnTo>
                  <a:pt x="9175" y="4574"/>
                </a:lnTo>
                <a:lnTo>
                  <a:pt x="0" y="4574"/>
                </a:lnTo>
                <a:lnTo>
                  <a:pt x="0" y="4677"/>
                </a:lnTo>
                <a:lnTo>
                  <a:pt x="9218" y="4677"/>
                </a:lnTo>
                <a:lnTo>
                  <a:pt x="13822" y="72"/>
                </a:lnTo>
                <a:lnTo>
                  <a:pt x="1375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21"/>
          <p:cNvSpPr txBox="1"/>
          <p:nvPr/>
        </p:nvSpPr>
        <p:spPr>
          <a:xfrm>
            <a:off x="370050" y="2633219"/>
            <a:ext cx="17601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4" name="Google Shape;1254;p21"/>
          <p:cNvSpPr txBox="1"/>
          <p:nvPr/>
        </p:nvSpPr>
        <p:spPr>
          <a:xfrm>
            <a:off x="370050" y="4067799"/>
            <a:ext cx="17601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5" name="Google Shape;1255;p21"/>
          <p:cNvSpPr txBox="1"/>
          <p:nvPr/>
        </p:nvSpPr>
        <p:spPr>
          <a:xfrm>
            <a:off x="370050" y="1262550"/>
            <a:ext cx="17601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6" name="Google Shape;1256;p21"/>
          <p:cNvSpPr txBox="1"/>
          <p:nvPr/>
        </p:nvSpPr>
        <p:spPr>
          <a:xfrm>
            <a:off x="370048" y="951050"/>
            <a:ext cx="1152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rgbClr val="0F576B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 sz="1600">
              <a:solidFill>
                <a:srgbClr val="0F576B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7" name="Google Shape;1257;p21"/>
          <p:cNvSpPr txBox="1"/>
          <p:nvPr/>
        </p:nvSpPr>
        <p:spPr>
          <a:xfrm>
            <a:off x="370048" y="3756299"/>
            <a:ext cx="1152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8" name="Google Shape;1258;p21"/>
          <p:cNvSpPr txBox="1"/>
          <p:nvPr/>
        </p:nvSpPr>
        <p:spPr>
          <a:xfrm>
            <a:off x="370048" y="2325100"/>
            <a:ext cx="1152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9" name="Google Shape;1259;p21"/>
          <p:cNvSpPr txBox="1"/>
          <p:nvPr/>
        </p:nvSpPr>
        <p:spPr>
          <a:xfrm>
            <a:off x="7019850" y="1983675"/>
            <a:ext cx="17601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60" name="Google Shape;1260;p21"/>
          <p:cNvSpPr txBox="1"/>
          <p:nvPr/>
        </p:nvSpPr>
        <p:spPr>
          <a:xfrm>
            <a:off x="7471045" y="166242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6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61" name="Google Shape;1261;p21"/>
          <p:cNvSpPr txBox="1"/>
          <p:nvPr/>
        </p:nvSpPr>
        <p:spPr>
          <a:xfrm>
            <a:off x="7471045" y="3257444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 sz="160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62" name="Google Shape;1262;p21"/>
          <p:cNvSpPr txBox="1"/>
          <p:nvPr/>
        </p:nvSpPr>
        <p:spPr>
          <a:xfrm>
            <a:off x="7019849" y="3551825"/>
            <a:ext cx="17601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22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68" name="Google Shape;1268;p22"/>
          <p:cNvSpPr/>
          <p:nvPr/>
        </p:nvSpPr>
        <p:spPr>
          <a:xfrm>
            <a:off x="2883901" y="1264749"/>
            <a:ext cx="3375930" cy="3376044"/>
          </a:xfrm>
          <a:custGeom>
            <a:rect b="b" l="l" r="r" t="t"/>
            <a:pathLst>
              <a:path extrusionOk="0" h="15127" w="15127">
                <a:moveTo>
                  <a:pt x="7564" y="899"/>
                </a:moveTo>
                <a:cubicBezTo>
                  <a:pt x="11239" y="899"/>
                  <a:pt x="14228" y="3890"/>
                  <a:pt x="14227" y="7563"/>
                </a:cubicBezTo>
                <a:cubicBezTo>
                  <a:pt x="14227" y="11237"/>
                  <a:pt x="11239" y="14226"/>
                  <a:pt x="7564" y="14226"/>
                </a:cubicBezTo>
                <a:cubicBezTo>
                  <a:pt x="3889" y="14226"/>
                  <a:pt x="900" y="11237"/>
                  <a:pt x="900" y="7563"/>
                </a:cubicBezTo>
                <a:cubicBezTo>
                  <a:pt x="900" y="3888"/>
                  <a:pt x="3889" y="899"/>
                  <a:pt x="7564" y="899"/>
                </a:cubicBezTo>
                <a:close/>
                <a:moveTo>
                  <a:pt x="7564" y="1"/>
                </a:moveTo>
                <a:cubicBezTo>
                  <a:pt x="3393" y="1"/>
                  <a:pt x="1" y="3395"/>
                  <a:pt x="1" y="7564"/>
                </a:cubicBezTo>
                <a:cubicBezTo>
                  <a:pt x="1" y="11735"/>
                  <a:pt x="3395" y="15127"/>
                  <a:pt x="7564" y="15127"/>
                </a:cubicBezTo>
                <a:cubicBezTo>
                  <a:pt x="11734" y="15127"/>
                  <a:pt x="15127" y="11734"/>
                  <a:pt x="15127" y="7564"/>
                </a:cubicBezTo>
                <a:cubicBezTo>
                  <a:pt x="15127" y="3393"/>
                  <a:pt x="11734" y="1"/>
                  <a:pt x="7564" y="1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22"/>
          <p:cNvSpPr/>
          <p:nvPr/>
        </p:nvSpPr>
        <p:spPr>
          <a:xfrm>
            <a:off x="3286514" y="1667374"/>
            <a:ext cx="2570724" cy="2571034"/>
          </a:xfrm>
          <a:custGeom>
            <a:rect b="b" l="l" r="r" t="t"/>
            <a:pathLst>
              <a:path extrusionOk="0" h="11520" w="11519">
                <a:moveTo>
                  <a:pt x="5760" y="899"/>
                </a:moveTo>
                <a:cubicBezTo>
                  <a:pt x="8441" y="899"/>
                  <a:pt x="10621" y="3079"/>
                  <a:pt x="10621" y="5760"/>
                </a:cubicBezTo>
                <a:cubicBezTo>
                  <a:pt x="10621" y="8441"/>
                  <a:pt x="8441" y="10621"/>
                  <a:pt x="5760" y="10621"/>
                </a:cubicBezTo>
                <a:cubicBezTo>
                  <a:pt x="3080" y="10621"/>
                  <a:pt x="898" y="8441"/>
                  <a:pt x="898" y="5760"/>
                </a:cubicBezTo>
                <a:cubicBezTo>
                  <a:pt x="898" y="3079"/>
                  <a:pt x="3080" y="899"/>
                  <a:pt x="5760" y="899"/>
                </a:cubicBezTo>
                <a:close/>
                <a:moveTo>
                  <a:pt x="5760" y="1"/>
                </a:moveTo>
                <a:cubicBezTo>
                  <a:pt x="2584" y="1"/>
                  <a:pt x="1" y="2584"/>
                  <a:pt x="1" y="5760"/>
                </a:cubicBezTo>
                <a:cubicBezTo>
                  <a:pt x="1" y="8936"/>
                  <a:pt x="2584" y="11520"/>
                  <a:pt x="5760" y="11520"/>
                </a:cubicBezTo>
                <a:cubicBezTo>
                  <a:pt x="8935" y="11520"/>
                  <a:pt x="11519" y="8936"/>
                  <a:pt x="11519" y="5760"/>
                </a:cubicBezTo>
                <a:cubicBezTo>
                  <a:pt x="11519" y="2584"/>
                  <a:pt x="8935" y="1"/>
                  <a:pt x="5760" y="1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22"/>
          <p:cNvSpPr/>
          <p:nvPr/>
        </p:nvSpPr>
        <p:spPr>
          <a:xfrm>
            <a:off x="3688905" y="2069999"/>
            <a:ext cx="1765964" cy="1765800"/>
          </a:xfrm>
          <a:custGeom>
            <a:rect b="b" l="l" r="r" t="t"/>
            <a:pathLst>
              <a:path extrusionOk="0" h="7912" w="7913">
                <a:moveTo>
                  <a:pt x="3957" y="898"/>
                </a:moveTo>
                <a:cubicBezTo>
                  <a:pt x="5643" y="898"/>
                  <a:pt x="7015" y="2270"/>
                  <a:pt x="7015" y="3956"/>
                </a:cubicBezTo>
                <a:cubicBezTo>
                  <a:pt x="7015" y="5641"/>
                  <a:pt x="5643" y="7015"/>
                  <a:pt x="3957" y="7015"/>
                </a:cubicBezTo>
                <a:cubicBezTo>
                  <a:pt x="2270" y="7015"/>
                  <a:pt x="899" y="5641"/>
                  <a:pt x="899" y="3956"/>
                </a:cubicBezTo>
                <a:cubicBezTo>
                  <a:pt x="899" y="2269"/>
                  <a:pt x="2271" y="898"/>
                  <a:pt x="3957" y="898"/>
                </a:cubicBezTo>
                <a:close/>
                <a:moveTo>
                  <a:pt x="3957" y="1"/>
                </a:moveTo>
                <a:cubicBezTo>
                  <a:pt x="1775" y="1"/>
                  <a:pt x="1" y="1776"/>
                  <a:pt x="1" y="3956"/>
                </a:cubicBezTo>
                <a:cubicBezTo>
                  <a:pt x="1" y="6138"/>
                  <a:pt x="1776" y="7912"/>
                  <a:pt x="3957" y="7912"/>
                </a:cubicBezTo>
                <a:cubicBezTo>
                  <a:pt x="6138" y="7912"/>
                  <a:pt x="7913" y="6137"/>
                  <a:pt x="7913" y="3956"/>
                </a:cubicBezTo>
                <a:cubicBezTo>
                  <a:pt x="7913" y="1774"/>
                  <a:pt x="6138" y="1"/>
                  <a:pt x="3957" y="1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22"/>
          <p:cNvSpPr/>
          <p:nvPr/>
        </p:nvSpPr>
        <p:spPr>
          <a:xfrm>
            <a:off x="4472038" y="1265195"/>
            <a:ext cx="1788058" cy="3127868"/>
          </a:xfrm>
          <a:custGeom>
            <a:rect b="b" l="l" r="r" t="t"/>
            <a:pathLst>
              <a:path extrusionOk="0" h="14015" w="8012">
                <a:moveTo>
                  <a:pt x="449" y="1"/>
                </a:moveTo>
                <a:cubicBezTo>
                  <a:pt x="201" y="1"/>
                  <a:pt x="0" y="201"/>
                  <a:pt x="0" y="449"/>
                </a:cubicBezTo>
                <a:cubicBezTo>
                  <a:pt x="0" y="698"/>
                  <a:pt x="201" y="898"/>
                  <a:pt x="449" y="898"/>
                </a:cubicBezTo>
                <a:cubicBezTo>
                  <a:pt x="4124" y="898"/>
                  <a:pt x="7112" y="3888"/>
                  <a:pt x="7112" y="7562"/>
                </a:cubicBezTo>
                <a:cubicBezTo>
                  <a:pt x="7112" y="9853"/>
                  <a:pt x="5958" y="11956"/>
                  <a:pt x="4024" y="13187"/>
                </a:cubicBezTo>
                <a:cubicBezTo>
                  <a:pt x="3816" y="13320"/>
                  <a:pt x="3754" y="13598"/>
                  <a:pt x="3887" y="13808"/>
                </a:cubicBezTo>
                <a:cubicBezTo>
                  <a:pt x="3973" y="13942"/>
                  <a:pt x="4117" y="14014"/>
                  <a:pt x="4266" y="14014"/>
                </a:cubicBezTo>
                <a:cubicBezTo>
                  <a:pt x="4348" y="14014"/>
                  <a:pt x="4432" y="13992"/>
                  <a:pt x="4508" y="13945"/>
                </a:cubicBezTo>
                <a:cubicBezTo>
                  <a:pt x="6702" y="12547"/>
                  <a:pt x="8012" y="10162"/>
                  <a:pt x="8012" y="7563"/>
                </a:cubicBezTo>
                <a:cubicBezTo>
                  <a:pt x="8012" y="3393"/>
                  <a:pt x="4619" y="1"/>
                  <a:pt x="44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22"/>
          <p:cNvSpPr/>
          <p:nvPr/>
        </p:nvSpPr>
        <p:spPr>
          <a:xfrm>
            <a:off x="4197752" y="1667597"/>
            <a:ext cx="1659511" cy="2570810"/>
          </a:xfrm>
          <a:custGeom>
            <a:rect b="b" l="l" r="r" t="t"/>
            <a:pathLst>
              <a:path extrusionOk="0" h="11519" w="7436">
                <a:moveTo>
                  <a:pt x="1677" y="1"/>
                </a:moveTo>
                <a:cubicBezTo>
                  <a:pt x="1429" y="1"/>
                  <a:pt x="1228" y="201"/>
                  <a:pt x="1228" y="450"/>
                </a:cubicBezTo>
                <a:cubicBezTo>
                  <a:pt x="1228" y="699"/>
                  <a:pt x="1429" y="899"/>
                  <a:pt x="1677" y="899"/>
                </a:cubicBezTo>
                <a:cubicBezTo>
                  <a:pt x="4358" y="899"/>
                  <a:pt x="6538" y="3079"/>
                  <a:pt x="6538" y="5760"/>
                </a:cubicBezTo>
                <a:cubicBezTo>
                  <a:pt x="6538" y="8441"/>
                  <a:pt x="4357" y="10621"/>
                  <a:pt x="1676" y="10621"/>
                </a:cubicBezTo>
                <a:cubicBezTo>
                  <a:pt x="1311" y="10621"/>
                  <a:pt x="945" y="10580"/>
                  <a:pt x="592" y="10501"/>
                </a:cubicBezTo>
                <a:cubicBezTo>
                  <a:pt x="558" y="10493"/>
                  <a:pt x="524" y="10489"/>
                  <a:pt x="490" y="10489"/>
                </a:cubicBezTo>
                <a:cubicBezTo>
                  <a:pt x="286" y="10489"/>
                  <a:pt x="102" y="10630"/>
                  <a:pt x="55" y="10838"/>
                </a:cubicBezTo>
                <a:cubicBezTo>
                  <a:pt x="0" y="11080"/>
                  <a:pt x="151" y="11320"/>
                  <a:pt x="393" y="11375"/>
                </a:cubicBezTo>
                <a:cubicBezTo>
                  <a:pt x="811" y="11470"/>
                  <a:pt x="1243" y="11519"/>
                  <a:pt x="1677" y="11519"/>
                </a:cubicBezTo>
                <a:cubicBezTo>
                  <a:pt x="4852" y="11519"/>
                  <a:pt x="7436" y="8935"/>
                  <a:pt x="7436" y="5760"/>
                </a:cubicBezTo>
                <a:cubicBezTo>
                  <a:pt x="7436" y="2584"/>
                  <a:pt x="4852" y="1"/>
                  <a:pt x="167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22"/>
          <p:cNvSpPr/>
          <p:nvPr/>
        </p:nvSpPr>
        <p:spPr>
          <a:xfrm>
            <a:off x="3742691" y="2069776"/>
            <a:ext cx="1712403" cy="1766023"/>
          </a:xfrm>
          <a:custGeom>
            <a:rect b="b" l="l" r="r" t="t"/>
            <a:pathLst>
              <a:path extrusionOk="0" h="7913" w="7673">
                <a:moveTo>
                  <a:pt x="3717" y="1"/>
                </a:moveTo>
                <a:cubicBezTo>
                  <a:pt x="3469" y="1"/>
                  <a:pt x="3268" y="202"/>
                  <a:pt x="3268" y="450"/>
                </a:cubicBezTo>
                <a:cubicBezTo>
                  <a:pt x="3268" y="698"/>
                  <a:pt x="3469" y="899"/>
                  <a:pt x="3717" y="899"/>
                </a:cubicBezTo>
                <a:cubicBezTo>
                  <a:pt x="5405" y="899"/>
                  <a:pt x="6776" y="2271"/>
                  <a:pt x="6776" y="3957"/>
                </a:cubicBezTo>
                <a:cubicBezTo>
                  <a:pt x="6776" y="5642"/>
                  <a:pt x="5403" y="7016"/>
                  <a:pt x="3717" y="7016"/>
                </a:cubicBezTo>
                <a:cubicBezTo>
                  <a:pt x="2511" y="7016"/>
                  <a:pt x="1414" y="6302"/>
                  <a:pt x="923" y="5200"/>
                </a:cubicBezTo>
                <a:cubicBezTo>
                  <a:pt x="848" y="5033"/>
                  <a:pt x="683" y="4934"/>
                  <a:pt x="511" y="4934"/>
                </a:cubicBezTo>
                <a:cubicBezTo>
                  <a:pt x="450" y="4934"/>
                  <a:pt x="389" y="4946"/>
                  <a:pt x="330" y="4972"/>
                </a:cubicBezTo>
                <a:cubicBezTo>
                  <a:pt x="102" y="5074"/>
                  <a:pt x="0" y="5340"/>
                  <a:pt x="101" y="5566"/>
                </a:cubicBezTo>
                <a:cubicBezTo>
                  <a:pt x="736" y="6992"/>
                  <a:pt x="2156" y="7913"/>
                  <a:pt x="3716" y="7913"/>
                </a:cubicBezTo>
                <a:cubicBezTo>
                  <a:pt x="5897" y="7913"/>
                  <a:pt x="7672" y="6138"/>
                  <a:pt x="7673" y="3957"/>
                </a:cubicBezTo>
                <a:cubicBezTo>
                  <a:pt x="7673" y="1775"/>
                  <a:pt x="5898" y="1"/>
                  <a:pt x="37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22"/>
          <p:cNvSpPr/>
          <p:nvPr/>
        </p:nvSpPr>
        <p:spPr>
          <a:xfrm>
            <a:off x="4314251" y="2655190"/>
            <a:ext cx="515528" cy="839603"/>
          </a:xfrm>
          <a:custGeom>
            <a:rect b="b" l="l" r="r" t="t"/>
            <a:pathLst>
              <a:path extrusionOk="0" h="3762" w="2310">
                <a:moveTo>
                  <a:pt x="1155" y="280"/>
                </a:moveTo>
                <a:cubicBezTo>
                  <a:pt x="1381" y="681"/>
                  <a:pt x="2170" y="2113"/>
                  <a:pt x="2170" y="2607"/>
                </a:cubicBezTo>
                <a:cubicBezTo>
                  <a:pt x="2170" y="3167"/>
                  <a:pt x="1715" y="3622"/>
                  <a:pt x="1155" y="3622"/>
                </a:cubicBezTo>
                <a:cubicBezTo>
                  <a:pt x="595" y="3622"/>
                  <a:pt x="139" y="3167"/>
                  <a:pt x="139" y="2607"/>
                </a:cubicBezTo>
                <a:cubicBezTo>
                  <a:pt x="139" y="2113"/>
                  <a:pt x="928" y="681"/>
                  <a:pt x="1155" y="280"/>
                </a:cubicBezTo>
                <a:close/>
                <a:moveTo>
                  <a:pt x="1155" y="1"/>
                </a:moveTo>
                <a:lnTo>
                  <a:pt x="1095" y="104"/>
                </a:lnTo>
                <a:cubicBezTo>
                  <a:pt x="1050" y="181"/>
                  <a:pt x="0" y="1995"/>
                  <a:pt x="0" y="2607"/>
                </a:cubicBezTo>
                <a:cubicBezTo>
                  <a:pt x="0" y="3243"/>
                  <a:pt x="518" y="3761"/>
                  <a:pt x="1155" y="3761"/>
                </a:cubicBezTo>
                <a:cubicBezTo>
                  <a:pt x="1792" y="3761"/>
                  <a:pt x="2309" y="3243"/>
                  <a:pt x="2308" y="2607"/>
                </a:cubicBezTo>
                <a:cubicBezTo>
                  <a:pt x="2308" y="1996"/>
                  <a:pt x="1260" y="181"/>
                  <a:pt x="1215" y="104"/>
                </a:cubicBezTo>
                <a:lnTo>
                  <a:pt x="11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22"/>
          <p:cNvSpPr/>
          <p:nvPr/>
        </p:nvSpPr>
        <p:spPr>
          <a:xfrm>
            <a:off x="4110712" y="2539803"/>
            <a:ext cx="273609" cy="443235"/>
          </a:xfrm>
          <a:custGeom>
            <a:rect b="b" l="l" r="r" t="t"/>
            <a:pathLst>
              <a:path extrusionOk="0" h="1986" w="1226">
                <a:moveTo>
                  <a:pt x="612" y="282"/>
                </a:moveTo>
                <a:cubicBezTo>
                  <a:pt x="785" y="590"/>
                  <a:pt x="1086" y="1171"/>
                  <a:pt x="1086" y="1374"/>
                </a:cubicBezTo>
                <a:cubicBezTo>
                  <a:pt x="1086" y="1634"/>
                  <a:pt x="873" y="1847"/>
                  <a:pt x="612" y="1847"/>
                </a:cubicBezTo>
                <a:cubicBezTo>
                  <a:pt x="351" y="1847"/>
                  <a:pt x="140" y="1634"/>
                  <a:pt x="140" y="1374"/>
                </a:cubicBezTo>
                <a:cubicBezTo>
                  <a:pt x="140" y="1171"/>
                  <a:pt x="440" y="590"/>
                  <a:pt x="612" y="282"/>
                </a:cubicBezTo>
                <a:close/>
                <a:moveTo>
                  <a:pt x="611" y="0"/>
                </a:moveTo>
                <a:lnTo>
                  <a:pt x="551" y="104"/>
                </a:lnTo>
                <a:cubicBezTo>
                  <a:pt x="495" y="201"/>
                  <a:pt x="0" y="1063"/>
                  <a:pt x="0" y="1372"/>
                </a:cubicBezTo>
                <a:cubicBezTo>
                  <a:pt x="0" y="1710"/>
                  <a:pt x="275" y="1985"/>
                  <a:pt x="612" y="1985"/>
                </a:cubicBezTo>
                <a:cubicBezTo>
                  <a:pt x="950" y="1985"/>
                  <a:pt x="1225" y="1712"/>
                  <a:pt x="1222" y="1372"/>
                </a:cubicBezTo>
                <a:cubicBezTo>
                  <a:pt x="1222" y="1063"/>
                  <a:pt x="728" y="201"/>
                  <a:pt x="672" y="104"/>
                </a:cubicBezTo>
                <a:lnTo>
                  <a:pt x="6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22"/>
          <p:cNvSpPr/>
          <p:nvPr/>
        </p:nvSpPr>
        <p:spPr>
          <a:xfrm>
            <a:off x="4798325" y="2539803"/>
            <a:ext cx="273609" cy="443235"/>
          </a:xfrm>
          <a:custGeom>
            <a:rect b="b" l="l" r="r" t="t"/>
            <a:pathLst>
              <a:path extrusionOk="0" h="1986" w="1226">
                <a:moveTo>
                  <a:pt x="613" y="282"/>
                </a:moveTo>
                <a:cubicBezTo>
                  <a:pt x="785" y="590"/>
                  <a:pt x="1086" y="1171"/>
                  <a:pt x="1086" y="1374"/>
                </a:cubicBezTo>
                <a:cubicBezTo>
                  <a:pt x="1086" y="1634"/>
                  <a:pt x="874" y="1847"/>
                  <a:pt x="613" y="1847"/>
                </a:cubicBezTo>
                <a:cubicBezTo>
                  <a:pt x="352" y="1847"/>
                  <a:pt x="139" y="1634"/>
                  <a:pt x="139" y="1374"/>
                </a:cubicBezTo>
                <a:cubicBezTo>
                  <a:pt x="139" y="1171"/>
                  <a:pt x="440" y="590"/>
                  <a:pt x="613" y="282"/>
                </a:cubicBezTo>
                <a:close/>
                <a:moveTo>
                  <a:pt x="611" y="0"/>
                </a:moveTo>
                <a:lnTo>
                  <a:pt x="552" y="104"/>
                </a:lnTo>
                <a:cubicBezTo>
                  <a:pt x="496" y="201"/>
                  <a:pt x="0" y="1063"/>
                  <a:pt x="0" y="1372"/>
                </a:cubicBezTo>
                <a:cubicBezTo>
                  <a:pt x="0" y="1710"/>
                  <a:pt x="276" y="1985"/>
                  <a:pt x="613" y="1985"/>
                </a:cubicBezTo>
                <a:cubicBezTo>
                  <a:pt x="951" y="1985"/>
                  <a:pt x="1225" y="1712"/>
                  <a:pt x="1223" y="1372"/>
                </a:cubicBezTo>
                <a:cubicBezTo>
                  <a:pt x="1223" y="1063"/>
                  <a:pt x="728" y="201"/>
                  <a:pt x="672" y="104"/>
                </a:cubicBezTo>
                <a:lnTo>
                  <a:pt x="6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22"/>
          <p:cNvSpPr txBox="1"/>
          <p:nvPr/>
        </p:nvSpPr>
        <p:spPr>
          <a:xfrm>
            <a:off x="385159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78" name="Google Shape;1278;p22"/>
          <p:cNvSpPr txBox="1"/>
          <p:nvPr/>
        </p:nvSpPr>
        <p:spPr>
          <a:xfrm>
            <a:off x="385159" y="15426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79" name="Google Shape;1279;p22"/>
          <p:cNvSpPr txBox="1"/>
          <p:nvPr/>
        </p:nvSpPr>
        <p:spPr>
          <a:xfrm>
            <a:off x="6823485" y="30327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80" name="Google Shape;1280;p22"/>
          <p:cNvSpPr txBox="1"/>
          <p:nvPr/>
        </p:nvSpPr>
        <p:spPr>
          <a:xfrm>
            <a:off x="7441185" y="24164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37%</a:t>
            </a:r>
            <a:endParaRPr b="1" sz="360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81" name="Google Shape;1281;p22"/>
          <p:cNvSpPr txBox="1"/>
          <p:nvPr/>
        </p:nvSpPr>
        <p:spPr>
          <a:xfrm>
            <a:off x="385159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54%</a:t>
            </a:r>
            <a:endParaRPr b="1" sz="36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82" name="Google Shape;1282;p22"/>
          <p:cNvSpPr txBox="1"/>
          <p:nvPr/>
        </p:nvSpPr>
        <p:spPr>
          <a:xfrm>
            <a:off x="385159" y="9426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62%</a:t>
            </a:r>
            <a:endParaRPr b="1" sz="360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23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88" name="Google Shape;1288;p23"/>
          <p:cNvSpPr/>
          <p:nvPr/>
        </p:nvSpPr>
        <p:spPr>
          <a:xfrm>
            <a:off x="5024215" y="2598809"/>
            <a:ext cx="1405505" cy="1164138"/>
          </a:xfrm>
          <a:custGeom>
            <a:rect b="b" l="l" r="r" t="t"/>
            <a:pathLst>
              <a:path extrusionOk="0" h="19442" w="23473">
                <a:moveTo>
                  <a:pt x="1" y="0"/>
                </a:moveTo>
                <a:lnTo>
                  <a:pt x="11299" y="19442"/>
                </a:lnTo>
                <a:lnTo>
                  <a:pt x="23473" y="19442"/>
                </a:lnTo>
                <a:lnTo>
                  <a:pt x="18290" y="10525"/>
                </a:lnTo>
                <a:cubicBezTo>
                  <a:pt x="14503" y="4009"/>
                  <a:pt x="7536" y="0"/>
                  <a:pt x="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23"/>
          <p:cNvSpPr/>
          <p:nvPr/>
        </p:nvSpPr>
        <p:spPr>
          <a:xfrm>
            <a:off x="2981120" y="3748300"/>
            <a:ext cx="1707227" cy="644881"/>
          </a:xfrm>
          <a:custGeom>
            <a:rect b="b" l="l" r="r" t="t"/>
            <a:pathLst>
              <a:path extrusionOk="0" h="10770" w="28512">
                <a:moveTo>
                  <a:pt x="28512" y="0"/>
                </a:moveTo>
                <a:lnTo>
                  <a:pt x="6027" y="193"/>
                </a:lnTo>
                <a:lnTo>
                  <a:pt x="0" y="10769"/>
                </a:lnTo>
                <a:lnTo>
                  <a:pt x="10313" y="10681"/>
                </a:lnTo>
                <a:cubicBezTo>
                  <a:pt x="17849" y="10617"/>
                  <a:pt x="24781" y="6548"/>
                  <a:pt x="2851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23"/>
          <p:cNvSpPr/>
          <p:nvPr/>
        </p:nvSpPr>
        <p:spPr>
          <a:xfrm>
            <a:off x="3628700" y="1107950"/>
            <a:ext cx="895468" cy="1800157"/>
          </a:xfrm>
          <a:custGeom>
            <a:rect b="b" l="l" r="r" t="t"/>
            <a:pathLst>
              <a:path extrusionOk="0" h="30064" w="14955">
                <a:moveTo>
                  <a:pt x="8838" y="1"/>
                </a:moveTo>
                <a:lnTo>
                  <a:pt x="3732" y="8962"/>
                </a:lnTo>
                <a:cubicBezTo>
                  <a:pt x="1" y="15510"/>
                  <a:pt x="35" y="23548"/>
                  <a:pt x="3822" y="30063"/>
                </a:cubicBezTo>
                <a:lnTo>
                  <a:pt x="14954" y="10525"/>
                </a:lnTo>
                <a:lnTo>
                  <a:pt x="883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23"/>
          <p:cNvSpPr/>
          <p:nvPr/>
        </p:nvSpPr>
        <p:spPr>
          <a:xfrm>
            <a:off x="5024215" y="2598689"/>
            <a:ext cx="821160" cy="1114560"/>
          </a:xfrm>
          <a:custGeom>
            <a:rect b="b" l="l" r="r" t="t"/>
            <a:pathLst>
              <a:path extrusionOk="0" h="18614" w="13714">
                <a:moveTo>
                  <a:pt x="1" y="0"/>
                </a:moveTo>
                <a:lnTo>
                  <a:pt x="10818" y="18614"/>
                </a:lnTo>
                <a:cubicBezTo>
                  <a:pt x="12660" y="15392"/>
                  <a:pt x="13713" y="11659"/>
                  <a:pt x="13713" y="7682"/>
                </a:cubicBezTo>
                <a:cubicBezTo>
                  <a:pt x="13712" y="6742"/>
                  <a:pt x="13654" y="5815"/>
                  <a:pt x="13539" y="4904"/>
                </a:cubicBezTo>
                <a:cubicBezTo>
                  <a:pt x="9795" y="1785"/>
                  <a:pt x="5026" y="0"/>
                  <a:pt x="1" y="0"/>
                </a:cubicBezTo>
                <a:close/>
              </a:path>
            </a:pathLst>
          </a:custGeom>
          <a:solidFill>
            <a:srgbClr val="434343">
              <a:alpha val="45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23"/>
          <p:cNvSpPr/>
          <p:nvPr/>
        </p:nvSpPr>
        <p:spPr>
          <a:xfrm>
            <a:off x="3405056" y="3748240"/>
            <a:ext cx="1283295" cy="547520"/>
          </a:xfrm>
          <a:custGeom>
            <a:rect b="b" l="l" r="r" t="t"/>
            <a:pathLst>
              <a:path extrusionOk="0" h="9144" w="21432">
                <a:moveTo>
                  <a:pt x="21432" y="0"/>
                </a:moveTo>
                <a:lnTo>
                  <a:pt x="1" y="183"/>
                </a:lnTo>
                <a:cubicBezTo>
                  <a:pt x="2554" y="4256"/>
                  <a:pt x="6400" y="7434"/>
                  <a:pt x="10963" y="9143"/>
                </a:cubicBezTo>
                <a:cubicBezTo>
                  <a:pt x="15315" y="7389"/>
                  <a:pt x="19035" y="4208"/>
                  <a:pt x="21432" y="0"/>
                </a:cubicBezTo>
                <a:close/>
              </a:path>
            </a:pathLst>
          </a:custGeom>
          <a:solidFill>
            <a:srgbClr val="434343">
              <a:alpha val="45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23"/>
          <p:cNvSpPr/>
          <p:nvPr/>
        </p:nvSpPr>
        <p:spPr>
          <a:xfrm>
            <a:off x="3650436" y="1738113"/>
            <a:ext cx="873673" cy="1169946"/>
          </a:xfrm>
          <a:custGeom>
            <a:rect b="b" l="l" r="r" t="t"/>
            <a:pathLst>
              <a:path extrusionOk="0" h="19539" w="14591">
                <a:moveTo>
                  <a:pt x="14590" y="0"/>
                </a:moveTo>
                <a:cubicBezTo>
                  <a:pt x="9474" y="4"/>
                  <a:pt x="4766" y="1748"/>
                  <a:pt x="1024" y="4674"/>
                </a:cubicBezTo>
                <a:cubicBezTo>
                  <a:pt x="1" y="9687"/>
                  <a:pt x="812" y="14985"/>
                  <a:pt x="3458" y="19538"/>
                </a:cubicBezTo>
                <a:lnTo>
                  <a:pt x="14590" y="0"/>
                </a:lnTo>
                <a:close/>
              </a:path>
            </a:pathLst>
          </a:custGeom>
          <a:solidFill>
            <a:srgbClr val="434343">
              <a:alpha val="45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23"/>
          <p:cNvSpPr/>
          <p:nvPr/>
        </p:nvSpPr>
        <p:spPr>
          <a:xfrm>
            <a:off x="3349070" y="1832123"/>
            <a:ext cx="2351270" cy="2351210"/>
          </a:xfrm>
          <a:custGeom>
            <a:rect b="b" l="l" r="r" t="t"/>
            <a:pathLst>
              <a:path extrusionOk="0" h="39267" w="39268">
                <a:moveTo>
                  <a:pt x="19634" y="0"/>
                </a:moveTo>
                <a:cubicBezTo>
                  <a:pt x="14427" y="0"/>
                  <a:pt x="9432" y="2068"/>
                  <a:pt x="5751" y="5750"/>
                </a:cubicBezTo>
                <a:cubicBezTo>
                  <a:pt x="2069" y="9433"/>
                  <a:pt x="1" y="14426"/>
                  <a:pt x="1" y="19633"/>
                </a:cubicBezTo>
                <a:cubicBezTo>
                  <a:pt x="1" y="24841"/>
                  <a:pt x="2069" y="29834"/>
                  <a:pt x="5751" y="33517"/>
                </a:cubicBezTo>
                <a:cubicBezTo>
                  <a:pt x="9432" y="37198"/>
                  <a:pt x="14427" y="39267"/>
                  <a:pt x="19634" y="39267"/>
                </a:cubicBezTo>
                <a:cubicBezTo>
                  <a:pt x="24841" y="39267"/>
                  <a:pt x="29835" y="37198"/>
                  <a:pt x="33517" y="33517"/>
                </a:cubicBezTo>
                <a:cubicBezTo>
                  <a:pt x="37199" y="29834"/>
                  <a:pt x="39268" y="24841"/>
                  <a:pt x="39268" y="19633"/>
                </a:cubicBezTo>
                <a:cubicBezTo>
                  <a:pt x="39268" y="14426"/>
                  <a:pt x="37199" y="9433"/>
                  <a:pt x="33517" y="5750"/>
                </a:cubicBezTo>
                <a:cubicBezTo>
                  <a:pt x="29835" y="2068"/>
                  <a:pt x="24841" y="0"/>
                  <a:pt x="1963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23"/>
          <p:cNvSpPr/>
          <p:nvPr/>
        </p:nvSpPr>
        <p:spPr>
          <a:xfrm>
            <a:off x="3638340" y="1834937"/>
            <a:ext cx="2062001" cy="2348515"/>
          </a:xfrm>
          <a:custGeom>
            <a:rect b="b" l="l" r="r" t="t"/>
            <a:pathLst>
              <a:path extrusionOk="0" h="39222" w="34437">
                <a:moveTo>
                  <a:pt x="16153" y="0"/>
                </a:moveTo>
                <a:cubicBezTo>
                  <a:pt x="23596" y="2343"/>
                  <a:pt x="28992" y="9299"/>
                  <a:pt x="28992" y="17515"/>
                </a:cubicBezTo>
                <a:cubicBezTo>
                  <a:pt x="28992" y="27655"/>
                  <a:pt x="20772" y="35874"/>
                  <a:pt x="10632" y="35874"/>
                </a:cubicBezTo>
                <a:cubicBezTo>
                  <a:pt x="6669" y="35874"/>
                  <a:pt x="3000" y="34619"/>
                  <a:pt x="0" y="32485"/>
                </a:cubicBezTo>
                <a:lnTo>
                  <a:pt x="0" y="32485"/>
                </a:lnTo>
                <a:cubicBezTo>
                  <a:pt x="3599" y="36613"/>
                  <a:pt x="8895" y="39222"/>
                  <a:pt x="14802" y="39222"/>
                </a:cubicBezTo>
                <a:cubicBezTo>
                  <a:pt x="25644" y="39222"/>
                  <a:pt x="34436" y="30431"/>
                  <a:pt x="34436" y="19588"/>
                </a:cubicBezTo>
                <a:cubicBezTo>
                  <a:pt x="34437" y="9198"/>
                  <a:pt x="26368" y="695"/>
                  <a:pt x="1615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23"/>
          <p:cNvSpPr/>
          <p:nvPr/>
        </p:nvSpPr>
        <p:spPr>
          <a:xfrm>
            <a:off x="4187421" y="3652674"/>
            <a:ext cx="294717" cy="173166"/>
          </a:xfrm>
          <a:custGeom>
            <a:rect b="b" l="l" r="r" t="t"/>
            <a:pathLst>
              <a:path extrusionOk="0" h="2892" w="4922">
                <a:moveTo>
                  <a:pt x="593" y="0"/>
                </a:moveTo>
                <a:cubicBezTo>
                  <a:pt x="274" y="0"/>
                  <a:pt x="225" y="346"/>
                  <a:pt x="1" y="469"/>
                </a:cubicBezTo>
                <a:cubicBezTo>
                  <a:pt x="113" y="593"/>
                  <a:pt x="216" y="706"/>
                  <a:pt x="325" y="824"/>
                </a:cubicBezTo>
                <a:cubicBezTo>
                  <a:pt x="753" y="1087"/>
                  <a:pt x="901" y="1321"/>
                  <a:pt x="911" y="1755"/>
                </a:cubicBezTo>
                <a:cubicBezTo>
                  <a:pt x="1560" y="2078"/>
                  <a:pt x="1560" y="2078"/>
                  <a:pt x="1843" y="2157"/>
                </a:cubicBezTo>
                <a:cubicBezTo>
                  <a:pt x="1865" y="2164"/>
                  <a:pt x="1894" y="2172"/>
                  <a:pt x="1917" y="2177"/>
                </a:cubicBezTo>
                <a:cubicBezTo>
                  <a:pt x="2015" y="2200"/>
                  <a:pt x="2103" y="2215"/>
                  <a:pt x="2185" y="2215"/>
                </a:cubicBezTo>
                <a:cubicBezTo>
                  <a:pt x="2302" y="2215"/>
                  <a:pt x="2408" y="2186"/>
                  <a:pt x="2515" y="2108"/>
                </a:cubicBezTo>
                <a:cubicBezTo>
                  <a:pt x="2578" y="2061"/>
                  <a:pt x="2680" y="1986"/>
                  <a:pt x="2812" y="1986"/>
                </a:cubicBezTo>
                <a:cubicBezTo>
                  <a:pt x="2831" y="1986"/>
                  <a:pt x="2852" y="1987"/>
                  <a:pt x="2873" y="1991"/>
                </a:cubicBezTo>
                <a:cubicBezTo>
                  <a:pt x="2967" y="2008"/>
                  <a:pt x="3074" y="2064"/>
                  <a:pt x="3216" y="2172"/>
                </a:cubicBezTo>
                <a:cubicBezTo>
                  <a:pt x="3732" y="2570"/>
                  <a:pt x="4150" y="2892"/>
                  <a:pt x="4752" y="2892"/>
                </a:cubicBezTo>
                <a:cubicBezTo>
                  <a:pt x="4807" y="2892"/>
                  <a:pt x="4863" y="2889"/>
                  <a:pt x="4921" y="2883"/>
                </a:cubicBezTo>
                <a:cubicBezTo>
                  <a:pt x="4920" y="2875"/>
                  <a:pt x="4920" y="2865"/>
                  <a:pt x="4920" y="2856"/>
                </a:cubicBezTo>
                <a:cubicBezTo>
                  <a:pt x="4919" y="2847"/>
                  <a:pt x="4919" y="2836"/>
                  <a:pt x="4919" y="2827"/>
                </a:cubicBezTo>
                <a:lnTo>
                  <a:pt x="4919" y="2799"/>
                </a:lnTo>
                <a:cubicBezTo>
                  <a:pt x="4917" y="2790"/>
                  <a:pt x="4917" y="2780"/>
                  <a:pt x="4917" y="2771"/>
                </a:cubicBezTo>
                <a:cubicBezTo>
                  <a:pt x="4916" y="2763"/>
                  <a:pt x="4916" y="2752"/>
                  <a:pt x="4916" y="2743"/>
                </a:cubicBezTo>
                <a:cubicBezTo>
                  <a:pt x="4915" y="2734"/>
                  <a:pt x="4915" y="2724"/>
                  <a:pt x="4915" y="2716"/>
                </a:cubicBezTo>
                <a:lnTo>
                  <a:pt x="4915" y="2687"/>
                </a:lnTo>
                <a:cubicBezTo>
                  <a:pt x="4915" y="2678"/>
                  <a:pt x="4915" y="2669"/>
                  <a:pt x="4917" y="2657"/>
                </a:cubicBezTo>
                <a:cubicBezTo>
                  <a:pt x="3688" y="1960"/>
                  <a:pt x="3687" y="1950"/>
                  <a:pt x="3678" y="1869"/>
                </a:cubicBezTo>
                <a:cubicBezTo>
                  <a:pt x="3658" y="1658"/>
                  <a:pt x="3487" y="1236"/>
                  <a:pt x="3115" y="1010"/>
                </a:cubicBezTo>
                <a:cubicBezTo>
                  <a:pt x="3100" y="1001"/>
                  <a:pt x="960" y="51"/>
                  <a:pt x="599" y="0"/>
                </a:cubicBezTo>
                <a:cubicBezTo>
                  <a:pt x="597" y="0"/>
                  <a:pt x="595" y="0"/>
                  <a:pt x="59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23"/>
          <p:cNvSpPr/>
          <p:nvPr/>
        </p:nvSpPr>
        <p:spPr>
          <a:xfrm>
            <a:off x="3336076" y="1936012"/>
            <a:ext cx="1097016" cy="1368141"/>
          </a:xfrm>
          <a:custGeom>
            <a:rect b="b" l="l" r="r" t="t"/>
            <a:pathLst>
              <a:path extrusionOk="0" h="22849" w="18321">
                <a:moveTo>
                  <a:pt x="12128" y="0"/>
                </a:moveTo>
                <a:lnTo>
                  <a:pt x="12128" y="0"/>
                </a:lnTo>
                <a:cubicBezTo>
                  <a:pt x="11676" y="173"/>
                  <a:pt x="11299" y="525"/>
                  <a:pt x="10789" y="557"/>
                </a:cubicBezTo>
                <a:cubicBezTo>
                  <a:pt x="10794" y="554"/>
                  <a:pt x="11445" y="153"/>
                  <a:pt x="11696" y="27"/>
                </a:cubicBezTo>
                <a:lnTo>
                  <a:pt x="11696" y="27"/>
                </a:lnTo>
                <a:cubicBezTo>
                  <a:pt x="10620" y="536"/>
                  <a:pt x="10459" y="634"/>
                  <a:pt x="9211" y="1386"/>
                </a:cubicBezTo>
                <a:cubicBezTo>
                  <a:pt x="8037" y="2171"/>
                  <a:pt x="7869" y="2313"/>
                  <a:pt x="6571" y="3423"/>
                </a:cubicBezTo>
                <a:cubicBezTo>
                  <a:pt x="5659" y="4275"/>
                  <a:pt x="5562" y="4390"/>
                  <a:pt x="4370" y="5801"/>
                </a:cubicBezTo>
                <a:cubicBezTo>
                  <a:pt x="3649" y="6732"/>
                  <a:pt x="3611" y="6797"/>
                  <a:pt x="2605" y="8476"/>
                </a:cubicBezTo>
                <a:cubicBezTo>
                  <a:pt x="2056" y="9489"/>
                  <a:pt x="2027" y="9561"/>
                  <a:pt x="1298" y="11409"/>
                </a:cubicBezTo>
                <a:lnTo>
                  <a:pt x="902" y="12674"/>
                </a:lnTo>
                <a:cubicBezTo>
                  <a:pt x="899" y="12692"/>
                  <a:pt x="450" y="14479"/>
                  <a:pt x="544" y="14876"/>
                </a:cubicBezTo>
                <a:cubicBezTo>
                  <a:pt x="562" y="14838"/>
                  <a:pt x="585" y="14785"/>
                  <a:pt x="602" y="14748"/>
                </a:cubicBezTo>
                <a:lnTo>
                  <a:pt x="602" y="14748"/>
                </a:lnTo>
                <a:cubicBezTo>
                  <a:pt x="1" y="18281"/>
                  <a:pt x="593" y="20542"/>
                  <a:pt x="600" y="20555"/>
                </a:cubicBezTo>
                <a:cubicBezTo>
                  <a:pt x="848" y="19531"/>
                  <a:pt x="495" y="18462"/>
                  <a:pt x="829" y="17444"/>
                </a:cubicBezTo>
                <a:cubicBezTo>
                  <a:pt x="988" y="16958"/>
                  <a:pt x="1596" y="16166"/>
                  <a:pt x="1888" y="16166"/>
                </a:cubicBezTo>
                <a:cubicBezTo>
                  <a:pt x="1925" y="16166"/>
                  <a:pt x="1956" y="16178"/>
                  <a:pt x="1982" y="16206"/>
                </a:cubicBezTo>
                <a:cubicBezTo>
                  <a:pt x="2874" y="17170"/>
                  <a:pt x="2247" y="18493"/>
                  <a:pt x="2770" y="19546"/>
                </a:cubicBezTo>
                <a:cubicBezTo>
                  <a:pt x="2839" y="19521"/>
                  <a:pt x="2932" y="19487"/>
                  <a:pt x="3003" y="19461"/>
                </a:cubicBezTo>
                <a:cubicBezTo>
                  <a:pt x="3022" y="19482"/>
                  <a:pt x="3022" y="19482"/>
                  <a:pt x="3409" y="22503"/>
                </a:cubicBezTo>
                <a:cubicBezTo>
                  <a:pt x="3587" y="21954"/>
                  <a:pt x="3245" y="21318"/>
                  <a:pt x="3690" y="20815"/>
                </a:cubicBezTo>
                <a:cubicBezTo>
                  <a:pt x="4509" y="22836"/>
                  <a:pt x="4664" y="22841"/>
                  <a:pt x="4944" y="22848"/>
                </a:cubicBezTo>
                <a:cubicBezTo>
                  <a:pt x="4958" y="22848"/>
                  <a:pt x="6093" y="22322"/>
                  <a:pt x="5445" y="20864"/>
                </a:cubicBezTo>
                <a:cubicBezTo>
                  <a:pt x="4524" y="18789"/>
                  <a:pt x="4524" y="18789"/>
                  <a:pt x="4908" y="18232"/>
                </a:cubicBezTo>
                <a:cubicBezTo>
                  <a:pt x="4911" y="18228"/>
                  <a:pt x="5152" y="17923"/>
                  <a:pt x="5372" y="17923"/>
                </a:cubicBezTo>
                <a:cubicBezTo>
                  <a:pt x="5447" y="17923"/>
                  <a:pt x="5519" y="17958"/>
                  <a:pt x="5578" y="18050"/>
                </a:cubicBezTo>
                <a:cubicBezTo>
                  <a:pt x="5862" y="18490"/>
                  <a:pt x="5626" y="18969"/>
                  <a:pt x="5677" y="19426"/>
                </a:cubicBezTo>
                <a:cubicBezTo>
                  <a:pt x="6228" y="19209"/>
                  <a:pt x="6160" y="18541"/>
                  <a:pt x="6559" y="18212"/>
                </a:cubicBezTo>
                <a:cubicBezTo>
                  <a:pt x="6956" y="17886"/>
                  <a:pt x="7525" y="17931"/>
                  <a:pt x="7911" y="17583"/>
                </a:cubicBezTo>
                <a:cubicBezTo>
                  <a:pt x="8050" y="17456"/>
                  <a:pt x="8188" y="17239"/>
                  <a:pt x="8282" y="17075"/>
                </a:cubicBezTo>
                <a:cubicBezTo>
                  <a:pt x="8928" y="15947"/>
                  <a:pt x="8596" y="15042"/>
                  <a:pt x="8436" y="14607"/>
                </a:cubicBezTo>
                <a:cubicBezTo>
                  <a:pt x="8088" y="13665"/>
                  <a:pt x="8088" y="13665"/>
                  <a:pt x="8686" y="12571"/>
                </a:cubicBezTo>
                <a:cubicBezTo>
                  <a:pt x="8635" y="12560"/>
                  <a:pt x="8585" y="12548"/>
                  <a:pt x="8535" y="12535"/>
                </a:cubicBezTo>
                <a:cubicBezTo>
                  <a:pt x="8487" y="12524"/>
                  <a:pt x="8438" y="12512"/>
                  <a:pt x="8390" y="12500"/>
                </a:cubicBezTo>
                <a:cubicBezTo>
                  <a:pt x="8341" y="12488"/>
                  <a:pt x="8294" y="12476"/>
                  <a:pt x="8247" y="12464"/>
                </a:cubicBezTo>
                <a:cubicBezTo>
                  <a:pt x="8200" y="12453"/>
                  <a:pt x="8151" y="12441"/>
                  <a:pt x="8104" y="12428"/>
                </a:cubicBezTo>
                <a:cubicBezTo>
                  <a:pt x="8056" y="12416"/>
                  <a:pt x="8008" y="12404"/>
                  <a:pt x="7961" y="12391"/>
                </a:cubicBezTo>
                <a:cubicBezTo>
                  <a:pt x="7913" y="12379"/>
                  <a:pt x="7865" y="12366"/>
                  <a:pt x="7817" y="12353"/>
                </a:cubicBezTo>
                <a:cubicBezTo>
                  <a:pt x="7767" y="12339"/>
                  <a:pt x="7717" y="12326"/>
                  <a:pt x="7669" y="12312"/>
                </a:cubicBezTo>
                <a:cubicBezTo>
                  <a:pt x="7617" y="12298"/>
                  <a:pt x="7566" y="12283"/>
                  <a:pt x="7515" y="12268"/>
                </a:cubicBezTo>
                <a:cubicBezTo>
                  <a:pt x="8436" y="11356"/>
                  <a:pt x="8614" y="11179"/>
                  <a:pt x="8788" y="11179"/>
                </a:cubicBezTo>
                <a:cubicBezTo>
                  <a:pt x="8830" y="11179"/>
                  <a:pt x="8871" y="11190"/>
                  <a:pt x="8923" y="11202"/>
                </a:cubicBezTo>
                <a:cubicBezTo>
                  <a:pt x="8919" y="11803"/>
                  <a:pt x="8919" y="11803"/>
                  <a:pt x="8980" y="11881"/>
                </a:cubicBezTo>
                <a:cubicBezTo>
                  <a:pt x="9120" y="11865"/>
                  <a:pt x="9245" y="11802"/>
                  <a:pt x="9379" y="11768"/>
                </a:cubicBezTo>
                <a:cubicBezTo>
                  <a:pt x="9413" y="11790"/>
                  <a:pt x="9457" y="11819"/>
                  <a:pt x="9491" y="11841"/>
                </a:cubicBezTo>
                <a:lnTo>
                  <a:pt x="9894" y="13855"/>
                </a:lnTo>
                <a:cubicBezTo>
                  <a:pt x="9944" y="13917"/>
                  <a:pt x="10007" y="13942"/>
                  <a:pt x="10076" y="13942"/>
                </a:cubicBezTo>
                <a:cubicBezTo>
                  <a:pt x="10351" y="13942"/>
                  <a:pt x="10722" y="13532"/>
                  <a:pt x="10779" y="13405"/>
                </a:cubicBezTo>
                <a:cubicBezTo>
                  <a:pt x="11087" y="12718"/>
                  <a:pt x="9952" y="12608"/>
                  <a:pt x="10124" y="11947"/>
                </a:cubicBezTo>
                <a:cubicBezTo>
                  <a:pt x="10370" y="10999"/>
                  <a:pt x="10560" y="10945"/>
                  <a:pt x="11480" y="10697"/>
                </a:cubicBezTo>
                <a:cubicBezTo>
                  <a:pt x="11527" y="10682"/>
                  <a:pt x="14076" y="8357"/>
                  <a:pt x="11740" y="7255"/>
                </a:cubicBezTo>
                <a:cubicBezTo>
                  <a:pt x="10870" y="6844"/>
                  <a:pt x="12391" y="5720"/>
                  <a:pt x="12408" y="5710"/>
                </a:cubicBezTo>
                <a:cubicBezTo>
                  <a:pt x="12627" y="5587"/>
                  <a:pt x="12750" y="5519"/>
                  <a:pt x="12894" y="5519"/>
                </a:cubicBezTo>
                <a:cubicBezTo>
                  <a:pt x="13075" y="5519"/>
                  <a:pt x="13292" y="5628"/>
                  <a:pt x="13781" y="5874"/>
                </a:cubicBezTo>
                <a:cubicBezTo>
                  <a:pt x="13889" y="5929"/>
                  <a:pt x="13956" y="5951"/>
                  <a:pt x="14004" y="5951"/>
                </a:cubicBezTo>
                <a:cubicBezTo>
                  <a:pt x="14063" y="5951"/>
                  <a:pt x="14094" y="5917"/>
                  <a:pt x="14137" y="5868"/>
                </a:cubicBezTo>
                <a:cubicBezTo>
                  <a:pt x="14308" y="5679"/>
                  <a:pt x="14354" y="5398"/>
                  <a:pt x="14596" y="5264"/>
                </a:cubicBezTo>
                <a:cubicBezTo>
                  <a:pt x="14639" y="5239"/>
                  <a:pt x="14682" y="5230"/>
                  <a:pt x="14725" y="5230"/>
                </a:cubicBezTo>
                <a:cubicBezTo>
                  <a:pt x="14847" y="5230"/>
                  <a:pt x="14967" y="5301"/>
                  <a:pt x="15088" y="5301"/>
                </a:cubicBezTo>
                <a:cubicBezTo>
                  <a:pt x="15131" y="5301"/>
                  <a:pt x="15174" y="5293"/>
                  <a:pt x="15217" y="5269"/>
                </a:cubicBezTo>
                <a:cubicBezTo>
                  <a:pt x="15252" y="5249"/>
                  <a:pt x="15300" y="5219"/>
                  <a:pt x="15336" y="5199"/>
                </a:cubicBezTo>
                <a:cubicBezTo>
                  <a:pt x="15377" y="5178"/>
                  <a:pt x="15439" y="5167"/>
                  <a:pt x="15482" y="5154"/>
                </a:cubicBezTo>
                <a:lnTo>
                  <a:pt x="15482" y="5154"/>
                </a:lnTo>
                <a:cubicBezTo>
                  <a:pt x="15594" y="5473"/>
                  <a:pt x="15287" y="5947"/>
                  <a:pt x="15283" y="5951"/>
                </a:cubicBezTo>
                <a:cubicBezTo>
                  <a:pt x="14857" y="6518"/>
                  <a:pt x="14575" y="6892"/>
                  <a:pt x="15587" y="8686"/>
                </a:cubicBezTo>
                <a:cubicBezTo>
                  <a:pt x="15837" y="8539"/>
                  <a:pt x="16091" y="7076"/>
                  <a:pt x="16081" y="6998"/>
                </a:cubicBezTo>
                <a:cubicBezTo>
                  <a:pt x="16043" y="6697"/>
                  <a:pt x="15568" y="6595"/>
                  <a:pt x="15715" y="6216"/>
                </a:cubicBezTo>
                <a:cubicBezTo>
                  <a:pt x="15813" y="5963"/>
                  <a:pt x="15828" y="5955"/>
                  <a:pt x="16638" y="5568"/>
                </a:cubicBezTo>
                <a:lnTo>
                  <a:pt x="16638" y="5568"/>
                </a:lnTo>
                <a:cubicBezTo>
                  <a:pt x="16580" y="5714"/>
                  <a:pt x="16524" y="5859"/>
                  <a:pt x="16468" y="6006"/>
                </a:cubicBezTo>
                <a:cubicBezTo>
                  <a:pt x="17374" y="5375"/>
                  <a:pt x="17374" y="5375"/>
                  <a:pt x="17456" y="5179"/>
                </a:cubicBezTo>
                <a:cubicBezTo>
                  <a:pt x="17170" y="4839"/>
                  <a:pt x="17090" y="4727"/>
                  <a:pt x="17090" y="4727"/>
                </a:cubicBezTo>
                <a:cubicBezTo>
                  <a:pt x="17017" y="4467"/>
                  <a:pt x="17089" y="4369"/>
                  <a:pt x="17267" y="4369"/>
                </a:cubicBezTo>
                <a:cubicBezTo>
                  <a:pt x="17477" y="4369"/>
                  <a:pt x="17833" y="4505"/>
                  <a:pt x="18269" y="4671"/>
                </a:cubicBezTo>
                <a:cubicBezTo>
                  <a:pt x="18284" y="4677"/>
                  <a:pt x="18305" y="4686"/>
                  <a:pt x="18321" y="4690"/>
                </a:cubicBezTo>
                <a:cubicBezTo>
                  <a:pt x="18212" y="4408"/>
                  <a:pt x="18065" y="4035"/>
                  <a:pt x="17605" y="4035"/>
                </a:cubicBezTo>
                <a:cubicBezTo>
                  <a:pt x="17560" y="4035"/>
                  <a:pt x="17511" y="4038"/>
                  <a:pt x="17459" y="4046"/>
                </a:cubicBezTo>
                <a:cubicBezTo>
                  <a:pt x="17431" y="4051"/>
                  <a:pt x="17394" y="4066"/>
                  <a:pt x="17363" y="4066"/>
                </a:cubicBezTo>
                <a:cubicBezTo>
                  <a:pt x="17356" y="4066"/>
                  <a:pt x="17349" y="4065"/>
                  <a:pt x="17343" y="4063"/>
                </a:cubicBezTo>
                <a:cubicBezTo>
                  <a:pt x="16842" y="3918"/>
                  <a:pt x="16432" y="3596"/>
                  <a:pt x="15974" y="3367"/>
                </a:cubicBezTo>
                <a:cubicBezTo>
                  <a:pt x="15887" y="3323"/>
                  <a:pt x="15798" y="3309"/>
                  <a:pt x="15708" y="3309"/>
                </a:cubicBezTo>
                <a:cubicBezTo>
                  <a:pt x="15537" y="3309"/>
                  <a:pt x="15363" y="3361"/>
                  <a:pt x="15192" y="3361"/>
                </a:cubicBezTo>
                <a:cubicBezTo>
                  <a:pt x="15105" y="3361"/>
                  <a:pt x="15018" y="3347"/>
                  <a:pt x="14933" y="3306"/>
                </a:cubicBezTo>
                <a:cubicBezTo>
                  <a:pt x="13354" y="2541"/>
                  <a:pt x="13354" y="2541"/>
                  <a:pt x="13394" y="2073"/>
                </a:cubicBezTo>
                <a:lnTo>
                  <a:pt x="13394" y="2073"/>
                </a:lnTo>
                <a:cubicBezTo>
                  <a:pt x="12892" y="2338"/>
                  <a:pt x="12729" y="2383"/>
                  <a:pt x="12676" y="2383"/>
                </a:cubicBezTo>
                <a:cubicBezTo>
                  <a:pt x="12667" y="2383"/>
                  <a:pt x="12661" y="2382"/>
                  <a:pt x="12658" y="2380"/>
                </a:cubicBezTo>
                <a:cubicBezTo>
                  <a:pt x="12234" y="2198"/>
                  <a:pt x="12286" y="1636"/>
                  <a:pt x="11895" y="1428"/>
                </a:cubicBezTo>
                <a:cubicBezTo>
                  <a:pt x="11875" y="1318"/>
                  <a:pt x="11875" y="1318"/>
                  <a:pt x="11905" y="1039"/>
                </a:cubicBezTo>
                <a:cubicBezTo>
                  <a:pt x="12715" y="742"/>
                  <a:pt x="12715" y="742"/>
                  <a:pt x="12844" y="336"/>
                </a:cubicBezTo>
                <a:cubicBezTo>
                  <a:pt x="12837" y="327"/>
                  <a:pt x="12827" y="313"/>
                  <a:pt x="12820" y="305"/>
                </a:cubicBezTo>
                <a:cubicBezTo>
                  <a:pt x="12004" y="265"/>
                  <a:pt x="12004" y="265"/>
                  <a:pt x="11983" y="250"/>
                </a:cubicBezTo>
                <a:cubicBezTo>
                  <a:pt x="10642" y="799"/>
                  <a:pt x="10642" y="799"/>
                  <a:pt x="10431" y="840"/>
                </a:cubicBezTo>
                <a:cubicBezTo>
                  <a:pt x="10984" y="532"/>
                  <a:pt x="11619" y="395"/>
                  <a:pt x="1212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23"/>
          <p:cNvSpPr/>
          <p:nvPr/>
        </p:nvSpPr>
        <p:spPr>
          <a:xfrm>
            <a:off x="3919886" y="3827100"/>
            <a:ext cx="540754" cy="311962"/>
          </a:xfrm>
          <a:custGeom>
            <a:rect b="b" l="l" r="r" t="t"/>
            <a:pathLst>
              <a:path extrusionOk="0" h="5210" w="9031">
                <a:moveTo>
                  <a:pt x="5657" y="4404"/>
                </a:moveTo>
                <a:cubicBezTo>
                  <a:pt x="5659" y="4404"/>
                  <a:pt x="5661" y="4405"/>
                  <a:pt x="5663" y="4405"/>
                </a:cubicBezTo>
                <a:cubicBezTo>
                  <a:pt x="5664" y="4405"/>
                  <a:pt x="5665" y="4404"/>
                  <a:pt x="5665" y="4404"/>
                </a:cubicBezTo>
                <a:cubicBezTo>
                  <a:pt x="5667" y="4404"/>
                  <a:pt x="5668" y="4405"/>
                  <a:pt x="5669" y="4405"/>
                </a:cubicBezTo>
                <a:cubicBezTo>
                  <a:pt x="5665" y="4409"/>
                  <a:pt x="5660" y="4413"/>
                  <a:pt x="5656" y="4416"/>
                </a:cubicBezTo>
                <a:lnTo>
                  <a:pt x="5655" y="4405"/>
                </a:lnTo>
                <a:cubicBezTo>
                  <a:pt x="5656" y="4404"/>
                  <a:pt x="5656" y="4404"/>
                  <a:pt x="5657" y="4404"/>
                </a:cubicBezTo>
                <a:close/>
                <a:moveTo>
                  <a:pt x="3907" y="0"/>
                </a:moveTo>
                <a:cubicBezTo>
                  <a:pt x="3232" y="0"/>
                  <a:pt x="3009" y="435"/>
                  <a:pt x="2953" y="581"/>
                </a:cubicBezTo>
                <a:cubicBezTo>
                  <a:pt x="2931" y="636"/>
                  <a:pt x="2917" y="715"/>
                  <a:pt x="2901" y="772"/>
                </a:cubicBezTo>
                <a:cubicBezTo>
                  <a:pt x="2151" y="311"/>
                  <a:pt x="2072" y="263"/>
                  <a:pt x="2030" y="263"/>
                </a:cubicBezTo>
                <a:cubicBezTo>
                  <a:pt x="2025" y="263"/>
                  <a:pt x="2020" y="263"/>
                  <a:pt x="2015" y="264"/>
                </a:cubicBezTo>
                <a:cubicBezTo>
                  <a:pt x="1887" y="279"/>
                  <a:pt x="1736" y="597"/>
                  <a:pt x="1576" y="931"/>
                </a:cubicBezTo>
                <a:lnTo>
                  <a:pt x="1445" y="874"/>
                </a:lnTo>
                <a:cubicBezTo>
                  <a:pt x="1266" y="1057"/>
                  <a:pt x="1229" y="1369"/>
                  <a:pt x="923" y="1434"/>
                </a:cubicBezTo>
                <a:cubicBezTo>
                  <a:pt x="1" y="1630"/>
                  <a:pt x="1" y="1630"/>
                  <a:pt x="93" y="1850"/>
                </a:cubicBezTo>
                <a:cubicBezTo>
                  <a:pt x="102" y="1871"/>
                  <a:pt x="1444" y="4030"/>
                  <a:pt x="2764" y="4030"/>
                </a:cubicBezTo>
                <a:cubicBezTo>
                  <a:pt x="2767" y="4030"/>
                  <a:pt x="2770" y="4030"/>
                  <a:pt x="2773" y="4030"/>
                </a:cubicBezTo>
                <a:cubicBezTo>
                  <a:pt x="3012" y="4029"/>
                  <a:pt x="3219" y="4028"/>
                  <a:pt x="3401" y="4028"/>
                </a:cubicBezTo>
                <a:cubicBezTo>
                  <a:pt x="4602" y="4028"/>
                  <a:pt x="4673" y="4084"/>
                  <a:pt x="5220" y="4510"/>
                </a:cubicBezTo>
                <a:cubicBezTo>
                  <a:pt x="5369" y="4480"/>
                  <a:pt x="5451" y="4462"/>
                  <a:pt x="5656" y="4419"/>
                </a:cubicBezTo>
                <a:cubicBezTo>
                  <a:pt x="6164" y="4997"/>
                  <a:pt x="6674" y="5209"/>
                  <a:pt x="7139" y="5209"/>
                </a:cubicBezTo>
                <a:cubicBezTo>
                  <a:pt x="8184" y="5209"/>
                  <a:pt x="8995" y="4133"/>
                  <a:pt x="9015" y="3711"/>
                </a:cubicBezTo>
                <a:cubicBezTo>
                  <a:pt x="9030" y="3366"/>
                  <a:pt x="8856" y="3059"/>
                  <a:pt x="8855" y="3057"/>
                </a:cubicBezTo>
                <a:cubicBezTo>
                  <a:pt x="8838" y="3032"/>
                  <a:pt x="8781" y="2978"/>
                  <a:pt x="8480" y="2757"/>
                </a:cubicBezTo>
                <a:cubicBezTo>
                  <a:pt x="8139" y="2505"/>
                  <a:pt x="8064" y="2435"/>
                  <a:pt x="7694" y="2011"/>
                </a:cubicBezTo>
                <a:cubicBezTo>
                  <a:pt x="7641" y="1951"/>
                  <a:pt x="7556" y="1882"/>
                  <a:pt x="7517" y="1811"/>
                </a:cubicBezTo>
                <a:cubicBezTo>
                  <a:pt x="7490" y="1760"/>
                  <a:pt x="7518" y="1676"/>
                  <a:pt x="7518" y="1618"/>
                </a:cubicBezTo>
                <a:cubicBezTo>
                  <a:pt x="7520" y="1339"/>
                  <a:pt x="7142" y="858"/>
                  <a:pt x="6938" y="598"/>
                </a:cubicBezTo>
                <a:cubicBezTo>
                  <a:pt x="6836" y="466"/>
                  <a:pt x="6700" y="290"/>
                  <a:pt x="6600" y="157"/>
                </a:cubicBezTo>
                <a:cubicBezTo>
                  <a:pt x="6585" y="201"/>
                  <a:pt x="6564" y="262"/>
                  <a:pt x="6549" y="307"/>
                </a:cubicBezTo>
                <a:cubicBezTo>
                  <a:pt x="6177" y="1447"/>
                  <a:pt x="6177" y="1447"/>
                  <a:pt x="6021" y="1490"/>
                </a:cubicBezTo>
                <a:cubicBezTo>
                  <a:pt x="5987" y="1499"/>
                  <a:pt x="5948" y="1504"/>
                  <a:pt x="5905" y="1504"/>
                </a:cubicBezTo>
                <a:cubicBezTo>
                  <a:pt x="5531" y="1504"/>
                  <a:pt x="4863" y="1162"/>
                  <a:pt x="4732" y="817"/>
                </a:cubicBezTo>
                <a:cubicBezTo>
                  <a:pt x="4656" y="617"/>
                  <a:pt x="4853" y="407"/>
                  <a:pt x="4707" y="210"/>
                </a:cubicBezTo>
                <a:cubicBezTo>
                  <a:pt x="4671" y="161"/>
                  <a:pt x="4349" y="45"/>
                  <a:pt x="4142" y="16"/>
                </a:cubicBezTo>
                <a:cubicBezTo>
                  <a:pt x="4058" y="5"/>
                  <a:pt x="3980" y="0"/>
                  <a:pt x="39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23"/>
          <p:cNvSpPr/>
          <p:nvPr/>
        </p:nvSpPr>
        <p:spPr>
          <a:xfrm>
            <a:off x="3713247" y="3422261"/>
            <a:ext cx="135982" cy="194602"/>
          </a:xfrm>
          <a:custGeom>
            <a:rect b="b" l="l" r="r" t="t"/>
            <a:pathLst>
              <a:path extrusionOk="0" h="3250" w="2271">
                <a:moveTo>
                  <a:pt x="1705" y="1"/>
                </a:moveTo>
                <a:cubicBezTo>
                  <a:pt x="1596" y="1"/>
                  <a:pt x="1418" y="156"/>
                  <a:pt x="1384" y="189"/>
                </a:cubicBezTo>
                <a:cubicBezTo>
                  <a:pt x="1288" y="277"/>
                  <a:pt x="1215" y="390"/>
                  <a:pt x="1100" y="458"/>
                </a:cubicBezTo>
                <a:cubicBezTo>
                  <a:pt x="1007" y="515"/>
                  <a:pt x="891" y="484"/>
                  <a:pt x="798" y="540"/>
                </a:cubicBezTo>
                <a:cubicBezTo>
                  <a:pt x="778" y="551"/>
                  <a:pt x="749" y="565"/>
                  <a:pt x="734" y="581"/>
                </a:cubicBezTo>
                <a:cubicBezTo>
                  <a:pt x="638" y="681"/>
                  <a:pt x="606" y="742"/>
                  <a:pt x="541" y="1061"/>
                </a:cubicBezTo>
                <a:cubicBezTo>
                  <a:pt x="495" y="1285"/>
                  <a:pt x="440" y="1463"/>
                  <a:pt x="261" y="1463"/>
                </a:cubicBezTo>
                <a:cubicBezTo>
                  <a:pt x="193" y="1463"/>
                  <a:pt x="109" y="1438"/>
                  <a:pt x="1" y="1381"/>
                </a:cubicBezTo>
                <a:lnTo>
                  <a:pt x="1" y="1381"/>
                </a:lnTo>
                <a:cubicBezTo>
                  <a:pt x="66" y="1670"/>
                  <a:pt x="239" y="2437"/>
                  <a:pt x="611" y="2812"/>
                </a:cubicBezTo>
                <a:cubicBezTo>
                  <a:pt x="803" y="3005"/>
                  <a:pt x="1470" y="3249"/>
                  <a:pt x="1784" y="3249"/>
                </a:cubicBezTo>
                <a:cubicBezTo>
                  <a:pt x="1859" y="3249"/>
                  <a:pt x="1914" y="3235"/>
                  <a:pt x="1937" y="3203"/>
                </a:cubicBezTo>
                <a:cubicBezTo>
                  <a:pt x="1989" y="3134"/>
                  <a:pt x="2215" y="2351"/>
                  <a:pt x="2230" y="2159"/>
                </a:cubicBezTo>
                <a:cubicBezTo>
                  <a:pt x="2271" y="1666"/>
                  <a:pt x="2132" y="1187"/>
                  <a:pt x="2143" y="697"/>
                </a:cubicBezTo>
                <a:cubicBezTo>
                  <a:pt x="2151" y="343"/>
                  <a:pt x="1710" y="2"/>
                  <a:pt x="1706" y="1"/>
                </a:cubicBezTo>
                <a:cubicBezTo>
                  <a:pt x="1706" y="1"/>
                  <a:pt x="1705" y="1"/>
                  <a:pt x="1705" y="1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23"/>
          <p:cNvSpPr/>
          <p:nvPr/>
        </p:nvSpPr>
        <p:spPr>
          <a:xfrm>
            <a:off x="3523913" y="3353580"/>
            <a:ext cx="172806" cy="273700"/>
          </a:xfrm>
          <a:custGeom>
            <a:rect b="b" l="l" r="r" t="t"/>
            <a:pathLst>
              <a:path extrusionOk="0" h="4571" w="2886">
                <a:moveTo>
                  <a:pt x="47" y="1"/>
                </a:moveTo>
                <a:cubicBezTo>
                  <a:pt x="32" y="35"/>
                  <a:pt x="16" y="69"/>
                  <a:pt x="1" y="105"/>
                </a:cubicBezTo>
                <a:cubicBezTo>
                  <a:pt x="919" y="2226"/>
                  <a:pt x="2167" y="4216"/>
                  <a:pt x="2629" y="4513"/>
                </a:cubicBezTo>
                <a:cubicBezTo>
                  <a:pt x="2693" y="4554"/>
                  <a:pt x="2741" y="4570"/>
                  <a:pt x="2776" y="4570"/>
                </a:cubicBezTo>
                <a:cubicBezTo>
                  <a:pt x="2886" y="4570"/>
                  <a:pt x="2879" y="4416"/>
                  <a:pt x="2868" y="4360"/>
                </a:cubicBezTo>
                <a:cubicBezTo>
                  <a:pt x="2804" y="4065"/>
                  <a:pt x="1380" y="1850"/>
                  <a:pt x="1366" y="1828"/>
                </a:cubicBezTo>
                <a:cubicBezTo>
                  <a:pt x="957" y="1196"/>
                  <a:pt x="459" y="630"/>
                  <a:pt x="47" y="1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23"/>
          <p:cNvSpPr/>
          <p:nvPr/>
        </p:nvSpPr>
        <p:spPr>
          <a:xfrm>
            <a:off x="4095089" y="3614172"/>
            <a:ext cx="111731" cy="87960"/>
          </a:xfrm>
          <a:custGeom>
            <a:rect b="b" l="l" r="r" t="t"/>
            <a:pathLst>
              <a:path extrusionOk="0" h="1469" w="1866">
                <a:moveTo>
                  <a:pt x="441" y="0"/>
                </a:moveTo>
                <a:cubicBezTo>
                  <a:pt x="336" y="0"/>
                  <a:pt x="250" y="24"/>
                  <a:pt x="0" y="121"/>
                </a:cubicBezTo>
                <a:cubicBezTo>
                  <a:pt x="128" y="276"/>
                  <a:pt x="324" y="351"/>
                  <a:pt x="445" y="514"/>
                </a:cubicBezTo>
                <a:cubicBezTo>
                  <a:pt x="541" y="645"/>
                  <a:pt x="497" y="770"/>
                  <a:pt x="492" y="783"/>
                </a:cubicBezTo>
                <a:cubicBezTo>
                  <a:pt x="456" y="874"/>
                  <a:pt x="451" y="886"/>
                  <a:pt x="624" y="1012"/>
                </a:cubicBezTo>
                <a:cubicBezTo>
                  <a:pt x="748" y="1105"/>
                  <a:pt x="786" y="1133"/>
                  <a:pt x="1797" y="1447"/>
                </a:cubicBezTo>
                <a:cubicBezTo>
                  <a:pt x="1817" y="1452"/>
                  <a:pt x="1844" y="1462"/>
                  <a:pt x="1865" y="1469"/>
                </a:cubicBezTo>
                <a:cubicBezTo>
                  <a:pt x="1780" y="1376"/>
                  <a:pt x="1632" y="1213"/>
                  <a:pt x="1542" y="1115"/>
                </a:cubicBezTo>
                <a:cubicBezTo>
                  <a:pt x="1527" y="1115"/>
                  <a:pt x="1513" y="1116"/>
                  <a:pt x="1498" y="1116"/>
                </a:cubicBezTo>
                <a:cubicBezTo>
                  <a:pt x="1096" y="1116"/>
                  <a:pt x="946" y="827"/>
                  <a:pt x="831" y="527"/>
                </a:cubicBezTo>
                <a:cubicBezTo>
                  <a:pt x="667" y="106"/>
                  <a:pt x="619" y="36"/>
                  <a:pt x="461" y="0"/>
                </a:cubicBezTo>
                <a:cubicBezTo>
                  <a:pt x="455" y="0"/>
                  <a:pt x="448" y="0"/>
                  <a:pt x="4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23"/>
          <p:cNvSpPr/>
          <p:nvPr/>
        </p:nvSpPr>
        <p:spPr>
          <a:xfrm>
            <a:off x="5069483" y="3204901"/>
            <a:ext cx="592548" cy="844273"/>
          </a:xfrm>
          <a:custGeom>
            <a:rect b="b" l="l" r="r" t="t"/>
            <a:pathLst>
              <a:path extrusionOk="0" h="14100" w="9896">
                <a:moveTo>
                  <a:pt x="7230" y="1"/>
                </a:moveTo>
                <a:cubicBezTo>
                  <a:pt x="6903" y="674"/>
                  <a:pt x="6445" y="1273"/>
                  <a:pt x="6161" y="1969"/>
                </a:cubicBezTo>
                <a:cubicBezTo>
                  <a:pt x="6054" y="2230"/>
                  <a:pt x="6059" y="2540"/>
                  <a:pt x="6176" y="2888"/>
                </a:cubicBezTo>
                <a:cubicBezTo>
                  <a:pt x="6214" y="3002"/>
                  <a:pt x="6214" y="3002"/>
                  <a:pt x="5879" y="3661"/>
                </a:cubicBezTo>
                <a:cubicBezTo>
                  <a:pt x="4734" y="5910"/>
                  <a:pt x="4734" y="5910"/>
                  <a:pt x="4654" y="6317"/>
                </a:cubicBezTo>
                <a:cubicBezTo>
                  <a:pt x="4603" y="6575"/>
                  <a:pt x="4330" y="6712"/>
                  <a:pt x="4295" y="6979"/>
                </a:cubicBezTo>
                <a:cubicBezTo>
                  <a:pt x="4230" y="7477"/>
                  <a:pt x="4383" y="7963"/>
                  <a:pt x="4375" y="8457"/>
                </a:cubicBezTo>
                <a:cubicBezTo>
                  <a:pt x="4370" y="8756"/>
                  <a:pt x="4319" y="9051"/>
                  <a:pt x="4341" y="9350"/>
                </a:cubicBezTo>
                <a:cubicBezTo>
                  <a:pt x="4363" y="9637"/>
                  <a:pt x="4716" y="9840"/>
                  <a:pt x="4545" y="10174"/>
                </a:cubicBezTo>
                <a:cubicBezTo>
                  <a:pt x="4535" y="10194"/>
                  <a:pt x="3104" y="12347"/>
                  <a:pt x="268" y="13952"/>
                </a:cubicBezTo>
                <a:lnTo>
                  <a:pt x="268" y="13952"/>
                </a:lnTo>
                <a:cubicBezTo>
                  <a:pt x="620" y="13754"/>
                  <a:pt x="1016" y="13519"/>
                  <a:pt x="1329" y="13334"/>
                </a:cubicBezTo>
                <a:cubicBezTo>
                  <a:pt x="2526" y="12553"/>
                  <a:pt x="2724" y="12387"/>
                  <a:pt x="3999" y="11318"/>
                </a:cubicBezTo>
                <a:cubicBezTo>
                  <a:pt x="4925" y="10471"/>
                  <a:pt x="5025" y="10356"/>
                  <a:pt x="6228" y="8960"/>
                </a:cubicBezTo>
                <a:cubicBezTo>
                  <a:pt x="6961" y="8033"/>
                  <a:pt x="7000" y="7968"/>
                  <a:pt x="8021" y="6301"/>
                </a:cubicBezTo>
                <a:cubicBezTo>
                  <a:pt x="8581" y="5295"/>
                  <a:pt x="8611" y="5222"/>
                  <a:pt x="9358" y="3384"/>
                </a:cubicBezTo>
                <a:lnTo>
                  <a:pt x="9479" y="3043"/>
                </a:lnTo>
                <a:cubicBezTo>
                  <a:pt x="9538" y="2866"/>
                  <a:pt x="9538" y="2866"/>
                  <a:pt x="9534" y="2768"/>
                </a:cubicBezTo>
                <a:lnTo>
                  <a:pt x="9534" y="2768"/>
                </a:lnTo>
                <a:cubicBezTo>
                  <a:pt x="9404" y="2913"/>
                  <a:pt x="9315" y="3101"/>
                  <a:pt x="9307" y="3121"/>
                </a:cubicBezTo>
                <a:lnTo>
                  <a:pt x="9307" y="3121"/>
                </a:lnTo>
                <a:lnTo>
                  <a:pt x="9309" y="3099"/>
                </a:lnTo>
                <a:cubicBezTo>
                  <a:pt x="9320" y="3074"/>
                  <a:pt x="9337" y="3040"/>
                  <a:pt x="9349" y="3017"/>
                </a:cubicBezTo>
                <a:cubicBezTo>
                  <a:pt x="9498" y="2568"/>
                  <a:pt x="9895" y="1375"/>
                  <a:pt x="9655" y="1173"/>
                </a:cubicBezTo>
                <a:lnTo>
                  <a:pt x="9655" y="1173"/>
                </a:lnTo>
                <a:cubicBezTo>
                  <a:pt x="9631" y="1193"/>
                  <a:pt x="9599" y="1217"/>
                  <a:pt x="9575" y="1237"/>
                </a:cubicBezTo>
                <a:cubicBezTo>
                  <a:pt x="9226" y="914"/>
                  <a:pt x="9200" y="365"/>
                  <a:pt x="8775" y="98"/>
                </a:cubicBezTo>
                <a:cubicBezTo>
                  <a:pt x="8666" y="30"/>
                  <a:pt x="8557" y="7"/>
                  <a:pt x="8447" y="7"/>
                </a:cubicBezTo>
                <a:cubicBezTo>
                  <a:pt x="8238" y="7"/>
                  <a:pt x="8028" y="88"/>
                  <a:pt x="7820" y="88"/>
                </a:cubicBezTo>
                <a:cubicBezTo>
                  <a:pt x="7792" y="88"/>
                  <a:pt x="7764" y="87"/>
                  <a:pt x="7736" y="83"/>
                </a:cubicBezTo>
                <a:cubicBezTo>
                  <a:pt x="7632" y="495"/>
                  <a:pt x="7560" y="759"/>
                  <a:pt x="7436" y="1173"/>
                </a:cubicBezTo>
                <a:cubicBezTo>
                  <a:pt x="7371" y="726"/>
                  <a:pt x="7323" y="451"/>
                  <a:pt x="7230" y="1"/>
                </a:cubicBezTo>
                <a:close/>
                <a:moveTo>
                  <a:pt x="268" y="13952"/>
                </a:moveTo>
                <a:cubicBezTo>
                  <a:pt x="175" y="14004"/>
                  <a:pt x="85" y="14054"/>
                  <a:pt x="1" y="14099"/>
                </a:cubicBezTo>
                <a:cubicBezTo>
                  <a:pt x="91" y="14051"/>
                  <a:pt x="180" y="14002"/>
                  <a:pt x="268" y="1395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23"/>
          <p:cNvSpPr/>
          <p:nvPr/>
        </p:nvSpPr>
        <p:spPr>
          <a:xfrm>
            <a:off x="4480164" y="2047506"/>
            <a:ext cx="950974" cy="1286169"/>
          </a:xfrm>
          <a:custGeom>
            <a:rect b="b" l="l" r="r" t="t"/>
            <a:pathLst>
              <a:path extrusionOk="0" h="21480" w="15882">
                <a:moveTo>
                  <a:pt x="488" y="4784"/>
                </a:moveTo>
                <a:lnTo>
                  <a:pt x="489" y="4785"/>
                </a:lnTo>
                <a:lnTo>
                  <a:pt x="489" y="4785"/>
                </a:lnTo>
                <a:cubicBezTo>
                  <a:pt x="488" y="4785"/>
                  <a:pt x="488" y="4784"/>
                  <a:pt x="488" y="4784"/>
                </a:cubicBezTo>
                <a:close/>
                <a:moveTo>
                  <a:pt x="489" y="4785"/>
                </a:moveTo>
                <a:cubicBezTo>
                  <a:pt x="490" y="4786"/>
                  <a:pt x="491" y="4788"/>
                  <a:pt x="492" y="4789"/>
                </a:cubicBezTo>
                <a:lnTo>
                  <a:pt x="489" y="4785"/>
                </a:lnTo>
                <a:close/>
                <a:moveTo>
                  <a:pt x="15485" y="5879"/>
                </a:moveTo>
                <a:lnTo>
                  <a:pt x="15503" y="5897"/>
                </a:lnTo>
                <a:lnTo>
                  <a:pt x="15493" y="5900"/>
                </a:lnTo>
                <a:lnTo>
                  <a:pt x="15485" y="5879"/>
                </a:lnTo>
                <a:close/>
                <a:moveTo>
                  <a:pt x="4380" y="12249"/>
                </a:moveTo>
                <a:lnTo>
                  <a:pt x="4380" y="12249"/>
                </a:lnTo>
                <a:cubicBezTo>
                  <a:pt x="4385" y="12257"/>
                  <a:pt x="4391" y="12267"/>
                  <a:pt x="4396" y="12274"/>
                </a:cubicBezTo>
                <a:cubicBezTo>
                  <a:pt x="4391" y="12267"/>
                  <a:pt x="4385" y="12256"/>
                  <a:pt x="4380" y="12249"/>
                </a:cubicBezTo>
                <a:close/>
                <a:moveTo>
                  <a:pt x="4447" y="12346"/>
                </a:moveTo>
                <a:lnTo>
                  <a:pt x="4447" y="12346"/>
                </a:lnTo>
                <a:cubicBezTo>
                  <a:pt x="4452" y="12355"/>
                  <a:pt x="4459" y="12365"/>
                  <a:pt x="4463" y="12371"/>
                </a:cubicBezTo>
                <a:cubicBezTo>
                  <a:pt x="4458" y="12364"/>
                  <a:pt x="4452" y="12355"/>
                  <a:pt x="4447" y="12346"/>
                </a:cubicBezTo>
                <a:close/>
                <a:moveTo>
                  <a:pt x="4464" y="12372"/>
                </a:moveTo>
                <a:cubicBezTo>
                  <a:pt x="4469" y="12379"/>
                  <a:pt x="4476" y="12389"/>
                  <a:pt x="4481" y="12396"/>
                </a:cubicBezTo>
                <a:cubicBezTo>
                  <a:pt x="4476" y="12389"/>
                  <a:pt x="4469" y="12380"/>
                  <a:pt x="4464" y="12372"/>
                </a:cubicBezTo>
                <a:close/>
                <a:moveTo>
                  <a:pt x="4498" y="12421"/>
                </a:moveTo>
                <a:lnTo>
                  <a:pt x="4498" y="12421"/>
                </a:lnTo>
                <a:cubicBezTo>
                  <a:pt x="4503" y="12427"/>
                  <a:pt x="4509" y="12437"/>
                  <a:pt x="4514" y="12446"/>
                </a:cubicBezTo>
                <a:cubicBezTo>
                  <a:pt x="4509" y="12437"/>
                  <a:pt x="4503" y="12428"/>
                  <a:pt x="4498" y="12421"/>
                </a:cubicBezTo>
                <a:close/>
                <a:moveTo>
                  <a:pt x="4548" y="12494"/>
                </a:moveTo>
                <a:cubicBezTo>
                  <a:pt x="4553" y="12502"/>
                  <a:pt x="4559" y="12510"/>
                  <a:pt x="4564" y="12518"/>
                </a:cubicBezTo>
                <a:cubicBezTo>
                  <a:pt x="4559" y="12512"/>
                  <a:pt x="4553" y="12502"/>
                  <a:pt x="4548" y="12494"/>
                </a:cubicBezTo>
                <a:close/>
                <a:moveTo>
                  <a:pt x="4565" y="12519"/>
                </a:moveTo>
                <a:cubicBezTo>
                  <a:pt x="4569" y="12525"/>
                  <a:pt x="4576" y="12536"/>
                  <a:pt x="4582" y="12544"/>
                </a:cubicBezTo>
                <a:cubicBezTo>
                  <a:pt x="4576" y="12536"/>
                  <a:pt x="4570" y="12527"/>
                  <a:pt x="4565" y="12519"/>
                </a:cubicBezTo>
                <a:close/>
                <a:moveTo>
                  <a:pt x="4632" y="12617"/>
                </a:moveTo>
                <a:lnTo>
                  <a:pt x="4632" y="12617"/>
                </a:lnTo>
                <a:cubicBezTo>
                  <a:pt x="4637" y="12625"/>
                  <a:pt x="4645" y="12635"/>
                  <a:pt x="4648" y="12641"/>
                </a:cubicBezTo>
                <a:cubicBezTo>
                  <a:pt x="4643" y="12633"/>
                  <a:pt x="4637" y="12625"/>
                  <a:pt x="4632" y="12617"/>
                </a:cubicBezTo>
                <a:close/>
                <a:moveTo>
                  <a:pt x="4667" y="12667"/>
                </a:moveTo>
                <a:cubicBezTo>
                  <a:pt x="4672" y="12673"/>
                  <a:pt x="4678" y="12683"/>
                  <a:pt x="4683" y="12691"/>
                </a:cubicBezTo>
                <a:cubicBezTo>
                  <a:pt x="4678" y="12683"/>
                  <a:pt x="4672" y="12674"/>
                  <a:pt x="4667" y="12667"/>
                </a:cubicBezTo>
                <a:close/>
                <a:moveTo>
                  <a:pt x="4683" y="12691"/>
                </a:moveTo>
                <a:cubicBezTo>
                  <a:pt x="4688" y="12697"/>
                  <a:pt x="4694" y="12708"/>
                  <a:pt x="4699" y="12715"/>
                </a:cubicBezTo>
                <a:cubicBezTo>
                  <a:pt x="4694" y="12708"/>
                  <a:pt x="4688" y="12698"/>
                  <a:pt x="4683" y="12691"/>
                </a:cubicBezTo>
                <a:close/>
                <a:moveTo>
                  <a:pt x="4750" y="12789"/>
                </a:moveTo>
                <a:cubicBezTo>
                  <a:pt x="4756" y="12797"/>
                  <a:pt x="4763" y="12806"/>
                  <a:pt x="4768" y="12814"/>
                </a:cubicBezTo>
                <a:cubicBezTo>
                  <a:pt x="4763" y="12806"/>
                  <a:pt x="4756" y="12796"/>
                  <a:pt x="4750" y="12789"/>
                </a:cubicBezTo>
                <a:close/>
                <a:moveTo>
                  <a:pt x="4769" y="12814"/>
                </a:moveTo>
                <a:cubicBezTo>
                  <a:pt x="4773" y="12820"/>
                  <a:pt x="4779" y="12830"/>
                  <a:pt x="4785" y="12837"/>
                </a:cubicBezTo>
                <a:cubicBezTo>
                  <a:pt x="4780" y="12830"/>
                  <a:pt x="4774" y="12821"/>
                  <a:pt x="4769" y="12814"/>
                </a:cubicBezTo>
                <a:close/>
                <a:moveTo>
                  <a:pt x="4802" y="12862"/>
                </a:moveTo>
                <a:cubicBezTo>
                  <a:pt x="4807" y="12870"/>
                  <a:pt x="4814" y="12880"/>
                  <a:pt x="4819" y="12887"/>
                </a:cubicBezTo>
                <a:cubicBezTo>
                  <a:pt x="4814" y="12878"/>
                  <a:pt x="4807" y="12870"/>
                  <a:pt x="4802" y="12862"/>
                </a:cubicBezTo>
                <a:close/>
                <a:moveTo>
                  <a:pt x="4819" y="12887"/>
                </a:moveTo>
                <a:cubicBezTo>
                  <a:pt x="4824" y="12894"/>
                  <a:pt x="4830" y="12904"/>
                  <a:pt x="4835" y="12911"/>
                </a:cubicBezTo>
                <a:cubicBezTo>
                  <a:pt x="4830" y="12903"/>
                  <a:pt x="4824" y="12894"/>
                  <a:pt x="4819" y="12887"/>
                </a:cubicBezTo>
                <a:close/>
                <a:moveTo>
                  <a:pt x="4836" y="12912"/>
                </a:moveTo>
                <a:cubicBezTo>
                  <a:pt x="4840" y="12918"/>
                  <a:pt x="4848" y="12929"/>
                  <a:pt x="4853" y="12937"/>
                </a:cubicBezTo>
                <a:cubicBezTo>
                  <a:pt x="4848" y="12929"/>
                  <a:pt x="4841" y="12919"/>
                  <a:pt x="4836" y="12912"/>
                </a:cubicBezTo>
                <a:close/>
                <a:moveTo>
                  <a:pt x="4888" y="12985"/>
                </a:moveTo>
                <a:cubicBezTo>
                  <a:pt x="4892" y="12993"/>
                  <a:pt x="4899" y="13003"/>
                  <a:pt x="4904" y="13009"/>
                </a:cubicBezTo>
                <a:cubicBezTo>
                  <a:pt x="4899" y="13001"/>
                  <a:pt x="4893" y="12993"/>
                  <a:pt x="4888" y="12985"/>
                </a:cubicBezTo>
                <a:close/>
                <a:moveTo>
                  <a:pt x="4904" y="13009"/>
                </a:moveTo>
                <a:lnTo>
                  <a:pt x="4913" y="13022"/>
                </a:lnTo>
                <a:lnTo>
                  <a:pt x="4913" y="13022"/>
                </a:lnTo>
                <a:cubicBezTo>
                  <a:pt x="4910" y="13017"/>
                  <a:pt x="4906" y="13013"/>
                  <a:pt x="4904" y="13009"/>
                </a:cubicBezTo>
                <a:close/>
                <a:moveTo>
                  <a:pt x="4913" y="13022"/>
                </a:moveTo>
                <a:cubicBezTo>
                  <a:pt x="4916" y="13026"/>
                  <a:pt x="4919" y="13030"/>
                  <a:pt x="4921" y="13034"/>
                </a:cubicBezTo>
                <a:lnTo>
                  <a:pt x="4913" y="13022"/>
                </a:lnTo>
                <a:close/>
                <a:moveTo>
                  <a:pt x="8426" y="1"/>
                </a:moveTo>
                <a:cubicBezTo>
                  <a:pt x="8416" y="8"/>
                  <a:pt x="8405" y="18"/>
                  <a:pt x="8397" y="26"/>
                </a:cubicBezTo>
                <a:cubicBezTo>
                  <a:pt x="8561" y="389"/>
                  <a:pt x="8938" y="558"/>
                  <a:pt x="9160" y="866"/>
                </a:cubicBezTo>
                <a:cubicBezTo>
                  <a:pt x="9149" y="900"/>
                  <a:pt x="9135" y="943"/>
                  <a:pt x="9125" y="975"/>
                </a:cubicBezTo>
                <a:cubicBezTo>
                  <a:pt x="8172" y="1061"/>
                  <a:pt x="8172" y="1061"/>
                  <a:pt x="8339" y="1449"/>
                </a:cubicBezTo>
                <a:cubicBezTo>
                  <a:pt x="7167" y="1209"/>
                  <a:pt x="7167" y="1209"/>
                  <a:pt x="6928" y="1202"/>
                </a:cubicBezTo>
                <a:cubicBezTo>
                  <a:pt x="6856" y="1200"/>
                  <a:pt x="6806" y="1199"/>
                  <a:pt x="6763" y="1199"/>
                </a:cubicBezTo>
                <a:cubicBezTo>
                  <a:pt x="6704" y="1199"/>
                  <a:pt x="6659" y="1200"/>
                  <a:pt x="6594" y="1203"/>
                </a:cubicBezTo>
                <a:cubicBezTo>
                  <a:pt x="6102" y="1221"/>
                  <a:pt x="5828" y="1817"/>
                  <a:pt x="5328" y="1817"/>
                </a:cubicBezTo>
                <a:cubicBezTo>
                  <a:pt x="5253" y="1817"/>
                  <a:pt x="5172" y="1804"/>
                  <a:pt x="5085" y="1773"/>
                </a:cubicBezTo>
                <a:cubicBezTo>
                  <a:pt x="4736" y="1649"/>
                  <a:pt x="4476" y="1314"/>
                  <a:pt x="4075" y="1314"/>
                </a:cubicBezTo>
                <a:cubicBezTo>
                  <a:pt x="4051" y="1314"/>
                  <a:pt x="4028" y="1315"/>
                  <a:pt x="4003" y="1317"/>
                </a:cubicBezTo>
                <a:cubicBezTo>
                  <a:pt x="3884" y="1330"/>
                  <a:pt x="2050" y="1793"/>
                  <a:pt x="1682" y="2094"/>
                </a:cubicBezTo>
                <a:cubicBezTo>
                  <a:pt x="1675" y="2133"/>
                  <a:pt x="1679" y="2158"/>
                  <a:pt x="1681" y="2184"/>
                </a:cubicBezTo>
                <a:cubicBezTo>
                  <a:pt x="1684" y="2208"/>
                  <a:pt x="1686" y="2231"/>
                  <a:pt x="1690" y="2256"/>
                </a:cubicBezTo>
                <a:cubicBezTo>
                  <a:pt x="1692" y="2277"/>
                  <a:pt x="1695" y="2300"/>
                  <a:pt x="1697" y="2322"/>
                </a:cubicBezTo>
                <a:cubicBezTo>
                  <a:pt x="1700" y="2343"/>
                  <a:pt x="1702" y="2364"/>
                  <a:pt x="1705" y="2385"/>
                </a:cubicBezTo>
                <a:cubicBezTo>
                  <a:pt x="1707" y="2405"/>
                  <a:pt x="1711" y="2424"/>
                  <a:pt x="1712" y="2445"/>
                </a:cubicBezTo>
                <a:cubicBezTo>
                  <a:pt x="1715" y="2463"/>
                  <a:pt x="1716" y="2483"/>
                  <a:pt x="1718" y="2502"/>
                </a:cubicBezTo>
                <a:cubicBezTo>
                  <a:pt x="1721" y="2522"/>
                  <a:pt x="1722" y="2539"/>
                  <a:pt x="1725" y="2559"/>
                </a:cubicBezTo>
                <a:cubicBezTo>
                  <a:pt x="1727" y="2578"/>
                  <a:pt x="1729" y="2595"/>
                  <a:pt x="1731" y="2615"/>
                </a:cubicBezTo>
                <a:cubicBezTo>
                  <a:pt x="937" y="2619"/>
                  <a:pt x="937" y="2619"/>
                  <a:pt x="1001" y="2890"/>
                </a:cubicBezTo>
                <a:cubicBezTo>
                  <a:pt x="1066" y="2912"/>
                  <a:pt x="1153" y="2933"/>
                  <a:pt x="1218" y="2943"/>
                </a:cubicBezTo>
                <a:cubicBezTo>
                  <a:pt x="1290" y="2923"/>
                  <a:pt x="1382" y="2887"/>
                  <a:pt x="1449" y="2854"/>
                </a:cubicBezTo>
                <a:lnTo>
                  <a:pt x="1449" y="2854"/>
                </a:lnTo>
                <a:cubicBezTo>
                  <a:pt x="1507" y="3499"/>
                  <a:pt x="666" y="3330"/>
                  <a:pt x="318" y="3630"/>
                </a:cubicBezTo>
                <a:cubicBezTo>
                  <a:pt x="1" y="3905"/>
                  <a:pt x="1" y="3905"/>
                  <a:pt x="457" y="4738"/>
                </a:cubicBezTo>
                <a:cubicBezTo>
                  <a:pt x="1413" y="4651"/>
                  <a:pt x="2287" y="4123"/>
                  <a:pt x="3259" y="4123"/>
                </a:cubicBezTo>
                <a:cubicBezTo>
                  <a:pt x="3392" y="4123"/>
                  <a:pt x="3526" y="4133"/>
                  <a:pt x="3663" y="4155"/>
                </a:cubicBezTo>
                <a:cubicBezTo>
                  <a:pt x="3688" y="4159"/>
                  <a:pt x="6083" y="4952"/>
                  <a:pt x="4914" y="8830"/>
                </a:cubicBezTo>
                <a:cubicBezTo>
                  <a:pt x="4680" y="9607"/>
                  <a:pt x="4062" y="10260"/>
                  <a:pt x="4174" y="11148"/>
                </a:cubicBezTo>
                <a:cubicBezTo>
                  <a:pt x="4246" y="11720"/>
                  <a:pt x="4285" y="12028"/>
                  <a:pt x="4422" y="12311"/>
                </a:cubicBezTo>
                <a:lnTo>
                  <a:pt x="4422" y="12311"/>
                </a:lnTo>
                <a:cubicBezTo>
                  <a:pt x="4422" y="12311"/>
                  <a:pt x="4422" y="12311"/>
                  <a:pt x="4422" y="12311"/>
                </a:cubicBezTo>
                <a:lnTo>
                  <a:pt x="4422" y="12311"/>
                </a:lnTo>
                <a:cubicBezTo>
                  <a:pt x="4493" y="12458"/>
                  <a:pt x="4592" y="12598"/>
                  <a:pt x="4735" y="12766"/>
                </a:cubicBezTo>
                <a:lnTo>
                  <a:pt x="4735" y="12766"/>
                </a:lnTo>
                <a:cubicBezTo>
                  <a:pt x="4735" y="12765"/>
                  <a:pt x="4734" y="12764"/>
                  <a:pt x="4734" y="12764"/>
                </a:cubicBezTo>
                <a:lnTo>
                  <a:pt x="4734" y="12764"/>
                </a:lnTo>
                <a:cubicBezTo>
                  <a:pt x="4735" y="12764"/>
                  <a:pt x="4735" y="12765"/>
                  <a:pt x="4735" y="12766"/>
                </a:cubicBezTo>
                <a:lnTo>
                  <a:pt x="4735" y="12766"/>
                </a:lnTo>
                <a:cubicBezTo>
                  <a:pt x="4735" y="12766"/>
                  <a:pt x="4735" y="12766"/>
                  <a:pt x="4735" y="12766"/>
                </a:cubicBezTo>
                <a:lnTo>
                  <a:pt x="4735" y="12766"/>
                </a:lnTo>
                <a:cubicBezTo>
                  <a:pt x="4740" y="12773"/>
                  <a:pt x="4746" y="12782"/>
                  <a:pt x="4750" y="12788"/>
                </a:cubicBezTo>
                <a:cubicBezTo>
                  <a:pt x="4746" y="12781"/>
                  <a:pt x="4740" y="12773"/>
                  <a:pt x="4735" y="12766"/>
                </a:cubicBezTo>
                <a:lnTo>
                  <a:pt x="4735" y="12766"/>
                </a:lnTo>
                <a:cubicBezTo>
                  <a:pt x="4913" y="12972"/>
                  <a:pt x="5160" y="13220"/>
                  <a:pt x="5511" y="13572"/>
                </a:cubicBezTo>
                <a:cubicBezTo>
                  <a:pt x="5796" y="13857"/>
                  <a:pt x="5796" y="13857"/>
                  <a:pt x="5898" y="13917"/>
                </a:cubicBezTo>
                <a:cubicBezTo>
                  <a:pt x="6471" y="14005"/>
                  <a:pt x="8371" y="17893"/>
                  <a:pt x="8366" y="17929"/>
                </a:cubicBezTo>
                <a:cubicBezTo>
                  <a:pt x="8345" y="18127"/>
                  <a:pt x="8308" y="18459"/>
                  <a:pt x="8659" y="18650"/>
                </a:cubicBezTo>
                <a:cubicBezTo>
                  <a:pt x="9903" y="19327"/>
                  <a:pt x="10350" y="19571"/>
                  <a:pt x="10731" y="19571"/>
                </a:cubicBezTo>
                <a:cubicBezTo>
                  <a:pt x="10882" y="19571"/>
                  <a:pt x="11023" y="19532"/>
                  <a:pt x="11200" y="19467"/>
                </a:cubicBezTo>
                <a:cubicBezTo>
                  <a:pt x="11305" y="19427"/>
                  <a:pt x="11432" y="19380"/>
                  <a:pt x="11587" y="19380"/>
                </a:cubicBezTo>
                <a:cubicBezTo>
                  <a:pt x="11726" y="19380"/>
                  <a:pt x="11889" y="19418"/>
                  <a:pt x="12082" y="19533"/>
                </a:cubicBezTo>
                <a:cubicBezTo>
                  <a:pt x="12542" y="19806"/>
                  <a:pt x="13122" y="19754"/>
                  <a:pt x="13564" y="20077"/>
                </a:cubicBezTo>
                <a:cubicBezTo>
                  <a:pt x="13886" y="20311"/>
                  <a:pt x="13957" y="20584"/>
                  <a:pt x="14020" y="20944"/>
                </a:cubicBezTo>
                <a:cubicBezTo>
                  <a:pt x="14066" y="21197"/>
                  <a:pt x="14172" y="21364"/>
                  <a:pt x="14334" y="21436"/>
                </a:cubicBezTo>
                <a:cubicBezTo>
                  <a:pt x="14403" y="21467"/>
                  <a:pt x="14466" y="21479"/>
                  <a:pt x="14525" y="21479"/>
                </a:cubicBezTo>
                <a:cubicBezTo>
                  <a:pt x="14620" y="21479"/>
                  <a:pt x="14703" y="21448"/>
                  <a:pt x="14781" y="21418"/>
                </a:cubicBezTo>
                <a:cubicBezTo>
                  <a:pt x="14388" y="20607"/>
                  <a:pt x="15033" y="19721"/>
                  <a:pt x="14604" y="18910"/>
                </a:cubicBezTo>
                <a:cubicBezTo>
                  <a:pt x="14533" y="18776"/>
                  <a:pt x="14498" y="18709"/>
                  <a:pt x="14347" y="18709"/>
                </a:cubicBezTo>
                <a:cubicBezTo>
                  <a:pt x="14201" y="18709"/>
                  <a:pt x="13946" y="18772"/>
                  <a:pt x="13442" y="18896"/>
                </a:cubicBezTo>
                <a:cubicBezTo>
                  <a:pt x="13814" y="17315"/>
                  <a:pt x="13814" y="17315"/>
                  <a:pt x="13615" y="16718"/>
                </a:cubicBezTo>
                <a:lnTo>
                  <a:pt x="13615" y="16718"/>
                </a:lnTo>
                <a:cubicBezTo>
                  <a:pt x="12991" y="17106"/>
                  <a:pt x="12609" y="18296"/>
                  <a:pt x="11876" y="18296"/>
                </a:cubicBezTo>
                <a:cubicBezTo>
                  <a:pt x="11734" y="18296"/>
                  <a:pt x="11580" y="18251"/>
                  <a:pt x="11407" y="18148"/>
                </a:cubicBezTo>
                <a:cubicBezTo>
                  <a:pt x="11000" y="17903"/>
                  <a:pt x="10679" y="17711"/>
                  <a:pt x="11079" y="15196"/>
                </a:cubicBezTo>
                <a:cubicBezTo>
                  <a:pt x="11118" y="14956"/>
                  <a:pt x="11233" y="14228"/>
                  <a:pt x="12101" y="13733"/>
                </a:cubicBezTo>
                <a:cubicBezTo>
                  <a:pt x="12217" y="13667"/>
                  <a:pt x="12336" y="13648"/>
                  <a:pt x="12457" y="13648"/>
                </a:cubicBezTo>
                <a:cubicBezTo>
                  <a:pt x="12614" y="13648"/>
                  <a:pt x="12774" y="13680"/>
                  <a:pt x="12931" y="13680"/>
                </a:cubicBezTo>
                <a:cubicBezTo>
                  <a:pt x="12999" y="13680"/>
                  <a:pt x="13067" y="13674"/>
                  <a:pt x="13133" y="13657"/>
                </a:cubicBezTo>
                <a:cubicBezTo>
                  <a:pt x="13534" y="13557"/>
                  <a:pt x="13243" y="12979"/>
                  <a:pt x="13661" y="12889"/>
                </a:cubicBezTo>
                <a:cubicBezTo>
                  <a:pt x="13747" y="12870"/>
                  <a:pt x="13840" y="12851"/>
                  <a:pt x="13939" y="12851"/>
                </a:cubicBezTo>
                <a:cubicBezTo>
                  <a:pt x="14126" y="12851"/>
                  <a:pt x="14337" y="12920"/>
                  <a:pt x="14569" y="13202"/>
                </a:cubicBezTo>
                <a:cubicBezTo>
                  <a:pt x="14691" y="13350"/>
                  <a:pt x="14691" y="13350"/>
                  <a:pt x="15208" y="14616"/>
                </a:cubicBezTo>
                <a:cubicBezTo>
                  <a:pt x="15347" y="14380"/>
                  <a:pt x="15410" y="14273"/>
                  <a:pt x="15425" y="14059"/>
                </a:cubicBezTo>
                <a:cubicBezTo>
                  <a:pt x="15471" y="13429"/>
                  <a:pt x="14916" y="12970"/>
                  <a:pt x="14934" y="12349"/>
                </a:cubicBezTo>
                <a:cubicBezTo>
                  <a:pt x="14956" y="11570"/>
                  <a:pt x="15500" y="10934"/>
                  <a:pt x="15534" y="10158"/>
                </a:cubicBezTo>
                <a:cubicBezTo>
                  <a:pt x="15561" y="9508"/>
                  <a:pt x="15545" y="8827"/>
                  <a:pt x="15487" y="8186"/>
                </a:cubicBezTo>
                <a:lnTo>
                  <a:pt x="15464" y="5966"/>
                </a:lnTo>
                <a:lnTo>
                  <a:pt x="15464" y="5966"/>
                </a:lnTo>
                <a:cubicBezTo>
                  <a:pt x="15484" y="5992"/>
                  <a:pt x="15503" y="6021"/>
                  <a:pt x="15523" y="6048"/>
                </a:cubicBezTo>
                <a:cubicBezTo>
                  <a:pt x="15540" y="6073"/>
                  <a:pt x="15559" y="6100"/>
                  <a:pt x="15577" y="6125"/>
                </a:cubicBezTo>
                <a:cubicBezTo>
                  <a:pt x="15594" y="6150"/>
                  <a:pt x="15612" y="6175"/>
                  <a:pt x="15628" y="6200"/>
                </a:cubicBezTo>
                <a:cubicBezTo>
                  <a:pt x="15645" y="6223"/>
                  <a:pt x="15661" y="6247"/>
                  <a:pt x="15677" y="6270"/>
                </a:cubicBezTo>
                <a:cubicBezTo>
                  <a:pt x="15692" y="6292"/>
                  <a:pt x="15707" y="6315"/>
                  <a:pt x="15722" y="6336"/>
                </a:cubicBezTo>
                <a:lnTo>
                  <a:pt x="15764" y="6398"/>
                </a:lnTo>
                <a:lnTo>
                  <a:pt x="15802" y="6456"/>
                </a:lnTo>
                <a:cubicBezTo>
                  <a:pt x="15814" y="6473"/>
                  <a:pt x="15826" y="6492"/>
                  <a:pt x="15838" y="6509"/>
                </a:cubicBezTo>
                <a:cubicBezTo>
                  <a:pt x="15882" y="5622"/>
                  <a:pt x="15797" y="5468"/>
                  <a:pt x="15682" y="5255"/>
                </a:cubicBezTo>
                <a:cubicBezTo>
                  <a:pt x="15669" y="5245"/>
                  <a:pt x="15660" y="5241"/>
                  <a:pt x="15652" y="5241"/>
                </a:cubicBezTo>
                <a:cubicBezTo>
                  <a:pt x="15641" y="5241"/>
                  <a:pt x="15634" y="5249"/>
                  <a:pt x="15627" y="5257"/>
                </a:cubicBezTo>
                <a:cubicBezTo>
                  <a:pt x="15616" y="5270"/>
                  <a:pt x="15604" y="5284"/>
                  <a:pt x="15591" y="5297"/>
                </a:cubicBezTo>
                <a:cubicBezTo>
                  <a:pt x="15580" y="5310"/>
                  <a:pt x="15567" y="5322"/>
                  <a:pt x="15555" y="5335"/>
                </a:cubicBezTo>
                <a:cubicBezTo>
                  <a:pt x="15544" y="5348"/>
                  <a:pt x="15531" y="5359"/>
                  <a:pt x="15519" y="5372"/>
                </a:cubicBezTo>
                <a:lnTo>
                  <a:pt x="15484" y="5408"/>
                </a:lnTo>
                <a:cubicBezTo>
                  <a:pt x="15471" y="5419"/>
                  <a:pt x="15459" y="5433"/>
                  <a:pt x="15447" y="5444"/>
                </a:cubicBezTo>
                <a:cubicBezTo>
                  <a:pt x="15434" y="5455"/>
                  <a:pt x="15422" y="5466"/>
                  <a:pt x="15410" y="5479"/>
                </a:cubicBezTo>
                <a:lnTo>
                  <a:pt x="15371" y="5512"/>
                </a:lnTo>
                <a:cubicBezTo>
                  <a:pt x="15186" y="5308"/>
                  <a:pt x="15197" y="5005"/>
                  <a:pt x="15017" y="4798"/>
                </a:cubicBezTo>
                <a:cubicBezTo>
                  <a:pt x="14903" y="4909"/>
                  <a:pt x="14802" y="5034"/>
                  <a:pt x="14691" y="5147"/>
                </a:cubicBezTo>
                <a:cubicBezTo>
                  <a:pt x="14492" y="4929"/>
                  <a:pt x="14456" y="4890"/>
                  <a:pt x="14778" y="4100"/>
                </a:cubicBezTo>
                <a:cubicBezTo>
                  <a:pt x="14949" y="3680"/>
                  <a:pt x="14457" y="3092"/>
                  <a:pt x="14238" y="2857"/>
                </a:cubicBezTo>
                <a:cubicBezTo>
                  <a:pt x="14235" y="2855"/>
                  <a:pt x="12660" y="1719"/>
                  <a:pt x="12426" y="1565"/>
                </a:cubicBezTo>
                <a:lnTo>
                  <a:pt x="12426" y="1565"/>
                </a:lnTo>
                <a:cubicBezTo>
                  <a:pt x="12457" y="1752"/>
                  <a:pt x="12567" y="1909"/>
                  <a:pt x="12632" y="2084"/>
                </a:cubicBezTo>
                <a:cubicBezTo>
                  <a:pt x="12209" y="2038"/>
                  <a:pt x="12009" y="1505"/>
                  <a:pt x="11565" y="1505"/>
                </a:cubicBezTo>
                <a:cubicBezTo>
                  <a:pt x="11517" y="1505"/>
                  <a:pt x="11467" y="1511"/>
                  <a:pt x="11413" y="1524"/>
                </a:cubicBezTo>
                <a:cubicBezTo>
                  <a:pt x="11413" y="1565"/>
                  <a:pt x="11391" y="1623"/>
                  <a:pt x="11411" y="1658"/>
                </a:cubicBezTo>
                <a:cubicBezTo>
                  <a:pt x="11508" y="1826"/>
                  <a:pt x="11616" y="1987"/>
                  <a:pt x="11716" y="2151"/>
                </a:cubicBezTo>
                <a:cubicBezTo>
                  <a:pt x="11894" y="2446"/>
                  <a:pt x="11894" y="2446"/>
                  <a:pt x="12556" y="3061"/>
                </a:cubicBezTo>
                <a:cubicBezTo>
                  <a:pt x="12892" y="3372"/>
                  <a:pt x="12709" y="3863"/>
                  <a:pt x="12954" y="4206"/>
                </a:cubicBezTo>
                <a:cubicBezTo>
                  <a:pt x="13129" y="4451"/>
                  <a:pt x="13143" y="4482"/>
                  <a:pt x="13155" y="4671"/>
                </a:cubicBezTo>
                <a:cubicBezTo>
                  <a:pt x="13134" y="4675"/>
                  <a:pt x="13113" y="4677"/>
                  <a:pt x="13093" y="4677"/>
                </a:cubicBezTo>
                <a:cubicBezTo>
                  <a:pt x="12824" y="4677"/>
                  <a:pt x="12606" y="4367"/>
                  <a:pt x="12233" y="3836"/>
                </a:cubicBezTo>
                <a:cubicBezTo>
                  <a:pt x="12166" y="3839"/>
                  <a:pt x="12088" y="3843"/>
                  <a:pt x="12002" y="3843"/>
                </a:cubicBezTo>
                <a:cubicBezTo>
                  <a:pt x="11545" y="3843"/>
                  <a:pt x="10855" y="3746"/>
                  <a:pt x="10407" y="2964"/>
                </a:cubicBezTo>
                <a:cubicBezTo>
                  <a:pt x="10055" y="2351"/>
                  <a:pt x="10345" y="1504"/>
                  <a:pt x="9691" y="1000"/>
                </a:cubicBezTo>
                <a:lnTo>
                  <a:pt x="9691" y="1000"/>
                </a:lnTo>
                <a:cubicBezTo>
                  <a:pt x="9761" y="1024"/>
                  <a:pt x="9853" y="1054"/>
                  <a:pt x="9921" y="1077"/>
                </a:cubicBezTo>
                <a:cubicBezTo>
                  <a:pt x="9961" y="861"/>
                  <a:pt x="9938" y="447"/>
                  <a:pt x="9319" y="113"/>
                </a:cubicBezTo>
                <a:lnTo>
                  <a:pt x="9319" y="113"/>
                </a:lnTo>
                <a:cubicBezTo>
                  <a:pt x="9421" y="313"/>
                  <a:pt x="9446" y="366"/>
                  <a:pt x="9524" y="581"/>
                </a:cubicBezTo>
                <a:cubicBezTo>
                  <a:pt x="9051" y="349"/>
                  <a:pt x="9051" y="349"/>
                  <a:pt x="842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23"/>
          <p:cNvSpPr/>
          <p:nvPr/>
        </p:nvSpPr>
        <p:spPr>
          <a:xfrm>
            <a:off x="4815301" y="1882481"/>
            <a:ext cx="400161" cy="193644"/>
          </a:xfrm>
          <a:custGeom>
            <a:rect b="b" l="l" r="r" t="t"/>
            <a:pathLst>
              <a:path extrusionOk="0" h="3234" w="6683">
                <a:moveTo>
                  <a:pt x="1" y="0"/>
                </a:moveTo>
                <a:lnTo>
                  <a:pt x="1" y="0"/>
                </a:lnTo>
                <a:cubicBezTo>
                  <a:pt x="205" y="100"/>
                  <a:pt x="228" y="141"/>
                  <a:pt x="252" y="183"/>
                </a:cubicBezTo>
                <a:cubicBezTo>
                  <a:pt x="161" y="217"/>
                  <a:pt x="161" y="217"/>
                  <a:pt x="149" y="232"/>
                </a:cubicBezTo>
                <a:cubicBezTo>
                  <a:pt x="422" y="370"/>
                  <a:pt x="422" y="370"/>
                  <a:pt x="456" y="440"/>
                </a:cubicBezTo>
                <a:cubicBezTo>
                  <a:pt x="389" y="557"/>
                  <a:pt x="241" y="519"/>
                  <a:pt x="156" y="601"/>
                </a:cubicBezTo>
                <a:cubicBezTo>
                  <a:pt x="169" y="623"/>
                  <a:pt x="188" y="653"/>
                  <a:pt x="207" y="668"/>
                </a:cubicBezTo>
                <a:cubicBezTo>
                  <a:pt x="375" y="805"/>
                  <a:pt x="586" y="867"/>
                  <a:pt x="755" y="1000"/>
                </a:cubicBezTo>
                <a:cubicBezTo>
                  <a:pt x="903" y="1117"/>
                  <a:pt x="965" y="1317"/>
                  <a:pt x="1144" y="1406"/>
                </a:cubicBezTo>
                <a:cubicBezTo>
                  <a:pt x="1436" y="1553"/>
                  <a:pt x="1819" y="1580"/>
                  <a:pt x="2156" y="1603"/>
                </a:cubicBezTo>
                <a:cubicBezTo>
                  <a:pt x="1743" y="1278"/>
                  <a:pt x="1301" y="995"/>
                  <a:pt x="893" y="664"/>
                </a:cubicBezTo>
                <a:lnTo>
                  <a:pt x="893" y="664"/>
                </a:lnTo>
                <a:cubicBezTo>
                  <a:pt x="995" y="693"/>
                  <a:pt x="1132" y="731"/>
                  <a:pt x="1234" y="764"/>
                </a:cubicBezTo>
                <a:cubicBezTo>
                  <a:pt x="1416" y="824"/>
                  <a:pt x="1517" y="1008"/>
                  <a:pt x="1697" y="1073"/>
                </a:cubicBezTo>
                <a:cubicBezTo>
                  <a:pt x="1710" y="1078"/>
                  <a:pt x="1757" y="1085"/>
                  <a:pt x="1804" y="1085"/>
                </a:cubicBezTo>
                <a:cubicBezTo>
                  <a:pt x="1826" y="1085"/>
                  <a:pt x="1847" y="1083"/>
                  <a:pt x="1865" y="1080"/>
                </a:cubicBezTo>
                <a:cubicBezTo>
                  <a:pt x="1891" y="1075"/>
                  <a:pt x="1922" y="1072"/>
                  <a:pt x="1955" y="1072"/>
                </a:cubicBezTo>
                <a:cubicBezTo>
                  <a:pt x="2356" y="1072"/>
                  <a:pt x="3227" y="1401"/>
                  <a:pt x="3735" y="1609"/>
                </a:cubicBezTo>
                <a:cubicBezTo>
                  <a:pt x="4536" y="1934"/>
                  <a:pt x="4555" y="2069"/>
                  <a:pt x="4566" y="2158"/>
                </a:cubicBezTo>
                <a:cubicBezTo>
                  <a:pt x="5275" y="2491"/>
                  <a:pt x="5927" y="2934"/>
                  <a:pt x="6652" y="3233"/>
                </a:cubicBezTo>
                <a:cubicBezTo>
                  <a:pt x="6662" y="3227"/>
                  <a:pt x="6673" y="3217"/>
                  <a:pt x="6682" y="3211"/>
                </a:cubicBezTo>
                <a:cubicBezTo>
                  <a:pt x="6244" y="2731"/>
                  <a:pt x="3814" y="1212"/>
                  <a:pt x="3168" y="909"/>
                </a:cubicBezTo>
                <a:cubicBezTo>
                  <a:pt x="2165" y="494"/>
                  <a:pt x="1105" y="188"/>
                  <a:pt x="1" y="0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23"/>
          <p:cNvSpPr/>
          <p:nvPr/>
        </p:nvSpPr>
        <p:spPr>
          <a:xfrm>
            <a:off x="4971882" y="2002058"/>
            <a:ext cx="215080" cy="112270"/>
          </a:xfrm>
          <a:custGeom>
            <a:rect b="b" l="l" r="r" t="t"/>
            <a:pathLst>
              <a:path extrusionOk="0" h="1875" w="3592">
                <a:moveTo>
                  <a:pt x="200" y="1"/>
                </a:moveTo>
                <a:cubicBezTo>
                  <a:pt x="181" y="1"/>
                  <a:pt x="172" y="5"/>
                  <a:pt x="143" y="19"/>
                </a:cubicBezTo>
                <a:cubicBezTo>
                  <a:pt x="109" y="93"/>
                  <a:pt x="191" y="138"/>
                  <a:pt x="189" y="205"/>
                </a:cubicBezTo>
                <a:cubicBezTo>
                  <a:pt x="172" y="216"/>
                  <a:pt x="155" y="220"/>
                  <a:pt x="139" y="220"/>
                </a:cubicBezTo>
                <a:cubicBezTo>
                  <a:pt x="97" y="220"/>
                  <a:pt x="57" y="192"/>
                  <a:pt x="15" y="190"/>
                </a:cubicBezTo>
                <a:cubicBezTo>
                  <a:pt x="10" y="193"/>
                  <a:pt x="5" y="200"/>
                  <a:pt x="1" y="205"/>
                </a:cubicBezTo>
                <a:cubicBezTo>
                  <a:pt x="98" y="341"/>
                  <a:pt x="626" y="660"/>
                  <a:pt x="741" y="667"/>
                </a:cubicBezTo>
                <a:cubicBezTo>
                  <a:pt x="761" y="611"/>
                  <a:pt x="727" y="560"/>
                  <a:pt x="723" y="505"/>
                </a:cubicBezTo>
                <a:cubicBezTo>
                  <a:pt x="746" y="484"/>
                  <a:pt x="784" y="474"/>
                  <a:pt x="835" y="474"/>
                </a:cubicBezTo>
                <a:cubicBezTo>
                  <a:pt x="1217" y="474"/>
                  <a:pt x="2299" y="1009"/>
                  <a:pt x="2538" y="1428"/>
                </a:cubicBezTo>
                <a:cubicBezTo>
                  <a:pt x="2753" y="1801"/>
                  <a:pt x="3444" y="1875"/>
                  <a:pt x="3561" y="1875"/>
                </a:cubicBezTo>
                <a:cubicBezTo>
                  <a:pt x="3569" y="1875"/>
                  <a:pt x="3575" y="1874"/>
                  <a:pt x="3577" y="1874"/>
                </a:cubicBezTo>
                <a:cubicBezTo>
                  <a:pt x="3591" y="1791"/>
                  <a:pt x="3591" y="1791"/>
                  <a:pt x="2884" y="1343"/>
                </a:cubicBezTo>
                <a:lnTo>
                  <a:pt x="2884" y="1343"/>
                </a:lnTo>
                <a:cubicBezTo>
                  <a:pt x="2961" y="1349"/>
                  <a:pt x="3038" y="1356"/>
                  <a:pt x="3114" y="1361"/>
                </a:cubicBezTo>
                <a:cubicBezTo>
                  <a:pt x="2866" y="1211"/>
                  <a:pt x="2603" y="1086"/>
                  <a:pt x="2369" y="914"/>
                </a:cubicBezTo>
                <a:cubicBezTo>
                  <a:pt x="2386" y="894"/>
                  <a:pt x="2412" y="863"/>
                  <a:pt x="2268" y="766"/>
                </a:cubicBezTo>
                <a:cubicBezTo>
                  <a:pt x="1997" y="582"/>
                  <a:pt x="845" y="86"/>
                  <a:pt x="839" y="84"/>
                </a:cubicBezTo>
                <a:lnTo>
                  <a:pt x="237" y="3"/>
                </a:lnTo>
                <a:cubicBezTo>
                  <a:pt x="220" y="2"/>
                  <a:pt x="209" y="1"/>
                  <a:pt x="200" y="1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23"/>
          <p:cNvSpPr/>
          <p:nvPr/>
        </p:nvSpPr>
        <p:spPr>
          <a:xfrm>
            <a:off x="4855838" y="2047686"/>
            <a:ext cx="122330" cy="62213"/>
          </a:xfrm>
          <a:custGeom>
            <a:rect b="b" l="l" r="r" t="t"/>
            <a:pathLst>
              <a:path extrusionOk="0" h="1039" w="2043">
                <a:moveTo>
                  <a:pt x="1322" y="1"/>
                </a:moveTo>
                <a:cubicBezTo>
                  <a:pt x="1264" y="48"/>
                  <a:pt x="1264" y="48"/>
                  <a:pt x="1269" y="96"/>
                </a:cubicBezTo>
                <a:cubicBezTo>
                  <a:pt x="1280" y="216"/>
                  <a:pt x="1235" y="283"/>
                  <a:pt x="1136" y="296"/>
                </a:cubicBezTo>
                <a:cubicBezTo>
                  <a:pt x="1121" y="298"/>
                  <a:pt x="1106" y="299"/>
                  <a:pt x="1090" y="299"/>
                </a:cubicBezTo>
                <a:cubicBezTo>
                  <a:pt x="916" y="299"/>
                  <a:pt x="666" y="189"/>
                  <a:pt x="495" y="112"/>
                </a:cubicBezTo>
                <a:cubicBezTo>
                  <a:pt x="340" y="43"/>
                  <a:pt x="253" y="20"/>
                  <a:pt x="187" y="20"/>
                </a:cubicBezTo>
                <a:cubicBezTo>
                  <a:pt x="164" y="20"/>
                  <a:pt x="144" y="23"/>
                  <a:pt x="124" y="27"/>
                </a:cubicBezTo>
                <a:cubicBezTo>
                  <a:pt x="1" y="95"/>
                  <a:pt x="37" y="241"/>
                  <a:pt x="253" y="563"/>
                </a:cubicBezTo>
                <a:cubicBezTo>
                  <a:pt x="285" y="566"/>
                  <a:pt x="317" y="567"/>
                  <a:pt x="349" y="567"/>
                </a:cubicBezTo>
                <a:cubicBezTo>
                  <a:pt x="388" y="567"/>
                  <a:pt x="428" y="566"/>
                  <a:pt x="468" y="566"/>
                </a:cubicBezTo>
                <a:cubicBezTo>
                  <a:pt x="550" y="566"/>
                  <a:pt x="632" y="571"/>
                  <a:pt x="711" y="601"/>
                </a:cubicBezTo>
                <a:cubicBezTo>
                  <a:pt x="762" y="622"/>
                  <a:pt x="813" y="681"/>
                  <a:pt x="856" y="715"/>
                </a:cubicBezTo>
                <a:cubicBezTo>
                  <a:pt x="959" y="795"/>
                  <a:pt x="1289" y="1038"/>
                  <a:pt x="1500" y="1038"/>
                </a:cubicBezTo>
                <a:cubicBezTo>
                  <a:pt x="1520" y="1038"/>
                  <a:pt x="1539" y="1036"/>
                  <a:pt x="1557" y="1031"/>
                </a:cubicBezTo>
                <a:cubicBezTo>
                  <a:pt x="1610" y="1017"/>
                  <a:pt x="1621" y="991"/>
                  <a:pt x="1648" y="921"/>
                </a:cubicBezTo>
                <a:cubicBezTo>
                  <a:pt x="1661" y="892"/>
                  <a:pt x="1698" y="887"/>
                  <a:pt x="1761" y="876"/>
                </a:cubicBezTo>
                <a:cubicBezTo>
                  <a:pt x="1898" y="855"/>
                  <a:pt x="2042" y="667"/>
                  <a:pt x="1985" y="531"/>
                </a:cubicBezTo>
                <a:cubicBezTo>
                  <a:pt x="1959" y="471"/>
                  <a:pt x="1723" y="296"/>
                  <a:pt x="1423" y="77"/>
                </a:cubicBezTo>
                <a:cubicBezTo>
                  <a:pt x="1392" y="54"/>
                  <a:pt x="1352" y="23"/>
                  <a:pt x="1322" y="1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23"/>
          <p:cNvSpPr/>
          <p:nvPr/>
        </p:nvSpPr>
        <p:spPr>
          <a:xfrm>
            <a:off x="4807277" y="2857126"/>
            <a:ext cx="69398" cy="171190"/>
          </a:xfrm>
          <a:custGeom>
            <a:rect b="b" l="l" r="r" t="t"/>
            <a:pathLst>
              <a:path extrusionOk="0" h="2859" w="1159">
                <a:moveTo>
                  <a:pt x="1" y="1"/>
                </a:moveTo>
                <a:cubicBezTo>
                  <a:pt x="90" y="1239"/>
                  <a:pt x="554" y="2425"/>
                  <a:pt x="1103" y="2820"/>
                </a:cubicBezTo>
                <a:cubicBezTo>
                  <a:pt x="1119" y="2831"/>
                  <a:pt x="1142" y="2845"/>
                  <a:pt x="1159" y="2859"/>
                </a:cubicBezTo>
                <a:cubicBezTo>
                  <a:pt x="1063" y="2521"/>
                  <a:pt x="1016" y="2390"/>
                  <a:pt x="786" y="1766"/>
                </a:cubicBezTo>
                <a:cubicBezTo>
                  <a:pt x="636" y="1357"/>
                  <a:pt x="636" y="1357"/>
                  <a:pt x="384" y="384"/>
                </a:cubicBezTo>
                <a:cubicBezTo>
                  <a:pt x="256" y="256"/>
                  <a:pt x="128" y="129"/>
                  <a:pt x="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23"/>
          <p:cNvSpPr/>
          <p:nvPr/>
        </p:nvSpPr>
        <p:spPr>
          <a:xfrm>
            <a:off x="4742429" y="2780960"/>
            <a:ext cx="1018" cy="1497"/>
          </a:xfrm>
          <a:custGeom>
            <a:rect b="b" l="l" r="r" t="t"/>
            <a:pathLst>
              <a:path extrusionOk="0" h="25" w="17">
                <a:moveTo>
                  <a:pt x="0" y="0"/>
                </a:moveTo>
                <a:lnTo>
                  <a:pt x="0" y="0"/>
                </a:lnTo>
                <a:cubicBezTo>
                  <a:pt x="5" y="8"/>
                  <a:pt x="11" y="18"/>
                  <a:pt x="16" y="25"/>
                </a:cubicBezTo>
                <a:cubicBezTo>
                  <a:pt x="11" y="18"/>
                  <a:pt x="5" y="7"/>
                  <a:pt x="0" y="0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23"/>
          <p:cNvSpPr/>
          <p:nvPr/>
        </p:nvSpPr>
        <p:spPr>
          <a:xfrm>
            <a:off x="4743387" y="2782397"/>
            <a:ext cx="1018" cy="1557"/>
          </a:xfrm>
          <a:custGeom>
            <a:rect b="b" l="l" r="r" t="t"/>
            <a:pathLst>
              <a:path extrusionOk="0" h="26" w="17">
                <a:moveTo>
                  <a:pt x="17" y="25"/>
                </a:moveTo>
                <a:cubicBezTo>
                  <a:pt x="12" y="17"/>
                  <a:pt x="5" y="9"/>
                  <a:pt x="0" y="1"/>
                </a:cubicBezTo>
                <a:cubicBezTo>
                  <a:pt x="5" y="9"/>
                  <a:pt x="12" y="17"/>
                  <a:pt x="17" y="25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23"/>
          <p:cNvSpPr/>
          <p:nvPr/>
        </p:nvSpPr>
        <p:spPr>
          <a:xfrm>
            <a:off x="4744345" y="2783894"/>
            <a:ext cx="1138" cy="1497"/>
          </a:xfrm>
          <a:custGeom>
            <a:rect b="b" l="l" r="r" t="t"/>
            <a:pathLst>
              <a:path extrusionOk="0" h="25" w="19">
                <a:moveTo>
                  <a:pt x="18" y="25"/>
                </a:moveTo>
                <a:cubicBezTo>
                  <a:pt x="13" y="17"/>
                  <a:pt x="6" y="7"/>
                  <a:pt x="1" y="0"/>
                </a:cubicBezTo>
                <a:cubicBezTo>
                  <a:pt x="6" y="7"/>
                  <a:pt x="13" y="17"/>
                  <a:pt x="18" y="25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23"/>
          <p:cNvSpPr/>
          <p:nvPr/>
        </p:nvSpPr>
        <p:spPr>
          <a:xfrm>
            <a:off x="4745423" y="2785331"/>
            <a:ext cx="1018" cy="1497"/>
          </a:xfrm>
          <a:custGeom>
            <a:rect b="b" l="l" r="r" t="t"/>
            <a:pathLst>
              <a:path extrusionOk="0" h="25" w="17">
                <a:moveTo>
                  <a:pt x="0" y="1"/>
                </a:moveTo>
                <a:cubicBezTo>
                  <a:pt x="4" y="8"/>
                  <a:pt x="11" y="17"/>
                  <a:pt x="17" y="24"/>
                </a:cubicBezTo>
                <a:cubicBezTo>
                  <a:pt x="11" y="17"/>
                  <a:pt x="5" y="8"/>
                  <a:pt x="0" y="1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23"/>
          <p:cNvSpPr/>
          <p:nvPr/>
        </p:nvSpPr>
        <p:spPr>
          <a:xfrm>
            <a:off x="4746381" y="2786768"/>
            <a:ext cx="1018" cy="1497"/>
          </a:xfrm>
          <a:custGeom>
            <a:rect b="b" l="l" r="r" t="t"/>
            <a:pathLst>
              <a:path extrusionOk="0" h="25" w="17">
                <a:moveTo>
                  <a:pt x="1" y="0"/>
                </a:moveTo>
                <a:cubicBezTo>
                  <a:pt x="6" y="9"/>
                  <a:pt x="12" y="18"/>
                  <a:pt x="17" y="25"/>
                </a:cubicBezTo>
                <a:cubicBezTo>
                  <a:pt x="13" y="19"/>
                  <a:pt x="6" y="9"/>
                  <a:pt x="1" y="0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23"/>
          <p:cNvSpPr/>
          <p:nvPr/>
        </p:nvSpPr>
        <p:spPr>
          <a:xfrm>
            <a:off x="4747339" y="2788205"/>
            <a:ext cx="1078" cy="1557"/>
          </a:xfrm>
          <a:custGeom>
            <a:rect b="b" l="l" r="r" t="t"/>
            <a:pathLst>
              <a:path extrusionOk="0" h="26" w="18">
                <a:moveTo>
                  <a:pt x="1" y="1"/>
                </a:moveTo>
                <a:lnTo>
                  <a:pt x="1" y="1"/>
                </a:lnTo>
                <a:cubicBezTo>
                  <a:pt x="6" y="9"/>
                  <a:pt x="12" y="17"/>
                  <a:pt x="17" y="25"/>
                </a:cubicBezTo>
                <a:cubicBezTo>
                  <a:pt x="14" y="19"/>
                  <a:pt x="7" y="9"/>
                  <a:pt x="1" y="1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23"/>
          <p:cNvSpPr/>
          <p:nvPr/>
        </p:nvSpPr>
        <p:spPr>
          <a:xfrm>
            <a:off x="4748477" y="2789762"/>
            <a:ext cx="1018" cy="1557"/>
          </a:xfrm>
          <a:custGeom>
            <a:rect b="b" l="l" r="r" t="t"/>
            <a:pathLst>
              <a:path extrusionOk="0" h="26" w="17">
                <a:moveTo>
                  <a:pt x="0" y="0"/>
                </a:moveTo>
                <a:cubicBezTo>
                  <a:pt x="5" y="9"/>
                  <a:pt x="12" y="17"/>
                  <a:pt x="17" y="25"/>
                </a:cubicBezTo>
                <a:cubicBezTo>
                  <a:pt x="12" y="17"/>
                  <a:pt x="5" y="7"/>
                  <a:pt x="0" y="0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23"/>
          <p:cNvSpPr/>
          <p:nvPr/>
        </p:nvSpPr>
        <p:spPr>
          <a:xfrm>
            <a:off x="4749435" y="2791259"/>
            <a:ext cx="1078" cy="1497"/>
          </a:xfrm>
          <a:custGeom>
            <a:rect b="b" l="l" r="r" t="t"/>
            <a:pathLst>
              <a:path extrusionOk="0" h="25" w="18">
                <a:moveTo>
                  <a:pt x="1" y="0"/>
                </a:moveTo>
                <a:cubicBezTo>
                  <a:pt x="6" y="7"/>
                  <a:pt x="12" y="16"/>
                  <a:pt x="17" y="25"/>
                </a:cubicBezTo>
                <a:cubicBezTo>
                  <a:pt x="12" y="16"/>
                  <a:pt x="6" y="6"/>
                  <a:pt x="1" y="0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23"/>
          <p:cNvSpPr/>
          <p:nvPr/>
        </p:nvSpPr>
        <p:spPr>
          <a:xfrm>
            <a:off x="4750453" y="2792696"/>
            <a:ext cx="1018" cy="1497"/>
          </a:xfrm>
          <a:custGeom>
            <a:rect b="b" l="l" r="r" t="t"/>
            <a:pathLst>
              <a:path extrusionOk="0" h="25" w="17">
                <a:moveTo>
                  <a:pt x="16" y="24"/>
                </a:moveTo>
                <a:cubicBezTo>
                  <a:pt x="11" y="17"/>
                  <a:pt x="5" y="8"/>
                  <a:pt x="0" y="1"/>
                </a:cubicBezTo>
                <a:cubicBezTo>
                  <a:pt x="5" y="8"/>
                  <a:pt x="11" y="17"/>
                  <a:pt x="16" y="24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23"/>
          <p:cNvSpPr/>
          <p:nvPr/>
        </p:nvSpPr>
        <p:spPr>
          <a:xfrm>
            <a:off x="4751411" y="2794133"/>
            <a:ext cx="1078" cy="1497"/>
          </a:xfrm>
          <a:custGeom>
            <a:rect b="b" l="l" r="r" t="t"/>
            <a:pathLst>
              <a:path extrusionOk="0" h="25" w="18">
                <a:moveTo>
                  <a:pt x="18" y="25"/>
                </a:moveTo>
                <a:cubicBezTo>
                  <a:pt x="13" y="18"/>
                  <a:pt x="6" y="8"/>
                  <a:pt x="0" y="0"/>
                </a:cubicBezTo>
                <a:cubicBezTo>
                  <a:pt x="6" y="8"/>
                  <a:pt x="13" y="18"/>
                  <a:pt x="18" y="25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23"/>
          <p:cNvSpPr/>
          <p:nvPr/>
        </p:nvSpPr>
        <p:spPr>
          <a:xfrm>
            <a:off x="4752489" y="2795571"/>
            <a:ext cx="1078" cy="1557"/>
          </a:xfrm>
          <a:custGeom>
            <a:rect b="b" l="l" r="r" t="t"/>
            <a:pathLst>
              <a:path extrusionOk="0" h="26" w="18">
                <a:moveTo>
                  <a:pt x="1" y="1"/>
                </a:moveTo>
                <a:lnTo>
                  <a:pt x="1" y="1"/>
                </a:lnTo>
                <a:cubicBezTo>
                  <a:pt x="5" y="9"/>
                  <a:pt x="11" y="19"/>
                  <a:pt x="17" y="25"/>
                </a:cubicBezTo>
                <a:cubicBezTo>
                  <a:pt x="12" y="17"/>
                  <a:pt x="6" y="9"/>
                  <a:pt x="1" y="1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23"/>
          <p:cNvSpPr/>
          <p:nvPr/>
        </p:nvSpPr>
        <p:spPr>
          <a:xfrm>
            <a:off x="4753507" y="2797067"/>
            <a:ext cx="1018" cy="1497"/>
          </a:xfrm>
          <a:custGeom>
            <a:rect b="b" l="l" r="r" t="t"/>
            <a:pathLst>
              <a:path extrusionOk="0" h="25" w="17">
                <a:moveTo>
                  <a:pt x="0" y="0"/>
                </a:moveTo>
                <a:cubicBezTo>
                  <a:pt x="4" y="7"/>
                  <a:pt x="11" y="18"/>
                  <a:pt x="17" y="25"/>
                </a:cubicBezTo>
                <a:cubicBezTo>
                  <a:pt x="11" y="17"/>
                  <a:pt x="5" y="7"/>
                  <a:pt x="0" y="0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23"/>
          <p:cNvSpPr/>
          <p:nvPr/>
        </p:nvSpPr>
        <p:spPr>
          <a:xfrm>
            <a:off x="4754465" y="2798564"/>
            <a:ext cx="1078" cy="1557"/>
          </a:xfrm>
          <a:custGeom>
            <a:rect b="b" l="l" r="r" t="t"/>
            <a:pathLst>
              <a:path extrusionOk="0" h="26" w="18">
                <a:moveTo>
                  <a:pt x="1" y="1"/>
                </a:moveTo>
                <a:cubicBezTo>
                  <a:pt x="6" y="8"/>
                  <a:pt x="13" y="17"/>
                  <a:pt x="18" y="25"/>
                </a:cubicBezTo>
                <a:cubicBezTo>
                  <a:pt x="13" y="17"/>
                  <a:pt x="6" y="7"/>
                  <a:pt x="1" y="1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23"/>
          <p:cNvSpPr/>
          <p:nvPr/>
        </p:nvSpPr>
        <p:spPr>
          <a:xfrm>
            <a:off x="4755483" y="2800061"/>
            <a:ext cx="1078" cy="1437"/>
          </a:xfrm>
          <a:custGeom>
            <a:rect b="b" l="l" r="r" t="t"/>
            <a:pathLst>
              <a:path extrusionOk="0" h="24" w="18">
                <a:moveTo>
                  <a:pt x="1" y="0"/>
                </a:moveTo>
                <a:cubicBezTo>
                  <a:pt x="6" y="8"/>
                  <a:pt x="12" y="17"/>
                  <a:pt x="17" y="24"/>
                </a:cubicBezTo>
                <a:cubicBezTo>
                  <a:pt x="12" y="17"/>
                  <a:pt x="6" y="6"/>
                  <a:pt x="1" y="0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23"/>
          <p:cNvSpPr/>
          <p:nvPr/>
        </p:nvSpPr>
        <p:spPr>
          <a:xfrm>
            <a:off x="4756501" y="2801439"/>
            <a:ext cx="1018" cy="1557"/>
          </a:xfrm>
          <a:custGeom>
            <a:rect b="b" l="l" r="r" t="t"/>
            <a:pathLst>
              <a:path extrusionOk="0" h="26" w="17">
                <a:moveTo>
                  <a:pt x="0" y="1"/>
                </a:moveTo>
                <a:cubicBezTo>
                  <a:pt x="5" y="9"/>
                  <a:pt x="12" y="18"/>
                  <a:pt x="17" y="25"/>
                </a:cubicBezTo>
                <a:cubicBezTo>
                  <a:pt x="12" y="18"/>
                  <a:pt x="5" y="9"/>
                  <a:pt x="0" y="1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23"/>
          <p:cNvSpPr/>
          <p:nvPr/>
        </p:nvSpPr>
        <p:spPr>
          <a:xfrm>
            <a:off x="4757459" y="2802936"/>
            <a:ext cx="1078" cy="1557"/>
          </a:xfrm>
          <a:custGeom>
            <a:rect b="b" l="l" r="r" t="t"/>
            <a:pathLst>
              <a:path extrusionOk="0" h="26" w="18">
                <a:moveTo>
                  <a:pt x="1" y="1"/>
                </a:moveTo>
                <a:cubicBezTo>
                  <a:pt x="6" y="9"/>
                  <a:pt x="12" y="17"/>
                  <a:pt x="17" y="25"/>
                </a:cubicBezTo>
                <a:cubicBezTo>
                  <a:pt x="14" y="19"/>
                  <a:pt x="6" y="9"/>
                  <a:pt x="1" y="1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23"/>
          <p:cNvSpPr/>
          <p:nvPr/>
        </p:nvSpPr>
        <p:spPr>
          <a:xfrm>
            <a:off x="4758596" y="2804492"/>
            <a:ext cx="1018" cy="1497"/>
          </a:xfrm>
          <a:custGeom>
            <a:rect b="b" l="l" r="r" t="t"/>
            <a:pathLst>
              <a:path extrusionOk="0" h="25" w="17">
                <a:moveTo>
                  <a:pt x="0" y="0"/>
                </a:moveTo>
                <a:cubicBezTo>
                  <a:pt x="3" y="6"/>
                  <a:pt x="11" y="16"/>
                  <a:pt x="17" y="25"/>
                </a:cubicBezTo>
                <a:cubicBezTo>
                  <a:pt x="11" y="16"/>
                  <a:pt x="5" y="8"/>
                  <a:pt x="0" y="0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23"/>
          <p:cNvSpPr/>
          <p:nvPr/>
        </p:nvSpPr>
        <p:spPr>
          <a:xfrm>
            <a:off x="4759554" y="2805930"/>
            <a:ext cx="1018" cy="1557"/>
          </a:xfrm>
          <a:custGeom>
            <a:rect b="b" l="l" r="r" t="t"/>
            <a:pathLst>
              <a:path extrusionOk="0" h="26" w="17">
                <a:moveTo>
                  <a:pt x="1" y="1"/>
                </a:moveTo>
                <a:cubicBezTo>
                  <a:pt x="6" y="8"/>
                  <a:pt x="12" y="17"/>
                  <a:pt x="17" y="25"/>
                </a:cubicBezTo>
                <a:cubicBezTo>
                  <a:pt x="12" y="17"/>
                  <a:pt x="6" y="7"/>
                  <a:pt x="1" y="1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23"/>
          <p:cNvSpPr/>
          <p:nvPr/>
        </p:nvSpPr>
        <p:spPr>
          <a:xfrm>
            <a:off x="4760512" y="2807426"/>
            <a:ext cx="1078" cy="1437"/>
          </a:xfrm>
          <a:custGeom>
            <a:rect b="b" l="l" r="r" t="t"/>
            <a:pathLst>
              <a:path extrusionOk="0" h="24" w="18">
                <a:moveTo>
                  <a:pt x="1" y="0"/>
                </a:moveTo>
                <a:cubicBezTo>
                  <a:pt x="6" y="7"/>
                  <a:pt x="12" y="17"/>
                  <a:pt x="17" y="24"/>
                </a:cubicBezTo>
                <a:cubicBezTo>
                  <a:pt x="12" y="17"/>
                  <a:pt x="6" y="6"/>
                  <a:pt x="1" y="0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23"/>
          <p:cNvSpPr/>
          <p:nvPr/>
        </p:nvSpPr>
        <p:spPr>
          <a:xfrm>
            <a:off x="4761530" y="2808804"/>
            <a:ext cx="1078" cy="1557"/>
          </a:xfrm>
          <a:custGeom>
            <a:rect b="b" l="l" r="r" t="t"/>
            <a:pathLst>
              <a:path extrusionOk="0" h="26" w="18">
                <a:moveTo>
                  <a:pt x="18" y="25"/>
                </a:moveTo>
                <a:cubicBezTo>
                  <a:pt x="13" y="18"/>
                  <a:pt x="5" y="9"/>
                  <a:pt x="0" y="1"/>
                </a:cubicBezTo>
                <a:cubicBezTo>
                  <a:pt x="5" y="9"/>
                  <a:pt x="13" y="18"/>
                  <a:pt x="18" y="25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23"/>
          <p:cNvSpPr/>
          <p:nvPr/>
        </p:nvSpPr>
        <p:spPr>
          <a:xfrm>
            <a:off x="4762608" y="2810301"/>
            <a:ext cx="1078" cy="1497"/>
          </a:xfrm>
          <a:custGeom>
            <a:rect b="b" l="l" r="r" t="t"/>
            <a:pathLst>
              <a:path extrusionOk="0" h="25" w="18">
                <a:moveTo>
                  <a:pt x="1" y="0"/>
                </a:moveTo>
                <a:cubicBezTo>
                  <a:pt x="5" y="8"/>
                  <a:pt x="12" y="19"/>
                  <a:pt x="17" y="25"/>
                </a:cubicBezTo>
                <a:cubicBezTo>
                  <a:pt x="12" y="17"/>
                  <a:pt x="6" y="7"/>
                  <a:pt x="1" y="0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23"/>
          <p:cNvSpPr/>
          <p:nvPr/>
        </p:nvSpPr>
        <p:spPr>
          <a:xfrm>
            <a:off x="4763626" y="2811738"/>
            <a:ext cx="1018" cy="1557"/>
          </a:xfrm>
          <a:custGeom>
            <a:rect b="b" l="l" r="r" t="t"/>
            <a:pathLst>
              <a:path extrusionOk="0" h="26" w="17">
                <a:moveTo>
                  <a:pt x="0" y="1"/>
                </a:moveTo>
                <a:lnTo>
                  <a:pt x="0" y="1"/>
                </a:lnTo>
                <a:cubicBezTo>
                  <a:pt x="5" y="8"/>
                  <a:pt x="11" y="18"/>
                  <a:pt x="16" y="25"/>
                </a:cubicBezTo>
                <a:cubicBezTo>
                  <a:pt x="11" y="17"/>
                  <a:pt x="5" y="8"/>
                  <a:pt x="0" y="1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23"/>
          <p:cNvSpPr/>
          <p:nvPr/>
        </p:nvSpPr>
        <p:spPr>
          <a:xfrm>
            <a:off x="4764584" y="2813235"/>
            <a:ext cx="1078" cy="1437"/>
          </a:xfrm>
          <a:custGeom>
            <a:rect b="b" l="l" r="r" t="t"/>
            <a:pathLst>
              <a:path extrusionOk="0" h="24" w="18">
                <a:moveTo>
                  <a:pt x="0" y="0"/>
                </a:moveTo>
                <a:cubicBezTo>
                  <a:pt x="6" y="8"/>
                  <a:pt x="13" y="18"/>
                  <a:pt x="18" y="24"/>
                </a:cubicBezTo>
                <a:cubicBezTo>
                  <a:pt x="13" y="17"/>
                  <a:pt x="6" y="8"/>
                  <a:pt x="0" y="0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23"/>
          <p:cNvSpPr/>
          <p:nvPr/>
        </p:nvSpPr>
        <p:spPr>
          <a:xfrm>
            <a:off x="4765662" y="2814732"/>
            <a:ext cx="1078" cy="1497"/>
          </a:xfrm>
          <a:custGeom>
            <a:rect b="b" l="l" r="r" t="t"/>
            <a:pathLst>
              <a:path extrusionOk="0" h="25" w="18">
                <a:moveTo>
                  <a:pt x="1" y="1"/>
                </a:moveTo>
                <a:cubicBezTo>
                  <a:pt x="5" y="7"/>
                  <a:pt x="11" y="17"/>
                  <a:pt x="17" y="24"/>
                </a:cubicBezTo>
                <a:cubicBezTo>
                  <a:pt x="12" y="17"/>
                  <a:pt x="6" y="8"/>
                  <a:pt x="1" y="1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23"/>
          <p:cNvSpPr/>
          <p:nvPr/>
        </p:nvSpPr>
        <p:spPr>
          <a:xfrm>
            <a:off x="4766680" y="2816169"/>
            <a:ext cx="1018" cy="1557"/>
          </a:xfrm>
          <a:custGeom>
            <a:rect b="b" l="l" r="r" t="t"/>
            <a:pathLst>
              <a:path extrusionOk="0" h="26" w="17">
                <a:moveTo>
                  <a:pt x="17" y="25"/>
                </a:moveTo>
                <a:cubicBezTo>
                  <a:pt x="11" y="18"/>
                  <a:pt x="5" y="9"/>
                  <a:pt x="0" y="0"/>
                </a:cubicBezTo>
                <a:cubicBezTo>
                  <a:pt x="5" y="9"/>
                  <a:pt x="11" y="18"/>
                  <a:pt x="17" y="25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23"/>
          <p:cNvSpPr/>
          <p:nvPr/>
        </p:nvSpPr>
        <p:spPr>
          <a:xfrm>
            <a:off x="4767638" y="2817666"/>
            <a:ext cx="1078" cy="1497"/>
          </a:xfrm>
          <a:custGeom>
            <a:rect b="b" l="l" r="r" t="t"/>
            <a:pathLst>
              <a:path extrusionOk="0" h="25" w="18">
                <a:moveTo>
                  <a:pt x="1" y="0"/>
                </a:moveTo>
                <a:cubicBezTo>
                  <a:pt x="6" y="8"/>
                  <a:pt x="13" y="18"/>
                  <a:pt x="18" y="25"/>
                </a:cubicBezTo>
                <a:cubicBezTo>
                  <a:pt x="13" y="16"/>
                  <a:pt x="6" y="8"/>
                  <a:pt x="1" y="0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23"/>
          <p:cNvSpPr/>
          <p:nvPr/>
        </p:nvSpPr>
        <p:spPr>
          <a:xfrm>
            <a:off x="4768656" y="2819163"/>
            <a:ext cx="1078" cy="1557"/>
          </a:xfrm>
          <a:custGeom>
            <a:rect b="b" l="l" r="r" t="t"/>
            <a:pathLst>
              <a:path extrusionOk="0" h="26" w="18">
                <a:moveTo>
                  <a:pt x="1" y="1"/>
                </a:moveTo>
                <a:cubicBezTo>
                  <a:pt x="6" y="9"/>
                  <a:pt x="12" y="17"/>
                  <a:pt x="17" y="25"/>
                </a:cubicBezTo>
                <a:cubicBezTo>
                  <a:pt x="12" y="17"/>
                  <a:pt x="6" y="7"/>
                  <a:pt x="1" y="1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23"/>
          <p:cNvSpPr/>
          <p:nvPr/>
        </p:nvSpPr>
        <p:spPr>
          <a:xfrm>
            <a:off x="4769674" y="2820660"/>
            <a:ext cx="1018" cy="1497"/>
          </a:xfrm>
          <a:custGeom>
            <a:rect b="b" l="l" r="r" t="t"/>
            <a:pathLst>
              <a:path extrusionOk="0" h="25" w="17">
                <a:moveTo>
                  <a:pt x="0" y="0"/>
                </a:moveTo>
                <a:cubicBezTo>
                  <a:pt x="5" y="7"/>
                  <a:pt x="12" y="18"/>
                  <a:pt x="17" y="25"/>
                </a:cubicBezTo>
                <a:cubicBezTo>
                  <a:pt x="13" y="17"/>
                  <a:pt x="5" y="6"/>
                  <a:pt x="0" y="0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23"/>
          <p:cNvSpPr/>
          <p:nvPr/>
        </p:nvSpPr>
        <p:spPr>
          <a:xfrm>
            <a:off x="4770692" y="2822097"/>
            <a:ext cx="1138" cy="1497"/>
          </a:xfrm>
          <a:custGeom>
            <a:rect b="b" l="l" r="r" t="t"/>
            <a:pathLst>
              <a:path extrusionOk="0" h="25" w="19">
                <a:moveTo>
                  <a:pt x="18" y="24"/>
                </a:moveTo>
                <a:cubicBezTo>
                  <a:pt x="13" y="17"/>
                  <a:pt x="6" y="8"/>
                  <a:pt x="1" y="1"/>
                </a:cubicBezTo>
                <a:cubicBezTo>
                  <a:pt x="6" y="8"/>
                  <a:pt x="13" y="17"/>
                  <a:pt x="18" y="24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23"/>
          <p:cNvSpPr/>
          <p:nvPr/>
        </p:nvSpPr>
        <p:spPr>
          <a:xfrm>
            <a:off x="4771769" y="2823534"/>
            <a:ext cx="1018" cy="1497"/>
          </a:xfrm>
          <a:custGeom>
            <a:rect b="b" l="l" r="r" t="t"/>
            <a:pathLst>
              <a:path extrusionOk="0" h="25" w="17">
                <a:moveTo>
                  <a:pt x="0" y="0"/>
                </a:moveTo>
                <a:cubicBezTo>
                  <a:pt x="5" y="8"/>
                  <a:pt x="11" y="18"/>
                  <a:pt x="16" y="25"/>
                </a:cubicBezTo>
                <a:cubicBezTo>
                  <a:pt x="11" y="18"/>
                  <a:pt x="5" y="8"/>
                  <a:pt x="0" y="0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23"/>
          <p:cNvSpPr/>
          <p:nvPr/>
        </p:nvSpPr>
        <p:spPr>
          <a:xfrm>
            <a:off x="4772728" y="2824971"/>
            <a:ext cx="1018" cy="1557"/>
          </a:xfrm>
          <a:custGeom>
            <a:rect b="b" l="l" r="r" t="t"/>
            <a:pathLst>
              <a:path extrusionOk="0" h="26" w="17">
                <a:moveTo>
                  <a:pt x="1" y="1"/>
                </a:moveTo>
                <a:cubicBezTo>
                  <a:pt x="6" y="9"/>
                  <a:pt x="13" y="19"/>
                  <a:pt x="17" y="25"/>
                </a:cubicBezTo>
                <a:cubicBezTo>
                  <a:pt x="12" y="17"/>
                  <a:pt x="6" y="9"/>
                  <a:pt x="1" y="1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23"/>
          <p:cNvSpPr/>
          <p:nvPr/>
        </p:nvSpPr>
        <p:spPr>
          <a:xfrm>
            <a:off x="4773745" y="2826468"/>
            <a:ext cx="1138" cy="1497"/>
          </a:xfrm>
          <a:custGeom>
            <a:rect b="b" l="l" r="r" t="t"/>
            <a:pathLst>
              <a:path extrusionOk="0" h="25" w="19">
                <a:moveTo>
                  <a:pt x="1" y="0"/>
                </a:moveTo>
                <a:cubicBezTo>
                  <a:pt x="6" y="8"/>
                  <a:pt x="13" y="18"/>
                  <a:pt x="18" y="25"/>
                </a:cubicBezTo>
                <a:cubicBezTo>
                  <a:pt x="13" y="17"/>
                  <a:pt x="6" y="8"/>
                  <a:pt x="1" y="0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23"/>
          <p:cNvSpPr/>
          <p:nvPr/>
        </p:nvSpPr>
        <p:spPr>
          <a:xfrm>
            <a:off x="4611357" y="2332708"/>
            <a:ext cx="1796" cy="2575"/>
          </a:xfrm>
          <a:custGeom>
            <a:rect b="b" l="l" r="r" t="t"/>
            <a:pathLst>
              <a:path extrusionOk="0" h="43" w="30">
                <a:moveTo>
                  <a:pt x="25" y="0"/>
                </a:moveTo>
                <a:cubicBezTo>
                  <a:pt x="24" y="3"/>
                  <a:pt x="22" y="6"/>
                  <a:pt x="21" y="10"/>
                </a:cubicBezTo>
                <a:cubicBezTo>
                  <a:pt x="22" y="9"/>
                  <a:pt x="26" y="7"/>
                  <a:pt x="29" y="6"/>
                </a:cubicBezTo>
                <a:cubicBezTo>
                  <a:pt x="27" y="5"/>
                  <a:pt x="26" y="2"/>
                  <a:pt x="25" y="0"/>
                </a:cubicBezTo>
                <a:close/>
                <a:moveTo>
                  <a:pt x="19" y="10"/>
                </a:moveTo>
                <a:lnTo>
                  <a:pt x="19" y="10"/>
                </a:lnTo>
                <a:cubicBezTo>
                  <a:pt x="19" y="10"/>
                  <a:pt x="19" y="10"/>
                  <a:pt x="20" y="11"/>
                </a:cubicBezTo>
                <a:cubicBezTo>
                  <a:pt x="20" y="10"/>
                  <a:pt x="20" y="10"/>
                  <a:pt x="19" y="10"/>
                </a:cubicBezTo>
                <a:close/>
                <a:moveTo>
                  <a:pt x="20" y="11"/>
                </a:moveTo>
                <a:cubicBezTo>
                  <a:pt x="16" y="11"/>
                  <a:pt x="7" y="15"/>
                  <a:pt x="5" y="21"/>
                </a:cubicBezTo>
                <a:cubicBezTo>
                  <a:pt x="0" y="29"/>
                  <a:pt x="5" y="35"/>
                  <a:pt x="2" y="42"/>
                </a:cubicBezTo>
                <a:cubicBezTo>
                  <a:pt x="9" y="31"/>
                  <a:pt x="15" y="21"/>
                  <a:pt x="20" y="11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23"/>
          <p:cNvSpPr/>
          <p:nvPr/>
        </p:nvSpPr>
        <p:spPr>
          <a:xfrm>
            <a:off x="5626527" y="3385435"/>
            <a:ext cx="2694" cy="6347"/>
          </a:xfrm>
          <a:custGeom>
            <a:rect b="b" l="l" r="r" t="t"/>
            <a:pathLst>
              <a:path extrusionOk="0" h="106" w="45">
                <a:moveTo>
                  <a:pt x="45" y="1"/>
                </a:moveTo>
                <a:cubicBezTo>
                  <a:pt x="31" y="28"/>
                  <a:pt x="17" y="55"/>
                  <a:pt x="5" y="83"/>
                </a:cubicBezTo>
                <a:cubicBezTo>
                  <a:pt x="4" y="90"/>
                  <a:pt x="1" y="98"/>
                  <a:pt x="2" y="105"/>
                </a:cubicBezTo>
                <a:cubicBezTo>
                  <a:pt x="16" y="79"/>
                  <a:pt x="27" y="50"/>
                  <a:pt x="41" y="22"/>
                </a:cubicBezTo>
                <a:cubicBezTo>
                  <a:pt x="41" y="21"/>
                  <a:pt x="42" y="18"/>
                  <a:pt x="42" y="15"/>
                </a:cubicBezTo>
                <a:lnTo>
                  <a:pt x="45" y="1"/>
                </a:ln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23"/>
          <p:cNvSpPr/>
          <p:nvPr/>
        </p:nvSpPr>
        <p:spPr>
          <a:xfrm>
            <a:off x="5407374" y="2399533"/>
            <a:ext cx="1138" cy="1317"/>
          </a:xfrm>
          <a:custGeom>
            <a:rect b="b" l="l" r="r" t="t"/>
            <a:pathLst>
              <a:path extrusionOk="0" h="22" w="19">
                <a:moveTo>
                  <a:pt x="1" y="1"/>
                </a:moveTo>
                <a:lnTo>
                  <a:pt x="8" y="21"/>
                </a:lnTo>
                <a:lnTo>
                  <a:pt x="18" y="19"/>
                </a:lnTo>
                <a:lnTo>
                  <a:pt x="1" y="1"/>
                </a:ln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23"/>
          <p:cNvSpPr/>
          <p:nvPr/>
        </p:nvSpPr>
        <p:spPr>
          <a:xfrm>
            <a:off x="4258376" y="4090746"/>
            <a:ext cx="1018" cy="778"/>
          </a:xfrm>
          <a:custGeom>
            <a:rect b="b" l="l" r="r" t="t"/>
            <a:pathLst>
              <a:path extrusionOk="0" h="13" w="17">
                <a:moveTo>
                  <a:pt x="2" y="1"/>
                </a:moveTo>
                <a:cubicBezTo>
                  <a:pt x="1" y="2"/>
                  <a:pt x="1" y="2"/>
                  <a:pt x="3" y="12"/>
                </a:cubicBezTo>
                <a:cubicBezTo>
                  <a:pt x="7" y="10"/>
                  <a:pt x="12" y="6"/>
                  <a:pt x="16" y="2"/>
                </a:cubicBezTo>
                <a:cubicBezTo>
                  <a:pt x="12" y="2"/>
                  <a:pt x="8" y="1"/>
                  <a:pt x="6" y="1"/>
                </a:cubicBezTo>
                <a:close/>
              </a:path>
            </a:pathLst>
          </a:custGeom>
          <a:solidFill>
            <a:srgbClr val="DCF5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23"/>
          <p:cNvSpPr/>
          <p:nvPr/>
        </p:nvSpPr>
        <p:spPr>
          <a:xfrm>
            <a:off x="4274423" y="1832123"/>
            <a:ext cx="1072466" cy="934029"/>
          </a:xfrm>
          <a:custGeom>
            <a:rect b="b" l="l" r="r" t="t"/>
            <a:pathLst>
              <a:path extrusionOk="0" h="15599" w="17911">
                <a:moveTo>
                  <a:pt x="4181" y="0"/>
                </a:moveTo>
                <a:cubicBezTo>
                  <a:pt x="3733" y="0"/>
                  <a:pt x="3289" y="16"/>
                  <a:pt x="2849" y="46"/>
                </a:cubicBezTo>
                <a:lnTo>
                  <a:pt x="5024" y="5549"/>
                </a:lnTo>
                <a:lnTo>
                  <a:pt x="1" y="7535"/>
                </a:lnTo>
                <a:lnTo>
                  <a:pt x="14652" y="15599"/>
                </a:lnTo>
                <a:lnTo>
                  <a:pt x="17911" y="5600"/>
                </a:lnTo>
                <a:cubicBezTo>
                  <a:pt x="14371" y="2135"/>
                  <a:pt x="9526" y="0"/>
                  <a:pt x="4181" y="0"/>
                </a:cubicBezTo>
                <a:close/>
              </a:path>
            </a:pathLst>
          </a:custGeom>
          <a:solidFill>
            <a:srgbClr val="434343">
              <a:alpha val="45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23"/>
          <p:cNvSpPr/>
          <p:nvPr/>
        </p:nvSpPr>
        <p:spPr>
          <a:xfrm>
            <a:off x="4496690" y="3273223"/>
            <a:ext cx="1028157" cy="873732"/>
          </a:xfrm>
          <a:custGeom>
            <a:rect b="b" l="l" r="r" t="t"/>
            <a:pathLst>
              <a:path extrusionOk="0" h="14592" w="17171">
                <a:moveTo>
                  <a:pt x="14333" y="0"/>
                </a:moveTo>
                <a:lnTo>
                  <a:pt x="0" y="8615"/>
                </a:lnTo>
                <a:lnTo>
                  <a:pt x="5341" y="14591"/>
                </a:lnTo>
                <a:cubicBezTo>
                  <a:pt x="10317" y="13320"/>
                  <a:pt x="14534" y="10147"/>
                  <a:pt x="17170" y="5891"/>
                </a:cubicBezTo>
                <a:lnTo>
                  <a:pt x="13524" y="5339"/>
                </a:lnTo>
                <a:lnTo>
                  <a:pt x="14333" y="0"/>
                </a:lnTo>
                <a:close/>
              </a:path>
            </a:pathLst>
          </a:custGeom>
          <a:solidFill>
            <a:srgbClr val="434343">
              <a:alpha val="45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23"/>
          <p:cNvSpPr/>
          <p:nvPr/>
        </p:nvSpPr>
        <p:spPr>
          <a:xfrm>
            <a:off x="3349130" y="2700543"/>
            <a:ext cx="589554" cy="1001152"/>
          </a:xfrm>
          <a:custGeom>
            <a:rect b="b" l="l" r="r" t="t"/>
            <a:pathLst>
              <a:path extrusionOk="0" h="16720" w="9846">
                <a:moveTo>
                  <a:pt x="9457" y="1"/>
                </a:moveTo>
                <a:lnTo>
                  <a:pt x="253" y="1975"/>
                </a:lnTo>
                <a:cubicBezTo>
                  <a:pt x="88" y="3003"/>
                  <a:pt x="1" y="4057"/>
                  <a:pt x="1" y="5131"/>
                </a:cubicBezTo>
                <a:cubicBezTo>
                  <a:pt x="1" y="9225"/>
                  <a:pt x="1254" y="13026"/>
                  <a:pt x="3399" y="16172"/>
                </a:cubicBezTo>
                <a:lnTo>
                  <a:pt x="5607" y="13374"/>
                </a:lnTo>
                <a:lnTo>
                  <a:pt x="9846" y="16720"/>
                </a:lnTo>
                <a:lnTo>
                  <a:pt x="9846" y="16720"/>
                </a:lnTo>
                <a:lnTo>
                  <a:pt x="9457" y="1"/>
                </a:lnTo>
                <a:close/>
              </a:path>
            </a:pathLst>
          </a:custGeom>
          <a:solidFill>
            <a:srgbClr val="434343">
              <a:alpha val="45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23"/>
          <p:cNvSpPr/>
          <p:nvPr/>
        </p:nvSpPr>
        <p:spPr>
          <a:xfrm>
            <a:off x="4522198" y="3439506"/>
            <a:ext cx="771581" cy="1276888"/>
          </a:xfrm>
          <a:custGeom>
            <a:rect b="b" l="l" r="r" t="t"/>
            <a:pathLst>
              <a:path extrusionOk="0" h="21325" w="12886">
                <a:moveTo>
                  <a:pt x="12886" y="0"/>
                </a:moveTo>
                <a:lnTo>
                  <a:pt x="1" y="10663"/>
                </a:lnTo>
                <a:lnTo>
                  <a:pt x="12886" y="21325"/>
                </a:lnTo>
                <a:lnTo>
                  <a:pt x="1288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23"/>
          <p:cNvSpPr/>
          <p:nvPr/>
        </p:nvSpPr>
        <p:spPr>
          <a:xfrm>
            <a:off x="5293725" y="3762850"/>
            <a:ext cx="1135936" cy="630271"/>
          </a:xfrm>
          <a:custGeom>
            <a:rect b="b" l="l" r="r" t="t"/>
            <a:pathLst>
              <a:path extrusionOk="0" h="10526" w="18971">
                <a:moveTo>
                  <a:pt x="1" y="1"/>
                </a:moveTo>
                <a:lnTo>
                  <a:pt x="1" y="10525"/>
                </a:lnTo>
                <a:lnTo>
                  <a:pt x="681" y="10525"/>
                </a:lnTo>
                <a:cubicBezTo>
                  <a:pt x="8216" y="10525"/>
                  <a:pt x="15183" y="6515"/>
                  <a:pt x="1897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23"/>
          <p:cNvSpPr/>
          <p:nvPr/>
        </p:nvSpPr>
        <p:spPr>
          <a:xfrm>
            <a:off x="2715023" y="2579888"/>
            <a:ext cx="1109410" cy="986362"/>
          </a:xfrm>
          <a:custGeom>
            <a:rect b="b" l="l" r="r" t="t"/>
            <a:pathLst>
              <a:path extrusionOk="0" h="16473" w="18528">
                <a:moveTo>
                  <a:pt x="15642" y="0"/>
                </a:moveTo>
                <a:lnTo>
                  <a:pt x="1" y="5915"/>
                </a:lnTo>
                <a:lnTo>
                  <a:pt x="18528" y="16472"/>
                </a:lnTo>
                <a:lnTo>
                  <a:pt x="18528" y="16472"/>
                </a:lnTo>
                <a:lnTo>
                  <a:pt x="1564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23"/>
          <p:cNvSpPr/>
          <p:nvPr/>
        </p:nvSpPr>
        <p:spPr>
          <a:xfrm>
            <a:off x="2752386" y="3094126"/>
            <a:ext cx="791161" cy="1298982"/>
          </a:xfrm>
          <a:custGeom>
            <a:rect b="b" l="l" r="r" t="t"/>
            <a:pathLst>
              <a:path extrusionOk="0" h="21694" w="13213">
                <a:moveTo>
                  <a:pt x="4068" y="1"/>
                </a:moveTo>
                <a:lnTo>
                  <a:pt x="3731" y="591"/>
                </a:lnTo>
                <a:cubicBezTo>
                  <a:pt x="1" y="7139"/>
                  <a:pt x="35" y="15177"/>
                  <a:pt x="3822" y="21693"/>
                </a:cubicBezTo>
                <a:lnTo>
                  <a:pt x="13212" y="5211"/>
                </a:lnTo>
                <a:lnTo>
                  <a:pt x="406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23"/>
          <p:cNvSpPr/>
          <p:nvPr/>
        </p:nvSpPr>
        <p:spPr>
          <a:xfrm>
            <a:off x="4157721" y="1107950"/>
            <a:ext cx="1115638" cy="982171"/>
          </a:xfrm>
          <a:custGeom>
            <a:rect b="b" l="l" r="r" t="t"/>
            <a:pathLst>
              <a:path extrusionOk="0" h="16403" w="18632">
                <a:moveTo>
                  <a:pt x="1" y="1"/>
                </a:moveTo>
                <a:lnTo>
                  <a:pt x="6117" y="10525"/>
                </a:lnTo>
                <a:lnTo>
                  <a:pt x="9534" y="16403"/>
                </a:lnTo>
                <a:lnTo>
                  <a:pt x="10585" y="15792"/>
                </a:lnTo>
                <a:lnTo>
                  <a:pt x="18632" y="11114"/>
                </a:lnTo>
                <a:lnTo>
                  <a:pt x="18290" y="10525"/>
                </a:lnTo>
                <a:cubicBezTo>
                  <a:pt x="14503" y="4011"/>
                  <a:pt x="7537" y="1"/>
                  <a:pt x="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23"/>
          <p:cNvSpPr/>
          <p:nvPr/>
        </p:nvSpPr>
        <p:spPr>
          <a:xfrm>
            <a:off x="4448968" y="1610931"/>
            <a:ext cx="1104021" cy="987919"/>
          </a:xfrm>
          <a:custGeom>
            <a:rect b="b" l="l" r="r" t="t"/>
            <a:pathLst>
              <a:path extrusionOk="0" h="16499" w="18438">
                <a:moveTo>
                  <a:pt x="18438" y="0"/>
                </a:moveTo>
                <a:lnTo>
                  <a:pt x="5722" y="7392"/>
                </a:lnTo>
                <a:lnTo>
                  <a:pt x="4670" y="8003"/>
                </a:lnTo>
                <a:lnTo>
                  <a:pt x="1" y="10715"/>
                </a:lnTo>
                <a:lnTo>
                  <a:pt x="15693" y="16498"/>
                </a:lnTo>
                <a:lnTo>
                  <a:pt x="1843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23"/>
          <p:cNvSpPr/>
          <p:nvPr/>
        </p:nvSpPr>
        <p:spPr>
          <a:xfrm>
            <a:off x="4728538" y="2090080"/>
            <a:ext cx="60" cy="60"/>
          </a:xfrm>
          <a:custGeom>
            <a:rect b="b" l="l" r="r" t="t"/>
            <a:pathLst>
              <a:path extrusionOk="0" h="1" w="1">
                <a:moveTo>
                  <a:pt x="1" y="1"/>
                </a:moveTo>
                <a:close/>
              </a:path>
            </a:pathLst>
          </a:custGeom>
          <a:solidFill>
            <a:srgbClr val="2BB8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23"/>
          <p:cNvSpPr/>
          <p:nvPr/>
        </p:nvSpPr>
        <p:spPr>
          <a:xfrm>
            <a:off x="4728538" y="2053494"/>
            <a:ext cx="63051" cy="36645"/>
          </a:xfrm>
          <a:custGeom>
            <a:rect b="b" l="l" r="r" t="t"/>
            <a:pathLst>
              <a:path extrusionOk="0" h="612" w="1053">
                <a:moveTo>
                  <a:pt x="1" y="612"/>
                </a:moveTo>
                <a:lnTo>
                  <a:pt x="1053" y="1"/>
                </a:lnTo>
                <a:close/>
              </a:path>
            </a:pathLst>
          </a:custGeom>
          <a:solidFill>
            <a:srgbClr val="2BB8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23"/>
          <p:cNvSpPr/>
          <p:nvPr/>
        </p:nvSpPr>
        <p:spPr>
          <a:xfrm>
            <a:off x="-206261" y="1554828"/>
            <a:ext cx="6858" cy="6913"/>
          </a:xfrm>
          <a:custGeom>
            <a:rect b="b" l="l" r="r" t="t"/>
            <a:pathLst>
              <a:path extrusionOk="0" h="127" w="126">
                <a:moveTo>
                  <a:pt x="31" y="1"/>
                </a:moveTo>
                <a:cubicBezTo>
                  <a:pt x="24" y="1"/>
                  <a:pt x="15" y="4"/>
                  <a:pt x="9" y="10"/>
                </a:cubicBezTo>
                <a:cubicBezTo>
                  <a:pt x="3" y="15"/>
                  <a:pt x="0" y="23"/>
                  <a:pt x="0" y="32"/>
                </a:cubicBezTo>
                <a:lnTo>
                  <a:pt x="0" y="96"/>
                </a:lnTo>
                <a:cubicBezTo>
                  <a:pt x="0" y="103"/>
                  <a:pt x="3" y="111"/>
                  <a:pt x="9" y="118"/>
                </a:cubicBezTo>
                <a:cubicBezTo>
                  <a:pt x="14" y="124"/>
                  <a:pt x="23" y="127"/>
                  <a:pt x="31" y="127"/>
                </a:cubicBezTo>
                <a:lnTo>
                  <a:pt x="95" y="127"/>
                </a:lnTo>
                <a:cubicBezTo>
                  <a:pt x="102" y="127"/>
                  <a:pt x="111" y="124"/>
                  <a:pt x="117" y="118"/>
                </a:cubicBezTo>
                <a:cubicBezTo>
                  <a:pt x="123" y="113"/>
                  <a:pt x="126" y="105"/>
                  <a:pt x="126" y="96"/>
                </a:cubicBezTo>
                <a:lnTo>
                  <a:pt x="126" y="32"/>
                </a:lnTo>
                <a:cubicBezTo>
                  <a:pt x="126" y="23"/>
                  <a:pt x="124" y="15"/>
                  <a:pt x="117" y="10"/>
                </a:cubicBezTo>
                <a:cubicBezTo>
                  <a:pt x="112" y="4"/>
                  <a:pt x="104" y="1"/>
                  <a:pt x="95" y="1"/>
                </a:cubicBezTo>
                <a:close/>
              </a:path>
            </a:pathLst>
          </a:custGeom>
          <a:solidFill>
            <a:srgbClr val="D4E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23"/>
          <p:cNvSpPr/>
          <p:nvPr/>
        </p:nvSpPr>
        <p:spPr>
          <a:xfrm>
            <a:off x="-206261" y="1568708"/>
            <a:ext cx="6858" cy="6858"/>
          </a:xfrm>
          <a:custGeom>
            <a:rect b="b" l="l" r="r" t="t"/>
            <a:pathLst>
              <a:path extrusionOk="0" h="126" w="126">
                <a:moveTo>
                  <a:pt x="31" y="1"/>
                </a:moveTo>
                <a:cubicBezTo>
                  <a:pt x="24" y="1"/>
                  <a:pt x="15" y="4"/>
                  <a:pt x="9" y="10"/>
                </a:cubicBezTo>
                <a:cubicBezTo>
                  <a:pt x="3" y="15"/>
                  <a:pt x="0" y="22"/>
                  <a:pt x="0" y="31"/>
                </a:cubicBezTo>
                <a:lnTo>
                  <a:pt x="0" y="96"/>
                </a:lnTo>
                <a:cubicBezTo>
                  <a:pt x="0" y="103"/>
                  <a:pt x="3" y="111"/>
                  <a:pt x="9" y="117"/>
                </a:cubicBezTo>
                <a:cubicBezTo>
                  <a:pt x="14" y="124"/>
                  <a:pt x="23" y="126"/>
                  <a:pt x="31" y="126"/>
                </a:cubicBezTo>
                <a:lnTo>
                  <a:pt x="95" y="126"/>
                </a:lnTo>
                <a:cubicBezTo>
                  <a:pt x="102" y="126"/>
                  <a:pt x="111" y="124"/>
                  <a:pt x="117" y="117"/>
                </a:cubicBezTo>
                <a:cubicBezTo>
                  <a:pt x="123" y="112"/>
                  <a:pt x="126" y="104"/>
                  <a:pt x="126" y="96"/>
                </a:cubicBezTo>
                <a:lnTo>
                  <a:pt x="126" y="31"/>
                </a:lnTo>
                <a:cubicBezTo>
                  <a:pt x="126" y="22"/>
                  <a:pt x="124" y="15"/>
                  <a:pt x="117" y="10"/>
                </a:cubicBezTo>
                <a:cubicBezTo>
                  <a:pt x="112" y="5"/>
                  <a:pt x="104" y="1"/>
                  <a:pt x="95" y="1"/>
                </a:cubicBezTo>
                <a:close/>
              </a:path>
            </a:pathLst>
          </a:custGeom>
          <a:solidFill>
            <a:srgbClr val="D4E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23"/>
          <p:cNvSpPr/>
          <p:nvPr/>
        </p:nvSpPr>
        <p:spPr>
          <a:xfrm>
            <a:off x="-206261" y="1582589"/>
            <a:ext cx="6858" cy="6858"/>
          </a:xfrm>
          <a:custGeom>
            <a:rect b="b" l="l" r="r" t="t"/>
            <a:pathLst>
              <a:path extrusionOk="0" h="126" w="126">
                <a:moveTo>
                  <a:pt x="31" y="1"/>
                </a:moveTo>
                <a:cubicBezTo>
                  <a:pt x="24" y="1"/>
                  <a:pt x="15" y="3"/>
                  <a:pt x="9" y="10"/>
                </a:cubicBezTo>
                <a:cubicBezTo>
                  <a:pt x="3" y="15"/>
                  <a:pt x="0" y="22"/>
                  <a:pt x="0" y="31"/>
                </a:cubicBezTo>
                <a:lnTo>
                  <a:pt x="0" y="95"/>
                </a:lnTo>
                <a:cubicBezTo>
                  <a:pt x="0" y="103"/>
                  <a:pt x="3" y="110"/>
                  <a:pt x="9" y="117"/>
                </a:cubicBezTo>
                <a:cubicBezTo>
                  <a:pt x="14" y="122"/>
                  <a:pt x="23" y="125"/>
                  <a:pt x="31" y="125"/>
                </a:cubicBezTo>
                <a:lnTo>
                  <a:pt x="95" y="125"/>
                </a:lnTo>
                <a:cubicBezTo>
                  <a:pt x="102" y="125"/>
                  <a:pt x="111" y="123"/>
                  <a:pt x="117" y="117"/>
                </a:cubicBezTo>
                <a:cubicBezTo>
                  <a:pt x="123" y="112"/>
                  <a:pt x="126" y="104"/>
                  <a:pt x="126" y="95"/>
                </a:cubicBezTo>
                <a:lnTo>
                  <a:pt x="126" y="31"/>
                </a:lnTo>
                <a:cubicBezTo>
                  <a:pt x="126" y="22"/>
                  <a:pt x="124" y="15"/>
                  <a:pt x="117" y="10"/>
                </a:cubicBezTo>
                <a:cubicBezTo>
                  <a:pt x="112" y="5"/>
                  <a:pt x="104" y="1"/>
                  <a:pt x="95" y="1"/>
                </a:cubicBezTo>
                <a:close/>
              </a:path>
            </a:pathLst>
          </a:custGeom>
          <a:solidFill>
            <a:srgbClr val="D4E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23"/>
          <p:cNvSpPr/>
          <p:nvPr/>
        </p:nvSpPr>
        <p:spPr>
          <a:xfrm flipH="1">
            <a:off x="8043076" y="1161535"/>
            <a:ext cx="643725" cy="368019"/>
          </a:xfrm>
          <a:custGeom>
            <a:rect b="b" l="l" r="r" t="t"/>
            <a:pathLst>
              <a:path extrusionOk="0" h="2089" w="3654">
                <a:moveTo>
                  <a:pt x="1827" y="1"/>
                </a:moveTo>
                <a:lnTo>
                  <a:pt x="1827" y="393"/>
                </a:lnTo>
                <a:lnTo>
                  <a:pt x="2087" y="393"/>
                </a:lnTo>
                <a:lnTo>
                  <a:pt x="2087" y="1"/>
                </a:lnTo>
                <a:close/>
                <a:moveTo>
                  <a:pt x="2348" y="1"/>
                </a:moveTo>
                <a:lnTo>
                  <a:pt x="2348" y="393"/>
                </a:lnTo>
                <a:lnTo>
                  <a:pt x="2609" y="393"/>
                </a:lnTo>
                <a:lnTo>
                  <a:pt x="2609" y="1"/>
                </a:lnTo>
                <a:close/>
                <a:moveTo>
                  <a:pt x="2870" y="1"/>
                </a:moveTo>
                <a:lnTo>
                  <a:pt x="2870" y="393"/>
                </a:lnTo>
                <a:lnTo>
                  <a:pt x="3131" y="393"/>
                </a:lnTo>
                <a:lnTo>
                  <a:pt x="3131" y="1"/>
                </a:lnTo>
                <a:close/>
                <a:moveTo>
                  <a:pt x="913" y="784"/>
                </a:moveTo>
                <a:cubicBezTo>
                  <a:pt x="804" y="784"/>
                  <a:pt x="712" y="822"/>
                  <a:pt x="636" y="898"/>
                </a:cubicBezTo>
                <a:cubicBezTo>
                  <a:pt x="560" y="975"/>
                  <a:pt x="522" y="1067"/>
                  <a:pt x="522" y="1175"/>
                </a:cubicBezTo>
                <a:cubicBezTo>
                  <a:pt x="522" y="1284"/>
                  <a:pt x="560" y="1376"/>
                  <a:pt x="636" y="1453"/>
                </a:cubicBezTo>
                <a:cubicBezTo>
                  <a:pt x="712" y="1528"/>
                  <a:pt x="804" y="1566"/>
                  <a:pt x="913" y="1566"/>
                </a:cubicBezTo>
                <a:cubicBezTo>
                  <a:pt x="994" y="1566"/>
                  <a:pt x="1069" y="1543"/>
                  <a:pt x="1137" y="1495"/>
                </a:cubicBezTo>
                <a:cubicBezTo>
                  <a:pt x="1204" y="1448"/>
                  <a:pt x="1254" y="1385"/>
                  <a:pt x="1281" y="1305"/>
                </a:cubicBezTo>
                <a:lnTo>
                  <a:pt x="2609" y="1305"/>
                </a:lnTo>
                <a:lnTo>
                  <a:pt x="2609" y="1044"/>
                </a:lnTo>
                <a:lnTo>
                  <a:pt x="1281" y="1044"/>
                </a:lnTo>
                <a:cubicBezTo>
                  <a:pt x="1254" y="967"/>
                  <a:pt x="1204" y="904"/>
                  <a:pt x="1137" y="855"/>
                </a:cubicBezTo>
                <a:cubicBezTo>
                  <a:pt x="1069" y="808"/>
                  <a:pt x="994" y="784"/>
                  <a:pt x="913" y="784"/>
                </a:cubicBezTo>
                <a:close/>
                <a:moveTo>
                  <a:pt x="912" y="523"/>
                </a:moveTo>
                <a:cubicBezTo>
                  <a:pt x="1017" y="523"/>
                  <a:pt x="1115" y="546"/>
                  <a:pt x="1206" y="592"/>
                </a:cubicBezTo>
                <a:cubicBezTo>
                  <a:pt x="1299" y="638"/>
                  <a:pt x="1373" y="702"/>
                  <a:pt x="1435" y="784"/>
                </a:cubicBezTo>
                <a:lnTo>
                  <a:pt x="3000" y="784"/>
                </a:lnTo>
                <a:cubicBezTo>
                  <a:pt x="3110" y="784"/>
                  <a:pt x="3202" y="822"/>
                  <a:pt x="3278" y="898"/>
                </a:cubicBezTo>
                <a:cubicBezTo>
                  <a:pt x="3353" y="975"/>
                  <a:pt x="3392" y="1067"/>
                  <a:pt x="3392" y="1175"/>
                </a:cubicBezTo>
                <a:cubicBezTo>
                  <a:pt x="3392" y="1284"/>
                  <a:pt x="3353" y="1376"/>
                  <a:pt x="3278" y="1453"/>
                </a:cubicBezTo>
                <a:cubicBezTo>
                  <a:pt x="3202" y="1528"/>
                  <a:pt x="3110" y="1566"/>
                  <a:pt x="3000" y="1566"/>
                </a:cubicBezTo>
                <a:lnTo>
                  <a:pt x="1435" y="1566"/>
                </a:lnTo>
                <a:cubicBezTo>
                  <a:pt x="1373" y="1648"/>
                  <a:pt x="1296" y="1713"/>
                  <a:pt x="1206" y="1759"/>
                </a:cubicBezTo>
                <a:cubicBezTo>
                  <a:pt x="1114" y="1805"/>
                  <a:pt x="1017" y="1827"/>
                  <a:pt x="912" y="1827"/>
                </a:cubicBezTo>
                <a:cubicBezTo>
                  <a:pt x="732" y="1827"/>
                  <a:pt x="578" y="1765"/>
                  <a:pt x="450" y="1637"/>
                </a:cubicBezTo>
                <a:cubicBezTo>
                  <a:pt x="323" y="1510"/>
                  <a:pt x="260" y="1356"/>
                  <a:pt x="260" y="1175"/>
                </a:cubicBezTo>
                <a:cubicBezTo>
                  <a:pt x="260" y="995"/>
                  <a:pt x="323" y="840"/>
                  <a:pt x="450" y="714"/>
                </a:cubicBezTo>
                <a:cubicBezTo>
                  <a:pt x="578" y="587"/>
                  <a:pt x="732" y="523"/>
                  <a:pt x="912" y="523"/>
                </a:cubicBezTo>
                <a:close/>
                <a:moveTo>
                  <a:pt x="913" y="260"/>
                </a:moveTo>
                <a:cubicBezTo>
                  <a:pt x="661" y="260"/>
                  <a:pt x="446" y="349"/>
                  <a:pt x="267" y="528"/>
                </a:cubicBezTo>
                <a:cubicBezTo>
                  <a:pt x="89" y="707"/>
                  <a:pt x="0" y="922"/>
                  <a:pt x="0" y="1174"/>
                </a:cubicBezTo>
                <a:cubicBezTo>
                  <a:pt x="0" y="1426"/>
                  <a:pt x="88" y="1641"/>
                  <a:pt x="267" y="1820"/>
                </a:cubicBezTo>
                <a:cubicBezTo>
                  <a:pt x="446" y="1999"/>
                  <a:pt x="661" y="2088"/>
                  <a:pt x="913" y="2088"/>
                </a:cubicBezTo>
                <a:cubicBezTo>
                  <a:pt x="1161" y="2088"/>
                  <a:pt x="1373" y="2001"/>
                  <a:pt x="1551" y="1827"/>
                </a:cubicBezTo>
                <a:lnTo>
                  <a:pt x="3002" y="1827"/>
                </a:lnTo>
                <a:cubicBezTo>
                  <a:pt x="3182" y="1827"/>
                  <a:pt x="3337" y="1765"/>
                  <a:pt x="3464" y="1637"/>
                </a:cubicBezTo>
                <a:cubicBezTo>
                  <a:pt x="3590" y="1510"/>
                  <a:pt x="3654" y="1356"/>
                  <a:pt x="3654" y="1175"/>
                </a:cubicBezTo>
                <a:cubicBezTo>
                  <a:pt x="3654" y="995"/>
                  <a:pt x="3592" y="840"/>
                  <a:pt x="3464" y="714"/>
                </a:cubicBezTo>
                <a:cubicBezTo>
                  <a:pt x="3337" y="586"/>
                  <a:pt x="3182" y="523"/>
                  <a:pt x="3002" y="523"/>
                </a:cubicBezTo>
                <a:lnTo>
                  <a:pt x="1551" y="523"/>
                </a:lnTo>
                <a:cubicBezTo>
                  <a:pt x="1372" y="349"/>
                  <a:pt x="1160" y="262"/>
                  <a:pt x="913" y="26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23"/>
          <p:cNvSpPr/>
          <p:nvPr/>
        </p:nvSpPr>
        <p:spPr>
          <a:xfrm flipH="1">
            <a:off x="8043076" y="4366355"/>
            <a:ext cx="643725" cy="368019"/>
          </a:xfrm>
          <a:custGeom>
            <a:rect b="b" l="l" r="r" t="t"/>
            <a:pathLst>
              <a:path extrusionOk="0" h="2089" w="3654">
                <a:moveTo>
                  <a:pt x="1827" y="1"/>
                </a:moveTo>
                <a:lnTo>
                  <a:pt x="1827" y="392"/>
                </a:lnTo>
                <a:lnTo>
                  <a:pt x="2087" y="392"/>
                </a:lnTo>
                <a:lnTo>
                  <a:pt x="2087" y="1"/>
                </a:lnTo>
                <a:close/>
                <a:moveTo>
                  <a:pt x="2348" y="1"/>
                </a:moveTo>
                <a:lnTo>
                  <a:pt x="2348" y="392"/>
                </a:lnTo>
                <a:lnTo>
                  <a:pt x="2609" y="392"/>
                </a:lnTo>
                <a:lnTo>
                  <a:pt x="2609" y="1"/>
                </a:lnTo>
                <a:close/>
                <a:moveTo>
                  <a:pt x="2870" y="1"/>
                </a:moveTo>
                <a:lnTo>
                  <a:pt x="2870" y="392"/>
                </a:lnTo>
                <a:lnTo>
                  <a:pt x="3131" y="392"/>
                </a:lnTo>
                <a:lnTo>
                  <a:pt x="3131" y="1"/>
                </a:lnTo>
                <a:close/>
                <a:moveTo>
                  <a:pt x="913" y="784"/>
                </a:moveTo>
                <a:cubicBezTo>
                  <a:pt x="804" y="784"/>
                  <a:pt x="712" y="821"/>
                  <a:pt x="636" y="897"/>
                </a:cubicBezTo>
                <a:cubicBezTo>
                  <a:pt x="560" y="974"/>
                  <a:pt x="522" y="1066"/>
                  <a:pt x="522" y="1174"/>
                </a:cubicBezTo>
                <a:cubicBezTo>
                  <a:pt x="522" y="1283"/>
                  <a:pt x="560" y="1375"/>
                  <a:pt x="636" y="1452"/>
                </a:cubicBezTo>
                <a:cubicBezTo>
                  <a:pt x="712" y="1527"/>
                  <a:pt x="804" y="1566"/>
                  <a:pt x="913" y="1566"/>
                </a:cubicBezTo>
                <a:cubicBezTo>
                  <a:pt x="994" y="1566"/>
                  <a:pt x="1069" y="1542"/>
                  <a:pt x="1137" y="1495"/>
                </a:cubicBezTo>
                <a:cubicBezTo>
                  <a:pt x="1204" y="1447"/>
                  <a:pt x="1254" y="1384"/>
                  <a:pt x="1281" y="1305"/>
                </a:cubicBezTo>
                <a:lnTo>
                  <a:pt x="2087" y="1305"/>
                </a:lnTo>
                <a:lnTo>
                  <a:pt x="2087" y="1044"/>
                </a:lnTo>
                <a:lnTo>
                  <a:pt x="1281" y="1044"/>
                </a:lnTo>
                <a:cubicBezTo>
                  <a:pt x="1254" y="966"/>
                  <a:pt x="1204" y="903"/>
                  <a:pt x="1137" y="855"/>
                </a:cubicBezTo>
                <a:cubicBezTo>
                  <a:pt x="1069" y="807"/>
                  <a:pt x="994" y="784"/>
                  <a:pt x="913" y="784"/>
                </a:cubicBezTo>
                <a:close/>
                <a:moveTo>
                  <a:pt x="912" y="523"/>
                </a:moveTo>
                <a:cubicBezTo>
                  <a:pt x="1017" y="523"/>
                  <a:pt x="1115" y="545"/>
                  <a:pt x="1206" y="591"/>
                </a:cubicBezTo>
                <a:cubicBezTo>
                  <a:pt x="1299" y="637"/>
                  <a:pt x="1373" y="702"/>
                  <a:pt x="1435" y="784"/>
                </a:cubicBezTo>
                <a:lnTo>
                  <a:pt x="3000" y="784"/>
                </a:lnTo>
                <a:cubicBezTo>
                  <a:pt x="3110" y="784"/>
                  <a:pt x="3202" y="821"/>
                  <a:pt x="3278" y="897"/>
                </a:cubicBezTo>
                <a:cubicBezTo>
                  <a:pt x="3353" y="974"/>
                  <a:pt x="3392" y="1066"/>
                  <a:pt x="3392" y="1174"/>
                </a:cubicBezTo>
                <a:cubicBezTo>
                  <a:pt x="3392" y="1283"/>
                  <a:pt x="3353" y="1375"/>
                  <a:pt x="3278" y="1452"/>
                </a:cubicBezTo>
                <a:cubicBezTo>
                  <a:pt x="3202" y="1527"/>
                  <a:pt x="3110" y="1566"/>
                  <a:pt x="3000" y="1566"/>
                </a:cubicBezTo>
                <a:lnTo>
                  <a:pt x="1435" y="1566"/>
                </a:lnTo>
                <a:cubicBezTo>
                  <a:pt x="1373" y="1648"/>
                  <a:pt x="1296" y="1712"/>
                  <a:pt x="1206" y="1758"/>
                </a:cubicBezTo>
                <a:cubicBezTo>
                  <a:pt x="1114" y="1804"/>
                  <a:pt x="1017" y="1827"/>
                  <a:pt x="912" y="1827"/>
                </a:cubicBezTo>
                <a:cubicBezTo>
                  <a:pt x="732" y="1827"/>
                  <a:pt x="578" y="1764"/>
                  <a:pt x="450" y="1636"/>
                </a:cubicBezTo>
                <a:cubicBezTo>
                  <a:pt x="323" y="1509"/>
                  <a:pt x="260" y="1355"/>
                  <a:pt x="260" y="1174"/>
                </a:cubicBezTo>
                <a:cubicBezTo>
                  <a:pt x="260" y="994"/>
                  <a:pt x="323" y="840"/>
                  <a:pt x="450" y="713"/>
                </a:cubicBezTo>
                <a:cubicBezTo>
                  <a:pt x="578" y="586"/>
                  <a:pt x="732" y="523"/>
                  <a:pt x="912" y="523"/>
                </a:cubicBezTo>
                <a:close/>
                <a:moveTo>
                  <a:pt x="913" y="259"/>
                </a:moveTo>
                <a:cubicBezTo>
                  <a:pt x="661" y="259"/>
                  <a:pt x="446" y="349"/>
                  <a:pt x="267" y="528"/>
                </a:cubicBezTo>
                <a:cubicBezTo>
                  <a:pt x="89" y="707"/>
                  <a:pt x="0" y="922"/>
                  <a:pt x="0" y="1173"/>
                </a:cubicBezTo>
                <a:cubicBezTo>
                  <a:pt x="0" y="1425"/>
                  <a:pt x="88" y="1640"/>
                  <a:pt x="267" y="1819"/>
                </a:cubicBezTo>
                <a:cubicBezTo>
                  <a:pt x="446" y="1998"/>
                  <a:pt x="661" y="2088"/>
                  <a:pt x="913" y="2088"/>
                </a:cubicBezTo>
                <a:cubicBezTo>
                  <a:pt x="1161" y="2088"/>
                  <a:pt x="1373" y="2001"/>
                  <a:pt x="1551" y="1827"/>
                </a:cubicBezTo>
                <a:lnTo>
                  <a:pt x="3002" y="1827"/>
                </a:lnTo>
                <a:cubicBezTo>
                  <a:pt x="3182" y="1827"/>
                  <a:pt x="3337" y="1764"/>
                  <a:pt x="3464" y="1636"/>
                </a:cubicBezTo>
                <a:cubicBezTo>
                  <a:pt x="3590" y="1509"/>
                  <a:pt x="3654" y="1355"/>
                  <a:pt x="3654" y="1174"/>
                </a:cubicBezTo>
                <a:cubicBezTo>
                  <a:pt x="3654" y="994"/>
                  <a:pt x="3592" y="840"/>
                  <a:pt x="3464" y="713"/>
                </a:cubicBezTo>
                <a:cubicBezTo>
                  <a:pt x="3337" y="586"/>
                  <a:pt x="3182" y="523"/>
                  <a:pt x="3002" y="523"/>
                </a:cubicBezTo>
                <a:lnTo>
                  <a:pt x="1551" y="523"/>
                </a:lnTo>
                <a:cubicBezTo>
                  <a:pt x="1372" y="349"/>
                  <a:pt x="1160" y="262"/>
                  <a:pt x="913" y="25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23"/>
          <p:cNvSpPr/>
          <p:nvPr/>
        </p:nvSpPr>
        <p:spPr>
          <a:xfrm>
            <a:off x="457201" y="2260382"/>
            <a:ext cx="643725" cy="368019"/>
          </a:xfrm>
          <a:custGeom>
            <a:rect b="b" l="l" r="r" t="t"/>
            <a:pathLst>
              <a:path extrusionOk="0" h="2089" w="3654">
                <a:moveTo>
                  <a:pt x="1827" y="1"/>
                </a:moveTo>
                <a:lnTo>
                  <a:pt x="1827" y="392"/>
                </a:lnTo>
                <a:lnTo>
                  <a:pt x="2087" y="392"/>
                </a:lnTo>
                <a:lnTo>
                  <a:pt x="2087" y="1"/>
                </a:lnTo>
                <a:close/>
                <a:moveTo>
                  <a:pt x="2348" y="1"/>
                </a:moveTo>
                <a:lnTo>
                  <a:pt x="2348" y="392"/>
                </a:lnTo>
                <a:lnTo>
                  <a:pt x="2609" y="392"/>
                </a:lnTo>
                <a:lnTo>
                  <a:pt x="2609" y="1"/>
                </a:lnTo>
                <a:close/>
                <a:moveTo>
                  <a:pt x="2870" y="1"/>
                </a:moveTo>
                <a:lnTo>
                  <a:pt x="2870" y="392"/>
                </a:lnTo>
                <a:lnTo>
                  <a:pt x="3131" y="392"/>
                </a:lnTo>
                <a:lnTo>
                  <a:pt x="3131" y="1"/>
                </a:lnTo>
                <a:close/>
                <a:moveTo>
                  <a:pt x="913" y="784"/>
                </a:moveTo>
                <a:cubicBezTo>
                  <a:pt x="804" y="784"/>
                  <a:pt x="712" y="820"/>
                  <a:pt x="636" y="897"/>
                </a:cubicBezTo>
                <a:cubicBezTo>
                  <a:pt x="560" y="974"/>
                  <a:pt x="522" y="1066"/>
                  <a:pt x="522" y="1174"/>
                </a:cubicBezTo>
                <a:cubicBezTo>
                  <a:pt x="522" y="1284"/>
                  <a:pt x="560" y="1377"/>
                  <a:pt x="636" y="1453"/>
                </a:cubicBezTo>
                <a:cubicBezTo>
                  <a:pt x="712" y="1527"/>
                  <a:pt x="804" y="1566"/>
                  <a:pt x="913" y="1566"/>
                </a:cubicBezTo>
                <a:cubicBezTo>
                  <a:pt x="994" y="1566"/>
                  <a:pt x="1069" y="1542"/>
                  <a:pt x="1137" y="1495"/>
                </a:cubicBezTo>
                <a:cubicBezTo>
                  <a:pt x="1204" y="1448"/>
                  <a:pt x="1254" y="1384"/>
                  <a:pt x="1281" y="1305"/>
                </a:cubicBezTo>
                <a:lnTo>
                  <a:pt x="1566" y="1305"/>
                </a:lnTo>
                <a:lnTo>
                  <a:pt x="1566" y="1044"/>
                </a:lnTo>
                <a:lnTo>
                  <a:pt x="1281" y="1044"/>
                </a:lnTo>
                <a:cubicBezTo>
                  <a:pt x="1254" y="967"/>
                  <a:pt x="1204" y="902"/>
                  <a:pt x="1137" y="855"/>
                </a:cubicBezTo>
                <a:cubicBezTo>
                  <a:pt x="1069" y="808"/>
                  <a:pt x="994" y="784"/>
                  <a:pt x="913" y="784"/>
                </a:cubicBezTo>
                <a:close/>
                <a:moveTo>
                  <a:pt x="912" y="523"/>
                </a:moveTo>
                <a:cubicBezTo>
                  <a:pt x="1017" y="523"/>
                  <a:pt x="1115" y="545"/>
                  <a:pt x="1206" y="591"/>
                </a:cubicBezTo>
                <a:cubicBezTo>
                  <a:pt x="1299" y="637"/>
                  <a:pt x="1373" y="702"/>
                  <a:pt x="1435" y="784"/>
                </a:cubicBezTo>
                <a:lnTo>
                  <a:pt x="3000" y="784"/>
                </a:lnTo>
                <a:cubicBezTo>
                  <a:pt x="3110" y="784"/>
                  <a:pt x="3202" y="820"/>
                  <a:pt x="3278" y="897"/>
                </a:cubicBezTo>
                <a:cubicBezTo>
                  <a:pt x="3353" y="974"/>
                  <a:pt x="3392" y="1066"/>
                  <a:pt x="3392" y="1174"/>
                </a:cubicBezTo>
                <a:cubicBezTo>
                  <a:pt x="3392" y="1284"/>
                  <a:pt x="3353" y="1377"/>
                  <a:pt x="3278" y="1453"/>
                </a:cubicBezTo>
                <a:cubicBezTo>
                  <a:pt x="3202" y="1527"/>
                  <a:pt x="3110" y="1566"/>
                  <a:pt x="3000" y="1566"/>
                </a:cubicBezTo>
                <a:lnTo>
                  <a:pt x="1435" y="1566"/>
                </a:lnTo>
                <a:cubicBezTo>
                  <a:pt x="1373" y="1648"/>
                  <a:pt x="1296" y="1712"/>
                  <a:pt x="1206" y="1758"/>
                </a:cubicBezTo>
                <a:cubicBezTo>
                  <a:pt x="1114" y="1804"/>
                  <a:pt x="1017" y="1827"/>
                  <a:pt x="912" y="1827"/>
                </a:cubicBezTo>
                <a:cubicBezTo>
                  <a:pt x="732" y="1827"/>
                  <a:pt x="578" y="1765"/>
                  <a:pt x="450" y="1637"/>
                </a:cubicBezTo>
                <a:cubicBezTo>
                  <a:pt x="323" y="1510"/>
                  <a:pt x="260" y="1356"/>
                  <a:pt x="260" y="1174"/>
                </a:cubicBezTo>
                <a:cubicBezTo>
                  <a:pt x="260" y="994"/>
                  <a:pt x="323" y="840"/>
                  <a:pt x="450" y="713"/>
                </a:cubicBezTo>
                <a:cubicBezTo>
                  <a:pt x="578" y="586"/>
                  <a:pt x="732" y="523"/>
                  <a:pt x="912" y="523"/>
                </a:cubicBezTo>
                <a:close/>
                <a:moveTo>
                  <a:pt x="913" y="261"/>
                </a:moveTo>
                <a:cubicBezTo>
                  <a:pt x="661" y="261"/>
                  <a:pt x="446" y="350"/>
                  <a:pt x="267" y="529"/>
                </a:cubicBezTo>
                <a:cubicBezTo>
                  <a:pt x="89" y="708"/>
                  <a:pt x="0" y="923"/>
                  <a:pt x="0" y="1174"/>
                </a:cubicBezTo>
                <a:cubicBezTo>
                  <a:pt x="0" y="1425"/>
                  <a:pt x="88" y="1640"/>
                  <a:pt x="267" y="1819"/>
                </a:cubicBezTo>
                <a:cubicBezTo>
                  <a:pt x="446" y="1998"/>
                  <a:pt x="661" y="2088"/>
                  <a:pt x="913" y="2088"/>
                </a:cubicBezTo>
                <a:cubicBezTo>
                  <a:pt x="1161" y="2088"/>
                  <a:pt x="1373" y="2001"/>
                  <a:pt x="1551" y="1827"/>
                </a:cubicBezTo>
                <a:lnTo>
                  <a:pt x="3002" y="1827"/>
                </a:lnTo>
                <a:cubicBezTo>
                  <a:pt x="3182" y="1827"/>
                  <a:pt x="3337" y="1765"/>
                  <a:pt x="3464" y="1637"/>
                </a:cubicBezTo>
                <a:cubicBezTo>
                  <a:pt x="3590" y="1510"/>
                  <a:pt x="3654" y="1356"/>
                  <a:pt x="3654" y="1174"/>
                </a:cubicBezTo>
                <a:cubicBezTo>
                  <a:pt x="3654" y="994"/>
                  <a:pt x="3592" y="840"/>
                  <a:pt x="3464" y="713"/>
                </a:cubicBezTo>
                <a:cubicBezTo>
                  <a:pt x="3337" y="585"/>
                  <a:pt x="3182" y="523"/>
                  <a:pt x="3002" y="523"/>
                </a:cubicBezTo>
                <a:lnTo>
                  <a:pt x="1551" y="523"/>
                </a:lnTo>
                <a:cubicBezTo>
                  <a:pt x="1372" y="349"/>
                  <a:pt x="1160" y="262"/>
                  <a:pt x="913" y="26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23"/>
          <p:cNvSpPr txBox="1"/>
          <p:nvPr/>
        </p:nvSpPr>
        <p:spPr>
          <a:xfrm flipH="1">
            <a:off x="6850917" y="334520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62" name="Google Shape;1362;p23"/>
          <p:cNvSpPr txBox="1"/>
          <p:nvPr/>
        </p:nvSpPr>
        <p:spPr>
          <a:xfrm flipH="1">
            <a:off x="6850917" y="17712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63" name="Google Shape;1363;p23"/>
          <p:cNvSpPr txBox="1"/>
          <p:nvPr/>
        </p:nvSpPr>
        <p:spPr>
          <a:xfrm flipH="1">
            <a:off x="350107" y="290095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24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69" name="Google Shape;1369;p24"/>
          <p:cNvSpPr/>
          <p:nvPr/>
        </p:nvSpPr>
        <p:spPr>
          <a:xfrm>
            <a:off x="2764322" y="3093393"/>
            <a:ext cx="62488" cy="14646"/>
          </a:xfrm>
          <a:custGeom>
            <a:rect b="b" l="l" r="r" t="t"/>
            <a:pathLst>
              <a:path extrusionOk="0" h="180" w="768">
                <a:moveTo>
                  <a:pt x="0" y="1"/>
                </a:moveTo>
                <a:cubicBezTo>
                  <a:pt x="87" y="109"/>
                  <a:pt x="226" y="180"/>
                  <a:pt x="384" y="180"/>
                </a:cubicBezTo>
                <a:cubicBezTo>
                  <a:pt x="540" y="180"/>
                  <a:pt x="681" y="109"/>
                  <a:pt x="76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24"/>
          <p:cNvSpPr/>
          <p:nvPr/>
        </p:nvSpPr>
        <p:spPr>
          <a:xfrm>
            <a:off x="3677176" y="2219053"/>
            <a:ext cx="1789650" cy="1789650"/>
          </a:xfrm>
          <a:custGeom>
            <a:rect b="b" l="l" r="r" t="t"/>
            <a:pathLst>
              <a:path extrusionOk="0" h="20608" w="20608">
                <a:moveTo>
                  <a:pt x="10304" y="876"/>
                </a:moveTo>
                <a:cubicBezTo>
                  <a:pt x="15503" y="876"/>
                  <a:pt x="19733" y="5106"/>
                  <a:pt x="19733" y="10304"/>
                </a:cubicBezTo>
                <a:cubicBezTo>
                  <a:pt x="19733" y="15503"/>
                  <a:pt x="15503" y="19733"/>
                  <a:pt x="10304" y="19733"/>
                </a:cubicBezTo>
                <a:cubicBezTo>
                  <a:pt x="5105" y="19733"/>
                  <a:pt x="876" y="15503"/>
                  <a:pt x="876" y="10304"/>
                </a:cubicBezTo>
                <a:cubicBezTo>
                  <a:pt x="876" y="5106"/>
                  <a:pt x="5105" y="876"/>
                  <a:pt x="10304" y="876"/>
                </a:cubicBezTo>
                <a:close/>
                <a:moveTo>
                  <a:pt x="10304" y="1"/>
                </a:moveTo>
                <a:cubicBezTo>
                  <a:pt x="4623" y="1"/>
                  <a:pt x="1" y="4623"/>
                  <a:pt x="1" y="10304"/>
                </a:cubicBezTo>
                <a:cubicBezTo>
                  <a:pt x="1" y="15986"/>
                  <a:pt x="4623" y="20608"/>
                  <a:pt x="10304" y="20608"/>
                </a:cubicBezTo>
                <a:cubicBezTo>
                  <a:pt x="15985" y="20608"/>
                  <a:pt x="20608" y="15986"/>
                  <a:pt x="20608" y="10304"/>
                </a:cubicBezTo>
                <a:cubicBezTo>
                  <a:pt x="20608" y="4623"/>
                  <a:pt x="15985" y="1"/>
                  <a:pt x="1030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24"/>
          <p:cNvSpPr/>
          <p:nvPr/>
        </p:nvSpPr>
        <p:spPr>
          <a:xfrm>
            <a:off x="3600060" y="2142023"/>
            <a:ext cx="1943883" cy="1943796"/>
          </a:xfrm>
          <a:custGeom>
            <a:rect b="b" l="l" r="r" t="t"/>
            <a:pathLst>
              <a:path extrusionOk="0" h="22383" w="22384">
                <a:moveTo>
                  <a:pt x="11192" y="876"/>
                </a:moveTo>
                <a:cubicBezTo>
                  <a:pt x="16881" y="876"/>
                  <a:pt x="21508" y="5502"/>
                  <a:pt x="21508" y="11191"/>
                </a:cubicBezTo>
                <a:cubicBezTo>
                  <a:pt x="21508" y="16879"/>
                  <a:pt x="16881" y="21508"/>
                  <a:pt x="11192" y="21508"/>
                </a:cubicBezTo>
                <a:cubicBezTo>
                  <a:pt x="5505" y="21508"/>
                  <a:pt x="876" y="16880"/>
                  <a:pt x="876" y="11191"/>
                </a:cubicBezTo>
                <a:cubicBezTo>
                  <a:pt x="876" y="5503"/>
                  <a:pt x="5504" y="876"/>
                  <a:pt x="11192" y="876"/>
                </a:cubicBezTo>
                <a:close/>
                <a:moveTo>
                  <a:pt x="11192" y="1"/>
                </a:moveTo>
                <a:cubicBezTo>
                  <a:pt x="5021" y="1"/>
                  <a:pt x="1" y="5021"/>
                  <a:pt x="1" y="11191"/>
                </a:cubicBezTo>
                <a:cubicBezTo>
                  <a:pt x="1" y="17362"/>
                  <a:pt x="5021" y="22383"/>
                  <a:pt x="11192" y="22383"/>
                </a:cubicBezTo>
                <a:cubicBezTo>
                  <a:pt x="17363" y="22383"/>
                  <a:pt x="22383" y="17362"/>
                  <a:pt x="22383" y="11191"/>
                </a:cubicBezTo>
                <a:cubicBezTo>
                  <a:pt x="22383" y="5021"/>
                  <a:pt x="17363" y="1"/>
                  <a:pt x="1119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24"/>
          <p:cNvSpPr/>
          <p:nvPr/>
        </p:nvSpPr>
        <p:spPr>
          <a:xfrm>
            <a:off x="3525375" y="2067250"/>
            <a:ext cx="2093252" cy="2093338"/>
          </a:xfrm>
          <a:custGeom>
            <a:rect b="b" l="l" r="r" t="t"/>
            <a:pathLst>
              <a:path extrusionOk="0" h="24105" w="24104">
                <a:moveTo>
                  <a:pt x="12052" y="875"/>
                </a:moveTo>
                <a:cubicBezTo>
                  <a:pt x="18215" y="875"/>
                  <a:pt x="23229" y="5889"/>
                  <a:pt x="23229" y="12052"/>
                </a:cubicBezTo>
                <a:cubicBezTo>
                  <a:pt x="23229" y="18216"/>
                  <a:pt x="18215" y="23230"/>
                  <a:pt x="12052" y="23230"/>
                </a:cubicBezTo>
                <a:cubicBezTo>
                  <a:pt x="5889" y="23230"/>
                  <a:pt x="875" y="18216"/>
                  <a:pt x="875" y="12052"/>
                </a:cubicBezTo>
                <a:cubicBezTo>
                  <a:pt x="875" y="5889"/>
                  <a:pt x="5889" y="875"/>
                  <a:pt x="12052" y="875"/>
                </a:cubicBezTo>
                <a:close/>
                <a:moveTo>
                  <a:pt x="12052" y="0"/>
                </a:moveTo>
                <a:cubicBezTo>
                  <a:pt x="5407" y="0"/>
                  <a:pt x="0" y="5407"/>
                  <a:pt x="0" y="12052"/>
                </a:cubicBezTo>
                <a:cubicBezTo>
                  <a:pt x="0" y="18698"/>
                  <a:pt x="5407" y="24104"/>
                  <a:pt x="12052" y="24104"/>
                </a:cubicBezTo>
                <a:cubicBezTo>
                  <a:pt x="18698" y="24104"/>
                  <a:pt x="24104" y="18698"/>
                  <a:pt x="24104" y="12052"/>
                </a:cubicBezTo>
                <a:cubicBezTo>
                  <a:pt x="24104" y="5407"/>
                  <a:pt x="18698" y="0"/>
                  <a:pt x="1205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24"/>
          <p:cNvSpPr txBox="1"/>
          <p:nvPr/>
        </p:nvSpPr>
        <p:spPr>
          <a:xfrm>
            <a:off x="368899" y="274858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74" name="Google Shape;1374;p24"/>
          <p:cNvSpPr txBox="1"/>
          <p:nvPr/>
        </p:nvSpPr>
        <p:spPr>
          <a:xfrm>
            <a:off x="368899" y="4158416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75" name="Google Shape;1375;p24"/>
          <p:cNvSpPr txBox="1"/>
          <p:nvPr/>
        </p:nvSpPr>
        <p:spPr>
          <a:xfrm>
            <a:off x="368899" y="133875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76" name="Google Shape;1376;p24"/>
          <p:cNvSpPr txBox="1"/>
          <p:nvPr/>
        </p:nvSpPr>
        <p:spPr>
          <a:xfrm>
            <a:off x="368899" y="102724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 sz="1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77" name="Google Shape;1377;p24"/>
          <p:cNvSpPr txBox="1"/>
          <p:nvPr/>
        </p:nvSpPr>
        <p:spPr>
          <a:xfrm>
            <a:off x="368899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78" name="Google Shape;1378;p24"/>
          <p:cNvSpPr txBox="1"/>
          <p:nvPr/>
        </p:nvSpPr>
        <p:spPr>
          <a:xfrm>
            <a:off x="368899" y="24195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79" name="Google Shape;1379;p24"/>
          <p:cNvSpPr txBox="1"/>
          <p:nvPr/>
        </p:nvSpPr>
        <p:spPr>
          <a:xfrm>
            <a:off x="6850111" y="1334023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80" name="Google Shape;1380;p24"/>
          <p:cNvSpPr txBox="1"/>
          <p:nvPr/>
        </p:nvSpPr>
        <p:spPr>
          <a:xfrm>
            <a:off x="7467811" y="101276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81" name="Google Shape;1381;p24"/>
          <p:cNvSpPr txBox="1"/>
          <p:nvPr/>
        </p:nvSpPr>
        <p:spPr>
          <a:xfrm>
            <a:off x="7467811" y="241229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 sz="1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382" name="Google Shape;1382;p24"/>
          <p:cNvGrpSpPr/>
          <p:nvPr/>
        </p:nvGrpSpPr>
        <p:grpSpPr>
          <a:xfrm>
            <a:off x="4877150" y="1355820"/>
            <a:ext cx="1960500" cy="976292"/>
            <a:chOff x="4877150" y="1355820"/>
            <a:chExt cx="1960500" cy="976292"/>
          </a:xfrm>
        </p:grpSpPr>
        <p:sp>
          <p:nvSpPr>
            <p:cNvPr id="1383" name="Google Shape;1383;p24"/>
            <p:cNvSpPr/>
            <p:nvPr/>
          </p:nvSpPr>
          <p:spPr>
            <a:xfrm flipH="1">
              <a:off x="5916280" y="1355820"/>
              <a:ext cx="369234" cy="307641"/>
            </a:xfrm>
            <a:custGeom>
              <a:rect b="b" l="l" r="r" t="t"/>
              <a:pathLst>
                <a:path extrusionOk="0" h="3781" w="4538">
                  <a:moveTo>
                    <a:pt x="4329" y="2239"/>
                  </a:moveTo>
                  <a:cubicBezTo>
                    <a:pt x="3923" y="2268"/>
                    <a:pt x="3643" y="2354"/>
                    <a:pt x="3460" y="2471"/>
                  </a:cubicBezTo>
                  <a:lnTo>
                    <a:pt x="3460" y="1904"/>
                  </a:lnTo>
                  <a:lnTo>
                    <a:pt x="2223" y="899"/>
                  </a:lnTo>
                  <a:cubicBezTo>
                    <a:pt x="2123" y="818"/>
                    <a:pt x="1986" y="818"/>
                    <a:pt x="1888" y="899"/>
                  </a:cubicBezTo>
                  <a:lnTo>
                    <a:pt x="611" y="1937"/>
                  </a:lnTo>
                  <a:lnTo>
                    <a:pt x="611" y="3385"/>
                  </a:lnTo>
                  <a:cubicBezTo>
                    <a:pt x="611" y="3488"/>
                    <a:pt x="697" y="3574"/>
                    <a:pt x="800" y="3574"/>
                  </a:cubicBezTo>
                  <a:lnTo>
                    <a:pt x="3755" y="3574"/>
                  </a:lnTo>
                  <a:lnTo>
                    <a:pt x="3782" y="3574"/>
                  </a:lnTo>
                  <a:lnTo>
                    <a:pt x="3828" y="3574"/>
                  </a:lnTo>
                  <a:lnTo>
                    <a:pt x="3828" y="3570"/>
                  </a:lnTo>
                  <a:cubicBezTo>
                    <a:pt x="4199" y="3526"/>
                    <a:pt x="4537" y="3060"/>
                    <a:pt x="4329" y="2239"/>
                  </a:cubicBezTo>
                  <a:close/>
                  <a:moveTo>
                    <a:pt x="3106" y="3109"/>
                  </a:moveTo>
                  <a:cubicBezTo>
                    <a:pt x="3141" y="2593"/>
                    <a:pt x="2533" y="2221"/>
                    <a:pt x="2339" y="2210"/>
                  </a:cubicBezTo>
                  <a:cubicBezTo>
                    <a:pt x="2683" y="2544"/>
                    <a:pt x="2975" y="2810"/>
                    <a:pt x="2973" y="3259"/>
                  </a:cubicBezTo>
                  <a:cubicBezTo>
                    <a:pt x="2397" y="3781"/>
                    <a:pt x="1409" y="3191"/>
                    <a:pt x="1782" y="1717"/>
                  </a:cubicBezTo>
                  <a:cubicBezTo>
                    <a:pt x="3332" y="1827"/>
                    <a:pt x="3469" y="2582"/>
                    <a:pt x="3106" y="3109"/>
                  </a:cubicBezTo>
                  <a:close/>
                  <a:moveTo>
                    <a:pt x="3408" y="3432"/>
                  </a:moveTo>
                  <a:cubicBezTo>
                    <a:pt x="3377" y="3405"/>
                    <a:pt x="3310" y="3341"/>
                    <a:pt x="3306" y="3315"/>
                  </a:cubicBezTo>
                  <a:cubicBezTo>
                    <a:pt x="3277" y="2917"/>
                    <a:pt x="3749" y="2629"/>
                    <a:pt x="3899" y="2621"/>
                  </a:cubicBezTo>
                  <a:cubicBezTo>
                    <a:pt x="3633" y="2879"/>
                    <a:pt x="3407" y="3084"/>
                    <a:pt x="3408" y="3432"/>
                  </a:cubicBezTo>
                  <a:close/>
                  <a:moveTo>
                    <a:pt x="2202" y="528"/>
                  </a:moveTo>
                  <a:lnTo>
                    <a:pt x="3791" y="1822"/>
                  </a:lnTo>
                  <a:lnTo>
                    <a:pt x="3818" y="1822"/>
                  </a:lnTo>
                  <a:cubicBezTo>
                    <a:pt x="4037" y="1822"/>
                    <a:pt x="4068" y="1601"/>
                    <a:pt x="3934" y="1490"/>
                  </a:cubicBezTo>
                  <a:lnTo>
                    <a:pt x="2202" y="81"/>
                  </a:lnTo>
                  <a:cubicBezTo>
                    <a:pt x="2104" y="0"/>
                    <a:pt x="1966" y="0"/>
                    <a:pt x="1867" y="81"/>
                  </a:cubicBezTo>
                  <a:lnTo>
                    <a:pt x="134" y="1490"/>
                  </a:lnTo>
                  <a:cubicBezTo>
                    <a:pt x="0" y="1601"/>
                    <a:pt x="32" y="1822"/>
                    <a:pt x="251" y="1822"/>
                  </a:cubicBezTo>
                  <a:lnTo>
                    <a:pt x="277" y="1822"/>
                  </a:lnTo>
                  <a:lnTo>
                    <a:pt x="1867" y="528"/>
                  </a:lnTo>
                  <a:cubicBezTo>
                    <a:pt x="1967" y="448"/>
                    <a:pt x="2104" y="448"/>
                    <a:pt x="2202" y="52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24"/>
            <p:cNvSpPr/>
            <p:nvPr/>
          </p:nvSpPr>
          <p:spPr>
            <a:xfrm flipH="1" rot="5400000">
              <a:off x="5492000" y="986463"/>
              <a:ext cx="730800" cy="1960500"/>
            </a:xfrm>
            <a:prstGeom prst="bentUpArrow">
              <a:avLst>
                <a:gd fmla="val 9403" name="adj1"/>
                <a:gd fmla="val 9870" name="adj2"/>
                <a:gd fmla="val 12741" name="adj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5" name="Google Shape;1385;p24"/>
          <p:cNvSpPr txBox="1"/>
          <p:nvPr/>
        </p:nvSpPr>
        <p:spPr>
          <a:xfrm>
            <a:off x="7467811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NEPTUNE</a:t>
            </a:r>
            <a:endParaRPr b="1" sz="1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86" name="Google Shape;1386;p24"/>
          <p:cNvSpPr txBox="1"/>
          <p:nvPr/>
        </p:nvSpPr>
        <p:spPr>
          <a:xfrm>
            <a:off x="6789211" y="4106216"/>
            <a:ext cx="1987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planet from the Sun and the </a:t>
            </a: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fourth-</a:t>
            </a: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largest one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87" name="Google Shape;1387;p24"/>
          <p:cNvSpPr txBox="1"/>
          <p:nvPr/>
        </p:nvSpPr>
        <p:spPr>
          <a:xfrm>
            <a:off x="6789211" y="2748575"/>
            <a:ext cx="1987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388" name="Google Shape;1388;p24"/>
          <p:cNvGrpSpPr/>
          <p:nvPr/>
        </p:nvGrpSpPr>
        <p:grpSpPr>
          <a:xfrm>
            <a:off x="2286350" y="1263951"/>
            <a:ext cx="1960500" cy="1068162"/>
            <a:chOff x="2286350" y="1263951"/>
            <a:chExt cx="1960500" cy="1068162"/>
          </a:xfrm>
        </p:grpSpPr>
        <p:grpSp>
          <p:nvGrpSpPr>
            <p:cNvPr id="1389" name="Google Shape;1389;p24"/>
            <p:cNvGrpSpPr/>
            <p:nvPr/>
          </p:nvGrpSpPr>
          <p:grpSpPr>
            <a:xfrm>
              <a:off x="2897733" y="1263951"/>
              <a:ext cx="282337" cy="381604"/>
              <a:chOff x="3629189" y="1311576"/>
              <a:chExt cx="282337" cy="381604"/>
            </a:xfrm>
          </p:grpSpPr>
          <p:sp>
            <p:nvSpPr>
              <p:cNvPr id="1390" name="Google Shape;1390;p24"/>
              <p:cNvSpPr/>
              <p:nvPr/>
            </p:nvSpPr>
            <p:spPr>
              <a:xfrm flipH="1">
                <a:off x="3673777" y="1459174"/>
                <a:ext cx="237749" cy="234006"/>
              </a:xfrm>
              <a:custGeom>
                <a:rect b="b" l="l" r="r" t="t"/>
                <a:pathLst>
                  <a:path extrusionOk="0" h="2876" w="2922">
                    <a:moveTo>
                      <a:pt x="2306" y="2"/>
                    </a:moveTo>
                    <a:lnTo>
                      <a:pt x="2768" y="2"/>
                    </a:lnTo>
                    <a:cubicBezTo>
                      <a:pt x="2848" y="2"/>
                      <a:pt x="2922" y="67"/>
                      <a:pt x="2912" y="145"/>
                    </a:cubicBezTo>
                    <a:lnTo>
                      <a:pt x="2580" y="2731"/>
                    </a:lnTo>
                    <a:cubicBezTo>
                      <a:pt x="2570" y="2810"/>
                      <a:pt x="2517" y="2874"/>
                      <a:pt x="2437" y="2874"/>
                    </a:cubicBezTo>
                    <a:lnTo>
                      <a:pt x="2306" y="2874"/>
                    </a:lnTo>
                    <a:lnTo>
                      <a:pt x="2306" y="2402"/>
                    </a:lnTo>
                    <a:cubicBezTo>
                      <a:pt x="2347" y="2382"/>
                      <a:pt x="2375" y="2342"/>
                      <a:pt x="2379" y="2294"/>
                    </a:cubicBezTo>
                    <a:lnTo>
                      <a:pt x="2492" y="534"/>
                    </a:lnTo>
                    <a:cubicBezTo>
                      <a:pt x="2497" y="462"/>
                      <a:pt x="2442" y="401"/>
                      <a:pt x="2370" y="396"/>
                    </a:cubicBezTo>
                    <a:lnTo>
                      <a:pt x="2370" y="396"/>
                    </a:lnTo>
                    <a:cubicBezTo>
                      <a:pt x="2348" y="395"/>
                      <a:pt x="2324" y="400"/>
                      <a:pt x="2306" y="408"/>
                    </a:cubicBezTo>
                    <a:lnTo>
                      <a:pt x="2306" y="2"/>
                    </a:lnTo>
                    <a:close/>
                    <a:moveTo>
                      <a:pt x="1790" y="2"/>
                    </a:moveTo>
                    <a:lnTo>
                      <a:pt x="1790" y="2"/>
                    </a:lnTo>
                    <a:lnTo>
                      <a:pt x="1790" y="397"/>
                    </a:lnTo>
                    <a:cubicBezTo>
                      <a:pt x="1802" y="394"/>
                      <a:pt x="1815" y="393"/>
                      <a:pt x="1826" y="393"/>
                    </a:cubicBezTo>
                    <a:cubicBezTo>
                      <a:pt x="1898" y="396"/>
                      <a:pt x="1954" y="456"/>
                      <a:pt x="1951" y="528"/>
                    </a:cubicBezTo>
                    <a:lnTo>
                      <a:pt x="1889" y="2290"/>
                    </a:lnTo>
                    <a:cubicBezTo>
                      <a:pt x="1885" y="2349"/>
                      <a:pt x="1846" y="2397"/>
                      <a:pt x="1790" y="2412"/>
                    </a:cubicBezTo>
                    <a:lnTo>
                      <a:pt x="1790" y="2874"/>
                    </a:lnTo>
                    <a:lnTo>
                      <a:pt x="2305" y="2874"/>
                    </a:lnTo>
                    <a:lnTo>
                      <a:pt x="2305" y="2402"/>
                    </a:lnTo>
                    <a:cubicBezTo>
                      <a:pt x="2287" y="2413"/>
                      <a:pt x="2263" y="2417"/>
                      <a:pt x="2241" y="2416"/>
                    </a:cubicBezTo>
                    <a:cubicBezTo>
                      <a:pt x="2169" y="2411"/>
                      <a:pt x="2114" y="2349"/>
                      <a:pt x="2119" y="2278"/>
                    </a:cubicBezTo>
                    <a:lnTo>
                      <a:pt x="2232" y="518"/>
                    </a:lnTo>
                    <a:cubicBezTo>
                      <a:pt x="2235" y="469"/>
                      <a:pt x="2264" y="429"/>
                      <a:pt x="2305" y="408"/>
                    </a:cubicBezTo>
                    <a:lnTo>
                      <a:pt x="2305" y="1"/>
                    </a:lnTo>
                    <a:lnTo>
                      <a:pt x="1790" y="1"/>
                    </a:lnTo>
                    <a:close/>
                    <a:moveTo>
                      <a:pt x="1239" y="2"/>
                    </a:moveTo>
                    <a:lnTo>
                      <a:pt x="1239" y="2"/>
                    </a:lnTo>
                    <a:lnTo>
                      <a:pt x="1790" y="2"/>
                    </a:lnTo>
                    <a:lnTo>
                      <a:pt x="1790" y="397"/>
                    </a:lnTo>
                    <a:cubicBezTo>
                      <a:pt x="1735" y="411"/>
                      <a:pt x="1694" y="459"/>
                      <a:pt x="1692" y="519"/>
                    </a:cubicBezTo>
                    <a:lnTo>
                      <a:pt x="1629" y="2281"/>
                    </a:lnTo>
                    <a:cubicBezTo>
                      <a:pt x="1627" y="2352"/>
                      <a:pt x="1683" y="2413"/>
                      <a:pt x="1754" y="2415"/>
                    </a:cubicBezTo>
                    <a:cubicBezTo>
                      <a:pt x="1767" y="2415"/>
                      <a:pt x="1779" y="2414"/>
                      <a:pt x="1790" y="2412"/>
                    </a:cubicBezTo>
                    <a:lnTo>
                      <a:pt x="1790" y="2874"/>
                    </a:lnTo>
                    <a:lnTo>
                      <a:pt x="1239" y="2874"/>
                    </a:lnTo>
                    <a:lnTo>
                      <a:pt x="1239" y="2412"/>
                    </a:lnTo>
                    <a:cubicBezTo>
                      <a:pt x="1249" y="2414"/>
                      <a:pt x="1260" y="2415"/>
                      <a:pt x="1272" y="2414"/>
                    </a:cubicBezTo>
                    <a:cubicBezTo>
                      <a:pt x="1344" y="2412"/>
                      <a:pt x="1399" y="2351"/>
                      <a:pt x="1397" y="2280"/>
                    </a:cubicBezTo>
                    <a:lnTo>
                      <a:pt x="1340" y="518"/>
                    </a:lnTo>
                    <a:cubicBezTo>
                      <a:pt x="1338" y="457"/>
                      <a:pt x="1295" y="407"/>
                      <a:pt x="1239" y="395"/>
                    </a:cubicBezTo>
                    <a:lnTo>
                      <a:pt x="1239" y="2"/>
                    </a:lnTo>
                    <a:close/>
                    <a:moveTo>
                      <a:pt x="710" y="2"/>
                    </a:moveTo>
                    <a:lnTo>
                      <a:pt x="710" y="2"/>
                    </a:lnTo>
                    <a:lnTo>
                      <a:pt x="710" y="422"/>
                    </a:lnTo>
                    <a:cubicBezTo>
                      <a:pt x="741" y="444"/>
                      <a:pt x="763" y="479"/>
                      <a:pt x="766" y="519"/>
                    </a:cubicBezTo>
                    <a:lnTo>
                      <a:pt x="911" y="2275"/>
                    </a:lnTo>
                    <a:cubicBezTo>
                      <a:pt x="918" y="2347"/>
                      <a:pt x="864" y="2409"/>
                      <a:pt x="793" y="2417"/>
                    </a:cubicBezTo>
                    <a:cubicBezTo>
                      <a:pt x="762" y="2419"/>
                      <a:pt x="732" y="2409"/>
                      <a:pt x="708" y="2394"/>
                    </a:cubicBezTo>
                    <a:lnTo>
                      <a:pt x="708" y="2875"/>
                    </a:lnTo>
                    <a:lnTo>
                      <a:pt x="1238" y="2875"/>
                    </a:lnTo>
                    <a:lnTo>
                      <a:pt x="1238" y="2413"/>
                    </a:lnTo>
                    <a:cubicBezTo>
                      <a:pt x="1182" y="2399"/>
                      <a:pt x="1138" y="2350"/>
                      <a:pt x="1136" y="2290"/>
                    </a:cubicBezTo>
                    <a:lnTo>
                      <a:pt x="1079" y="527"/>
                    </a:lnTo>
                    <a:cubicBezTo>
                      <a:pt x="1076" y="455"/>
                      <a:pt x="1134" y="396"/>
                      <a:pt x="1204" y="393"/>
                    </a:cubicBezTo>
                    <a:cubicBezTo>
                      <a:pt x="1216" y="393"/>
                      <a:pt x="1228" y="394"/>
                      <a:pt x="1238" y="396"/>
                    </a:cubicBezTo>
                    <a:lnTo>
                      <a:pt x="1238" y="1"/>
                    </a:lnTo>
                    <a:lnTo>
                      <a:pt x="710" y="1"/>
                    </a:lnTo>
                    <a:close/>
                    <a:moveTo>
                      <a:pt x="155" y="2"/>
                    </a:moveTo>
                    <a:lnTo>
                      <a:pt x="155" y="2"/>
                    </a:lnTo>
                    <a:lnTo>
                      <a:pt x="708" y="2"/>
                    </a:lnTo>
                    <a:lnTo>
                      <a:pt x="708" y="422"/>
                    </a:lnTo>
                    <a:cubicBezTo>
                      <a:pt x="684" y="406"/>
                      <a:pt x="656" y="398"/>
                      <a:pt x="625" y="401"/>
                    </a:cubicBezTo>
                    <a:cubicBezTo>
                      <a:pt x="553" y="407"/>
                      <a:pt x="501" y="470"/>
                      <a:pt x="506" y="541"/>
                    </a:cubicBezTo>
                    <a:lnTo>
                      <a:pt x="651" y="2299"/>
                    </a:lnTo>
                    <a:cubicBezTo>
                      <a:pt x="656" y="2340"/>
                      <a:pt x="677" y="2374"/>
                      <a:pt x="708" y="2394"/>
                    </a:cubicBezTo>
                    <a:lnTo>
                      <a:pt x="708" y="2875"/>
                    </a:lnTo>
                    <a:lnTo>
                      <a:pt x="537" y="2875"/>
                    </a:lnTo>
                    <a:cubicBezTo>
                      <a:pt x="457" y="2875"/>
                      <a:pt x="405" y="2811"/>
                      <a:pt x="394" y="2732"/>
                    </a:cubicBezTo>
                    <a:lnTo>
                      <a:pt x="11" y="146"/>
                    </a:lnTo>
                    <a:cubicBezTo>
                      <a:pt x="1" y="68"/>
                      <a:pt x="77" y="2"/>
                      <a:pt x="155" y="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24"/>
              <p:cNvSpPr/>
              <p:nvPr/>
            </p:nvSpPr>
            <p:spPr>
              <a:xfrm flipH="1">
                <a:off x="3629189" y="1311576"/>
                <a:ext cx="220906" cy="153210"/>
              </a:xfrm>
              <a:custGeom>
                <a:rect b="b" l="l" r="r" t="t"/>
                <a:pathLst>
                  <a:path extrusionOk="0" h="1883" w="2715">
                    <a:moveTo>
                      <a:pt x="311" y="55"/>
                    </a:moveTo>
                    <a:lnTo>
                      <a:pt x="1123" y="573"/>
                    </a:lnTo>
                    <a:cubicBezTo>
                      <a:pt x="1234" y="413"/>
                      <a:pt x="1452" y="367"/>
                      <a:pt x="1617" y="471"/>
                    </a:cubicBezTo>
                    <a:lnTo>
                      <a:pt x="1675" y="508"/>
                    </a:lnTo>
                    <a:cubicBezTo>
                      <a:pt x="1840" y="614"/>
                      <a:pt x="1891" y="831"/>
                      <a:pt x="1791" y="998"/>
                    </a:cubicBezTo>
                    <a:lnTo>
                      <a:pt x="2603" y="1516"/>
                    </a:lnTo>
                    <a:cubicBezTo>
                      <a:pt x="2689" y="1571"/>
                      <a:pt x="2714" y="1685"/>
                      <a:pt x="2659" y="1771"/>
                    </a:cubicBezTo>
                    <a:cubicBezTo>
                      <a:pt x="2605" y="1857"/>
                      <a:pt x="2490" y="1882"/>
                      <a:pt x="2405" y="1827"/>
                    </a:cubicBezTo>
                    <a:lnTo>
                      <a:pt x="111" y="366"/>
                    </a:lnTo>
                    <a:cubicBezTo>
                      <a:pt x="26" y="312"/>
                      <a:pt x="1" y="197"/>
                      <a:pt x="55" y="112"/>
                    </a:cubicBezTo>
                    <a:cubicBezTo>
                      <a:pt x="111" y="25"/>
                      <a:pt x="226" y="1"/>
                      <a:pt x="311" y="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92" name="Google Shape;1392;p24"/>
            <p:cNvSpPr/>
            <p:nvPr/>
          </p:nvSpPr>
          <p:spPr>
            <a:xfrm rot="-5400000">
              <a:off x="2901200" y="986463"/>
              <a:ext cx="730800" cy="1960500"/>
            </a:xfrm>
            <a:prstGeom prst="bentUpArrow">
              <a:avLst>
                <a:gd fmla="val 9403" name="adj1"/>
                <a:gd fmla="val 9870" name="adj2"/>
                <a:gd fmla="val 11989" name="adj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24"/>
          <p:cNvGrpSpPr/>
          <p:nvPr/>
        </p:nvGrpSpPr>
        <p:grpSpPr>
          <a:xfrm>
            <a:off x="4877150" y="4031772"/>
            <a:ext cx="1960500" cy="499903"/>
            <a:chOff x="4877150" y="4031772"/>
            <a:chExt cx="1960500" cy="499903"/>
          </a:xfrm>
        </p:grpSpPr>
        <p:grpSp>
          <p:nvGrpSpPr>
            <p:cNvPr id="1394" name="Google Shape;1394;p24"/>
            <p:cNvGrpSpPr/>
            <p:nvPr/>
          </p:nvGrpSpPr>
          <p:grpSpPr>
            <a:xfrm>
              <a:off x="5953505" y="4031772"/>
              <a:ext cx="294786" cy="361019"/>
              <a:chOff x="5717397" y="4031772"/>
              <a:chExt cx="294786" cy="361019"/>
            </a:xfrm>
          </p:grpSpPr>
          <p:sp>
            <p:nvSpPr>
              <p:cNvPr id="1395" name="Google Shape;1395;p24"/>
              <p:cNvSpPr/>
              <p:nvPr/>
            </p:nvSpPr>
            <p:spPr>
              <a:xfrm>
                <a:off x="5775247" y="4074001"/>
                <a:ext cx="236935" cy="139297"/>
              </a:xfrm>
              <a:custGeom>
                <a:rect b="b" l="l" r="r" t="t"/>
                <a:pathLst>
                  <a:path extrusionOk="0" h="1712" w="2912">
                    <a:moveTo>
                      <a:pt x="567" y="1"/>
                    </a:moveTo>
                    <a:cubicBezTo>
                      <a:pt x="102" y="1"/>
                      <a:pt x="1" y="9"/>
                      <a:pt x="1" y="9"/>
                    </a:cubicBezTo>
                    <a:lnTo>
                      <a:pt x="1" y="709"/>
                    </a:lnTo>
                    <a:cubicBezTo>
                      <a:pt x="1" y="709"/>
                      <a:pt x="407" y="671"/>
                      <a:pt x="845" y="671"/>
                    </a:cubicBezTo>
                    <a:cubicBezTo>
                      <a:pt x="1332" y="671"/>
                      <a:pt x="1860" y="718"/>
                      <a:pt x="1909" y="918"/>
                    </a:cubicBezTo>
                    <a:cubicBezTo>
                      <a:pt x="2003" y="1295"/>
                      <a:pt x="1985" y="1712"/>
                      <a:pt x="1985" y="1712"/>
                    </a:cubicBezTo>
                    <a:lnTo>
                      <a:pt x="2609" y="1672"/>
                    </a:lnTo>
                    <a:cubicBezTo>
                      <a:pt x="2609" y="1672"/>
                      <a:pt x="2912" y="27"/>
                      <a:pt x="1570" y="9"/>
                    </a:cubicBezTo>
                    <a:cubicBezTo>
                      <a:pt x="1123" y="3"/>
                      <a:pt x="800" y="1"/>
                      <a:pt x="56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24"/>
              <p:cNvSpPr/>
              <p:nvPr/>
            </p:nvSpPr>
            <p:spPr>
              <a:xfrm>
                <a:off x="5922437" y="4210614"/>
                <a:ext cx="79819" cy="25711"/>
              </a:xfrm>
              <a:custGeom>
                <a:rect b="b" l="l" r="r" t="t"/>
                <a:pathLst>
                  <a:path extrusionOk="0" h="316" w="981">
                    <a:moveTo>
                      <a:pt x="157" y="1"/>
                    </a:moveTo>
                    <a:cubicBezTo>
                      <a:pt x="70" y="1"/>
                      <a:pt x="1" y="72"/>
                      <a:pt x="1" y="159"/>
                    </a:cubicBezTo>
                    <a:cubicBezTo>
                      <a:pt x="1" y="244"/>
                      <a:pt x="70" y="315"/>
                      <a:pt x="157" y="315"/>
                    </a:cubicBezTo>
                    <a:lnTo>
                      <a:pt x="824" y="315"/>
                    </a:lnTo>
                    <a:cubicBezTo>
                      <a:pt x="911" y="315"/>
                      <a:pt x="981" y="244"/>
                      <a:pt x="981" y="159"/>
                    </a:cubicBezTo>
                    <a:cubicBezTo>
                      <a:pt x="981" y="72"/>
                      <a:pt x="911" y="1"/>
                      <a:pt x="8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24"/>
              <p:cNvSpPr/>
              <p:nvPr/>
            </p:nvSpPr>
            <p:spPr>
              <a:xfrm>
                <a:off x="5831552" y="4049347"/>
                <a:ext cx="34092" cy="19039"/>
              </a:xfrm>
              <a:custGeom>
                <a:rect b="b" l="l" r="r" t="t"/>
                <a:pathLst>
                  <a:path extrusionOk="0" h="234" w="419">
                    <a:moveTo>
                      <a:pt x="209" y="0"/>
                    </a:moveTo>
                    <a:cubicBezTo>
                      <a:pt x="95" y="0"/>
                      <a:pt x="0" y="53"/>
                      <a:pt x="0" y="117"/>
                    </a:cubicBezTo>
                    <a:cubicBezTo>
                      <a:pt x="0" y="181"/>
                      <a:pt x="95" y="233"/>
                      <a:pt x="209" y="233"/>
                    </a:cubicBezTo>
                    <a:cubicBezTo>
                      <a:pt x="326" y="233"/>
                      <a:pt x="419" y="181"/>
                      <a:pt x="419" y="117"/>
                    </a:cubicBezTo>
                    <a:cubicBezTo>
                      <a:pt x="419" y="53"/>
                      <a:pt x="326" y="0"/>
                      <a:pt x="20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24"/>
              <p:cNvSpPr/>
              <p:nvPr/>
            </p:nvSpPr>
            <p:spPr>
              <a:xfrm>
                <a:off x="5882731" y="4048696"/>
                <a:ext cx="28396" cy="19039"/>
              </a:xfrm>
              <a:custGeom>
                <a:rect b="b" l="l" r="r" t="t"/>
                <a:pathLst>
                  <a:path extrusionOk="0" h="234" w="349">
                    <a:moveTo>
                      <a:pt x="177" y="1"/>
                    </a:moveTo>
                    <a:cubicBezTo>
                      <a:pt x="176" y="1"/>
                      <a:pt x="176" y="1"/>
                      <a:pt x="175" y="1"/>
                    </a:cubicBezTo>
                    <a:cubicBezTo>
                      <a:pt x="79" y="1"/>
                      <a:pt x="1" y="53"/>
                      <a:pt x="1" y="117"/>
                    </a:cubicBezTo>
                    <a:cubicBezTo>
                      <a:pt x="1" y="181"/>
                      <a:pt x="79" y="233"/>
                      <a:pt x="175" y="233"/>
                    </a:cubicBezTo>
                    <a:cubicBezTo>
                      <a:pt x="271" y="233"/>
                      <a:pt x="349" y="181"/>
                      <a:pt x="349" y="117"/>
                    </a:cubicBezTo>
                    <a:cubicBezTo>
                      <a:pt x="349" y="53"/>
                      <a:pt x="271" y="1"/>
                      <a:pt x="17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99" name="Google Shape;1399;p24"/>
              <p:cNvGrpSpPr/>
              <p:nvPr/>
            </p:nvGrpSpPr>
            <p:grpSpPr>
              <a:xfrm>
                <a:off x="5717397" y="4031772"/>
                <a:ext cx="288114" cy="361019"/>
                <a:chOff x="5717397" y="4031772"/>
                <a:chExt cx="288114" cy="361019"/>
              </a:xfrm>
            </p:grpSpPr>
            <p:sp>
              <p:nvSpPr>
                <p:cNvPr id="1400" name="Google Shape;1400;p24"/>
                <p:cNvSpPr/>
                <p:nvPr/>
              </p:nvSpPr>
              <p:spPr>
                <a:xfrm>
                  <a:off x="5717397" y="4031772"/>
                  <a:ext cx="81690" cy="136042"/>
                </a:xfrm>
                <a:custGeom>
                  <a:rect b="b" l="l" r="r" t="t"/>
                  <a:pathLst>
                    <a:path extrusionOk="0" h="1672" w="1004">
                      <a:moveTo>
                        <a:pt x="358" y="0"/>
                      </a:moveTo>
                      <a:cubicBezTo>
                        <a:pt x="160" y="0"/>
                        <a:pt x="1" y="160"/>
                        <a:pt x="1" y="357"/>
                      </a:cubicBezTo>
                      <a:lnTo>
                        <a:pt x="1" y="1315"/>
                      </a:lnTo>
                      <a:cubicBezTo>
                        <a:pt x="1" y="1512"/>
                        <a:pt x="160" y="1672"/>
                        <a:pt x="358" y="1672"/>
                      </a:cubicBezTo>
                      <a:lnTo>
                        <a:pt x="646" y="1672"/>
                      </a:lnTo>
                      <a:cubicBezTo>
                        <a:pt x="844" y="1672"/>
                        <a:pt x="1003" y="1512"/>
                        <a:pt x="1003" y="1315"/>
                      </a:cubicBezTo>
                      <a:lnTo>
                        <a:pt x="1003" y="357"/>
                      </a:lnTo>
                      <a:cubicBezTo>
                        <a:pt x="1003" y="160"/>
                        <a:pt x="844" y="0"/>
                        <a:pt x="64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1" name="Google Shape;1401;p24"/>
                <p:cNvSpPr/>
                <p:nvPr/>
              </p:nvSpPr>
              <p:spPr>
                <a:xfrm>
                  <a:off x="5855636" y="4041943"/>
                  <a:ext cx="35068" cy="54026"/>
                </a:xfrm>
                <a:custGeom>
                  <a:rect b="b" l="l" r="r" t="t"/>
                  <a:pathLst>
                    <a:path extrusionOk="0" h="664" w="431">
                      <a:moveTo>
                        <a:pt x="216" y="1"/>
                      </a:moveTo>
                      <a:cubicBezTo>
                        <a:pt x="96" y="1"/>
                        <a:pt x="0" y="96"/>
                        <a:pt x="0" y="216"/>
                      </a:cubicBezTo>
                      <a:lnTo>
                        <a:pt x="0" y="448"/>
                      </a:lnTo>
                      <a:cubicBezTo>
                        <a:pt x="0" y="569"/>
                        <a:pt x="97" y="664"/>
                        <a:pt x="216" y="664"/>
                      </a:cubicBezTo>
                      <a:cubicBezTo>
                        <a:pt x="334" y="664"/>
                        <a:pt x="431" y="567"/>
                        <a:pt x="431" y="448"/>
                      </a:cubicBezTo>
                      <a:lnTo>
                        <a:pt x="431" y="216"/>
                      </a:lnTo>
                      <a:cubicBezTo>
                        <a:pt x="431" y="96"/>
                        <a:pt x="336" y="1"/>
                        <a:pt x="216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2" name="Google Shape;1402;p24"/>
                <p:cNvSpPr/>
                <p:nvPr/>
              </p:nvSpPr>
              <p:spPr>
                <a:xfrm>
                  <a:off x="5914138" y="4255610"/>
                  <a:ext cx="91373" cy="137181"/>
                </a:xfrm>
                <a:custGeom>
                  <a:rect b="b" l="l" r="r" t="t"/>
                  <a:pathLst>
                    <a:path extrusionOk="0" h="1686" w="1123">
                      <a:moveTo>
                        <a:pt x="198" y="1086"/>
                      </a:moveTo>
                      <a:cubicBezTo>
                        <a:pt x="232" y="1086"/>
                        <a:pt x="258" y="1113"/>
                        <a:pt x="258" y="1146"/>
                      </a:cubicBezTo>
                      <a:cubicBezTo>
                        <a:pt x="258" y="1307"/>
                        <a:pt x="389" y="1438"/>
                        <a:pt x="550" y="1438"/>
                      </a:cubicBezTo>
                      <a:cubicBezTo>
                        <a:pt x="584" y="1438"/>
                        <a:pt x="610" y="1465"/>
                        <a:pt x="610" y="1498"/>
                      </a:cubicBezTo>
                      <a:cubicBezTo>
                        <a:pt x="610" y="1531"/>
                        <a:pt x="584" y="1558"/>
                        <a:pt x="550" y="1558"/>
                      </a:cubicBezTo>
                      <a:cubicBezTo>
                        <a:pt x="323" y="1558"/>
                        <a:pt x="139" y="1373"/>
                        <a:pt x="139" y="1146"/>
                      </a:cubicBezTo>
                      <a:cubicBezTo>
                        <a:pt x="139" y="1113"/>
                        <a:pt x="165" y="1086"/>
                        <a:pt x="198" y="1086"/>
                      </a:cubicBezTo>
                      <a:close/>
                      <a:moveTo>
                        <a:pt x="561" y="0"/>
                      </a:moveTo>
                      <a:lnTo>
                        <a:pt x="65" y="861"/>
                      </a:lnTo>
                      <a:cubicBezTo>
                        <a:pt x="23" y="939"/>
                        <a:pt x="0" y="1029"/>
                        <a:pt x="0" y="1125"/>
                      </a:cubicBezTo>
                      <a:cubicBezTo>
                        <a:pt x="0" y="1435"/>
                        <a:pt x="252" y="1686"/>
                        <a:pt x="561" y="1686"/>
                      </a:cubicBezTo>
                      <a:cubicBezTo>
                        <a:pt x="872" y="1686"/>
                        <a:pt x="1123" y="1434"/>
                        <a:pt x="1123" y="1125"/>
                      </a:cubicBezTo>
                      <a:cubicBezTo>
                        <a:pt x="1123" y="1029"/>
                        <a:pt x="1100" y="939"/>
                        <a:pt x="1057" y="861"/>
                      </a:cubicBez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403" name="Google Shape;1403;p24"/>
            <p:cNvSpPr/>
            <p:nvPr/>
          </p:nvSpPr>
          <p:spPr>
            <a:xfrm rot="5400000">
              <a:off x="5614850" y="3308875"/>
              <a:ext cx="485100" cy="1960500"/>
            </a:xfrm>
            <a:prstGeom prst="bentUpArrow">
              <a:avLst>
                <a:gd fmla="val 14034" name="adj1"/>
                <a:gd fmla="val 16084" name="adj2"/>
                <a:gd fmla="val 19002" name="adj3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4" name="Google Shape;1404;p24"/>
          <p:cNvGrpSpPr/>
          <p:nvPr/>
        </p:nvGrpSpPr>
        <p:grpSpPr>
          <a:xfrm>
            <a:off x="2286350" y="4046575"/>
            <a:ext cx="1960500" cy="485100"/>
            <a:chOff x="2286350" y="4046575"/>
            <a:chExt cx="1960500" cy="485100"/>
          </a:xfrm>
        </p:grpSpPr>
        <p:grpSp>
          <p:nvGrpSpPr>
            <p:cNvPr id="1405" name="Google Shape;1405;p24"/>
            <p:cNvGrpSpPr/>
            <p:nvPr/>
          </p:nvGrpSpPr>
          <p:grpSpPr>
            <a:xfrm>
              <a:off x="2861973" y="4096051"/>
              <a:ext cx="353856" cy="315127"/>
              <a:chOff x="2918509" y="4096051"/>
              <a:chExt cx="353856" cy="315127"/>
            </a:xfrm>
          </p:grpSpPr>
          <p:sp>
            <p:nvSpPr>
              <p:cNvPr id="1406" name="Google Shape;1406;p24"/>
              <p:cNvSpPr/>
              <p:nvPr/>
            </p:nvSpPr>
            <p:spPr>
              <a:xfrm>
                <a:off x="2925588" y="4192632"/>
                <a:ext cx="339699" cy="121803"/>
              </a:xfrm>
              <a:custGeom>
                <a:rect b="b" l="l" r="r" t="t"/>
                <a:pathLst>
                  <a:path extrusionOk="0" h="1497" w="4175">
                    <a:moveTo>
                      <a:pt x="2087" y="104"/>
                    </a:moveTo>
                    <a:cubicBezTo>
                      <a:pt x="3274" y="104"/>
                      <a:pt x="4071" y="437"/>
                      <a:pt x="4071" y="748"/>
                    </a:cubicBezTo>
                    <a:cubicBezTo>
                      <a:pt x="4071" y="1060"/>
                      <a:pt x="3274" y="1394"/>
                      <a:pt x="2087" y="1394"/>
                    </a:cubicBezTo>
                    <a:cubicBezTo>
                      <a:pt x="900" y="1394"/>
                      <a:pt x="103" y="1060"/>
                      <a:pt x="103" y="748"/>
                    </a:cubicBezTo>
                    <a:cubicBezTo>
                      <a:pt x="103" y="437"/>
                      <a:pt x="900" y="104"/>
                      <a:pt x="2087" y="104"/>
                    </a:cubicBezTo>
                    <a:close/>
                    <a:moveTo>
                      <a:pt x="2087" y="0"/>
                    </a:moveTo>
                    <a:cubicBezTo>
                      <a:pt x="917" y="0"/>
                      <a:pt x="0" y="329"/>
                      <a:pt x="0" y="748"/>
                    </a:cubicBezTo>
                    <a:cubicBezTo>
                      <a:pt x="0" y="1168"/>
                      <a:pt x="917" y="1496"/>
                      <a:pt x="2087" y="1496"/>
                    </a:cubicBezTo>
                    <a:cubicBezTo>
                      <a:pt x="3258" y="1496"/>
                      <a:pt x="4175" y="1168"/>
                      <a:pt x="4175" y="748"/>
                    </a:cubicBezTo>
                    <a:cubicBezTo>
                      <a:pt x="4175" y="329"/>
                      <a:pt x="3258" y="0"/>
                      <a:pt x="20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24"/>
              <p:cNvSpPr/>
              <p:nvPr/>
            </p:nvSpPr>
            <p:spPr>
              <a:xfrm>
                <a:off x="2918509" y="4185554"/>
                <a:ext cx="353856" cy="136124"/>
              </a:xfrm>
              <a:custGeom>
                <a:rect b="b" l="l" r="r" t="t"/>
                <a:pathLst>
                  <a:path extrusionOk="0" h="1673" w="4349">
                    <a:moveTo>
                      <a:pt x="2174" y="278"/>
                    </a:moveTo>
                    <a:cubicBezTo>
                      <a:pt x="3332" y="278"/>
                      <a:pt x="4071" y="608"/>
                      <a:pt x="4071" y="835"/>
                    </a:cubicBezTo>
                    <a:cubicBezTo>
                      <a:pt x="4071" y="1063"/>
                      <a:pt x="3332" y="1393"/>
                      <a:pt x="2174" y="1393"/>
                    </a:cubicBezTo>
                    <a:cubicBezTo>
                      <a:pt x="1017" y="1393"/>
                      <a:pt x="277" y="1063"/>
                      <a:pt x="277" y="835"/>
                    </a:cubicBezTo>
                    <a:cubicBezTo>
                      <a:pt x="277" y="608"/>
                      <a:pt x="1017" y="278"/>
                      <a:pt x="2174" y="278"/>
                    </a:cubicBezTo>
                    <a:close/>
                    <a:moveTo>
                      <a:pt x="2174" y="0"/>
                    </a:moveTo>
                    <a:cubicBezTo>
                      <a:pt x="935" y="0"/>
                      <a:pt x="0" y="358"/>
                      <a:pt x="0" y="835"/>
                    </a:cubicBezTo>
                    <a:cubicBezTo>
                      <a:pt x="0" y="1312"/>
                      <a:pt x="935" y="1672"/>
                      <a:pt x="2174" y="1672"/>
                    </a:cubicBezTo>
                    <a:cubicBezTo>
                      <a:pt x="3413" y="1672"/>
                      <a:pt x="4349" y="1312"/>
                      <a:pt x="4349" y="835"/>
                    </a:cubicBezTo>
                    <a:cubicBezTo>
                      <a:pt x="4349" y="359"/>
                      <a:pt x="3413" y="0"/>
                      <a:pt x="21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4"/>
              <p:cNvSpPr/>
              <p:nvPr/>
            </p:nvSpPr>
            <p:spPr>
              <a:xfrm>
                <a:off x="2991331" y="4103130"/>
                <a:ext cx="208294" cy="300969"/>
              </a:xfrm>
              <a:custGeom>
                <a:rect b="b" l="l" r="r" t="t"/>
                <a:pathLst>
                  <a:path extrusionOk="0" h="3699" w="2560">
                    <a:moveTo>
                      <a:pt x="398" y="103"/>
                    </a:moveTo>
                    <a:cubicBezTo>
                      <a:pt x="751" y="103"/>
                      <a:pt x="1370" y="716"/>
                      <a:pt x="1838" y="1526"/>
                    </a:cubicBezTo>
                    <a:cubicBezTo>
                      <a:pt x="2108" y="1991"/>
                      <a:pt x="2298" y="2466"/>
                      <a:pt x="2375" y="2859"/>
                    </a:cubicBezTo>
                    <a:cubicBezTo>
                      <a:pt x="2449" y="3229"/>
                      <a:pt x="2410" y="3486"/>
                      <a:pt x="2272" y="3567"/>
                    </a:cubicBezTo>
                    <a:cubicBezTo>
                      <a:pt x="2240" y="3587"/>
                      <a:pt x="2202" y="3596"/>
                      <a:pt x="2160" y="3596"/>
                    </a:cubicBezTo>
                    <a:cubicBezTo>
                      <a:pt x="1807" y="3596"/>
                      <a:pt x="1188" y="2983"/>
                      <a:pt x="721" y="2172"/>
                    </a:cubicBezTo>
                    <a:cubicBezTo>
                      <a:pt x="451" y="1706"/>
                      <a:pt x="260" y="1233"/>
                      <a:pt x="184" y="839"/>
                    </a:cubicBezTo>
                    <a:cubicBezTo>
                      <a:pt x="111" y="468"/>
                      <a:pt x="149" y="211"/>
                      <a:pt x="287" y="130"/>
                    </a:cubicBezTo>
                    <a:cubicBezTo>
                      <a:pt x="319" y="112"/>
                      <a:pt x="356" y="103"/>
                      <a:pt x="398" y="103"/>
                    </a:cubicBezTo>
                    <a:close/>
                    <a:moveTo>
                      <a:pt x="399" y="0"/>
                    </a:moveTo>
                    <a:cubicBezTo>
                      <a:pt x="339" y="0"/>
                      <a:pt x="285" y="15"/>
                      <a:pt x="237" y="41"/>
                    </a:cubicBezTo>
                    <a:cubicBezTo>
                      <a:pt x="56" y="146"/>
                      <a:pt x="0" y="436"/>
                      <a:pt x="83" y="859"/>
                    </a:cubicBezTo>
                    <a:cubicBezTo>
                      <a:pt x="163" y="1263"/>
                      <a:pt x="357" y="1747"/>
                      <a:pt x="633" y="2223"/>
                    </a:cubicBezTo>
                    <a:cubicBezTo>
                      <a:pt x="1134" y="3091"/>
                      <a:pt x="1761" y="3698"/>
                      <a:pt x="2160" y="3698"/>
                    </a:cubicBezTo>
                    <a:cubicBezTo>
                      <a:pt x="2221" y="3698"/>
                      <a:pt x="2276" y="3684"/>
                      <a:pt x="2323" y="3657"/>
                    </a:cubicBezTo>
                    <a:cubicBezTo>
                      <a:pt x="2505" y="3552"/>
                      <a:pt x="2559" y="3261"/>
                      <a:pt x="2476" y="2840"/>
                    </a:cubicBezTo>
                    <a:cubicBezTo>
                      <a:pt x="2398" y="2435"/>
                      <a:pt x="2203" y="1951"/>
                      <a:pt x="1928" y="1475"/>
                    </a:cubicBezTo>
                    <a:cubicBezTo>
                      <a:pt x="1427" y="606"/>
                      <a:pt x="798" y="0"/>
                      <a:pt x="39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4"/>
              <p:cNvSpPr/>
              <p:nvPr/>
            </p:nvSpPr>
            <p:spPr>
              <a:xfrm>
                <a:off x="2981567" y="4096051"/>
                <a:ext cx="227822" cy="315127"/>
              </a:xfrm>
              <a:custGeom>
                <a:rect b="b" l="l" r="r" t="t"/>
                <a:pathLst>
                  <a:path extrusionOk="0" h="3873" w="2800">
                    <a:moveTo>
                      <a:pt x="518" y="278"/>
                    </a:moveTo>
                    <a:cubicBezTo>
                      <a:pt x="799" y="278"/>
                      <a:pt x="1384" y="793"/>
                      <a:pt x="1881" y="1657"/>
                    </a:cubicBezTo>
                    <a:cubicBezTo>
                      <a:pt x="2146" y="2114"/>
                      <a:pt x="2334" y="2579"/>
                      <a:pt x="2408" y="2962"/>
                    </a:cubicBezTo>
                    <a:cubicBezTo>
                      <a:pt x="2484" y="3346"/>
                      <a:pt x="2423" y="3534"/>
                      <a:pt x="2347" y="3577"/>
                    </a:cubicBezTo>
                    <a:cubicBezTo>
                      <a:pt x="2329" y="3588"/>
                      <a:pt x="2306" y="3593"/>
                      <a:pt x="2279" y="3593"/>
                    </a:cubicBezTo>
                    <a:cubicBezTo>
                      <a:pt x="2001" y="3593"/>
                      <a:pt x="1415" y="3077"/>
                      <a:pt x="916" y="2215"/>
                    </a:cubicBezTo>
                    <a:cubicBezTo>
                      <a:pt x="651" y="1756"/>
                      <a:pt x="464" y="1292"/>
                      <a:pt x="389" y="908"/>
                    </a:cubicBezTo>
                    <a:cubicBezTo>
                      <a:pt x="314" y="524"/>
                      <a:pt x="375" y="337"/>
                      <a:pt x="451" y="293"/>
                    </a:cubicBezTo>
                    <a:cubicBezTo>
                      <a:pt x="468" y="283"/>
                      <a:pt x="492" y="278"/>
                      <a:pt x="518" y="278"/>
                    </a:cubicBezTo>
                    <a:close/>
                    <a:moveTo>
                      <a:pt x="518" y="0"/>
                    </a:moveTo>
                    <a:cubicBezTo>
                      <a:pt x="443" y="0"/>
                      <a:pt x="373" y="17"/>
                      <a:pt x="313" y="53"/>
                    </a:cubicBezTo>
                    <a:cubicBezTo>
                      <a:pt x="159" y="141"/>
                      <a:pt x="1" y="370"/>
                      <a:pt x="116" y="962"/>
                    </a:cubicBezTo>
                    <a:cubicBezTo>
                      <a:pt x="197" y="1377"/>
                      <a:pt x="397" y="1870"/>
                      <a:pt x="676" y="2354"/>
                    </a:cubicBezTo>
                    <a:cubicBezTo>
                      <a:pt x="1200" y="3261"/>
                      <a:pt x="1845" y="3872"/>
                      <a:pt x="2280" y="3872"/>
                    </a:cubicBezTo>
                    <a:cubicBezTo>
                      <a:pt x="2356" y="3872"/>
                      <a:pt x="2426" y="3854"/>
                      <a:pt x="2487" y="3819"/>
                    </a:cubicBezTo>
                    <a:cubicBezTo>
                      <a:pt x="2640" y="3731"/>
                      <a:pt x="2799" y="3502"/>
                      <a:pt x="2682" y="2910"/>
                    </a:cubicBezTo>
                    <a:cubicBezTo>
                      <a:pt x="2602" y="2497"/>
                      <a:pt x="2402" y="2002"/>
                      <a:pt x="2124" y="1519"/>
                    </a:cubicBezTo>
                    <a:cubicBezTo>
                      <a:pt x="1599" y="610"/>
                      <a:pt x="953" y="0"/>
                      <a:pt x="51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4"/>
              <p:cNvSpPr/>
              <p:nvPr/>
            </p:nvSpPr>
            <p:spPr>
              <a:xfrm>
                <a:off x="2991250" y="4103130"/>
                <a:ext cx="208294" cy="300969"/>
              </a:xfrm>
              <a:custGeom>
                <a:rect b="b" l="l" r="r" t="t"/>
                <a:pathLst>
                  <a:path extrusionOk="0" h="3699" w="2560">
                    <a:moveTo>
                      <a:pt x="2161" y="103"/>
                    </a:moveTo>
                    <a:cubicBezTo>
                      <a:pt x="2204" y="103"/>
                      <a:pt x="2241" y="113"/>
                      <a:pt x="2273" y="130"/>
                    </a:cubicBezTo>
                    <a:cubicBezTo>
                      <a:pt x="2411" y="211"/>
                      <a:pt x="2450" y="470"/>
                      <a:pt x="2376" y="839"/>
                    </a:cubicBezTo>
                    <a:cubicBezTo>
                      <a:pt x="2299" y="1233"/>
                      <a:pt x="2108" y="1706"/>
                      <a:pt x="1839" y="2172"/>
                    </a:cubicBezTo>
                    <a:cubicBezTo>
                      <a:pt x="1370" y="2984"/>
                      <a:pt x="751" y="3596"/>
                      <a:pt x="399" y="3596"/>
                    </a:cubicBezTo>
                    <a:cubicBezTo>
                      <a:pt x="357" y="3596"/>
                      <a:pt x="320" y="3586"/>
                      <a:pt x="288" y="3567"/>
                    </a:cubicBezTo>
                    <a:cubicBezTo>
                      <a:pt x="150" y="3486"/>
                      <a:pt x="112" y="3228"/>
                      <a:pt x="185" y="2859"/>
                    </a:cubicBezTo>
                    <a:cubicBezTo>
                      <a:pt x="262" y="2465"/>
                      <a:pt x="453" y="1991"/>
                      <a:pt x="722" y="1526"/>
                    </a:cubicBezTo>
                    <a:cubicBezTo>
                      <a:pt x="1191" y="713"/>
                      <a:pt x="1810" y="103"/>
                      <a:pt x="2161" y="103"/>
                    </a:cubicBezTo>
                    <a:close/>
                    <a:moveTo>
                      <a:pt x="2160" y="0"/>
                    </a:moveTo>
                    <a:cubicBezTo>
                      <a:pt x="1761" y="0"/>
                      <a:pt x="1133" y="606"/>
                      <a:pt x="632" y="1475"/>
                    </a:cubicBezTo>
                    <a:cubicBezTo>
                      <a:pt x="356" y="1951"/>
                      <a:pt x="163" y="2435"/>
                      <a:pt x="83" y="2840"/>
                    </a:cubicBezTo>
                    <a:cubicBezTo>
                      <a:pt x="0" y="3261"/>
                      <a:pt x="55" y="3552"/>
                      <a:pt x="237" y="3657"/>
                    </a:cubicBezTo>
                    <a:cubicBezTo>
                      <a:pt x="284" y="3684"/>
                      <a:pt x="339" y="3698"/>
                      <a:pt x="399" y="3698"/>
                    </a:cubicBezTo>
                    <a:cubicBezTo>
                      <a:pt x="798" y="3698"/>
                      <a:pt x="1428" y="3091"/>
                      <a:pt x="1928" y="2223"/>
                    </a:cubicBezTo>
                    <a:cubicBezTo>
                      <a:pt x="2202" y="1747"/>
                      <a:pt x="2397" y="1263"/>
                      <a:pt x="2476" y="859"/>
                    </a:cubicBezTo>
                    <a:cubicBezTo>
                      <a:pt x="2559" y="436"/>
                      <a:pt x="2504" y="146"/>
                      <a:pt x="2323" y="41"/>
                    </a:cubicBezTo>
                    <a:cubicBezTo>
                      <a:pt x="2275" y="15"/>
                      <a:pt x="2221" y="0"/>
                      <a:pt x="216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24"/>
              <p:cNvSpPr/>
              <p:nvPr/>
            </p:nvSpPr>
            <p:spPr>
              <a:xfrm>
                <a:off x="2981567" y="4096051"/>
                <a:ext cx="227822" cy="315127"/>
              </a:xfrm>
              <a:custGeom>
                <a:rect b="b" l="l" r="r" t="t"/>
                <a:pathLst>
                  <a:path extrusionOk="0" h="3873" w="2800">
                    <a:moveTo>
                      <a:pt x="2280" y="278"/>
                    </a:moveTo>
                    <a:cubicBezTo>
                      <a:pt x="2308" y="278"/>
                      <a:pt x="2329" y="283"/>
                      <a:pt x="2349" y="293"/>
                    </a:cubicBezTo>
                    <a:cubicBezTo>
                      <a:pt x="2424" y="337"/>
                      <a:pt x="2485" y="523"/>
                      <a:pt x="2410" y="908"/>
                    </a:cubicBezTo>
                    <a:cubicBezTo>
                      <a:pt x="2335" y="1292"/>
                      <a:pt x="2147" y="1756"/>
                      <a:pt x="1882" y="2215"/>
                    </a:cubicBezTo>
                    <a:cubicBezTo>
                      <a:pt x="1385" y="3077"/>
                      <a:pt x="798" y="3593"/>
                      <a:pt x="519" y="3593"/>
                    </a:cubicBezTo>
                    <a:cubicBezTo>
                      <a:pt x="493" y="3593"/>
                      <a:pt x="469" y="3588"/>
                      <a:pt x="452" y="3577"/>
                    </a:cubicBezTo>
                    <a:cubicBezTo>
                      <a:pt x="376" y="3534"/>
                      <a:pt x="315" y="3347"/>
                      <a:pt x="390" y="2962"/>
                    </a:cubicBezTo>
                    <a:cubicBezTo>
                      <a:pt x="466" y="2579"/>
                      <a:pt x="652" y="2114"/>
                      <a:pt x="917" y="1657"/>
                    </a:cubicBezTo>
                    <a:cubicBezTo>
                      <a:pt x="1415" y="793"/>
                      <a:pt x="2002" y="278"/>
                      <a:pt x="2280" y="278"/>
                    </a:cubicBezTo>
                    <a:close/>
                    <a:moveTo>
                      <a:pt x="2280" y="0"/>
                    </a:moveTo>
                    <a:cubicBezTo>
                      <a:pt x="1844" y="0"/>
                      <a:pt x="1200" y="610"/>
                      <a:pt x="676" y="1519"/>
                    </a:cubicBezTo>
                    <a:cubicBezTo>
                      <a:pt x="397" y="2002"/>
                      <a:pt x="197" y="2497"/>
                      <a:pt x="116" y="2910"/>
                    </a:cubicBezTo>
                    <a:cubicBezTo>
                      <a:pt x="1" y="3501"/>
                      <a:pt x="159" y="3731"/>
                      <a:pt x="313" y="3819"/>
                    </a:cubicBezTo>
                    <a:cubicBezTo>
                      <a:pt x="372" y="3854"/>
                      <a:pt x="443" y="3872"/>
                      <a:pt x="518" y="3872"/>
                    </a:cubicBezTo>
                    <a:cubicBezTo>
                      <a:pt x="954" y="3872"/>
                      <a:pt x="1599" y="3261"/>
                      <a:pt x="2124" y="2354"/>
                    </a:cubicBezTo>
                    <a:cubicBezTo>
                      <a:pt x="2402" y="1870"/>
                      <a:pt x="2602" y="1376"/>
                      <a:pt x="2682" y="962"/>
                    </a:cubicBezTo>
                    <a:cubicBezTo>
                      <a:pt x="2799" y="371"/>
                      <a:pt x="2640" y="141"/>
                      <a:pt x="2487" y="53"/>
                    </a:cubicBezTo>
                    <a:cubicBezTo>
                      <a:pt x="2427" y="18"/>
                      <a:pt x="2356" y="0"/>
                      <a:pt x="228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24"/>
              <p:cNvSpPr/>
              <p:nvPr/>
            </p:nvSpPr>
            <p:spPr>
              <a:xfrm>
                <a:off x="3069605" y="4227701"/>
                <a:ext cx="51667" cy="51667"/>
              </a:xfrm>
              <a:custGeom>
                <a:rect b="b" l="l" r="r" t="t"/>
                <a:pathLst>
                  <a:path extrusionOk="0" h="635" w="635">
                    <a:moveTo>
                      <a:pt x="317" y="0"/>
                    </a:moveTo>
                    <a:cubicBezTo>
                      <a:pt x="142" y="0"/>
                      <a:pt x="0" y="142"/>
                      <a:pt x="0" y="317"/>
                    </a:cubicBezTo>
                    <a:cubicBezTo>
                      <a:pt x="0" y="492"/>
                      <a:pt x="142" y="634"/>
                      <a:pt x="317" y="634"/>
                    </a:cubicBezTo>
                    <a:cubicBezTo>
                      <a:pt x="492" y="634"/>
                      <a:pt x="635" y="492"/>
                      <a:pt x="635" y="317"/>
                    </a:cubicBezTo>
                    <a:cubicBezTo>
                      <a:pt x="635" y="142"/>
                      <a:pt x="492" y="0"/>
                      <a:pt x="3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4"/>
              <p:cNvSpPr/>
              <p:nvPr/>
            </p:nvSpPr>
            <p:spPr>
              <a:xfrm>
                <a:off x="3129232" y="4220622"/>
                <a:ext cx="65824" cy="65824"/>
              </a:xfrm>
              <a:custGeom>
                <a:rect b="b" l="l" r="r" t="t"/>
                <a:pathLst>
                  <a:path extrusionOk="0" h="809" w="809">
                    <a:moveTo>
                      <a:pt x="404" y="175"/>
                    </a:moveTo>
                    <a:cubicBezTo>
                      <a:pt x="531" y="175"/>
                      <a:pt x="634" y="277"/>
                      <a:pt x="634" y="404"/>
                    </a:cubicBezTo>
                    <a:cubicBezTo>
                      <a:pt x="634" y="531"/>
                      <a:pt x="531" y="633"/>
                      <a:pt x="404" y="633"/>
                    </a:cubicBezTo>
                    <a:cubicBezTo>
                      <a:pt x="280" y="633"/>
                      <a:pt x="175" y="531"/>
                      <a:pt x="175" y="404"/>
                    </a:cubicBezTo>
                    <a:cubicBezTo>
                      <a:pt x="175" y="277"/>
                      <a:pt x="277" y="175"/>
                      <a:pt x="404" y="175"/>
                    </a:cubicBezTo>
                    <a:close/>
                    <a:moveTo>
                      <a:pt x="404" y="0"/>
                    </a:moveTo>
                    <a:cubicBezTo>
                      <a:pt x="182" y="0"/>
                      <a:pt x="0" y="182"/>
                      <a:pt x="0" y="404"/>
                    </a:cubicBezTo>
                    <a:cubicBezTo>
                      <a:pt x="0" y="627"/>
                      <a:pt x="182" y="808"/>
                      <a:pt x="404" y="808"/>
                    </a:cubicBezTo>
                    <a:cubicBezTo>
                      <a:pt x="627" y="808"/>
                      <a:pt x="809" y="627"/>
                      <a:pt x="809" y="404"/>
                    </a:cubicBezTo>
                    <a:cubicBezTo>
                      <a:pt x="809" y="182"/>
                      <a:pt x="627" y="0"/>
                      <a:pt x="40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14" name="Google Shape;1414;p24"/>
            <p:cNvSpPr/>
            <p:nvPr/>
          </p:nvSpPr>
          <p:spPr>
            <a:xfrm flipH="1" rot="-5400000">
              <a:off x="3024050" y="3308875"/>
              <a:ext cx="485100" cy="1960500"/>
            </a:xfrm>
            <a:prstGeom prst="bentUpArrow">
              <a:avLst>
                <a:gd fmla="val 12418" name="adj1"/>
                <a:gd fmla="val 16084" name="adj2"/>
                <a:gd fmla="val 19002" name="adj3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5" name="Google Shape;1415;p24"/>
          <p:cNvSpPr/>
          <p:nvPr/>
        </p:nvSpPr>
        <p:spPr>
          <a:xfrm>
            <a:off x="5467675" y="3054475"/>
            <a:ext cx="1370100" cy="136200"/>
          </a:xfrm>
          <a:prstGeom prst="rightArrow">
            <a:avLst>
              <a:gd fmla="val 50000" name="adj1"/>
              <a:gd fmla="val 58736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24"/>
          <p:cNvSpPr/>
          <p:nvPr/>
        </p:nvSpPr>
        <p:spPr>
          <a:xfrm>
            <a:off x="5951959" y="2770533"/>
            <a:ext cx="297877" cy="279407"/>
          </a:xfrm>
          <a:custGeom>
            <a:rect b="b" l="l" r="r" t="t"/>
            <a:pathLst>
              <a:path extrusionOk="0" h="3434" w="3661">
                <a:moveTo>
                  <a:pt x="1443" y="0"/>
                </a:moveTo>
                <a:cubicBezTo>
                  <a:pt x="1117" y="0"/>
                  <a:pt x="734" y="60"/>
                  <a:pt x="716" y="138"/>
                </a:cubicBezTo>
                <a:cubicBezTo>
                  <a:pt x="706" y="185"/>
                  <a:pt x="772" y="330"/>
                  <a:pt x="866" y="494"/>
                </a:cubicBezTo>
                <a:cubicBezTo>
                  <a:pt x="843" y="511"/>
                  <a:pt x="818" y="530"/>
                  <a:pt x="795" y="548"/>
                </a:cubicBezTo>
                <a:cubicBezTo>
                  <a:pt x="101" y="1119"/>
                  <a:pt x="1" y="2147"/>
                  <a:pt x="571" y="2840"/>
                </a:cubicBezTo>
                <a:cubicBezTo>
                  <a:pt x="881" y="3218"/>
                  <a:pt x="1341" y="3434"/>
                  <a:pt x="1831" y="3434"/>
                </a:cubicBezTo>
                <a:cubicBezTo>
                  <a:pt x="2207" y="3434"/>
                  <a:pt x="2574" y="3304"/>
                  <a:pt x="2864" y="3065"/>
                </a:cubicBezTo>
                <a:cubicBezTo>
                  <a:pt x="3559" y="2494"/>
                  <a:pt x="3660" y="1467"/>
                  <a:pt x="3089" y="772"/>
                </a:cubicBezTo>
                <a:cubicBezTo>
                  <a:pt x="2942" y="594"/>
                  <a:pt x="2763" y="453"/>
                  <a:pt x="2556" y="349"/>
                </a:cubicBezTo>
                <a:cubicBezTo>
                  <a:pt x="2556" y="349"/>
                  <a:pt x="2522" y="331"/>
                  <a:pt x="2515" y="327"/>
                </a:cubicBezTo>
                <a:cubicBezTo>
                  <a:pt x="2508" y="324"/>
                  <a:pt x="2502" y="323"/>
                  <a:pt x="2495" y="323"/>
                </a:cubicBezTo>
                <a:cubicBezTo>
                  <a:pt x="2389" y="323"/>
                  <a:pt x="2210" y="647"/>
                  <a:pt x="2323" y="712"/>
                </a:cubicBezTo>
                <a:cubicBezTo>
                  <a:pt x="2343" y="724"/>
                  <a:pt x="2366" y="734"/>
                  <a:pt x="2366" y="734"/>
                </a:cubicBezTo>
                <a:cubicBezTo>
                  <a:pt x="2518" y="809"/>
                  <a:pt x="2649" y="914"/>
                  <a:pt x="2756" y="1044"/>
                </a:cubicBezTo>
                <a:cubicBezTo>
                  <a:pt x="3177" y="1556"/>
                  <a:pt x="3103" y="2313"/>
                  <a:pt x="2591" y="2735"/>
                </a:cubicBezTo>
                <a:cubicBezTo>
                  <a:pt x="2377" y="2910"/>
                  <a:pt x="2107" y="3007"/>
                  <a:pt x="1830" y="3007"/>
                </a:cubicBezTo>
                <a:cubicBezTo>
                  <a:pt x="1468" y="3007"/>
                  <a:pt x="1130" y="2847"/>
                  <a:pt x="901" y="2569"/>
                </a:cubicBezTo>
                <a:cubicBezTo>
                  <a:pt x="698" y="2322"/>
                  <a:pt x="603" y="2010"/>
                  <a:pt x="635" y="1690"/>
                </a:cubicBezTo>
                <a:cubicBezTo>
                  <a:pt x="666" y="1371"/>
                  <a:pt x="819" y="1083"/>
                  <a:pt x="1068" y="880"/>
                </a:cubicBezTo>
                <a:lnTo>
                  <a:pt x="1098" y="857"/>
                </a:lnTo>
                <a:cubicBezTo>
                  <a:pt x="1204" y="1009"/>
                  <a:pt x="1303" y="1125"/>
                  <a:pt x="1343" y="1134"/>
                </a:cubicBezTo>
                <a:cubicBezTo>
                  <a:pt x="1344" y="1135"/>
                  <a:pt x="1346" y="1135"/>
                  <a:pt x="1348" y="1135"/>
                </a:cubicBezTo>
                <a:cubicBezTo>
                  <a:pt x="1466" y="1135"/>
                  <a:pt x="1994" y="256"/>
                  <a:pt x="1892" y="93"/>
                </a:cubicBezTo>
                <a:cubicBezTo>
                  <a:pt x="1851" y="27"/>
                  <a:pt x="1660" y="0"/>
                  <a:pt x="1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7" name="Google Shape;1417;p24"/>
          <p:cNvGrpSpPr/>
          <p:nvPr/>
        </p:nvGrpSpPr>
        <p:grpSpPr>
          <a:xfrm>
            <a:off x="2286375" y="2739695"/>
            <a:ext cx="1370100" cy="442405"/>
            <a:chOff x="2286375" y="2739695"/>
            <a:chExt cx="1370100" cy="442405"/>
          </a:xfrm>
        </p:grpSpPr>
        <p:sp>
          <p:nvSpPr>
            <p:cNvPr id="1418" name="Google Shape;1418;p24"/>
            <p:cNvSpPr/>
            <p:nvPr/>
          </p:nvSpPr>
          <p:spPr>
            <a:xfrm flipH="1">
              <a:off x="2286375" y="3045900"/>
              <a:ext cx="1370100" cy="136200"/>
            </a:xfrm>
            <a:prstGeom prst="rightArrow">
              <a:avLst>
                <a:gd fmla="val 50000" name="adj1"/>
                <a:gd fmla="val 58736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24"/>
            <p:cNvSpPr/>
            <p:nvPr/>
          </p:nvSpPr>
          <p:spPr>
            <a:xfrm>
              <a:off x="2889352" y="2739695"/>
              <a:ext cx="299098" cy="332946"/>
            </a:xfrm>
            <a:custGeom>
              <a:rect b="b" l="l" r="r" t="t"/>
              <a:pathLst>
                <a:path extrusionOk="0" h="4092" w="3676">
                  <a:moveTo>
                    <a:pt x="2773" y="2242"/>
                  </a:moveTo>
                  <a:cubicBezTo>
                    <a:pt x="3042" y="2397"/>
                    <a:pt x="3191" y="2677"/>
                    <a:pt x="3191" y="2966"/>
                  </a:cubicBezTo>
                  <a:lnTo>
                    <a:pt x="3059" y="2966"/>
                  </a:lnTo>
                  <a:lnTo>
                    <a:pt x="3059" y="2967"/>
                  </a:lnTo>
                  <a:lnTo>
                    <a:pt x="2575" y="2967"/>
                  </a:lnTo>
                  <a:cubicBezTo>
                    <a:pt x="2575" y="2892"/>
                    <a:pt x="2536" y="2818"/>
                    <a:pt x="2465" y="2777"/>
                  </a:cubicBezTo>
                  <a:lnTo>
                    <a:pt x="2708" y="2357"/>
                  </a:lnTo>
                  <a:lnTo>
                    <a:pt x="2773" y="2242"/>
                  </a:lnTo>
                  <a:close/>
                  <a:moveTo>
                    <a:pt x="1936" y="2244"/>
                  </a:moveTo>
                  <a:lnTo>
                    <a:pt x="2000" y="2358"/>
                  </a:lnTo>
                  <a:lnTo>
                    <a:pt x="2244" y="2778"/>
                  </a:lnTo>
                  <a:cubicBezTo>
                    <a:pt x="2212" y="2798"/>
                    <a:pt x="2184" y="2824"/>
                    <a:pt x="2163" y="2859"/>
                  </a:cubicBezTo>
                  <a:cubicBezTo>
                    <a:pt x="2143" y="2894"/>
                    <a:pt x="2133" y="2932"/>
                    <a:pt x="2133" y="2968"/>
                  </a:cubicBezTo>
                  <a:lnTo>
                    <a:pt x="1517" y="2968"/>
                  </a:lnTo>
                  <a:cubicBezTo>
                    <a:pt x="1517" y="2824"/>
                    <a:pt x="1554" y="2681"/>
                    <a:pt x="1630" y="2549"/>
                  </a:cubicBezTo>
                  <a:cubicBezTo>
                    <a:pt x="1706" y="2418"/>
                    <a:pt x="1813" y="2314"/>
                    <a:pt x="1936" y="2244"/>
                  </a:cubicBezTo>
                  <a:close/>
                  <a:moveTo>
                    <a:pt x="2354" y="2805"/>
                  </a:moveTo>
                  <a:cubicBezTo>
                    <a:pt x="2382" y="2805"/>
                    <a:pt x="2410" y="2812"/>
                    <a:pt x="2435" y="2827"/>
                  </a:cubicBezTo>
                  <a:cubicBezTo>
                    <a:pt x="2512" y="2871"/>
                    <a:pt x="2540" y="2971"/>
                    <a:pt x="2495" y="3048"/>
                  </a:cubicBezTo>
                  <a:cubicBezTo>
                    <a:pt x="2465" y="3100"/>
                    <a:pt x="2410" y="3129"/>
                    <a:pt x="2355" y="3129"/>
                  </a:cubicBezTo>
                  <a:cubicBezTo>
                    <a:pt x="2327" y="3129"/>
                    <a:pt x="2299" y="3122"/>
                    <a:pt x="2274" y="3107"/>
                  </a:cubicBezTo>
                  <a:cubicBezTo>
                    <a:pt x="2197" y="3063"/>
                    <a:pt x="2169" y="2963"/>
                    <a:pt x="2214" y="2886"/>
                  </a:cubicBezTo>
                  <a:cubicBezTo>
                    <a:pt x="2244" y="2834"/>
                    <a:pt x="2298" y="2805"/>
                    <a:pt x="2354" y="2805"/>
                  </a:cubicBezTo>
                  <a:close/>
                  <a:moveTo>
                    <a:pt x="2465" y="3157"/>
                  </a:moveTo>
                  <a:lnTo>
                    <a:pt x="2708" y="3577"/>
                  </a:lnTo>
                  <a:lnTo>
                    <a:pt x="2773" y="3692"/>
                  </a:lnTo>
                  <a:cubicBezTo>
                    <a:pt x="2645" y="3765"/>
                    <a:pt x="2500" y="3804"/>
                    <a:pt x="2354" y="3804"/>
                  </a:cubicBezTo>
                  <a:cubicBezTo>
                    <a:pt x="2212" y="3804"/>
                    <a:pt x="2068" y="3768"/>
                    <a:pt x="1937" y="3692"/>
                  </a:cubicBezTo>
                  <a:lnTo>
                    <a:pt x="2002" y="3577"/>
                  </a:lnTo>
                  <a:lnTo>
                    <a:pt x="2245" y="3157"/>
                  </a:lnTo>
                  <a:cubicBezTo>
                    <a:pt x="2280" y="3177"/>
                    <a:pt x="2318" y="3187"/>
                    <a:pt x="2355" y="3187"/>
                  </a:cubicBezTo>
                  <a:cubicBezTo>
                    <a:pt x="2394" y="3187"/>
                    <a:pt x="2432" y="3176"/>
                    <a:pt x="2465" y="3157"/>
                  </a:cubicBezTo>
                  <a:close/>
                  <a:moveTo>
                    <a:pt x="2213" y="0"/>
                  </a:moveTo>
                  <a:cubicBezTo>
                    <a:pt x="2085" y="0"/>
                    <a:pt x="1980" y="104"/>
                    <a:pt x="1979" y="233"/>
                  </a:cubicBezTo>
                  <a:lnTo>
                    <a:pt x="1969" y="1763"/>
                  </a:lnTo>
                  <a:cubicBezTo>
                    <a:pt x="1969" y="1763"/>
                    <a:pt x="1968" y="1876"/>
                    <a:pt x="1878" y="1877"/>
                  </a:cubicBezTo>
                  <a:cubicBezTo>
                    <a:pt x="1877" y="1877"/>
                    <a:pt x="1876" y="1877"/>
                    <a:pt x="1876" y="1877"/>
                  </a:cubicBezTo>
                  <a:cubicBezTo>
                    <a:pt x="1814" y="1877"/>
                    <a:pt x="1794" y="1832"/>
                    <a:pt x="1788" y="1792"/>
                  </a:cubicBezTo>
                  <a:lnTo>
                    <a:pt x="1770" y="551"/>
                  </a:lnTo>
                  <a:cubicBezTo>
                    <a:pt x="1769" y="421"/>
                    <a:pt x="1663" y="318"/>
                    <a:pt x="1535" y="318"/>
                  </a:cubicBezTo>
                  <a:cubicBezTo>
                    <a:pt x="1534" y="318"/>
                    <a:pt x="1533" y="318"/>
                    <a:pt x="1533" y="318"/>
                  </a:cubicBezTo>
                  <a:cubicBezTo>
                    <a:pt x="1404" y="320"/>
                    <a:pt x="1300" y="428"/>
                    <a:pt x="1302" y="557"/>
                  </a:cubicBezTo>
                  <a:lnTo>
                    <a:pt x="1327" y="2121"/>
                  </a:lnTo>
                  <a:cubicBezTo>
                    <a:pt x="1327" y="2133"/>
                    <a:pt x="1328" y="2147"/>
                    <a:pt x="1330" y="2158"/>
                  </a:cubicBezTo>
                  <a:cubicBezTo>
                    <a:pt x="1339" y="2271"/>
                    <a:pt x="1358" y="2598"/>
                    <a:pt x="1243" y="2599"/>
                  </a:cubicBezTo>
                  <a:cubicBezTo>
                    <a:pt x="1117" y="2507"/>
                    <a:pt x="918" y="2213"/>
                    <a:pt x="796" y="2096"/>
                  </a:cubicBezTo>
                  <a:cubicBezTo>
                    <a:pt x="757" y="2058"/>
                    <a:pt x="596" y="1932"/>
                    <a:pt x="413" y="1932"/>
                  </a:cubicBezTo>
                  <a:cubicBezTo>
                    <a:pt x="355" y="1932"/>
                    <a:pt x="294" y="1945"/>
                    <a:pt x="234" y="1978"/>
                  </a:cubicBezTo>
                  <a:cubicBezTo>
                    <a:pt x="0" y="2107"/>
                    <a:pt x="204" y="2261"/>
                    <a:pt x="264" y="2323"/>
                  </a:cubicBezTo>
                  <a:cubicBezTo>
                    <a:pt x="1292" y="3360"/>
                    <a:pt x="1113" y="4091"/>
                    <a:pt x="2290" y="4091"/>
                  </a:cubicBezTo>
                  <a:cubicBezTo>
                    <a:pt x="2303" y="4091"/>
                    <a:pt x="2317" y="4091"/>
                    <a:pt x="2330" y="4091"/>
                  </a:cubicBezTo>
                  <a:cubicBezTo>
                    <a:pt x="3083" y="4081"/>
                    <a:pt x="3442" y="3687"/>
                    <a:pt x="3522" y="3218"/>
                  </a:cubicBezTo>
                  <a:cubicBezTo>
                    <a:pt x="3622" y="2625"/>
                    <a:pt x="3661" y="1211"/>
                    <a:pt x="3661" y="1211"/>
                  </a:cubicBezTo>
                  <a:cubicBezTo>
                    <a:pt x="3675" y="1084"/>
                    <a:pt x="3604" y="972"/>
                    <a:pt x="3498" y="963"/>
                  </a:cubicBezTo>
                  <a:cubicBezTo>
                    <a:pt x="3494" y="963"/>
                    <a:pt x="3490" y="962"/>
                    <a:pt x="3486" y="962"/>
                  </a:cubicBezTo>
                  <a:cubicBezTo>
                    <a:pt x="3387" y="962"/>
                    <a:pt x="3301" y="1058"/>
                    <a:pt x="3290" y="1182"/>
                  </a:cubicBezTo>
                  <a:lnTo>
                    <a:pt x="3242" y="1963"/>
                  </a:lnTo>
                  <a:cubicBezTo>
                    <a:pt x="3242" y="1963"/>
                    <a:pt x="3238" y="2012"/>
                    <a:pt x="3223" y="2027"/>
                  </a:cubicBezTo>
                  <a:cubicBezTo>
                    <a:pt x="3211" y="2038"/>
                    <a:pt x="3198" y="2045"/>
                    <a:pt x="3167" y="2045"/>
                  </a:cubicBezTo>
                  <a:cubicBezTo>
                    <a:pt x="3154" y="2045"/>
                    <a:pt x="3139" y="2044"/>
                    <a:pt x="3120" y="2041"/>
                  </a:cubicBezTo>
                  <a:cubicBezTo>
                    <a:pt x="3070" y="2035"/>
                    <a:pt x="3058" y="1993"/>
                    <a:pt x="3057" y="1965"/>
                  </a:cubicBezTo>
                  <a:lnTo>
                    <a:pt x="3058" y="1935"/>
                  </a:lnTo>
                  <a:lnTo>
                    <a:pt x="3143" y="559"/>
                  </a:lnTo>
                  <a:cubicBezTo>
                    <a:pt x="3150" y="430"/>
                    <a:pt x="3053" y="318"/>
                    <a:pt x="2923" y="311"/>
                  </a:cubicBezTo>
                  <a:cubicBezTo>
                    <a:pt x="2918" y="311"/>
                    <a:pt x="2913" y="311"/>
                    <a:pt x="2908" y="311"/>
                  </a:cubicBezTo>
                  <a:cubicBezTo>
                    <a:pt x="2785" y="311"/>
                    <a:pt x="2683" y="407"/>
                    <a:pt x="2675" y="531"/>
                  </a:cubicBezTo>
                  <a:lnTo>
                    <a:pt x="2589" y="1892"/>
                  </a:lnTo>
                  <a:cubicBezTo>
                    <a:pt x="2589" y="1892"/>
                    <a:pt x="2584" y="1977"/>
                    <a:pt x="2520" y="1977"/>
                  </a:cubicBezTo>
                  <a:cubicBezTo>
                    <a:pt x="2513" y="1977"/>
                    <a:pt x="2506" y="1976"/>
                    <a:pt x="2499" y="1974"/>
                  </a:cubicBezTo>
                  <a:cubicBezTo>
                    <a:pt x="2458" y="1965"/>
                    <a:pt x="2442" y="1932"/>
                    <a:pt x="2437" y="1901"/>
                  </a:cubicBezTo>
                  <a:lnTo>
                    <a:pt x="2449" y="236"/>
                  </a:lnTo>
                  <a:cubicBezTo>
                    <a:pt x="2450" y="108"/>
                    <a:pt x="2345" y="1"/>
                    <a:pt x="2215" y="0"/>
                  </a:cubicBezTo>
                  <a:cubicBezTo>
                    <a:pt x="2215" y="0"/>
                    <a:pt x="2214" y="0"/>
                    <a:pt x="22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25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25" name="Google Shape;1425;p25"/>
          <p:cNvSpPr/>
          <p:nvPr/>
        </p:nvSpPr>
        <p:spPr>
          <a:xfrm>
            <a:off x="457200" y="1660375"/>
            <a:ext cx="8229584" cy="1904922"/>
          </a:xfrm>
          <a:custGeom>
            <a:rect b="b" l="l" r="r" t="t"/>
            <a:pathLst>
              <a:path extrusionOk="0" h="27804" w="65418">
                <a:moveTo>
                  <a:pt x="0" y="0"/>
                </a:moveTo>
                <a:lnTo>
                  <a:pt x="0" y="27803"/>
                </a:lnTo>
                <a:lnTo>
                  <a:pt x="65418" y="27803"/>
                </a:lnTo>
                <a:lnTo>
                  <a:pt x="65418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6" name="Google Shape;1426;p25"/>
          <p:cNvGrpSpPr/>
          <p:nvPr/>
        </p:nvGrpSpPr>
        <p:grpSpPr>
          <a:xfrm>
            <a:off x="7202669" y="1497450"/>
            <a:ext cx="1412113" cy="2763442"/>
            <a:chOff x="7250294" y="1497450"/>
            <a:chExt cx="1412113" cy="2763442"/>
          </a:xfrm>
        </p:grpSpPr>
        <p:sp>
          <p:nvSpPr>
            <p:cNvPr id="1427" name="Google Shape;1427;p25"/>
            <p:cNvSpPr txBox="1"/>
            <p:nvPr/>
          </p:nvSpPr>
          <p:spPr>
            <a:xfrm>
              <a:off x="7290150" y="2199063"/>
              <a:ext cx="1245900" cy="106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closest planet and the smallest</a:t>
              </a:r>
              <a:endParaRPr sz="10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28" name="Google Shape;1428;p25"/>
            <p:cNvSpPr txBox="1"/>
            <p:nvPr/>
          </p:nvSpPr>
          <p:spPr>
            <a:xfrm>
              <a:off x="7290151" y="1894332"/>
              <a:ext cx="1245900" cy="40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b="1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1429" name="Google Shape;1429;p25"/>
            <p:cNvGrpSpPr/>
            <p:nvPr/>
          </p:nvGrpSpPr>
          <p:grpSpPr>
            <a:xfrm>
              <a:off x="7250294" y="1497450"/>
              <a:ext cx="1412113" cy="2763442"/>
              <a:chOff x="7250294" y="1497450"/>
              <a:chExt cx="1412113" cy="2763442"/>
            </a:xfrm>
          </p:grpSpPr>
          <p:sp>
            <p:nvSpPr>
              <p:cNvPr id="1430" name="Google Shape;1430;p25"/>
              <p:cNvSpPr/>
              <p:nvPr/>
            </p:nvSpPr>
            <p:spPr>
              <a:xfrm>
                <a:off x="7364800" y="3570900"/>
                <a:ext cx="1297607" cy="689992"/>
              </a:xfrm>
              <a:custGeom>
                <a:rect b="b" l="l" r="r" t="t"/>
                <a:pathLst>
                  <a:path extrusionOk="0" h="10041" w="13249">
                    <a:moveTo>
                      <a:pt x="0" y="0"/>
                    </a:moveTo>
                    <a:lnTo>
                      <a:pt x="0" y="3925"/>
                    </a:lnTo>
                    <a:lnTo>
                      <a:pt x="6623" y="10041"/>
                    </a:lnTo>
                    <a:lnTo>
                      <a:pt x="13249" y="3924"/>
                    </a:lnTo>
                    <a:lnTo>
                      <a:pt x="1324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5"/>
              <p:cNvSpPr/>
              <p:nvPr/>
            </p:nvSpPr>
            <p:spPr>
              <a:xfrm>
                <a:off x="7364800" y="3570900"/>
                <a:ext cx="1297607" cy="689992"/>
              </a:xfrm>
              <a:custGeom>
                <a:rect b="b" l="l" r="r" t="t"/>
                <a:pathLst>
                  <a:path extrusionOk="0" h="10041" w="13249">
                    <a:moveTo>
                      <a:pt x="0" y="0"/>
                    </a:moveTo>
                    <a:lnTo>
                      <a:pt x="0" y="3925"/>
                    </a:lnTo>
                    <a:lnTo>
                      <a:pt x="6623" y="10041"/>
                    </a:lnTo>
                    <a:lnTo>
                      <a:pt x="13249" y="3924"/>
                    </a:lnTo>
                    <a:lnTo>
                      <a:pt x="13246" y="0"/>
                    </a:lnTo>
                    <a:close/>
                  </a:path>
                </a:pathLst>
              </a:custGeom>
              <a:solidFill>
                <a:srgbClr val="434343">
                  <a:alpha val="9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5"/>
              <p:cNvSpPr/>
              <p:nvPr/>
            </p:nvSpPr>
            <p:spPr>
              <a:xfrm>
                <a:off x="8597881" y="3568843"/>
                <a:ext cx="50576" cy="95586"/>
              </a:xfrm>
              <a:custGeom>
                <a:rect b="b" l="l" r="r" t="t"/>
                <a:pathLst>
                  <a:path extrusionOk="0" h="1391" w="736">
                    <a:moveTo>
                      <a:pt x="1" y="1"/>
                    </a:moveTo>
                    <a:lnTo>
                      <a:pt x="1" y="13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434343">
                  <a:alpha val="62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33" name="Google Shape;1433;p25"/>
              <p:cNvGrpSpPr/>
              <p:nvPr/>
            </p:nvGrpSpPr>
            <p:grpSpPr>
              <a:xfrm>
                <a:off x="7250294" y="1497450"/>
                <a:ext cx="1342593" cy="2169068"/>
                <a:chOff x="7250294" y="1497450"/>
                <a:chExt cx="1342593" cy="2169068"/>
              </a:xfrm>
            </p:grpSpPr>
            <p:sp>
              <p:nvSpPr>
                <p:cNvPr id="1434" name="Google Shape;1434;p25"/>
                <p:cNvSpPr/>
                <p:nvPr/>
              </p:nvSpPr>
              <p:spPr>
                <a:xfrm>
                  <a:off x="7250294" y="1497450"/>
                  <a:ext cx="56517" cy="168701"/>
                </a:xfrm>
                <a:custGeom>
                  <a:rect b="b" l="l" r="r" t="t"/>
                  <a:pathLst>
                    <a:path extrusionOk="0" h="2455" w="601">
                      <a:moveTo>
                        <a:pt x="601" y="1"/>
                      </a:moveTo>
                      <a:lnTo>
                        <a:pt x="1" y="2454"/>
                      </a:lnTo>
                      <a:lnTo>
                        <a:pt x="601" y="2454"/>
                      </a:lnTo>
                      <a:lnTo>
                        <a:pt x="601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5" name="Google Shape;1435;p25"/>
                <p:cNvSpPr/>
                <p:nvPr/>
              </p:nvSpPr>
              <p:spPr>
                <a:xfrm>
                  <a:off x="7250294" y="1497450"/>
                  <a:ext cx="56517" cy="168701"/>
                </a:xfrm>
                <a:custGeom>
                  <a:rect b="b" l="l" r="r" t="t"/>
                  <a:pathLst>
                    <a:path extrusionOk="0" h="2455" w="601">
                      <a:moveTo>
                        <a:pt x="601" y="1"/>
                      </a:moveTo>
                      <a:lnTo>
                        <a:pt x="1" y="2454"/>
                      </a:lnTo>
                      <a:lnTo>
                        <a:pt x="601" y="2454"/>
                      </a:lnTo>
                      <a:lnTo>
                        <a:pt x="601" y="1"/>
                      </a:lnTo>
                      <a:close/>
                    </a:path>
                  </a:pathLst>
                </a:custGeom>
                <a:solidFill>
                  <a:srgbClr val="434343">
                    <a:alpha val="628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6" name="Google Shape;1436;p25"/>
                <p:cNvSpPr/>
                <p:nvPr/>
              </p:nvSpPr>
              <p:spPr>
                <a:xfrm>
                  <a:off x="7307100" y="1497450"/>
                  <a:ext cx="1285787" cy="2169068"/>
                </a:xfrm>
                <a:custGeom>
                  <a:rect b="b" l="l" r="r" t="t"/>
                  <a:pathLst>
                    <a:path extrusionOk="0" h="31565" w="13247">
                      <a:moveTo>
                        <a:pt x="1" y="1"/>
                      </a:moveTo>
                      <a:lnTo>
                        <a:pt x="1" y="31565"/>
                      </a:lnTo>
                      <a:lnTo>
                        <a:pt x="13247" y="31565"/>
                      </a:lnTo>
                      <a:lnTo>
                        <a:pt x="1324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37" name="Google Shape;1437;p25"/>
              <p:cNvSpPr/>
              <p:nvPr/>
            </p:nvSpPr>
            <p:spPr>
              <a:xfrm>
                <a:off x="8445481" y="3568843"/>
                <a:ext cx="50576" cy="95586"/>
              </a:xfrm>
              <a:custGeom>
                <a:rect b="b" l="l" r="r" t="t"/>
                <a:pathLst>
                  <a:path extrusionOk="0" h="1391" w="736">
                    <a:moveTo>
                      <a:pt x="1" y="1"/>
                    </a:moveTo>
                    <a:lnTo>
                      <a:pt x="1" y="13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38" name="Google Shape;1438;p25"/>
              <p:cNvGrpSpPr/>
              <p:nvPr/>
            </p:nvGrpSpPr>
            <p:grpSpPr>
              <a:xfrm>
                <a:off x="7918261" y="3736919"/>
                <a:ext cx="247727" cy="334859"/>
                <a:chOff x="7899211" y="4186567"/>
                <a:chExt cx="247727" cy="334859"/>
              </a:xfrm>
            </p:grpSpPr>
            <p:sp>
              <p:nvSpPr>
                <p:cNvPr id="1439" name="Google Shape;1439;p25"/>
                <p:cNvSpPr/>
                <p:nvPr/>
              </p:nvSpPr>
              <p:spPr>
                <a:xfrm>
                  <a:off x="7899211" y="4316098"/>
                  <a:ext cx="208558" cy="205328"/>
                </a:xfrm>
                <a:custGeom>
                  <a:rect b="b" l="l" r="r" t="t"/>
                  <a:pathLst>
                    <a:path extrusionOk="0" h="2988" w="3035">
                      <a:moveTo>
                        <a:pt x="2393" y="2"/>
                      </a:moveTo>
                      <a:lnTo>
                        <a:pt x="2874" y="2"/>
                      </a:lnTo>
                      <a:cubicBezTo>
                        <a:pt x="2955" y="2"/>
                        <a:pt x="3034" y="70"/>
                        <a:pt x="3022" y="152"/>
                      </a:cubicBezTo>
                      <a:lnTo>
                        <a:pt x="2678" y="2839"/>
                      </a:lnTo>
                      <a:cubicBezTo>
                        <a:pt x="2668" y="2920"/>
                        <a:pt x="2612" y="2987"/>
                        <a:pt x="2529" y="2987"/>
                      </a:cubicBezTo>
                      <a:lnTo>
                        <a:pt x="2392" y="2987"/>
                      </a:lnTo>
                      <a:lnTo>
                        <a:pt x="2392" y="2496"/>
                      </a:lnTo>
                      <a:cubicBezTo>
                        <a:pt x="2434" y="2476"/>
                        <a:pt x="2464" y="2434"/>
                        <a:pt x="2467" y="2383"/>
                      </a:cubicBezTo>
                      <a:lnTo>
                        <a:pt x="2585" y="556"/>
                      </a:lnTo>
                      <a:cubicBezTo>
                        <a:pt x="2590" y="481"/>
                        <a:pt x="2533" y="418"/>
                        <a:pt x="2459" y="413"/>
                      </a:cubicBezTo>
                      <a:lnTo>
                        <a:pt x="2459" y="413"/>
                      </a:lnTo>
                      <a:cubicBezTo>
                        <a:pt x="2436" y="412"/>
                        <a:pt x="2412" y="417"/>
                        <a:pt x="2392" y="425"/>
                      </a:cubicBezTo>
                      <a:lnTo>
                        <a:pt x="2392" y="2"/>
                      </a:lnTo>
                      <a:close/>
                      <a:moveTo>
                        <a:pt x="1859" y="2"/>
                      </a:moveTo>
                      <a:lnTo>
                        <a:pt x="1859" y="2"/>
                      </a:lnTo>
                      <a:lnTo>
                        <a:pt x="1859" y="413"/>
                      </a:lnTo>
                      <a:cubicBezTo>
                        <a:pt x="1870" y="409"/>
                        <a:pt x="1883" y="409"/>
                        <a:pt x="1895" y="409"/>
                      </a:cubicBezTo>
                      <a:cubicBezTo>
                        <a:pt x="1970" y="412"/>
                        <a:pt x="2028" y="474"/>
                        <a:pt x="2026" y="548"/>
                      </a:cubicBezTo>
                      <a:lnTo>
                        <a:pt x="1961" y="2378"/>
                      </a:lnTo>
                      <a:cubicBezTo>
                        <a:pt x="1958" y="2440"/>
                        <a:pt x="1916" y="2490"/>
                        <a:pt x="1859" y="2505"/>
                      </a:cubicBezTo>
                      <a:lnTo>
                        <a:pt x="1859" y="2987"/>
                      </a:lnTo>
                      <a:lnTo>
                        <a:pt x="2393" y="2987"/>
                      </a:lnTo>
                      <a:lnTo>
                        <a:pt x="2393" y="2496"/>
                      </a:lnTo>
                      <a:cubicBezTo>
                        <a:pt x="2372" y="2506"/>
                        <a:pt x="2350" y="2511"/>
                        <a:pt x="2325" y="2509"/>
                      </a:cubicBezTo>
                      <a:cubicBezTo>
                        <a:pt x="2251" y="2504"/>
                        <a:pt x="2195" y="2440"/>
                        <a:pt x="2198" y="2366"/>
                      </a:cubicBezTo>
                      <a:lnTo>
                        <a:pt x="2316" y="538"/>
                      </a:lnTo>
                      <a:cubicBezTo>
                        <a:pt x="2320" y="488"/>
                        <a:pt x="2350" y="446"/>
                        <a:pt x="2392" y="425"/>
                      </a:cubicBezTo>
                      <a:lnTo>
                        <a:pt x="2392" y="2"/>
                      </a:lnTo>
                      <a:lnTo>
                        <a:pt x="1859" y="2"/>
                      </a:lnTo>
                      <a:close/>
                      <a:moveTo>
                        <a:pt x="1286" y="2"/>
                      </a:moveTo>
                      <a:lnTo>
                        <a:pt x="1286" y="2"/>
                      </a:lnTo>
                      <a:lnTo>
                        <a:pt x="1859" y="2"/>
                      </a:lnTo>
                      <a:lnTo>
                        <a:pt x="1859" y="413"/>
                      </a:lnTo>
                      <a:cubicBezTo>
                        <a:pt x="1802" y="427"/>
                        <a:pt x="1758" y="478"/>
                        <a:pt x="1756" y="540"/>
                      </a:cubicBezTo>
                      <a:lnTo>
                        <a:pt x="1691" y="2369"/>
                      </a:lnTo>
                      <a:cubicBezTo>
                        <a:pt x="1688" y="2444"/>
                        <a:pt x="1747" y="2506"/>
                        <a:pt x="1821" y="2509"/>
                      </a:cubicBezTo>
                      <a:cubicBezTo>
                        <a:pt x="1834" y="2509"/>
                        <a:pt x="1846" y="2507"/>
                        <a:pt x="1859" y="2505"/>
                      </a:cubicBezTo>
                      <a:lnTo>
                        <a:pt x="1859" y="2987"/>
                      </a:lnTo>
                      <a:lnTo>
                        <a:pt x="1286" y="2987"/>
                      </a:lnTo>
                      <a:lnTo>
                        <a:pt x="1286" y="2506"/>
                      </a:lnTo>
                      <a:cubicBezTo>
                        <a:pt x="1297" y="2509"/>
                        <a:pt x="1308" y="2510"/>
                        <a:pt x="1320" y="2510"/>
                      </a:cubicBezTo>
                      <a:cubicBezTo>
                        <a:pt x="1394" y="2507"/>
                        <a:pt x="1453" y="2445"/>
                        <a:pt x="1450" y="2371"/>
                      </a:cubicBezTo>
                      <a:lnTo>
                        <a:pt x="1390" y="541"/>
                      </a:lnTo>
                      <a:cubicBezTo>
                        <a:pt x="1388" y="478"/>
                        <a:pt x="1343" y="427"/>
                        <a:pt x="1286" y="414"/>
                      </a:cubicBezTo>
                      <a:close/>
                      <a:moveTo>
                        <a:pt x="735" y="2"/>
                      </a:moveTo>
                      <a:lnTo>
                        <a:pt x="735" y="2"/>
                      </a:lnTo>
                      <a:lnTo>
                        <a:pt x="735" y="439"/>
                      </a:lnTo>
                      <a:cubicBezTo>
                        <a:pt x="768" y="461"/>
                        <a:pt x="790" y="497"/>
                        <a:pt x="794" y="540"/>
                      </a:cubicBezTo>
                      <a:lnTo>
                        <a:pt x="945" y="2364"/>
                      </a:lnTo>
                      <a:cubicBezTo>
                        <a:pt x="951" y="2439"/>
                        <a:pt x="897" y="2504"/>
                        <a:pt x="822" y="2510"/>
                      </a:cubicBezTo>
                      <a:cubicBezTo>
                        <a:pt x="790" y="2512"/>
                        <a:pt x="760" y="2504"/>
                        <a:pt x="735" y="2487"/>
                      </a:cubicBezTo>
                      <a:lnTo>
                        <a:pt x="735" y="2986"/>
                      </a:lnTo>
                      <a:lnTo>
                        <a:pt x="1286" y="2986"/>
                      </a:lnTo>
                      <a:lnTo>
                        <a:pt x="1286" y="2505"/>
                      </a:lnTo>
                      <a:cubicBezTo>
                        <a:pt x="1226" y="2492"/>
                        <a:pt x="1181" y="2440"/>
                        <a:pt x="1180" y="2377"/>
                      </a:cubicBezTo>
                      <a:lnTo>
                        <a:pt x="1120" y="547"/>
                      </a:lnTo>
                      <a:cubicBezTo>
                        <a:pt x="1118" y="473"/>
                        <a:pt x="1176" y="410"/>
                        <a:pt x="1251" y="408"/>
                      </a:cubicBezTo>
                      <a:cubicBezTo>
                        <a:pt x="1262" y="408"/>
                        <a:pt x="1273" y="409"/>
                        <a:pt x="1286" y="412"/>
                      </a:cubicBezTo>
                      <a:lnTo>
                        <a:pt x="1286" y="0"/>
                      </a:lnTo>
                      <a:lnTo>
                        <a:pt x="735" y="0"/>
                      </a:lnTo>
                      <a:close/>
                      <a:moveTo>
                        <a:pt x="161" y="2"/>
                      </a:moveTo>
                      <a:lnTo>
                        <a:pt x="161" y="2"/>
                      </a:lnTo>
                      <a:lnTo>
                        <a:pt x="735" y="2"/>
                      </a:lnTo>
                      <a:lnTo>
                        <a:pt x="735" y="439"/>
                      </a:lnTo>
                      <a:cubicBezTo>
                        <a:pt x="712" y="423"/>
                        <a:pt x="681" y="414"/>
                        <a:pt x="648" y="417"/>
                      </a:cubicBezTo>
                      <a:cubicBezTo>
                        <a:pt x="574" y="423"/>
                        <a:pt x="519" y="488"/>
                        <a:pt x="525" y="562"/>
                      </a:cubicBezTo>
                      <a:lnTo>
                        <a:pt x="678" y="2388"/>
                      </a:lnTo>
                      <a:cubicBezTo>
                        <a:pt x="682" y="2429"/>
                        <a:pt x="703" y="2465"/>
                        <a:pt x="737" y="2487"/>
                      </a:cubicBezTo>
                      <a:lnTo>
                        <a:pt x="737" y="2986"/>
                      </a:lnTo>
                      <a:lnTo>
                        <a:pt x="558" y="2986"/>
                      </a:lnTo>
                      <a:cubicBezTo>
                        <a:pt x="476" y="2986"/>
                        <a:pt x="421" y="2919"/>
                        <a:pt x="410" y="2838"/>
                      </a:cubicBezTo>
                      <a:lnTo>
                        <a:pt x="13" y="151"/>
                      </a:lnTo>
                      <a:cubicBezTo>
                        <a:pt x="0" y="70"/>
                        <a:pt x="79" y="2"/>
                        <a:pt x="161" y="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0" name="Google Shape;1440;p25"/>
                <p:cNvSpPr/>
                <p:nvPr/>
              </p:nvSpPr>
              <p:spPr>
                <a:xfrm>
                  <a:off x="7953223" y="4186567"/>
                  <a:ext cx="193715" cy="134274"/>
                </a:xfrm>
                <a:custGeom>
                  <a:rect b="b" l="l" r="r" t="t"/>
                  <a:pathLst>
                    <a:path extrusionOk="0" h="1954" w="2819">
                      <a:moveTo>
                        <a:pt x="320" y="57"/>
                      </a:moveTo>
                      <a:lnTo>
                        <a:pt x="1165" y="594"/>
                      </a:lnTo>
                      <a:cubicBezTo>
                        <a:pt x="1278" y="427"/>
                        <a:pt x="1506" y="380"/>
                        <a:pt x="1677" y="489"/>
                      </a:cubicBezTo>
                      <a:lnTo>
                        <a:pt x="1738" y="528"/>
                      </a:lnTo>
                      <a:cubicBezTo>
                        <a:pt x="1908" y="636"/>
                        <a:pt x="1962" y="862"/>
                        <a:pt x="1859" y="1036"/>
                      </a:cubicBezTo>
                      <a:lnTo>
                        <a:pt x="2703" y="1573"/>
                      </a:lnTo>
                      <a:cubicBezTo>
                        <a:pt x="2791" y="1630"/>
                        <a:pt x="2818" y="1749"/>
                        <a:pt x="2762" y="1838"/>
                      </a:cubicBezTo>
                      <a:cubicBezTo>
                        <a:pt x="2706" y="1926"/>
                        <a:pt x="2587" y="1954"/>
                        <a:pt x="2497" y="1898"/>
                      </a:cubicBezTo>
                      <a:lnTo>
                        <a:pt x="116" y="380"/>
                      </a:lnTo>
                      <a:cubicBezTo>
                        <a:pt x="26" y="324"/>
                        <a:pt x="0" y="205"/>
                        <a:pt x="56" y="115"/>
                      </a:cubicBezTo>
                      <a:cubicBezTo>
                        <a:pt x="113" y="26"/>
                        <a:pt x="232" y="1"/>
                        <a:pt x="320" y="5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441" name="Google Shape;1441;p25"/>
          <p:cNvSpPr/>
          <p:nvPr/>
        </p:nvSpPr>
        <p:spPr>
          <a:xfrm>
            <a:off x="3495934" y="3569439"/>
            <a:ext cx="48543" cy="95586"/>
          </a:xfrm>
          <a:custGeom>
            <a:rect b="b" l="l" r="r" t="t"/>
            <a:pathLst>
              <a:path extrusionOk="0" h="1391" w="696">
                <a:moveTo>
                  <a:pt x="1" y="1"/>
                </a:moveTo>
                <a:lnTo>
                  <a:pt x="1" y="1390"/>
                </a:lnTo>
                <a:lnTo>
                  <a:pt x="69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25"/>
          <p:cNvSpPr/>
          <p:nvPr/>
        </p:nvSpPr>
        <p:spPr>
          <a:xfrm>
            <a:off x="3495934" y="3569439"/>
            <a:ext cx="48543" cy="95586"/>
          </a:xfrm>
          <a:custGeom>
            <a:rect b="b" l="l" r="r" t="t"/>
            <a:pathLst>
              <a:path extrusionOk="0" h="1391" w="696">
                <a:moveTo>
                  <a:pt x="1" y="1"/>
                </a:moveTo>
                <a:lnTo>
                  <a:pt x="1" y="1390"/>
                </a:lnTo>
                <a:lnTo>
                  <a:pt x="695" y="1"/>
                </a:lnTo>
                <a:close/>
              </a:path>
            </a:pathLst>
          </a:custGeom>
          <a:solidFill>
            <a:srgbClr val="434343">
              <a:alpha val="628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25"/>
          <p:cNvSpPr/>
          <p:nvPr/>
        </p:nvSpPr>
        <p:spPr>
          <a:xfrm>
            <a:off x="6701709" y="3565272"/>
            <a:ext cx="47827" cy="95586"/>
          </a:xfrm>
          <a:custGeom>
            <a:rect b="b" l="l" r="r" t="t"/>
            <a:pathLst>
              <a:path extrusionOk="0" h="1391" w="696">
                <a:moveTo>
                  <a:pt x="1" y="1"/>
                </a:moveTo>
                <a:lnTo>
                  <a:pt x="1" y="1390"/>
                </a:lnTo>
                <a:lnTo>
                  <a:pt x="69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25"/>
          <p:cNvSpPr/>
          <p:nvPr/>
        </p:nvSpPr>
        <p:spPr>
          <a:xfrm>
            <a:off x="6701709" y="3565272"/>
            <a:ext cx="47827" cy="95586"/>
          </a:xfrm>
          <a:custGeom>
            <a:rect b="b" l="l" r="r" t="t"/>
            <a:pathLst>
              <a:path extrusionOk="0" h="1391" w="696">
                <a:moveTo>
                  <a:pt x="1" y="1"/>
                </a:moveTo>
                <a:lnTo>
                  <a:pt x="1" y="1390"/>
                </a:lnTo>
                <a:lnTo>
                  <a:pt x="695" y="1"/>
                </a:lnTo>
                <a:close/>
              </a:path>
            </a:pathLst>
          </a:custGeom>
          <a:solidFill>
            <a:srgbClr val="434343">
              <a:alpha val="628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5" name="Google Shape;1445;p25"/>
          <p:cNvGrpSpPr/>
          <p:nvPr/>
        </p:nvGrpSpPr>
        <p:grpSpPr>
          <a:xfrm>
            <a:off x="531186" y="1497450"/>
            <a:ext cx="1423328" cy="2763442"/>
            <a:chOff x="569286" y="1497450"/>
            <a:chExt cx="1423328" cy="2763442"/>
          </a:xfrm>
        </p:grpSpPr>
        <p:grpSp>
          <p:nvGrpSpPr>
            <p:cNvPr id="1446" name="Google Shape;1446;p25"/>
            <p:cNvGrpSpPr/>
            <p:nvPr/>
          </p:nvGrpSpPr>
          <p:grpSpPr>
            <a:xfrm>
              <a:off x="569286" y="1497450"/>
              <a:ext cx="1423328" cy="2763442"/>
              <a:chOff x="569286" y="1497450"/>
              <a:chExt cx="1423328" cy="2763442"/>
            </a:xfrm>
          </p:grpSpPr>
          <p:grpSp>
            <p:nvGrpSpPr>
              <p:cNvPr id="1447" name="Google Shape;1447;p25"/>
              <p:cNvGrpSpPr/>
              <p:nvPr/>
            </p:nvGrpSpPr>
            <p:grpSpPr>
              <a:xfrm>
                <a:off x="695000" y="3565273"/>
                <a:ext cx="1297614" cy="695620"/>
                <a:chOff x="695000" y="3565273"/>
                <a:chExt cx="1297614" cy="695620"/>
              </a:xfrm>
            </p:grpSpPr>
            <p:sp>
              <p:nvSpPr>
                <p:cNvPr id="1448" name="Google Shape;1448;p25"/>
                <p:cNvSpPr/>
                <p:nvPr/>
              </p:nvSpPr>
              <p:spPr>
                <a:xfrm>
                  <a:off x="695000" y="3570900"/>
                  <a:ext cx="1294694" cy="689992"/>
                </a:xfrm>
                <a:custGeom>
                  <a:rect b="b" l="l" r="r" t="t"/>
                  <a:pathLst>
                    <a:path extrusionOk="0" h="10041" w="13248">
                      <a:moveTo>
                        <a:pt x="0" y="0"/>
                      </a:moveTo>
                      <a:lnTo>
                        <a:pt x="0" y="3925"/>
                      </a:lnTo>
                      <a:lnTo>
                        <a:pt x="6622" y="10041"/>
                      </a:lnTo>
                      <a:lnTo>
                        <a:pt x="13247" y="3924"/>
                      </a:lnTo>
                      <a:lnTo>
                        <a:pt x="1324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9" name="Google Shape;1449;p25"/>
                <p:cNvSpPr/>
                <p:nvPr/>
              </p:nvSpPr>
              <p:spPr>
                <a:xfrm>
                  <a:off x="695000" y="3570900"/>
                  <a:ext cx="1294694" cy="689992"/>
                </a:xfrm>
                <a:custGeom>
                  <a:rect b="b" l="l" r="r" t="t"/>
                  <a:pathLst>
                    <a:path extrusionOk="0" h="10041" w="13248">
                      <a:moveTo>
                        <a:pt x="0" y="0"/>
                      </a:moveTo>
                      <a:lnTo>
                        <a:pt x="0" y="3925"/>
                      </a:lnTo>
                      <a:lnTo>
                        <a:pt x="6622" y="10041"/>
                      </a:lnTo>
                      <a:lnTo>
                        <a:pt x="13247" y="3924"/>
                      </a:lnTo>
                      <a:lnTo>
                        <a:pt x="13246" y="0"/>
                      </a:lnTo>
                      <a:close/>
                    </a:path>
                  </a:pathLst>
                </a:custGeom>
                <a:solidFill>
                  <a:srgbClr val="434343">
                    <a:alpha val="4561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0" name="Google Shape;1450;p25"/>
                <p:cNvSpPr/>
                <p:nvPr/>
              </p:nvSpPr>
              <p:spPr>
                <a:xfrm>
                  <a:off x="697920" y="3570900"/>
                  <a:ext cx="1294694" cy="689992"/>
                </a:xfrm>
                <a:custGeom>
                  <a:rect b="b" l="l" r="r" t="t"/>
                  <a:pathLst>
                    <a:path extrusionOk="0" h="10041" w="13248">
                      <a:moveTo>
                        <a:pt x="0" y="0"/>
                      </a:moveTo>
                      <a:lnTo>
                        <a:pt x="0" y="3925"/>
                      </a:lnTo>
                      <a:lnTo>
                        <a:pt x="6622" y="10041"/>
                      </a:lnTo>
                      <a:lnTo>
                        <a:pt x="13247" y="3924"/>
                      </a:lnTo>
                      <a:lnTo>
                        <a:pt x="13246" y="0"/>
                      </a:lnTo>
                      <a:close/>
                    </a:path>
                  </a:pathLst>
                </a:custGeom>
                <a:solidFill>
                  <a:srgbClr val="434343">
                    <a:alpha val="667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1" name="Google Shape;1451;p25"/>
                <p:cNvSpPr/>
                <p:nvPr/>
              </p:nvSpPr>
              <p:spPr>
                <a:xfrm>
                  <a:off x="1922686" y="3565273"/>
                  <a:ext cx="69309" cy="95586"/>
                </a:xfrm>
                <a:custGeom>
                  <a:rect b="b" l="l" r="r" t="t"/>
                  <a:pathLst>
                    <a:path extrusionOk="0" h="1391" w="737">
                      <a:moveTo>
                        <a:pt x="1" y="1"/>
                      </a:moveTo>
                      <a:lnTo>
                        <a:pt x="1" y="1390"/>
                      </a:lnTo>
                      <a:lnTo>
                        <a:pt x="73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2" name="Google Shape;1452;p25"/>
                <p:cNvSpPr/>
                <p:nvPr/>
              </p:nvSpPr>
              <p:spPr>
                <a:xfrm>
                  <a:off x="1921496" y="3565273"/>
                  <a:ext cx="69309" cy="95586"/>
                </a:xfrm>
                <a:custGeom>
                  <a:rect b="b" l="l" r="r" t="t"/>
                  <a:pathLst>
                    <a:path extrusionOk="0" h="1391" w="737">
                      <a:moveTo>
                        <a:pt x="1" y="1"/>
                      </a:moveTo>
                      <a:lnTo>
                        <a:pt x="1" y="1390"/>
                      </a:lnTo>
                      <a:lnTo>
                        <a:pt x="736" y="1"/>
                      </a:lnTo>
                      <a:close/>
                    </a:path>
                  </a:pathLst>
                </a:custGeom>
                <a:solidFill>
                  <a:srgbClr val="434343">
                    <a:alpha val="745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53" name="Google Shape;1453;p25"/>
              <p:cNvGrpSpPr/>
              <p:nvPr/>
            </p:nvGrpSpPr>
            <p:grpSpPr>
              <a:xfrm>
                <a:off x="569286" y="1497450"/>
                <a:ext cx="1354024" cy="2169068"/>
                <a:chOff x="569286" y="1497450"/>
                <a:chExt cx="1354024" cy="2169068"/>
              </a:xfrm>
            </p:grpSpPr>
            <p:sp>
              <p:nvSpPr>
                <p:cNvPr id="1454" name="Google Shape;1454;p25"/>
                <p:cNvSpPr/>
                <p:nvPr/>
              </p:nvSpPr>
              <p:spPr>
                <a:xfrm>
                  <a:off x="569286" y="1497450"/>
                  <a:ext cx="56520" cy="168701"/>
                </a:xfrm>
                <a:custGeom>
                  <a:rect b="b" l="l" r="r" t="t"/>
                  <a:pathLst>
                    <a:path extrusionOk="0" h="2455" w="601">
                      <a:moveTo>
                        <a:pt x="601" y="1"/>
                      </a:moveTo>
                      <a:lnTo>
                        <a:pt x="1" y="2454"/>
                      </a:lnTo>
                      <a:lnTo>
                        <a:pt x="601" y="2454"/>
                      </a:lnTo>
                      <a:lnTo>
                        <a:pt x="60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5" name="Google Shape;1455;p25"/>
                <p:cNvSpPr/>
                <p:nvPr/>
              </p:nvSpPr>
              <p:spPr>
                <a:xfrm>
                  <a:off x="625700" y="1497450"/>
                  <a:ext cx="1297610" cy="2169068"/>
                </a:xfrm>
                <a:custGeom>
                  <a:rect b="b" l="l" r="r" t="t"/>
                  <a:pathLst>
                    <a:path extrusionOk="0" h="31565" w="13247">
                      <a:moveTo>
                        <a:pt x="1" y="1"/>
                      </a:moveTo>
                      <a:lnTo>
                        <a:pt x="1" y="31565"/>
                      </a:lnTo>
                      <a:lnTo>
                        <a:pt x="13247" y="31565"/>
                      </a:lnTo>
                      <a:lnTo>
                        <a:pt x="1324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6" name="Google Shape;1456;p25"/>
                <p:cNvSpPr/>
                <p:nvPr/>
              </p:nvSpPr>
              <p:spPr>
                <a:xfrm>
                  <a:off x="569286" y="1497450"/>
                  <a:ext cx="56520" cy="168701"/>
                </a:xfrm>
                <a:custGeom>
                  <a:rect b="b" l="l" r="r" t="t"/>
                  <a:pathLst>
                    <a:path extrusionOk="0" h="2455" w="601">
                      <a:moveTo>
                        <a:pt x="601" y="1"/>
                      </a:moveTo>
                      <a:lnTo>
                        <a:pt x="1" y="2454"/>
                      </a:lnTo>
                      <a:lnTo>
                        <a:pt x="601" y="2454"/>
                      </a:lnTo>
                      <a:lnTo>
                        <a:pt x="601" y="1"/>
                      </a:lnTo>
                      <a:close/>
                    </a:path>
                  </a:pathLst>
                </a:custGeom>
                <a:solidFill>
                  <a:srgbClr val="434343">
                    <a:alpha val="628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57" name="Google Shape;1457;p25"/>
            <p:cNvGrpSpPr/>
            <p:nvPr/>
          </p:nvGrpSpPr>
          <p:grpSpPr>
            <a:xfrm>
              <a:off x="1176258" y="3762036"/>
              <a:ext cx="292187" cy="284626"/>
              <a:chOff x="1119108" y="5286036"/>
              <a:chExt cx="292187" cy="284626"/>
            </a:xfrm>
          </p:grpSpPr>
          <p:sp>
            <p:nvSpPr>
              <p:cNvPr id="1458" name="Google Shape;1458;p25"/>
              <p:cNvSpPr/>
              <p:nvPr/>
            </p:nvSpPr>
            <p:spPr>
              <a:xfrm>
                <a:off x="1317289" y="5379600"/>
                <a:ext cx="94006" cy="87752"/>
              </a:xfrm>
              <a:custGeom>
                <a:rect b="b" l="l" r="r" t="t"/>
                <a:pathLst>
                  <a:path extrusionOk="0" h="1277" w="1368">
                    <a:moveTo>
                      <a:pt x="1253" y="946"/>
                    </a:moveTo>
                    <a:lnTo>
                      <a:pt x="711" y="0"/>
                    </a:lnTo>
                    <a:lnTo>
                      <a:pt x="0" y="409"/>
                    </a:lnTo>
                    <a:lnTo>
                      <a:pt x="469" y="1229"/>
                    </a:lnTo>
                    <a:cubicBezTo>
                      <a:pt x="504" y="1276"/>
                      <a:pt x="551" y="1254"/>
                      <a:pt x="679" y="1256"/>
                    </a:cubicBezTo>
                    <a:cubicBezTo>
                      <a:pt x="825" y="1260"/>
                      <a:pt x="958" y="1259"/>
                      <a:pt x="1106" y="1259"/>
                    </a:cubicBezTo>
                    <a:cubicBezTo>
                      <a:pt x="1347" y="1260"/>
                      <a:pt x="1367" y="1147"/>
                      <a:pt x="1253" y="946"/>
                    </a:cubicBezTo>
                    <a:close/>
                  </a:path>
                </a:pathLst>
              </a:custGeom>
              <a:solidFill>
                <a:srgbClr val="EFEC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59" name="Google Shape;1459;p25"/>
              <p:cNvGrpSpPr/>
              <p:nvPr/>
            </p:nvGrpSpPr>
            <p:grpSpPr>
              <a:xfrm>
                <a:off x="1119108" y="5286036"/>
                <a:ext cx="285109" cy="284626"/>
                <a:chOff x="1119108" y="4201685"/>
                <a:chExt cx="285109" cy="284626"/>
              </a:xfrm>
            </p:grpSpPr>
            <p:sp>
              <p:nvSpPr>
                <p:cNvPr id="1460" name="Google Shape;1460;p25"/>
                <p:cNvSpPr/>
                <p:nvPr/>
              </p:nvSpPr>
              <p:spPr>
                <a:xfrm>
                  <a:off x="1180335" y="4201685"/>
                  <a:ext cx="83148" cy="109536"/>
                </a:xfrm>
                <a:custGeom>
                  <a:rect b="b" l="l" r="r" t="t"/>
                  <a:pathLst>
                    <a:path extrusionOk="0" h="1594" w="1210">
                      <a:moveTo>
                        <a:pt x="547" y="241"/>
                      </a:moveTo>
                      <a:lnTo>
                        <a:pt x="0" y="1182"/>
                      </a:lnTo>
                      <a:lnTo>
                        <a:pt x="710" y="1594"/>
                      </a:lnTo>
                      <a:lnTo>
                        <a:pt x="1186" y="777"/>
                      </a:lnTo>
                      <a:cubicBezTo>
                        <a:pt x="1209" y="723"/>
                        <a:pt x="1165" y="693"/>
                        <a:pt x="1104" y="583"/>
                      </a:cubicBezTo>
                      <a:cubicBezTo>
                        <a:pt x="1036" y="455"/>
                        <a:pt x="967" y="340"/>
                        <a:pt x="893" y="210"/>
                      </a:cubicBezTo>
                      <a:cubicBezTo>
                        <a:pt x="773" y="1"/>
                        <a:pt x="665" y="41"/>
                        <a:pt x="547" y="24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1" name="Google Shape;1461;p25"/>
                <p:cNvSpPr/>
                <p:nvPr/>
              </p:nvSpPr>
              <p:spPr>
                <a:xfrm>
                  <a:off x="1239638" y="4203746"/>
                  <a:ext cx="123898" cy="122180"/>
                </a:xfrm>
                <a:custGeom>
                  <a:rect b="b" l="l" r="r" t="t"/>
                  <a:pathLst>
                    <a:path extrusionOk="0" h="1778" w="1803">
                      <a:moveTo>
                        <a:pt x="736" y="1296"/>
                      </a:moveTo>
                      <a:cubicBezTo>
                        <a:pt x="674" y="1359"/>
                        <a:pt x="503" y="1414"/>
                        <a:pt x="426" y="1482"/>
                      </a:cubicBezTo>
                      <a:cubicBezTo>
                        <a:pt x="467" y="1511"/>
                        <a:pt x="1454" y="1777"/>
                        <a:pt x="1510" y="1778"/>
                      </a:cubicBezTo>
                      <a:lnTo>
                        <a:pt x="1802" y="693"/>
                      </a:lnTo>
                      <a:cubicBezTo>
                        <a:pt x="1714" y="727"/>
                        <a:pt x="1540" y="858"/>
                        <a:pt x="1465" y="863"/>
                      </a:cubicBezTo>
                      <a:cubicBezTo>
                        <a:pt x="1423" y="853"/>
                        <a:pt x="1094" y="221"/>
                        <a:pt x="1034" y="135"/>
                      </a:cubicBezTo>
                      <a:cubicBezTo>
                        <a:pt x="940" y="0"/>
                        <a:pt x="792" y="6"/>
                        <a:pt x="583" y="6"/>
                      </a:cubicBezTo>
                      <a:cubicBezTo>
                        <a:pt x="389" y="6"/>
                        <a:pt x="194" y="2"/>
                        <a:pt x="1" y="6"/>
                      </a:cubicBezTo>
                      <a:cubicBezTo>
                        <a:pt x="37" y="55"/>
                        <a:pt x="63" y="78"/>
                        <a:pt x="103" y="149"/>
                      </a:cubicBezTo>
                      <a:lnTo>
                        <a:pt x="379" y="636"/>
                      </a:lnTo>
                      <a:cubicBezTo>
                        <a:pt x="440" y="749"/>
                        <a:pt x="733" y="1211"/>
                        <a:pt x="736" y="129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2" name="Google Shape;1462;p25"/>
                <p:cNvSpPr/>
                <p:nvPr/>
              </p:nvSpPr>
              <p:spPr>
                <a:xfrm>
                  <a:off x="1119108" y="4297682"/>
                  <a:ext cx="103763" cy="150010"/>
                </a:xfrm>
                <a:custGeom>
                  <a:rect b="b" l="l" r="r" t="t"/>
                  <a:pathLst>
                    <a:path extrusionOk="0" h="2183" w="1510">
                      <a:moveTo>
                        <a:pt x="141" y="293"/>
                      </a:moveTo>
                      <a:lnTo>
                        <a:pt x="142" y="298"/>
                      </a:lnTo>
                      <a:cubicBezTo>
                        <a:pt x="513" y="585"/>
                        <a:pt x="550" y="325"/>
                        <a:pt x="228" y="905"/>
                      </a:cubicBezTo>
                      <a:cubicBezTo>
                        <a:pt x="175" y="998"/>
                        <a:pt x="20" y="1230"/>
                        <a:pt x="11" y="1330"/>
                      </a:cubicBezTo>
                      <a:cubicBezTo>
                        <a:pt x="1" y="1443"/>
                        <a:pt x="41" y="1499"/>
                        <a:pt x="86" y="1572"/>
                      </a:cubicBezTo>
                      <a:cubicBezTo>
                        <a:pt x="154" y="1685"/>
                        <a:pt x="398" y="2104"/>
                        <a:pt x="436" y="2183"/>
                      </a:cubicBezTo>
                      <a:lnTo>
                        <a:pt x="461" y="2165"/>
                      </a:lnTo>
                      <a:cubicBezTo>
                        <a:pt x="471" y="2089"/>
                        <a:pt x="756" y="1624"/>
                        <a:pt x="812" y="1526"/>
                      </a:cubicBezTo>
                      <a:cubicBezTo>
                        <a:pt x="871" y="1424"/>
                        <a:pt x="936" y="1320"/>
                        <a:pt x="991" y="1216"/>
                      </a:cubicBezTo>
                      <a:cubicBezTo>
                        <a:pt x="1016" y="1169"/>
                        <a:pt x="1149" y="918"/>
                        <a:pt x="1187" y="916"/>
                      </a:cubicBezTo>
                      <a:cubicBezTo>
                        <a:pt x="1288" y="947"/>
                        <a:pt x="1406" y="1051"/>
                        <a:pt x="1509" y="1090"/>
                      </a:cubicBezTo>
                      <a:lnTo>
                        <a:pt x="1222" y="0"/>
                      </a:lnTo>
                      <a:cubicBezTo>
                        <a:pt x="1121" y="18"/>
                        <a:pt x="174" y="268"/>
                        <a:pt x="141" y="29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3" name="Google Shape;1463;p25"/>
                <p:cNvSpPr/>
                <p:nvPr/>
              </p:nvSpPr>
              <p:spPr>
                <a:xfrm>
                  <a:off x="1247816" y="4378562"/>
                  <a:ext cx="156401" cy="107749"/>
                </a:xfrm>
                <a:custGeom>
                  <a:rect b="b" l="l" r="r" t="t"/>
                  <a:pathLst>
                    <a:path extrusionOk="0" h="1568" w="2276">
                      <a:moveTo>
                        <a:pt x="763" y="1545"/>
                      </a:moveTo>
                      <a:cubicBezTo>
                        <a:pt x="766" y="1546"/>
                        <a:pt x="768" y="1549"/>
                        <a:pt x="771" y="1549"/>
                      </a:cubicBezTo>
                      <a:cubicBezTo>
                        <a:pt x="772" y="1550"/>
                        <a:pt x="776" y="1552"/>
                        <a:pt x="777" y="1552"/>
                      </a:cubicBezTo>
                      <a:cubicBezTo>
                        <a:pt x="797" y="1568"/>
                        <a:pt x="790" y="1562"/>
                        <a:pt x="790" y="1563"/>
                      </a:cubicBezTo>
                      <a:cubicBezTo>
                        <a:pt x="797" y="1517"/>
                        <a:pt x="793" y="1372"/>
                        <a:pt x="793" y="1310"/>
                      </a:cubicBezTo>
                      <a:lnTo>
                        <a:pt x="808" y="1225"/>
                      </a:lnTo>
                      <a:cubicBezTo>
                        <a:pt x="850" y="1178"/>
                        <a:pt x="1279" y="1198"/>
                        <a:pt x="1366" y="1197"/>
                      </a:cubicBezTo>
                      <a:cubicBezTo>
                        <a:pt x="1893" y="1188"/>
                        <a:pt x="1795" y="1200"/>
                        <a:pt x="2066" y="733"/>
                      </a:cubicBezTo>
                      <a:cubicBezTo>
                        <a:pt x="2138" y="607"/>
                        <a:pt x="2226" y="461"/>
                        <a:pt x="2276" y="354"/>
                      </a:cubicBezTo>
                      <a:cubicBezTo>
                        <a:pt x="2151" y="396"/>
                        <a:pt x="1258" y="373"/>
                        <a:pt x="986" y="381"/>
                      </a:cubicBezTo>
                      <a:cubicBezTo>
                        <a:pt x="954" y="382"/>
                        <a:pt x="920" y="384"/>
                        <a:pt x="889" y="384"/>
                      </a:cubicBezTo>
                      <a:cubicBezTo>
                        <a:pt x="878" y="384"/>
                        <a:pt x="854" y="384"/>
                        <a:pt x="843" y="381"/>
                      </a:cubicBezTo>
                      <a:cubicBezTo>
                        <a:pt x="803" y="371"/>
                        <a:pt x="832" y="386"/>
                        <a:pt x="809" y="364"/>
                      </a:cubicBezTo>
                      <a:cubicBezTo>
                        <a:pt x="775" y="319"/>
                        <a:pt x="793" y="75"/>
                        <a:pt x="791" y="0"/>
                      </a:cubicBezTo>
                      <a:cubicBezTo>
                        <a:pt x="719" y="31"/>
                        <a:pt x="135" y="674"/>
                        <a:pt x="0" y="798"/>
                      </a:cubicBezTo>
                      <a:cubicBezTo>
                        <a:pt x="69" y="891"/>
                        <a:pt x="696" y="1499"/>
                        <a:pt x="763" y="15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64" name="Google Shape;1464;p25"/>
              <p:cNvSpPr/>
              <p:nvPr/>
            </p:nvSpPr>
            <p:spPr>
              <a:xfrm>
                <a:off x="1150787" y="5470581"/>
                <a:ext cx="96892" cy="56417"/>
              </a:xfrm>
              <a:custGeom>
                <a:rect b="b" l="l" r="r" t="t"/>
                <a:pathLst>
                  <a:path extrusionOk="0" h="821" w="1410">
                    <a:moveTo>
                      <a:pt x="321" y="821"/>
                    </a:moveTo>
                    <a:lnTo>
                      <a:pt x="1409" y="821"/>
                    </a:lnTo>
                    <a:lnTo>
                      <a:pt x="1409" y="1"/>
                    </a:lnTo>
                    <a:lnTo>
                      <a:pt x="464" y="0"/>
                    </a:lnTo>
                    <a:cubicBezTo>
                      <a:pt x="407" y="6"/>
                      <a:pt x="402" y="59"/>
                      <a:pt x="337" y="169"/>
                    </a:cubicBezTo>
                    <a:cubicBezTo>
                      <a:pt x="261" y="293"/>
                      <a:pt x="197" y="410"/>
                      <a:pt x="122" y="539"/>
                    </a:cubicBezTo>
                    <a:cubicBezTo>
                      <a:pt x="0" y="748"/>
                      <a:pt x="87" y="821"/>
                      <a:pt x="321" y="821"/>
                    </a:cubicBezTo>
                    <a:close/>
                  </a:path>
                </a:pathLst>
              </a:custGeom>
              <a:solidFill>
                <a:srgbClr val="EFEC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65" name="Google Shape;1465;p25"/>
          <p:cNvGrpSpPr/>
          <p:nvPr/>
        </p:nvGrpSpPr>
        <p:grpSpPr>
          <a:xfrm>
            <a:off x="2208893" y="1497450"/>
            <a:ext cx="1422093" cy="2763461"/>
            <a:chOff x="2142218" y="1497450"/>
            <a:chExt cx="1422093" cy="2763461"/>
          </a:xfrm>
        </p:grpSpPr>
        <p:grpSp>
          <p:nvGrpSpPr>
            <p:cNvPr id="1466" name="Google Shape;1466;p25"/>
            <p:cNvGrpSpPr/>
            <p:nvPr/>
          </p:nvGrpSpPr>
          <p:grpSpPr>
            <a:xfrm>
              <a:off x="2142218" y="1497450"/>
              <a:ext cx="1355900" cy="2169068"/>
              <a:chOff x="2142218" y="1497450"/>
              <a:chExt cx="1355900" cy="2169068"/>
            </a:xfrm>
          </p:grpSpPr>
          <p:sp>
            <p:nvSpPr>
              <p:cNvPr id="1467" name="Google Shape;1467;p25"/>
              <p:cNvSpPr/>
              <p:nvPr/>
            </p:nvSpPr>
            <p:spPr>
              <a:xfrm>
                <a:off x="2142218" y="1497450"/>
                <a:ext cx="56770" cy="168701"/>
              </a:xfrm>
              <a:custGeom>
                <a:rect b="b" l="l" r="r" t="t"/>
                <a:pathLst>
                  <a:path extrusionOk="0" h="2455" w="602">
                    <a:moveTo>
                      <a:pt x="601" y="1"/>
                    </a:moveTo>
                    <a:lnTo>
                      <a:pt x="1" y="2454"/>
                    </a:lnTo>
                    <a:lnTo>
                      <a:pt x="601" y="2454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25"/>
              <p:cNvSpPr/>
              <p:nvPr/>
            </p:nvSpPr>
            <p:spPr>
              <a:xfrm>
                <a:off x="2142218" y="1497450"/>
                <a:ext cx="56770" cy="168701"/>
              </a:xfrm>
              <a:custGeom>
                <a:rect b="b" l="l" r="r" t="t"/>
                <a:pathLst>
                  <a:path extrusionOk="0" h="2455" w="602">
                    <a:moveTo>
                      <a:pt x="601" y="1"/>
                    </a:moveTo>
                    <a:lnTo>
                      <a:pt x="1" y="2454"/>
                    </a:lnTo>
                    <a:lnTo>
                      <a:pt x="601" y="2454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434343">
                  <a:alpha val="62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25"/>
              <p:cNvSpPr/>
              <p:nvPr/>
            </p:nvSpPr>
            <p:spPr>
              <a:xfrm>
                <a:off x="2195375" y="1497450"/>
                <a:ext cx="1302743" cy="2169068"/>
              </a:xfrm>
              <a:custGeom>
                <a:rect b="b" l="l" r="r" t="t"/>
                <a:pathLst>
                  <a:path extrusionOk="0" h="31565" w="13247">
                    <a:moveTo>
                      <a:pt x="0" y="1"/>
                    </a:moveTo>
                    <a:lnTo>
                      <a:pt x="0" y="31565"/>
                    </a:lnTo>
                    <a:lnTo>
                      <a:pt x="13247" y="31565"/>
                    </a:lnTo>
                    <a:lnTo>
                      <a:pt x="1324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70" name="Google Shape;1470;p25"/>
            <p:cNvGrpSpPr/>
            <p:nvPr/>
          </p:nvGrpSpPr>
          <p:grpSpPr>
            <a:xfrm>
              <a:off x="2265500" y="3566463"/>
              <a:ext cx="1298811" cy="694447"/>
              <a:chOff x="2265500" y="3566463"/>
              <a:chExt cx="1298811" cy="694447"/>
            </a:xfrm>
          </p:grpSpPr>
          <p:sp>
            <p:nvSpPr>
              <p:cNvPr id="1471" name="Google Shape;1471;p25"/>
              <p:cNvSpPr/>
              <p:nvPr/>
            </p:nvSpPr>
            <p:spPr>
              <a:xfrm>
                <a:off x="2265500" y="3570908"/>
                <a:ext cx="1298347" cy="689992"/>
              </a:xfrm>
              <a:custGeom>
                <a:rect b="b" l="l" r="r" t="t"/>
                <a:pathLst>
                  <a:path extrusionOk="0" h="10041" w="13207">
                    <a:moveTo>
                      <a:pt x="0" y="0"/>
                    </a:moveTo>
                    <a:lnTo>
                      <a:pt x="0" y="3925"/>
                    </a:lnTo>
                    <a:lnTo>
                      <a:pt x="6602" y="10041"/>
                    </a:lnTo>
                    <a:lnTo>
                      <a:pt x="13206" y="3924"/>
                    </a:lnTo>
                    <a:lnTo>
                      <a:pt x="132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25"/>
              <p:cNvSpPr/>
              <p:nvPr/>
            </p:nvSpPr>
            <p:spPr>
              <a:xfrm>
                <a:off x="2265502" y="3566475"/>
                <a:ext cx="1298809" cy="694436"/>
              </a:xfrm>
              <a:custGeom>
                <a:rect b="b" l="l" r="r" t="t"/>
                <a:pathLst>
                  <a:path extrusionOk="0" h="10041" w="13207">
                    <a:moveTo>
                      <a:pt x="0" y="0"/>
                    </a:moveTo>
                    <a:lnTo>
                      <a:pt x="0" y="3925"/>
                    </a:lnTo>
                    <a:lnTo>
                      <a:pt x="6602" y="10041"/>
                    </a:lnTo>
                    <a:lnTo>
                      <a:pt x="13206" y="3924"/>
                    </a:lnTo>
                    <a:lnTo>
                      <a:pt x="13205" y="0"/>
                    </a:lnTo>
                    <a:close/>
                  </a:path>
                </a:pathLst>
              </a:custGeom>
              <a:solidFill>
                <a:srgbClr val="434343">
                  <a:alpha val="9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25"/>
              <p:cNvSpPr/>
              <p:nvPr/>
            </p:nvSpPr>
            <p:spPr>
              <a:xfrm>
                <a:off x="3494311" y="3567654"/>
                <a:ext cx="69309" cy="95586"/>
              </a:xfrm>
              <a:custGeom>
                <a:rect b="b" l="l" r="r" t="t"/>
                <a:pathLst>
                  <a:path extrusionOk="0" h="1391" w="737">
                    <a:moveTo>
                      <a:pt x="1" y="1"/>
                    </a:moveTo>
                    <a:lnTo>
                      <a:pt x="1" y="1390"/>
                    </a:lnTo>
                    <a:lnTo>
                      <a:pt x="7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25"/>
              <p:cNvSpPr/>
              <p:nvPr/>
            </p:nvSpPr>
            <p:spPr>
              <a:xfrm>
                <a:off x="3494906" y="3566463"/>
                <a:ext cx="69309" cy="95586"/>
              </a:xfrm>
              <a:custGeom>
                <a:rect b="b" l="l" r="r" t="t"/>
                <a:pathLst>
                  <a:path extrusionOk="0" h="1391" w="737">
                    <a:moveTo>
                      <a:pt x="1" y="1"/>
                    </a:moveTo>
                    <a:lnTo>
                      <a:pt x="1" y="1390"/>
                    </a:lnTo>
                    <a:lnTo>
                      <a:pt x="736" y="1"/>
                    </a:lnTo>
                    <a:close/>
                  </a:path>
                </a:pathLst>
              </a:custGeom>
              <a:solidFill>
                <a:srgbClr val="434343">
                  <a:alpha val="62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25"/>
              <p:cNvSpPr/>
              <p:nvPr/>
            </p:nvSpPr>
            <p:spPr>
              <a:xfrm>
                <a:off x="2750576" y="3770185"/>
                <a:ext cx="392583" cy="220583"/>
              </a:xfrm>
              <a:custGeom>
                <a:rect b="b" l="l" r="r" t="t"/>
                <a:pathLst>
                  <a:path extrusionOk="0" h="3210" w="5713">
                    <a:moveTo>
                      <a:pt x="4620" y="1027"/>
                    </a:moveTo>
                    <a:cubicBezTo>
                      <a:pt x="4477" y="1027"/>
                      <a:pt x="4340" y="1055"/>
                      <a:pt x="4215" y="1105"/>
                    </a:cubicBezTo>
                    <a:lnTo>
                      <a:pt x="3908" y="533"/>
                    </a:lnTo>
                    <a:cubicBezTo>
                      <a:pt x="3907" y="528"/>
                      <a:pt x="3905" y="524"/>
                      <a:pt x="3904" y="519"/>
                    </a:cubicBezTo>
                    <a:lnTo>
                      <a:pt x="3897" y="230"/>
                    </a:lnTo>
                    <a:lnTo>
                      <a:pt x="3919" y="228"/>
                    </a:lnTo>
                    <a:cubicBezTo>
                      <a:pt x="3982" y="227"/>
                      <a:pt x="4033" y="175"/>
                      <a:pt x="4033" y="113"/>
                    </a:cubicBezTo>
                    <a:cubicBezTo>
                      <a:pt x="4033" y="49"/>
                      <a:pt x="3982" y="0"/>
                      <a:pt x="3919" y="1"/>
                    </a:cubicBezTo>
                    <a:lnTo>
                      <a:pt x="3459" y="12"/>
                    </a:lnTo>
                    <a:cubicBezTo>
                      <a:pt x="3396" y="13"/>
                      <a:pt x="3345" y="67"/>
                      <a:pt x="3345" y="129"/>
                    </a:cubicBezTo>
                    <a:cubicBezTo>
                      <a:pt x="3345" y="191"/>
                      <a:pt x="3396" y="242"/>
                      <a:pt x="3459" y="241"/>
                    </a:cubicBezTo>
                    <a:lnTo>
                      <a:pt x="3668" y="235"/>
                    </a:lnTo>
                    <a:lnTo>
                      <a:pt x="3674" y="440"/>
                    </a:lnTo>
                    <a:lnTo>
                      <a:pt x="2129" y="452"/>
                    </a:lnTo>
                    <a:cubicBezTo>
                      <a:pt x="2105" y="445"/>
                      <a:pt x="2079" y="443"/>
                      <a:pt x="2057" y="452"/>
                    </a:cubicBezTo>
                    <a:lnTo>
                      <a:pt x="1925" y="453"/>
                    </a:lnTo>
                    <a:cubicBezTo>
                      <a:pt x="1893" y="441"/>
                      <a:pt x="1858" y="445"/>
                      <a:pt x="1831" y="462"/>
                    </a:cubicBezTo>
                    <a:cubicBezTo>
                      <a:pt x="1787" y="478"/>
                      <a:pt x="1756" y="521"/>
                      <a:pt x="1756" y="569"/>
                    </a:cubicBezTo>
                    <a:lnTo>
                      <a:pt x="1756" y="569"/>
                    </a:lnTo>
                    <a:lnTo>
                      <a:pt x="1474" y="1095"/>
                    </a:lnTo>
                    <a:cubicBezTo>
                      <a:pt x="1355" y="1050"/>
                      <a:pt x="1225" y="1025"/>
                      <a:pt x="1091" y="1025"/>
                    </a:cubicBezTo>
                    <a:cubicBezTo>
                      <a:pt x="488" y="1025"/>
                      <a:pt x="0" y="1514"/>
                      <a:pt x="0" y="2118"/>
                    </a:cubicBezTo>
                    <a:cubicBezTo>
                      <a:pt x="0" y="2721"/>
                      <a:pt x="488" y="3209"/>
                      <a:pt x="1091" y="3209"/>
                    </a:cubicBezTo>
                    <a:cubicBezTo>
                      <a:pt x="1643" y="3209"/>
                      <a:pt x="2098" y="2801"/>
                      <a:pt x="2172" y="2270"/>
                    </a:cubicBezTo>
                    <a:lnTo>
                      <a:pt x="2907" y="2263"/>
                    </a:lnTo>
                    <a:cubicBezTo>
                      <a:pt x="2922" y="2268"/>
                      <a:pt x="2936" y="2269"/>
                      <a:pt x="2948" y="2268"/>
                    </a:cubicBezTo>
                    <a:cubicBezTo>
                      <a:pt x="2969" y="2270"/>
                      <a:pt x="2990" y="2267"/>
                      <a:pt x="3010" y="2256"/>
                    </a:cubicBezTo>
                    <a:cubicBezTo>
                      <a:pt x="3049" y="2234"/>
                      <a:pt x="3070" y="2191"/>
                      <a:pt x="3064" y="2149"/>
                    </a:cubicBezTo>
                    <a:lnTo>
                      <a:pt x="3800" y="778"/>
                    </a:lnTo>
                    <a:lnTo>
                      <a:pt x="4028" y="1200"/>
                    </a:lnTo>
                    <a:cubicBezTo>
                      <a:pt x="3727" y="1396"/>
                      <a:pt x="3527" y="1732"/>
                      <a:pt x="3527" y="2119"/>
                    </a:cubicBezTo>
                    <a:cubicBezTo>
                      <a:pt x="3527" y="2722"/>
                      <a:pt x="4016" y="3210"/>
                      <a:pt x="4619" y="3210"/>
                    </a:cubicBezTo>
                    <a:cubicBezTo>
                      <a:pt x="5221" y="3210"/>
                      <a:pt x="5710" y="2722"/>
                      <a:pt x="5710" y="2119"/>
                    </a:cubicBezTo>
                    <a:cubicBezTo>
                      <a:pt x="5713" y="1515"/>
                      <a:pt x="5224" y="1027"/>
                      <a:pt x="4620" y="1027"/>
                    </a:cubicBezTo>
                    <a:close/>
                    <a:moveTo>
                      <a:pt x="2046" y="682"/>
                    </a:moveTo>
                    <a:lnTo>
                      <a:pt x="2046" y="682"/>
                    </a:lnTo>
                    <a:lnTo>
                      <a:pt x="2774" y="2038"/>
                    </a:lnTo>
                    <a:lnTo>
                      <a:pt x="2180" y="2043"/>
                    </a:lnTo>
                    <a:cubicBezTo>
                      <a:pt x="2155" y="1682"/>
                      <a:pt x="1954" y="1367"/>
                      <a:pt x="1660" y="1188"/>
                    </a:cubicBezTo>
                    <a:lnTo>
                      <a:pt x="1931" y="683"/>
                    </a:lnTo>
                    <a:close/>
                    <a:moveTo>
                      <a:pt x="1913" y="2046"/>
                    </a:moveTo>
                    <a:lnTo>
                      <a:pt x="1913" y="2046"/>
                    </a:lnTo>
                    <a:lnTo>
                      <a:pt x="1197" y="2051"/>
                    </a:lnTo>
                    <a:lnTo>
                      <a:pt x="1535" y="1422"/>
                    </a:lnTo>
                    <a:cubicBezTo>
                      <a:pt x="1745" y="1557"/>
                      <a:pt x="1889" y="1785"/>
                      <a:pt x="1913" y="2046"/>
                    </a:cubicBezTo>
                    <a:close/>
                    <a:moveTo>
                      <a:pt x="2501" y="230"/>
                    </a:moveTo>
                    <a:lnTo>
                      <a:pt x="2501" y="230"/>
                    </a:lnTo>
                    <a:cubicBezTo>
                      <a:pt x="2501" y="311"/>
                      <a:pt x="2436" y="378"/>
                      <a:pt x="2355" y="380"/>
                    </a:cubicBezTo>
                    <a:lnTo>
                      <a:pt x="1765" y="395"/>
                    </a:lnTo>
                    <a:cubicBezTo>
                      <a:pt x="1685" y="398"/>
                      <a:pt x="1620" y="334"/>
                      <a:pt x="1620" y="253"/>
                    </a:cubicBezTo>
                    <a:cubicBezTo>
                      <a:pt x="1620" y="173"/>
                      <a:pt x="1685" y="107"/>
                      <a:pt x="1765" y="103"/>
                    </a:cubicBezTo>
                    <a:lnTo>
                      <a:pt x="2355" y="88"/>
                    </a:lnTo>
                    <a:cubicBezTo>
                      <a:pt x="2436" y="87"/>
                      <a:pt x="2501" y="151"/>
                      <a:pt x="2501" y="230"/>
                    </a:cubicBezTo>
                    <a:close/>
                    <a:moveTo>
                      <a:pt x="4343" y="1342"/>
                    </a:moveTo>
                    <a:lnTo>
                      <a:pt x="4343" y="1342"/>
                    </a:lnTo>
                    <a:cubicBezTo>
                      <a:pt x="4430" y="1311"/>
                      <a:pt x="4523" y="1293"/>
                      <a:pt x="4620" y="1293"/>
                    </a:cubicBezTo>
                    <a:cubicBezTo>
                      <a:pt x="5075" y="1293"/>
                      <a:pt x="5444" y="1663"/>
                      <a:pt x="5444" y="2117"/>
                    </a:cubicBezTo>
                    <a:cubicBezTo>
                      <a:pt x="5444" y="2572"/>
                      <a:pt x="5075" y="2941"/>
                      <a:pt x="4620" y="2941"/>
                    </a:cubicBezTo>
                    <a:cubicBezTo>
                      <a:pt x="4165" y="2941"/>
                      <a:pt x="3796" y="2570"/>
                      <a:pt x="3796" y="2117"/>
                    </a:cubicBezTo>
                    <a:cubicBezTo>
                      <a:pt x="3796" y="1834"/>
                      <a:pt x="3940" y="1583"/>
                      <a:pt x="4158" y="1435"/>
                    </a:cubicBezTo>
                    <a:lnTo>
                      <a:pt x="4575" y="2211"/>
                    </a:lnTo>
                    <a:cubicBezTo>
                      <a:pt x="4603" y="2262"/>
                      <a:pt x="4666" y="2282"/>
                      <a:pt x="4716" y="2253"/>
                    </a:cubicBezTo>
                    <a:cubicBezTo>
                      <a:pt x="4766" y="2227"/>
                      <a:pt x="4787" y="2163"/>
                      <a:pt x="4758" y="2113"/>
                    </a:cubicBezTo>
                    <a:close/>
                    <a:moveTo>
                      <a:pt x="1902" y="2273"/>
                    </a:moveTo>
                    <a:lnTo>
                      <a:pt x="1902" y="2273"/>
                    </a:lnTo>
                    <a:cubicBezTo>
                      <a:pt x="1830" y="2653"/>
                      <a:pt x="1495" y="2942"/>
                      <a:pt x="1093" y="2942"/>
                    </a:cubicBezTo>
                    <a:cubicBezTo>
                      <a:pt x="637" y="2942"/>
                      <a:pt x="269" y="2572"/>
                      <a:pt x="269" y="2118"/>
                    </a:cubicBezTo>
                    <a:cubicBezTo>
                      <a:pt x="269" y="1663"/>
                      <a:pt x="639" y="1294"/>
                      <a:pt x="1093" y="1294"/>
                    </a:cubicBezTo>
                    <a:cubicBezTo>
                      <a:pt x="1181" y="1294"/>
                      <a:pt x="1267" y="1309"/>
                      <a:pt x="1347" y="1334"/>
                    </a:cubicBezTo>
                    <a:lnTo>
                      <a:pt x="941" y="2090"/>
                    </a:lnTo>
                    <a:cubicBezTo>
                      <a:pt x="922" y="2110"/>
                      <a:pt x="911" y="2138"/>
                      <a:pt x="911" y="2166"/>
                    </a:cubicBezTo>
                    <a:lnTo>
                      <a:pt x="911" y="2166"/>
                    </a:lnTo>
                    <a:cubicBezTo>
                      <a:pt x="911" y="2230"/>
                      <a:pt x="963" y="2281"/>
                      <a:pt x="1025" y="2279"/>
                    </a:cubicBezTo>
                    <a:close/>
                    <a:moveTo>
                      <a:pt x="2282" y="680"/>
                    </a:moveTo>
                    <a:lnTo>
                      <a:pt x="2282" y="680"/>
                    </a:lnTo>
                    <a:lnTo>
                      <a:pt x="3623" y="667"/>
                    </a:lnTo>
                    <a:lnTo>
                      <a:pt x="2950" y="192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76" name="Google Shape;1476;p25"/>
          <p:cNvGrpSpPr/>
          <p:nvPr/>
        </p:nvGrpSpPr>
        <p:grpSpPr>
          <a:xfrm>
            <a:off x="3862515" y="1497450"/>
            <a:ext cx="1458223" cy="2758688"/>
            <a:chOff x="3795840" y="1497450"/>
            <a:chExt cx="1458223" cy="2758688"/>
          </a:xfrm>
        </p:grpSpPr>
        <p:grpSp>
          <p:nvGrpSpPr>
            <p:cNvPr id="1477" name="Google Shape;1477;p25"/>
            <p:cNvGrpSpPr/>
            <p:nvPr/>
          </p:nvGrpSpPr>
          <p:grpSpPr>
            <a:xfrm>
              <a:off x="3795840" y="1497450"/>
              <a:ext cx="1388958" cy="2169068"/>
              <a:chOff x="3795840" y="1497450"/>
              <a:chExt cx="1388958" cy="2169068"/>
            </a:xfrm>
          </p:grpSpPr>
          <p:sp>
            <p:nvSpPr>
              <p:cNvPr id="1478" name="Google Shape;1478;p25"/>
              <p:cNvSpPr/>
              <p:nvPr/>
            </p:nvSpPr>
            <p:spPr>
              <a:xfrm>
                <a:off x="3856025" y="1497450"/>
                <a:ext cx="1328773" cy="2169068"/>
              </a:xfrm>
              <a:custGeom>
                <a:rect b="b" l="l" r="r" t="t"/>
                <a:pathLst>
                  <a:path extrusionOk="0" h="31565" w="13247">
                    <a:moveTo>
                      <a:pt x="1" y="1"/>
                    </a:moveTo>
                    <a:lnTo>
                      <a:pt x="1" y="31565"/>
                    </a:lnTo>
                    <a:lnTo>
                      <a:pt x="13247" y="31565"/>
                    </a:lnTo>
                    <a:lnTo>
                      <a:pt x="1324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25"/>
              <p:cNvSpPr/>
              <p:nvPr/>
            </p:nvSpPr>
            <p:spPr>
              <a:xfrm>
                <a:off x="3795840" y="1497450"/>
                <a:ext cx="60285" cy="168701"/>
              </a:xfrm>
              <a:custGeom>
                <a:rect b="b" l="l" r="r" t="t"/>
                <a:pathLst>
                  <a:path extrusionOk="0" h="2455" w="601">
                    <a:moveTo>
                      <a:pt x="601" y="1"/>
                    </a:moveTo>
                    <a:lnTo>
                      <a:pt x="1" y="2454"/>
                    </a:lnTo>
                    <a:lnTo>
                      <a:pt x="601" y="2454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25"/>
              <p:cNvSpPr/>
              <p:nvPr/>
            </p:nvSpPr>
            <p:spPr>
              <a:xfrm>
                <a:off x="3795840" y="1497450"/>
                <a:ext cx="60285" cy="168701"/>
              </a:xfrm>
              <a:custGeom>
                <a:rect b="b" l="l" r="r" t="t"/>
                <a:pathLst>
                  <a:path extrusionOk="0" h="2455" w="601">
                    <a:moveTo>
                      <a:pt x="601" y="1"/>
                    </a:moveTo>
                    <a:lnTo>
                      <a:pt x="1" y="2454"/>
                    </a:lnTo>
                    <a:lnTo>
                      <a:pt x="601" y="2454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434343">
                  <a:alpha val="62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1" name="Google Shape;1481;p25"/>
            <p:cNvGrpSpPr/>
            <p:nvPr/>
          </p:nvGrpSpPr>
          <p:grpSpPr>
            <a:xfrm>
              <a:off x="3920427" y="3561383"/>
              <a:ext cx="1333636" cy="694755"/>
              <a:chOff x="3920427" y="3561383"/>
              <a:chExt cx="1333636" cy="694755"/>
            </a:xfrm>
          </p:grpSpPr>
          <p:sp>
            <p:nvSpPr>
              <p:cNvPr id="1482" name="Google Shape;1482;p25"/>
              <p:cNvSpPr/>
              <p:nvPr/>
            </p:nvSpPr>
            <p:spPr>
              <a:xfrm>
                <a:off x="3925190" y="3566145"/>
                <a:ext cx="1328874" cy="689992"/>
              </a:xfrm>
              <a:custGeom>
                <a:rect b="b" l="l" r="r" t="t"/>
                <a:pathLst>
                  <a:path extrusionOk="0" h="10041" w="13248">
                    <a:moveTo>
                      <a:pt x="0" y="0"/>
                    </a:moveTo>
                    <a:lnTo>
                      <a:pt x="0" y="3925"/>
                    </a:lnTo>
                    <a:lnTo>
                      <a:pt x="6622" y="10041"/>
                    </a:lnTo>
                    <a:lnTo>
                      <a:pt x="13247" y="3924"/>
                    </a:lnTo>
                    <a:lnTo>
                      <a:pt x="1324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25"/>
              <p:cNvSpPr/>
              <p:nvPr/>
            </p:nvSpPr>
            <p:spPr>
              <a:xfrm>
                <a:off x="3920427" y="3561383"/>
                <a:ext cx="1328874" cy="689992"/>
              </a:xfrm>
              <a:custGeom>
                <a:rect b="b" l="l" r="r" t="t"/>
                <a:pathLst>
                  <a:path extrusionOk="0" h="10041" w="13248">
                    <a:moveTo>
                      <a:pt x="0" y="0"/>
                    </a:moveTo>
                    <a:lnTo>
                      <a:pt x="0" y="3925"/>
                    </a:lnTo>
                    <a:lnTo>
                      <a:pt x="6622" y="10041"/>
                    </a:lnTo>
                    <a:lnTo>
                      <a:pt x="13247" y="3924"/>
                    </a:lnTo>
                    <a:lnTo>
                      <a:pt x="13246" y="0"/>
                    </a:lnTo>
                    <a:close/>
                  </a:path>
                </a:pathLst>
              </a:custGeom>
              <a:solidFill>
                <a:srgbClr val="434343">
                  <a:alpha val="9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84" name="Google Shape;1484;p25"/>
              <p:cNvGrpSpPr/>
              <p:nvPr/>
            </p:nvGrpSpPr>
            <p:grpSpPr>
              <a:xfrm>
                <a:off x="4501279" y="3752047"/>
                <a:ext cx="155381" cy="304604"/>
                <a:chOff x="5812010" y="4528224"/>
                <a:chExt cx="212851" cy="417323"/>
              </a:xfrm>
            </p:grpSpPr>
            <p:sp>
              <p:nvSpPr>
                <p:cNvPr id="1485" name="Google Shape;1485;p25"/>
                <p:cNvSpPr/>
                <p:nvPr/>
              </p:nvSpPr>
              <p:spPr>
                <a:xfrm>
                  <a:off x="5812010" y="4592015"/>
                  <a:ext cx="212851" cy="107076"/>
                </a:xfrm>
                <a:custGeom>
                  <a:rect b="b" l="l" r="r" t="t"/>
                  <a:pathLst>
                    <a:path extrusionOk="0" h="1316" w="2616">
                      <a:moveTo>
                        <a:pt x="2259" y="1"/>
                      </a:moveTo>
                      <a:cubicBezTo>
                        <a:pt x="2223" y="1"/>
                        <a:pt x="2187" y="7"/>
                        <a:pt x="2151" y="19"/>
                      </a:cubicBezTo>
                      <a:lnTo>
                        <a:pt x="251" y="701"/>
                      </a:lnTo>
                      <a:cubicBezTo>
                        <a:pt x="87" y="759"/>
                        <a:pt x="1" y="941"/>
                        <a:pt x="59" y="1106"/>
                      </a:cubicBezTo>
                      <a:cubicBezTo>
                        <a:pt x="106" y="1235"/>
                        <a:pt x="227" y="1315"/>
                        <a:pt x="358" y="1315"/>
                      </a:cubicBezTo>
                      <a:cubicBezTo>
                        <a:pt x="393" y="1315"/>
                        <a:pt x="430" y="1309"/>
                        <a:pt x="465" y="1296"/>
                      </a:cubicBezTo>
                      <a:lnTo>
                        <a:pt x="2365" y="616"/>
                      </a:lnTo>
                      <a:cubicBezTo>
                        <a:pt x="2530" y="558"/>
                        <a:pt x="2616" y="375"/>
                        <a:pt x="2558" y="211"/>
                      </a:cubicBezTo>
                      <a:cubicBezTo>
                        <a:pt x="2511" y="81"/>
                        <a:pt x="2389" y="1"/>
                        <a:pt x="22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6" name="Google Shape;1486;p25"/>
                <p:cNvSpPr/>
                <p:nvPr/>
              </p:nvSpPr>
              <p:spPr>
                <a:xfrm>
                  <a:off x="5812010" y="4661094"/>
                  <a:ext cx="212851" cy="107076"/>
                </a:xfrm>
                <a:custGeom>
                  <a:rect b="b" l="l" r="r" t="t"/>
                  <a:pathLst>
                    <a:path extrusionOk="0" h="1316" w="2616">
                      <a:moveTo>
                        <a:pt x="2258" y="1"/>
                      </a:moveTo>
                      <a:cubicBezTo>
                        <a:pt x="2223" y="1"/>
                        <a:pt x="2187" y="7"/>
                        <a:pt x="2151" y="20"/>
                      </a:cubicBezTo>
                      <a:lnTo>
                        <a:pt x="251" y="700"/>
                      </a:lnTo>
                      <a:cubicBezTo>
                        <a:pt x="87" y="758"/>
                        <a:pt x="1" y="940"/>
                        <a:pt x="59" y="1105"/>
                      </a:cubicBezTo>
                      <a:cubicBezTo>
                        <a:pt x="106" y="1235"/>
                        <a:pt x="227" y="1315"/>
                        <a:pt x="358" y="1315"/>
                      </a:cubicBezTo>
                      <a:cubicBezTo>
                        <a:pt x="393" y="1315"/>
                        <a:pt x="430" y="1309"/>
                        <a:pt x="465" y="1297"/>
                      </a:cubicBezTo>
                      <a:lnTo>
                        <a:pt x="2365" y="616"/>
                      </a:lnTo>
                      <a:cubicBezTo>
                        <a:pt x="2530" y="558"/>
                        <a:pt x="2616" y="376"/>
                        <a:pt x="2558" y="211"/>
                      </a:cubicBezTo>
                      <a:cubicBezTo>
                        <a:pt x="2510" y="82"/>
                        <a:pt x="2388" y="1"/>
                        <a:pt x="225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7" name="Google Shape;1487;p25"/>
                <p:cNvSpPr/>
                <p:nvPr/>
              </p:nvSpPr>
              <p:spPr>
                <a:xfrm>
                  <a:off x="5844475" y="4528224"/>
                  <a:ext cx="147840" cy="83399"/>
                </a:xfrm>
                <a:custGeom>
                  <a:rect b="b" l="l" r="r" t="t"/>
                  <a:pathLst>
                    <a:path extrusionOk="0" h="1025" w="1817">
                      <a:moveTo>
                        <a:pt x="1462" y="0"/>
                      </a:moveTo>
                      <a:cubicBezTo>
                        <a:pt x="1427" y="0"/>
                        <a:pt x="1391" y="6"/>
                        <a:pt x="1356" y="19"/>
                      </a:cubicBezTo>
                      <a:lnTo>
                        <a:pt x="248" y="416"/>
                      </a:lnTo>
                      <a:cubicBezTo>
                        <a:pt x="86" y="474"/>
                        <a:pt x="1" y="653"/>
                        <a:pt x="59" y="816"/>
                      </a:cubicBezTo>
                      <a:cubicBezTo>
                        <a:pt x="106" y="945"/>
                        <a:pt x="226" y="1025"/>
                        <a:pt x="354" y="1025"/>
                      </a:cubicBezTo>
                      <a:cubicBezTo>
                        <a:pt x="390" y="1025"/>
                        <a:pt x="426" y="1019"/>
                        <a:pt x="461" y="1006"/>
                      </a:cubicBezTo>
                      <a:lnTo>
                        <a:pt x="1568" y="610"/>
                      </a:lnTo>
                      <a:cubicBezTo>
                        <a:pt x="1732" y="551"/>
                        <a:pt x="1817" y="372"/>
                        <a:pt x="1758" y="208"/>
                      </a:cubicBezTo>
                      <a:cubicBezTo>
                        <a:pt x="1712" y="81"/>
                        <a:pt x="1591" y="0"/>
                        <a:pt x="146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8" name="Google Shape;1488;p25"/>
                <p:cNvSpPr/>
                <p:nvPr/>
              </p:nvSpPr>
              <p:spPr>
                <a:xfrm>
                  <a:off x="5844149" y="4727245"/>
                  <a:ext cx="171029" cy="218302"/>
                </a:xfrm>
                <a:custGeom>
                  <a:rect b="b" l="l" r="r" t="t"/>
                  <a:pathLst>
                    <a:path extrusionOk="0" h="2683" w="2102">
                      <a:moveTo>
                        <a:pt x="1900" y="1"/>
                      </a:moveTo>
                      <a:cubicBezTo>
                        <a:pt x="1893" y="1"/>
                        <a:pt x="1139" y="6"/>
                        <a:pt x="1139" y="1067"/>
                      </a:cubicBezTo>
                      <a:cubicBezTo>
                        <a:pt x="1139" y="1083"/>
                        <a:pt x="1142" y="1108"/>
                        <a:pt x="1146" y="1108"/>
                      </a:cubicBezTo>
                      <a:lnTo>
                        <a:pt x="856" y="1108"/>
                      </a:lnTo>
                      <a:cubicBezTo>
                        <a:pt x="844" y="846"/>
                        <a:pt x="764" y="704"/>
                        <a:pt x="621" y="593"/>
                      </a:cubicBezTo>
                      <a:cubicBezTo>
                        <a:pt x="504" y="502"/>
                        <a:pt x="374" y="482"/>
                        <a:pt x="285" y="482"/>
                      </a:cubicBezTo>
                      <a:cubicBezTo>
                        <a:pt x="226" y="482"/>
                        <a:pt x="184" y="491"/>
                        <a:pt x="174" y="493"/>
                      </a:cubicBezTo>
                      <a:cubicBezTo>
                        <a:pt x="67" y="514"/>
                        <a:pt x="1" y="620"/>
                        <a:pt x="21" y="726"/>
                      </a:cubicBezTo>
                      <a:cubicBezTo>
                        <a:pt x="40" y="821"/>
                        <a:pt x="125" y="888"/>
                        <a:pt x="219" y="888"/>
                      </a:cubicBezTo>
                      <a:cubicBezTo>
                        <a:pt x="230" y="888"/>
                        <a:pt x="241" y="887"/>
                        <a:pt x="251" y="886"/>
                      </a:cubicBezTo>
                      <a:cubicBezTo>
                        <a:pt x="252" y="886"/>
                        <a:pt x="270" y="881"/>
                        <a:pt x="294" y="881"/>
                      </a:cubicBezTo>
                      <a:cubicBezTo>
                        <a:pt x="320" y="881"/>
                        <a:pt x="353" y="886"/>
                        <a:pt x="380" y="908"/>
                      </a:cubicBezTo>
                      <a:cubicBezTo>
                        <a:pt x="433" y="951"/>
                        <a:pt x="452" y="1021"/>
                        <a:pt x="459" y="1108"/>
                      </a:cubicBezTo>
                      <a:lnTo>
                        <a:pt x="174" y="1108"/>
                      </a:lnTo>
                      <a:cubicBezTo>
                        <a:pt x="80" y="1108"/>
                        <a:pt x="71" y="1199"/>
                        <a:pt x="71" y="1292"/>
                      </a:cubicBezTo>
                      <a:lnTo>
                        <a:pt x="71" y="1560"/>
                      </a:lnTo>
                      <a:cubicBezTo>
                        <a:pt x="71" y="1570"/>
                        <a:pt x="45" y="1578"/>
                        <a:pt x="46" y="1589"/>
                      </a:cubicBezTo>
                      <a:cubicBezTo>
                        <a:pt x="68" y="1841"/>
                        <a:pt x="159" y="2054"/>
                        <a:pt x="508" y="2174"/>
                      </a:cubicBezTo>
                      <a:lnTo>
                        <a:pt x="508" y="2442"/>
                      </a:lnTo>
                      <a:cubicBezTo>
                        <a:pt x="508" y="2561"/>
                        <a:pt x="595" y="2682"/>
                        <a:pt x="716" y="2682"/>
                      </a:cubicBezTo>
                      <a:lnTo>
                        <a:pt x="1257" y="2682"/>
                      </a:lnTo>
                      <a:cubicBezTo>
                        <a:pt x="1376" y="2682"/>
                        <a:pt x="1472" y="2561"/>
                        <a:pt x="1472" y="2442"/>
                      </a:cubicBezTo>
                      <a:lnTo>
                        <a:pt x="1472" y="2187"/>
                      </a:lnTo>
                      <a:cubicBezTo>
                        <a:pt x="1822" y="2073"/>
                        <a:pt x="1971" y="1850"/>
                        <a:pt x="1997" y="1591"/>
                      </a:cubicBezTo>
                      <a:cubicBezTo>
                        <a:pt x="1999" y="1580"/>
                        <a:pt x="1996" y="1570"/>
                        <a:pt x="1996" y="1560"/>
                      </a:cubicBezTo>
                      <a:lnTo>
                        <a:pt x="1996" y="1292"/>
                      </a:lnTo>
                      <a:cubicBezTo>
                        <a:pt x="1996" y="1199"/>
                        <a:pt x="1930" y="1108"/>
                        <a:pt x="1837" y="1108"/>
                      </a:cubicBezTo>
                      <a:lnTo>
                        <a:pt x="1531" y="1108"/>
                      </a:lnTo>
                      <a:cubicBezTo>
                        <a:pt x="1535" y="1108"/>
                        <a:pt x="1538" y="1084"/>
                        <a:pt x="1538" y="1067"/>
                      </a:cubicBezTo>
                      <a:cubicBezTo>
                        <a:pt x="1538" y="429"/>
                        <a:pt x="1864" y="396"/>
                        <a:pt x="1905" y="395"/>
                      </a:cubicBezTo>
                      <a:cubicBezTo>
                        <a:pt x="2012" y="394"/>
                        <a:pt x="2101" y="307"/>
                        <a:pt x="2101" y="197"/>
                      </a:cubicBezTo>
                      <a:cubicBezTo>
                        <a:pt x="2098" y="88"/>
                        <a:pt x="2009" y="1"/>
                        <a:pt x="190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89" name="Google Shape;1489;p25"/>
              <p:cNvSpPr/>
              <p:nvPr/>
            </p:nvSpPr>
            <p:spPr>
              <a:xfrm>
                <a:off x="5185553" y="3565273"/>
                <a:ext cx="66035" cy="95586"/>
              </a:xfrm>
              <a:custGeom>
                <a:rect b="b" l="l" r="r" t="t"/>
                <a:pathLst>
                  <a:path extrusionOk="0" h="1391" w="737">
                    <a:moveTo>
                      <a:pt x="1" y="1"/>
                    </a:moveTo>
                    <a:lnTo>
                      <a:pt x="1" y="1390"/>
                    </a:lnTo>
                    <a:lnTo>
                      <a:pt x="73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25"/>
              <p:cNvSpPr/>
              <p:nvPr/>
            </p:nvSpPr>
            <p:spPr>
              <a:xfrm>
                <a:off x="5185553" y="3565273"/>
                <a:ext cx="66035" cy="95586"/>
              </a:xfrm>
              <a:custGeom>
                <a:rect b="b" l="l" r="r" t="t"/>
                <a:pathLst>
                  <a:path extrusionOk="0" h="1391" w="737">
                    <a:moveTo>
                      <a:pt x="1" y="1"/>
                    </a:moveTo>
                    <a:lnTo>
                      <a:pt x="1" y="1390"/>
                    </a:lnTo>
                    <a:lnTo>
                      <a:pt x="736" y="1"/>
                    </a:lnTo>
                    <a:close/>
                  </a:path>
                </a:pathLst>
              </a:custGeom>
              <a:solidFill>
                <a:srgbClr val="434343">
                  <a:alpha val="62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91" name="Google Shape;1491;p25"/>
          <p:cNvSpPr/>
          <p:nvPr/>
        </p:nvSpPr>
        <p:spPr>
          <a:xfrm>
            <a:off x="6891164" y="3565273"/>
            <a:ext cx="69309" cy="95586"/>
          </a:xfrm>
          <a:custGeom>
            <a:rect b="b" l="l" r="r" t="t"/>
            <a:pathLst>
              <a:path extrusionOk="0" h="1391" w="737">
                <a:moveTo>
                  <a:pt x="1" y="1"/>
                </a:moveTo>
                <a:lnTo>
                  <a:pt x="1" y="1390"/>
                </a:lnTo>
                <a:lnTo>
                  <a:pt x="73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2" name="Google Shape;1492;p25"/>
          <p:cNvGrpSpPr/>
          <p:nvPr/>
        </p:nvGrpSpPr>
        <p:grpSpPr>
          <a:xfrm>
            <a:off x="5543900" y="1497450"/>
            <a:ext cx="1421170" cy="2763450"/>
            <a:chOff x="5553425" y="1497450"/>
            <a:chExt cx="1421170" cy="2763450"/>
          </a:xfrm>
        </p:grpSpPr>
        <p:sp>
          <p:nvSpPr>
            <p:cNvPr id="1493" name="Google Shape;1493;p25"/>
            <p:cNvSpPr/>
            <p:nvPr/>
          </p:nvSpPr>
          <p:spPr>
            <a:xfrm>
              <a:off x="5603307" y="1497450"/>
              <a:ext cx="1302743" cy="2169068"/>
            </a:xfrm>
            <a:custGeom>
              <a:rect b="b" l="l" r="r" t="t"/>
              <a:pathLst>
                <a:path extrusionOk="0" h="31565" w="13247">
                  <a:moveTo>
                    <a:pt x="0" y="1"/>
                  </a:moveTo>
                  <a:lnTo>
                    <a:pt x="0" y="31565"/>
                  </a:lnTo>
                  <a:lnTo>
                    <a:pt x="13247" y="31565"/>
                  </a:lnTo>
                  <a:lnTo>
                    <a:pt x="1324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5"/>
            <p:cNvSpPr/>
            <p:nvPr/>
          </p:nvSpPr>
          <p:spPr>
            <a:xfrm>
              <a:off x="5553425" y="1497450"/>
              <a:ext cx="49903" cy="168701"/>
            </a:xfrm>
            <a:custGeom>
              <a:rect b="b" l="l" r="r" t="t"/>
              <a:pathLst>
                <a:path extrusionOk="0" h="2455" w="602">
                  <a:moveTo>
                    <a:pt x="601" y="1"/>
                  </a:moveTo>
                  <a:lnTo>
                    <a:pt x="1" y="2454"/>
                  </a:lnTo>
                  <a:lnTo>
                    <a:pt x="601" y="2454"/>
                  </a:lnTo>
                  <a:lnTo>
                    <a:pt x="60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5"/>
            <p:cNvSpPr/>
            <p:nvPr/>
          </p:nvSpPr>
          <p:spPr>
            <a:xfrm>
              <a:off x="5553425" y="1497450"/>
              <a:ext cx="49903" cy="168701"/>
            </a:xfrm>
            <a:custGeom>
              <a:rect b="b" l="l" r="r" t="t"/>
              <a:pathLst>
                <a:path extrusionOk="0" h="2455" w="602">
                  <a:moveTo>
                    <a:pt x="601" y="1"/>
                  </a:moveTo>
                  <a:lnTo>
                    <a:pt x="1" y="2454"/>
                  </a:lnTo>
                  <a:lnTo>
                    <a:pt x="601" y="2454"/>
                  </a:lnTo>
                  <a:lnTo>
                    <a:pt x="601" y="1"/>
                  </a:lnTo>
                  <a:close/>
                </a:path>
              </a:pathLst>
            </a:custGeom>
            <a:solidFill>
              <a:srgbClr val="434343">
                <a:alpha val="62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96" name="Google Shape;1496;p25"/>
            <p:cNvGrpSpPr/>
            <p:nvPr/>
          </p:nvGrpSpPr>
          <p:grpSpPr>
            <a:xfrm>
              <a:off x="5675785" y="3565273"/>
              <a:ext cx="1298809" cy="695627"/>
              <a:chOff x="5675785" y="3565273"/>
              <a:chExt cx="1298809" cy="695627"/>
            </a:xfrm>
          </p:grpSpPr>
          <p:sp>
            <p:nvSpPr>
              <p:cNvPr id="1497" name="Google Shape;1497;p25"/>
              <p:cNvSpPr/>
              <p:nvPr/>
            </p:nvSpPr>
            <p:spPr>
              <a:xfrm>
                <a:off x="5675785" y="3570908"/>
                <a:ext cx="1298809" cy="689992"/>
              </a:xfrm>
              <a:custGeom>
                <a:rect b="b" l="l" r="r" t="t"/>
                <a:pathLst>
                  <a:path extrusionOk="0" h="10041" w="13207">
                    <a:moveTo>
                      <a:pt x="0" y="0"/>
                    </a:moveTo>
                    <a:lnTo>
                      <a:pt x="0" y="3925"/>
                    </a:lnTo>
                    <a:lnTo>
                      <a:pt x="6602" y="10041"/>
                    </a:lnTo>
                    <a:lnTo>
                      <a:pt x="13206" y="3924"/>
                    </a:lnTo>
                    <a:lnTo>
                      <a:pt x="1320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25"/>
              <p:cNvSpPr/>
              <p:nvPr/>
            </p:nvSpPr>
            <p:spPr>
              <a:xfrm>
                <a:off x="5675785" y="3570908"/>
                <a:ext cx="1298809" cy="689992"/>
              </a:xfrm>
              <a:custGeom>
                <a:rect b="b" l="l" r="r" t="t"/>
                <a:pathLst>
                  <a:path extrusionOk="0" h="10041" w="13207">
                    <a:moveTo>
                      <a:pt x="0" y="0"/>
                    </a:moveTo>
                    <a:lnTo>
                      <a:pt x="0" y="3925"/>
                    </a:lnTo>
                    <a:lnTo>
                      <a:pt x="6602" y="10041"/>
                    </a:lnTo>
                    <a:lnTo>
                      <a:pt x="13206" y="3924"/>
                    </a:lnTo>
                    <a:lnTo>
                      <a:pt x="13205" y="0"/>
                    </a:lnTo>
                    <a:close/>
                  </a:path>
                </a:pathLst>
              </a:custGeom>
              <a:solidFill>
                <a:srgbClr val="434343">
                  <a:alpha val="9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25"/>
              <p:cNvSpPr/>
              <p:nvPr/>
            </p:nvSpPr>
            <p:spPr>
              <a:xfrm>
                <a:off x="6165913" y="3764645"/>
                <a:ext cx="297877" cy="279407"/>
              </a:xfrm>
              <a:custGeom>
                <a:rect b="b" l="l" r="r" t="t"/>
                <a:pathLst>
                  <a:path extrusionOk="0" h="3434" w="3661">
                    <a:moveTo>
                      <a:pt x="1443" y="0"/>
                    </a:moveTo>
                    <a:cubicBezTo>
                      <a:pt x="1117" y="0"/>
                      <a:pt x="734" y="60"/>
                      <a:pt x="716" y="138"/>
                    </a:cubicBezTo>
                    <a:cubicBezTo>
                      <a:pt x="706" y="185"/>
                      <a:pt x="772" y="330"/>
                      <a:pt x="866" y="494"/>
                    </a:cubicBezTo>
                    <a:cubicBezTo>
                      <a:pt x="843" y="511"/>
                      <a:pt x="818" y="530"/>
                      <a:pt x="795" y="548"/>
                    </a:cubicBezTo>
                    <a:cubicBezTo>
                      <a:pt x="101" y="1119"/>
                      <a:pt x="1" y="2147"/>
                      <a:pt x="571" y="2840"/>
                    </a:cubicBezTo>
                    <a:cubicBezTo>
                      <a:pt x="881" y="3218"/>
                      <a:pt x="1341" y="3434"/>
                      <a:pt x="1831" y="3434"/>
                    </a:cubicBezTo>
                    <a:cubicBezTo>
                      <a:pt x="2207" y="3434"/>
                      <a:pt x="2574" y="3304"/>
                      <a:pt x="2864" y="3065"/>
                    </a:cubicBezTo>
                    <a:cubicBezTo>
                      <a:pt x="3559" y="2494"/>
                      <a:pt x="3660" y="1467"/>
                      <a:pt x="3089" y="772"/>
                    </a:cubicBezTo>
                    <a:cubicBezTo>
                      <a:pt x="2942" y="594"/>
                      <a:pt x="2763" y="453"/>
                      <a:pt x="2556" y="349"/>
                    </a:cubicBezTo>
                    <a:cubicBezTo>
                      <a:pt x="2556" y="349"/>
                      <a:pt x="2522" y="331"/>
                      <a:pt x="2515" y="327"/>
                    </a:cubicBezTo>
                    <a:cubicBezTo>
                      <a:pt x="2508" y="324"/>
                      <a:pt x="2502" y="323"/>
                      <a:pt x="2495" y="323"/>
                    </a:cubicBezTo>
                    <a:cubicBezTo>
                      <a:pt x="2389" y="323"/>
                      <a:pt x="2210" y="647"/>
                      <a:pt x="2323" y="712"/>
                    </a:cubicBezTo>
                    <a:cubicBezTo>
                      <a:pt x="2343" y="724"/>
                      <a:pt x="2366" y="734"/>
                      <a:pt x="2366" y="734"/>
                    </a:cubicBezTo>
                    <a:cubicBezTo>
                      <a:pt x="2518" y="809"/>
                      <a:pt x="2649" y="914"/>
                      <a:pt x="2756" y="1044"/>
                    </a:cubicBezTo>
                    <a:cubicBezTo>
                      <a:pt x="3177" y="1556"/>
                      <a:pt x="3103" y="2313"/>
                      <a:pt x="2591" y="2735"/>
                    </a:cubicBezTo>
                    <a:cubicBezTo>
                      <a:pt x="2377" y="2910"/>
                      <a:pt x="2107" y="3007"/>
                      <a:pt x="1830" y="3007"/>
                    </a:cubicBezTo>
                    <a:cubicBezTo>
                      <a:pt x="1468" y="3007"/>
                      <a:pt x="1130" y="2847"/>
                      <a:pt x="901" y="2569"/>
                    </a:cubicBezTo>
                    <a:cubicBezTo>
                      <a:pt x="698" y="2322"/>
                      <a:pt x="603" y="2010"/>
                      <a:pt x="635" y="1690"/>
                    </a:cubicBezTo>
                    <a:cubicBezTo>
                      <a:pt x="666" y="1371"/>
                      <a:pt x="819" y="1083"/>
                      <a:pt x="1068" y="880"/>
                    </a:cubicBezTo>
                    <a:lnTo>
                      <a:pt x="1098" y="857"/>
                    </a:lnTo>
                    <a:cubicBezTo>
                      <a:pt x="1204" y="1009"/>
                      <a:pt x="1303" y="1125"/>
                      <a:pt x="1343" y="1134"/>
                    </a:cubicBezTo>
                    <a:cubicBezTo>
                      <a:pt x="1344" y="1135"/>
                      <a:pt x="1346" y="1135"/>
                      <a:pt x="1348" y="1135"/>
                    </a:cubicBezTo>
                    <a:cubicBezTo>
                      <a:pt x="1466" y="1135"/>
                      <a:pt x="1994" y="256"/>
                      <a:pt x="1892" y="93"/>
                    </a:cubicBezTo>
                    <a:cubicBezTo>
                      <a:pt x="1851" y="27"/>
                      <a:pt x="1660" y="0"/>
                      <a:pt x="14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25"/>
              <p:cNvSpPr/>
              <p:nvPr/>
            </p:nvSpPr>
            <p:spPr>
              <a:xfrm>
                <a:off x="6900689" y="3565273"/>
                <a:ext cx="69309" cy="95586"/>
              </a:xfrm>
              <a:custGeom>
                <a:rect b="b" l="l" r="r" t="t"/>
                <a:pathLst>
                  <a:path extrusionOk="0" h="1391" w="737">
                    <a:moveTo>
                      <a:pt x="1" y="1"/>
                    </a:moveTo>
                    <a:lnTo>
                      <a:pt x="1" y="1390"/>
                    </a:lnTo>
                    <a:lnTo>
                      <a:pt x="736" y="1"/>
                    </a:lnTo>
                    <a:close/>
                  </a:path>
                </a:pathLst>
              </a:custGeom>
              <a:solidFill>
                <a:srgbClr val="434343">
                  <a:alpha val="62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01" name="Google Shape;1501;p25"/>
          <p:cNvSpPr txBox="1"/>
          <p:nvPr/>
        </p:nvSpPr>
        <p:spPr>
          <a:xfrm>
            <a:off x="621750" y="2184875"/>
            <a:ext cx="1249500" cy="10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has iron oxide dust</a:t>
            </a:r>
            <a:endParaRPr sz="10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02" name="Google Shape;1502;p25"/>
          <p:cNvSpPr txBox="1"/>
          <p:nvPr/>
        </p:nvSpPr>
        <p:spPr>
          <a:xfrm>
            <a:off x="633900" y="1876754"/>
            <a:ext cx="12252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03" name="Google Shape;1503;p25"/>
          <p:cNvSpPr/>
          <p:nvPr/>
        </p:nvSpPr>
        <p:spPr>
          <a:xfrm>
            <a:off x="6071448" y="2533303"/>
            <a:ext cx="59" cy="43"/>
          </a:xfrm>
          <a:custGeom>
            <a:rect b="b" l="l" r="r" t="t"/>
            <a:pathLst>
              <a:path extrusionOk="0" h="1" w="1">
                <a:moveTo>
                  <a:pt x="0" y="1"/>
                </a:move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25"/>
          <p:cNvSpPr/>
          <p:nvPr/>
        </p:nvSpPr>
        <p:spPr>
          <a:xfrm>
            <a:off x="6071273" y="2533088"/>
            <a:ext cx="59" cy="43"/>
          </a:xfrm>
          <a:custGeom>
            <a:rect b="b" l="l" r="r" t="t"/>
            <a:pathLst>
              <a:path extrusionOk="0" h="1" w="1">
                <a:moveTo>
                  <a:pt x="0" y="1"/>
                </a:move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25"/>
          <p:cNvSpPr/>
          <p:nvPr/>
        </p:nvSpPr>
        <p:spPr>
          <a:xfrm>
            <a:off x="6071448" y="2533388"/>
            <a:ext cx="59" cy="86"/>
          </a:xfrm>
          <a:custGeom>
            <a:rect b="b" l="l" r="r" t="t"/>
            <a:pathLst>
              <a:path extrusionOk="0" h="2" w="1">
                <a:moveTo>
                  <a:pt x="0" y="1"/>
                </a:moveTo>
                <a:cubicBezTo>
                  <a:pt x="0" y="1"/>
                  <a:pt x="1" y="2"/>
                  <a:pt x="1" y="2"/>
                </a:cubicBezTo>
                <a:cubicBezTo>
                  <a:pt x="1" y="2"/>
                  <a:pt x="1" y="1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25"/>
          <p:cNvSpPr/>
          <p:nvPr/>
        </p:nvSpPr>
        <p:spPr>
          <a:xfrm>
            <a:off x="6071273" y="2533088"/>
            <a:ext cx="59" cy="86"/>
          </a:xfrm>
          <a:custGeom>
            <a:rect b="b" l="l" r="r" t="t"/>
            <a:pathLst>
              <a:path extrusionOk="0" h="2" w="1">
                <a:moveTo>
                  <a:pt x="0" y="1"/>
                </a:moveTo>
                <a:cubicBezTo>
                  <a:pt x="0" y="2"/>
                  <a:pt x="0" y="2"/>
                  <a:pt x="0" y="1"/>
                </a:cubicBezTo>
                <a:cubicBezTo>
                  <a:pt x="0" y="2"/>
                  <a:pt x="0" y="2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25"/>
          <p:cNvSpPr txBox="1"/>
          <p:nvPr/>
        </p:nvSpPr>
        <p:spPr>
          <a:xfrm>
            <a:off x="5593450" y="2199075"/>
            <a:ext cx="1285800" cy="10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a gas </a:t>
            </a:r>
            <a:r>
              <a:rPr lang="en" sz="10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giant</a:t>
            </a:r>
            <a:r>
              <a:rPr lang="en" sz="10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and the biggest planet</a:t>
            </a:r>
            <a:endParaRPr sz="10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08" name="Google Shape;1508;p25"/>
          <p:cNvSpPr txBox="1"/>
          <p:nvPr/>
        </p:nvSpPr>
        <p:spPr>
          <a:xfrm>
            <a:off x="5593452" y="1876754"/>
            <a:ext cx="12858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09" name="Google Shape;1509;p25"/>
          <p:cNvSpPr txBox="1"/>
          <p:nvPr/>
        </p:nvSpPr>
        <p:spPr>
          <a:xfrm>
            <a:off x="3956589" y="2184875"/>
            <a:ext cx="1249500" cy="10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 has a beautiful name and is the second planet</a:t>
            </a:r>
            <a:endParaRPr sz="10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10" name="Google Shape;1510;p25"/>
          <p:cNvSpPr txBox="1"/>
          <p:nvPr/>
        </p:nvSpPr>
        <p:spPr>
          <a:xfrm>
            <a:off x="3922689" y="1876754"/>
            <a:ext cx="13173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11" name="Google Shape;1511;p25"/>
          <p:cNvSpPr txBox="1"/>
          <p:nvPr/>
        </p:nvSpPr>
        <p:spPr>
          <a:xfrm>
            <a:off x="2270575" y="2199075"/>
            <a:ext cx="1285800" cy="10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composed of hydrogen and helium</a:t>
            </a:r>
            <a:endParaRPr sz="10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12" name="Google Shape;1512;p25"/>
          <p:cNvSpPr txBox="1"/>
          <p:nvPr/>
        </p:nvSpPr>
        <p:spPr>
          <a:xfrm>
            <a:off x="2250666" y="1849439"/>
            <a:ext cx="12324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13" name="Google Shape;1513;p25"/>
          <p:cNvSpPr/>
          <p:nvPr/>
        </p:nvSpPr>
        <p:spPr>
          <a:xfrm>
            <a:off x="2697411" y="2533303"/>
            <a:ext cx="56" cy="43"/>
          </a:xfrm>
          <a:custGeom>
            <a:rect b="b" l="l" r="r" t="t"/>
            <a:pathLst>
              <a:path extrusionOk="0" h="1" w="1">
                <a:moveTo>
                  <a:pt x="0" y="1"/>
                </a:moveTo>
                <a:lnTo>
                  <a:pt x="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25"/>
          <p:cNvSpPr/>
          <p:nvPr/>
        </p:nvSpPr>
        <p:spPr>
          <a:xfrm>
            <a:off x="2697243" y="2533088"/>
            <a:ext cx="56" cy="43"/>
          </a:xfrm>
          <a:custGeom>
            <a:rect b="b" l="l" r="r" t="t"/>
            <a:pathLst>
              <a:path extrusionOk="0" h="1" w="1">
                <a:moveTo>
                  <a:pt x="0" y="1"/>
                </a:moveTo>
                <a:lnTo>
                  <a:pt x="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25"/>
          <p:cNvSpPr/>
          <p:nvPr/>
        </p:nvSpPr>
        <p:spPr>
          <a:xfrm>
            <a:off x="2697411" y="2533388"/>
            <a:ext cx="56" cy="86"/>
          </a:xfrm>
          <a:custGeom>
            <a:rect b="b" l="l" r="r" t="t"/>
            <a:pathLst>
              <a:path extrusionOk="0" h="2" w="1">
                <a:moveTo>
                  <a:pt x="0" y="1"/>
                </a:moveTo>
                <a:cubicBezTo>
                  <a:pt x="0" y="1"/>
                  <a:pt x="1" y="2"/>
                  <a:pt x="1" y="2"/>
                </a:cubicBezTo>
                <a:cubicBezTo>
                  <a:pt x="1" y="2"/>
                  <a:pt x="1" y="1"/>
                  <a:pt x="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25"/>
          <p:cNvSpPr/>
          <p:nvPr/>
        </p:nvSpPr>
        <p:spPr>
          <a:xfrm>
            <a:off x="2697243" y="2533088"/>
            <a:ext cx="56" cy="86"/>
          </a:xfrm>
          <a:custGeom>
            <a:rect b="b" l="l" r="r" t="t"/>
            <a:pathLst>
              <a:path extrusionOk="0" h="2" w="1">
                <a:moveTo>
                  <a:pt x="0" y="1"/>
                </a:moveTo>
                <a:cubicBezTo>
                  <a:pt x="0" y="2"/>
                  <a:pt x="0" y="2"/>
                  <a:pt x="0" y="1"/>
                </a:cubicBezTo>
                <a:cubicBezTo>
                  <a:pt x="0" y="2"/>
                  <a:pt x="0" y="2"/>
                  <a:pt x="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25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18" name="Google Shape;1518;p25"/>
          <p:cNvSpPr txBox="1"/>
          <p:nvPr/>
        </p:nvSpPr>
        <p:spPr>
          <a:xfrm>
            <a:off x="7280175" y="2429375"/>
            <a:ext cx="1249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It is the closest planet to the Sun and the smallest </a:t>
            </a:r>
            <a:endParaRPr sz="1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19" name="Google Shape;1519;p25"/>
          <p:cNvSpPr txBox="1"/>
          <p:nvPr/>
        </p:nvSpPr>
        <p:spPr>
          <a:xfrm>
            <a:off x="7266475" y="1888304"/>
            <a:ext cx="1225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26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25" name="Google Shape;1525;p26"/>
          <p:cNvSpPr/>
          <p:nvPr/>
        </p:nvSpPr>
        <p:spPr>
          <a:xfrm>
            <a:off x="5301596" y="1083337"/>
            <a:ext cx="1095223" cy="1095140"/>
          </a:xfrm>
          <a:custGeom>
            <a:rect b="b" l="l" r="r" t="t"/>
            <a:pathLst>
              <a:path extrusionOk="0" h="10159" w="10160">
                <a:moveTo>
                  <a:pt x="10160" y="10159"/>
                </a:moveTo>
                <a:cubicBezTo>
                  <a:pt x="4549" y="10159"/>
                  <a:pt x="0" y="5612"/>
                  <a:pt x="0" y="1"/>
                </a:cubicBezTo>
                <a:lnTo>
                  <a:pt x="10160" y="1"/>
                </a:lnTo>
                <a:lnTo>
                  <a:pt x="10160" y="10159"/>
                </a:lnTo>
                <a:close/>
              </a:path>
            </a:pathLst>
          </a:custGeom>
          <a:solidFill>
            <a:srgbClr val="BCE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26"/>
          <p:cNvSpPr/>
          <p:nvPr/>
        </p:nvSpPr>
        <p:spPr>
          <a:xfrm>
            <a:off x="5360130" y="1083337"/>
            <a:ext cx="1036689" cy="1036713"/>
          </a:xfrm>
          <a:custGeom>
            <a:rect b="b" l="l" r="r" t="t"/>
            <a:pathLst>
              <a:path extrusionOk="0" h="9617" w="9617">
                <a:moveTo>
                  <a:pt x="9617" y="9617"/>
                </a:moveTo>
                <a:cubicBezTo>
                  <a:pt x="4306" y="9617"/>
                  <a:pt x="1" y="5311"/>
                  <a:pt x="1" y="1"/>
                </a:cubicBezTo>
                <a:lnTo>
                  <a:pt x="9617" y="1"/>
                </a:lnTo>
                <a:lnTo>
                  <a:pt x="9617" y="961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26"/>
          <p:cNvSpPr/>
          <p:nvPr/>
        </p:nvSpPr>
        <p:spPr>
          <a:xfrm>
            <a:off x="3199855" y="3603244"/>
            <a:ext cx="925442" cy="1014075"/>
          </a:xfrm>
          <a:custGeom>
            <a:rect b="b" l="l" r="r" t="t"/>
            <a:pathLst>
              <a:path extrusionOk="0" h="9407" w="8585">
                <a:moveTo>
                  <a:pt x="6190" y="0"/>
                </a:moveTo>
                <a:cubicBezTo>
                  <a:pt x="5937" y="0"/>
                  <a:pt x="5712" y="122"/>
                  <a:pt x="5552" y="321"/>
                </a:cubicBezTo>
                <a:cubicBezTo>
                  <a:pt x="5408" y="500"/>
                  <a:pt x="5318" y="744"/>
                  <a:pt x="5318" y="1007"/>
                </a:cubicBezTo>
                <a:lnTo>
                  <a:pt x="5318" y="4640"/>
                </a:lnTo>
                <a:cubicBezTo>
                  <a:pt x="5318" y="4762"/>
                  <a:pt x="5280" y="4871"/>
                  <a:pt x="5219" y="4946"/>
                </a:cubicBezTo>
                <a:cubicBezTo>
                  <a:pt x="5173" y="5004"/>
                  <a:pt x="5113" y="5040"/>
                  <a:pt x="5054" y="5040"/>
                </a:cubicBezTo>
                <a:lnTo>
                  <a:pt x="3531" y="5040"/>
                </a:lnTo>
                <a:cubicBezTo>
                  <a:pt x="3470" y="5040"/>
                  <a:pt x="3412" y="5004"/>
                  <a:pt x="3366" y="4946"/>
                </a:cubicBezTo>
                <a:cubicBezTo>
                  <a:pt x="3304" y="4871"/>
                  <a:pt x="3266" y="4762"/>
                  <a:pt x="3266" y="4640"/>
                </a:cubicBezTo>
                <a:lnTo>
                  <a:pt x="3266" y="2647"/>
                </a:lnTo>
                <a:cubicBezTo>
                  <a:pt x="3266" y="2382"/>
                  <a:pt x="3177" y="2139"/>
                  <a:pt x="3031" y="1960"/>
                </a:cubicBezTo>
                <a:cubicBezTo>
                  <a:pt x="2872" y="1763"/>
                  <a:pt x="2647" y="1641"/>
                  <a:pt x="2395" y="1641"/>
                </a:cubicBezTo>
                <a:lnTo>
                  <a:pt x="871" y="1641"/>
                </a:lnTo>
                <a:cubicBezTo>
                  <a:pt x="620" y="1641"/>
                  <a:pt x="395" y="1762"/>
                  <a:pt x="235" y="1960"/>
                </a:cubicBezTo>
                <a:cubicBezTo>
                  <a:pt x="90" y="2139"/>
                  <a:pt x="1" y="2383"/>
                  <a:pt x="1" y="2647"/>
                </a:cubicBezTo>
                <a:lnTo>
                  <a:pt x="1" y="9407"/>
                </a:lnTo>
                <a:lnTo>
                  <a:pt x="608" y="9407"/>
                </a:lnTo>
                <a:lnTo>
                  <a:pt x="608" y="2647"/>
                </a:lnTo>
                <a:cubicBezTo>
                  <a:pt x="608" y="2525"/>
                  <a:pt x="646" y="2415"/>
                  <a:pt x="708" y="2340"/>
                </a:cubicBezTo>
                <a:cubicBezTo>
                  <a:pt x="754" y="2282"/>
                  <a:pt x="813" y="2246"/>
                  <a:pt x="872" y="2246"/>
                </a:cubicBezTo>
                <a:lnTo>
                  <a:pt x="2396" y="2246"/>
                </a:lnTo>
                <a:cubicBezTo>
                  <a:pt x="2456" y="2246"/>
                  <a:pt x="2515" y="2282"/>
                  <a:pt x="2561" y="2340"/>
                </a:cubicBezTo>
                <a:cubicBezTo>
                  <a:pt x="2622" y="2415"/>
                  <a:pt x="2661" y="2525"/>
                  <a:pt x="2661" y="2647"/>
                </a:cubicBezTo>
                <a:lnTo>
                  <a:pt x="2661" y="4640"/>
                </a:lnTo>
                <a:cubicBezTo>
                  <a:pt x="2661" y="4905"/>
                  <a:pt x="2750" y="5147"/>
                  <a:pt x="2895" y="5326"/>
                </a:cubicBezTo>
                <a:cubicBezTo>
                  <a:pt x="3055" y="5524"/>
                  <a:pt x="3280" y="5646"/>
                  <a:pt x="3532" y="5646"/>
                </a:cubicBezTo>
                <a:lnTo>
                  <a:pt x="5055" y="5646"/>
                </a:lnTo>
                <a:cubicBezTo>
                  <a:pt x="5307" y="5646"/>
                  <a:pt x="5532" y="5525"/>
                  <a:pt x="5692" y="5326"/>
                </a:cubicBezTo>
                <a:cubicBezTo>
                  <a:pt x="5837" y="5147"/>
                  <a:pt x="5926" y="4904"/>
                  <a:pt x="5926" y="4640"/>
                </a:cubicBezTo>
                <a:lnTo>
                  <a:pt x="5926" y="1007"/>
                </a:lnTo>
                <a:cubicBezTo>
                  <a:pt x="5926" y="884"/>
                  <a:pt x="5965" y="776"/>
                  <a:pt x="6026" y="700"/>
                </a:cubicBezTo>
                <a:cubicBezTo>
                  <a:pt x="6072" y="643"/>
                  <a:pt x="6131" y="607"/>
                  <a:pt x="6191" y="607"/>
                </a:cubicBezTo>
                <a:lnTo>
                  <a:pt x="7714" y="607"/>
                </a:lnTo>
                <a:cubicBezTo>
                  <a:pt x="7775" y="607"/>
                  <a:pt x="7833" y="643"/>
                  <a:pt x="7879" y="700"/>
                </a:cubicBezTo>
                <a:cubicBezTo>
                  <a:pt x="7941" y="776"/>
                  <a:pt x="7979" y="884"/>
                  <a:pt x="7979" y="1007"/>
                </a:cubicBezTo>
                <a:lnTo>
                  <a:pt x="7979" y="5642"/>
                </a:lnTo>
                <a:lnTo>
                  <a:pt x="8584" y="5642"/>
                </a:lnTo>
                <a:lnTo>
                  <a:pt x="8584" y="1007"/>
                </a:lnTo>
                <a:cubicBezTo>
                  <a:pt x="8584" y="742"/>
                  <a:pt x="8494" y="500"/>
                  <a:pt x="8350" y="321"/>
                </a:cubicBezTo>
                <a:cubicBezTo>
                  <a:pt x="8190" y="123"/>
                  <a:pt x="7965" y="0"/>
                  <a:pt x="771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26"/>
          <p:cNvSpPr/>
          <p:nvPr/>
        </p:nvSpPr>
        <p:spPr>
          <a:xfrm>
            <a:off x="2762087" y="3931060"/>
            <a:ext cx="787030" cy="787048"/>
          </a:xfrm>
          <a:custGeom>
            <a:rect b="b" l="l" r="r" t="t"/>
            <a:pathLst>
              <a:path extrusionOk="0" h="7301" w="7301">
                <a:moveTo>
                  <a:pt x="1" y="0"/>
                </a:moveTo>
                <a:cubicBezTo>
                  <a:pt x="4034" y="0"/>
                  <a:pt x="7301" y="3269"/>
                  <a:pt x="7301" y="7301"/>
                </a:cubicBezTo>
                <a:lnTo>
                  <a:pt x="1" y="73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26"/>
          <p:cNvSpPr/>
          <p:nvPr/>
        </p:nvSpPr>
        <p:spPr>
          <a:xfrm>
            <a:off x="2762087" y="3985930"/>
            <a:ext cx="732161" cy="732178"/>
          </a:xfrm>
          <a:custGeom>
            <a:rect b="b" l="l" r="r" t="t"/>
            <a:pathLst>
              <a:path extrusionOk="0" h="6792" w="6792">
                <a:moveTo>
                  <a:pt x="1" y="1"/>
                </a:moveTo>
                <a:cubicBezTo>
                  <a:pt x="3751" y="1"/>
                  <a:pt x="6791" y="3040"/>
                  <a:pt x="6791" y="6792"/>
                </a:cubicBezTo>
                <a:lnTo>
                  <a:pt x="1" y="6792"/>
                </a:lnTo>
                <a:lnTo>
                  <a:pt x="1" y="1"/>
                </a:lnTo>
                <a:close/>
              </a:path>
            </a:pathLst>
          </a:custGeom>
          <a:solidFill>
            <a:srgbClr val="FFFFFF">
              <a:alpha val="288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26"/>
          <p:cNvSpPr/>
          <p:nvPr/>
        </p:nvSpPr>
        <p:spPr>
          <a:xfrm>
            <a:off x="3232195" y="1083337"/>
            <a:ext cx="2694614" cy="3634800"/>
          </a:xfrm>
          <a:custGeom>
            <a:rect b="b" l="l" r="r" t="t"/>
            <a:pathLst>
              <a:path extrusionOk="0" h="33718" w="24997">
                <a:moveTo>
                  <a:pt x="0" y="1"/>
                </a:moveTo>
                <a:lnTo>
                  <a:pt x="0" y="14602"/>
                </a:lnTo>
                <a:cubicBezTo>
                  <a:pt x="0" y="15255"/>
                  <a:pt x="225" y="15859"/>
                  <a:pt x="586" y="16306"/>
                </a:cubicBezTo>
                <a:cubicBezTo>
                  <a:pt x="998" y="16816"/>
                  <a:pt x="1581" y="17131"/>
                  <a:pt x="2238" y="17131"/>
                </a:cubicBezTo>
                <a:lnTo>
                  <a:pt x="5529" y="17131"/>
                </a:lnTo>
                <a:cubicBezTo>
                  <a:pt x="6187" y="17131"/>
                  <a:pt x="6771" y="16816"/>
                  <a:pt x="7181" y="16306"/>
                </a:cubicBezTo>
                <a:cubicBezTo>
                  <a:pt x="7543" y="15859"/>
                  <a:pt x="7767" y="15255"/>
                  <a:pt x="7767" y="14602"/>
                </a:cubicBezTo>
                <a:lnTo>
                  <a:pt x="7767" y="10298"/>
                </a:lnTo>
                <a:cubicBezTo>
                  <a:pt x="7767" y="10116"/>
                  <a:pt x="7819" y="9961"/>
                  <a:pt x="7901" y="9858"/>
                </a:cubicBezTo>
                <a:cubicBezTo>
                  <a:pt x="7935" y="9817"/>
                  <a:pt x="7964" y="9792"/>
                  <a:pt x="7981" y="9792"/>
                </a:cubicBezTo>
                <a:lnTo>
                  <a:pt x="11272" y="9792"/>
                </a:lnTo>
                <a:cubicBezTo>
                  <a:pt x="11288" y="9792"/>
                  <a:pt x="11318" y="9817"/>
                  <a:pt x="11351" y="9858"/>
                </a:cubicBezTo>
                <a:cubicBezTo>
                  <a:pt x="11435" y="9960"/>
                  <a:pt x="11486" y="10116"/>
                  <a:pt x="11486" y="10298"/>
                </a:cubicBezTo>
                <a:lnTo>
                  <a:pt x="11486" y="23420"/>
                </a:lnTo>
                <a:cubicBezTo>
                  <a:pt x="11486" y="24073"/>
                  <a:pt x="11711" y="24677"/>
                  <a:pt x="12071" y="25125"/>
                </a:cubicBezTo>
                <a:cubicBezTo>
                  <a:pt x="12483" y="25634"/>
                  <a:pt x="13066" y="25950"/>
                  <a:pt x="13723" y="25950"/>
                </a:cubicBezTo>
                <a:lnTo>
                  <a:pt x="17014" y="25950"/>
                </a:lnTo>
                <a:cubicBezTo>
                  <a:pt x="17672" y="25950"/>
                  <a:pt x="18256" y="25634"/>
                  <a:pt x="18666" y="25125"/>
                </a:cubicBezTo>
                <a:cubicBezTo>
                  <a:pt x="19029" y="24677"/>
                  <a:pt x="19253" y="24074"/>
                  <a:pt x="19253" y="23420"/>
                </a:cubicBezTo>
                <a:lnTo>
                  <a:pt x="19253" y="19117"/>
                </a:lnTo>
                <a:cubicBezTo>
                  <a:pt x="19253" y="18935"/>
                  <a:pt x="19305" y="18780"/>
                  <a:pt x="19388" y="18677"/>
                </a:cubicBezTo>
                <a:cubicBezTo>
                  <a:pt x="19422" y="18636"/>
                  <a:pt x="19450" y="18610"/>
                  <a:pt x="19468" y="18610"/>
                </a:cubicBezTo>
                <a:lnTo>
                  <a:pt x="22758" y="18610"/>
                </a:lnTo>
                <a:cubicBezTo>
                  <a:pt x="22774" y="18610"/>
                  <a:pt x="22804" y="18636"/>
                  <a:pt x="22838" y="18677"/>
                </a:cubicBezTo>
                <a:cubicBezTo>
                  <a:pt x="22921" y="18779"/>
                  <a:pt x="22972" y="18935"/>
                  <a:pt x="22972" y="19117"/>
                </a:cubicBezTo>
                <a:lnTo>
                  <a:pt x="22972" y="33718"/>
                </a:lnTo>
                <a:lnTo>
                  <a:pt x="24997" y="33718"/>
                </a:lnTo>
                <a:lnTo>
                  <a:pt x="24997" y="19117"/>
                </a:lnTo>
                <a:cubicBezTo>
                  <a:pt x="24997" y="18463"/>
                  <a:pt x="24771" y="17859"/>
                  <a:pt x="24411" y="17411"/>
                </a:cubicBezTo>
                <a:cubicBezTo>
                  <a:pt x="23999" y="16903"/>
                  <a:pt x="23416" y="16587"/>
                  <a:pt x="22758" y="16587"/>
                </a:cubicBezTo>
                <a:lnTo>
                  <a:pt x="19468" y="16587"/>
                </a:lnTo>
                <a:cubicBezTo>
                  <a:pt x="18810" y="16587"/>
                  <a:pt x="18225" y="16903"/>
                  <a:pt x="17815" y="17411"/>
                </a:cubicBezTo>
                <a:cubicBezTo>
                  <a:pt x="17453" y="17859"/>
                  <a:pt x="17229" y="18463"/>
                  <a:pt x="17229" y="19117"/>
                </a:cubicBezTo>
                <a:lnTo>
                  <a:pt x="17229" y="23420"/>
                </a:lnTo>
                <a:cubicBezTo>
                  <a:pt x="17229" y="23601"/>
                  <a:pt x="17177" y="23756"/>
                  <a:pt x="17094" y="23860"/>
                </a:cubicBezTo>
                <a:cubicBezTo>
                  <a:pt x="17060" y="23901"/>
                  <a:pt x="17031" y="23927"/>
                  <a:pt x="17014" y="23927"/>
                </a:cubicBezTo>
                <a:lnTo>
                  <a:pt x="13723" y="23927"/>
                </a:lnTo>
                <a:cubicBezTo>
                  <a:pt x="13707" y="23927"/>
                  <a:pt x="13677" y="23901"/>
                  <a:pt x="13645" y="23860"/>
                </a:cubicBezTo>
                <a:cubicBezTo>
                  <a:pt x="13560" y="23758"/>
                  <a:pt x="13509" y="23601"/>
                  <a:pt x="13509" y="23420"/>
                </a:cubicBezTo>
                <a:lnTo>
                  <a:pt x="13509" y="10298"/>
                </a:lnTo>
                <a:cubicBezTo>
                  <a:pt x="13509" y="9644"/>
                  <a:pt x="13283" y="9040"/>
                  <a:pt x="12923" y="8593"/>
                </a:cubicBezTo>
                <a:cubicBezTo>
                  <a:pt x="12511" y="8084"/>
                  <a:pt x="11928" y="7768"/>
                  <a:pt x="11271" y="7768"/>
                </a:cubicBezTo>
                <a:lnTo>
                  <a:pt x="7979" y="7768"/>
                </a:lnTo>
                <a:cubicBezTo>
                  <a:pt x="7322" y="7768"/>
                  <a:pt x="6738" y="8084"/>
                  <a:pt x="6327" y="8593"/>
                </a:cubicBezTo>
                <a:cubicBezTo>
                  <a:pt x="5966" y="9040"/>
                  <a:pt x="5741" y="9644"/>
                  <a:pt x="5741" y="10298"/>
                </a:cubicBezTo>
                <a:lnTo>
                  <a:pt x="5741" y="14602"/>
                </a:lnTo>
                <a:cubicBezTo>
                  <a:pt x="5741" y="14783"/>
                  <a:pt x="5690" y="14938"/>
                  <a:pt x="5607" y="15041"/>
                </a:cubicBezTo>
                <a:cubicBezTo>
                  <a:pt x="5574" y="15082"/>
                  <a:pt x="5544" y="15108"/>
                  <a:pt x="5528" y="15108"/>
                </a:cubicBezTo>
                <a:lnTo>
                  <a:pt x="2237" y="15108"/>
                </a:lnTo>
                <a:cubicBezTo>
                  <a:pt x="2221" y="15108"/>
                  <a:pt x="2191" y="15082"/>
                  <a:pt x="2157" y="15041"/>
                </a:cubicBezTo>
                <a:cubicBezTo>
                  <a:pt x="2074" y="14939"/>
                  <a:pt x="2023" y="14784"/>
                  <a:pt x="2023" y="14602"/>
                </a:cubicBezTo>
                <a:lnTo>
                  <a:pt x="202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26"/>
          <p:cNvSpPr/>
          <p:nvPr/>
        </p:nvSpPr>
        <p:spPr>
          <a:xfrm>
            <a:off x="5437206" y="3484342"/>
            <a:ext cx="25332" cy="66081"/>
          </a:xfrm>
          <a:custGeom>
            <a:rect b="b" l="l" r="r" t="t"/>
            <a:pathLst>
              <a:path extrusionOk="0" h="613" w="235">
                <a:moveTo>
                  <a:pt x="1" y="612"/>
                </a:moveTo>
                <a:lnTo>
                  <a:pt x="234" y="529"/>
                </a:lnTo>
                <a:lnTo>
                  <a:pt x="234" y="0"/>
                </a:ln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26"/>
          <p:cNvSpPr/>
          <p:nvPr/>
        </p:nvSpPr>
        <p:spPr>
          <a:xfrm>
            <a:off x="5506197" y="3484342"/>
            <a:ext cx="25332" cy="66081"/>
          </a:xfrm>
          <a:custGeom>
            <a:rect b="b" l="l" r="r" t="t"/>
            <a:pathLst>
              <a:path extrusionOk="0" h="613" w="235">
                <a:moveTo>
                  <a:pt x="0" y="612"/>
                </a:moveTo>
                <a:lnTo>
                  <a:pt x="235" y="529"/>
                </a:lnTo>
                <a:lnTo>
                  <a:pt x="235" y="0"/>
                </a:lnTo>
                <a:lnTo>
                  <a:pt x="0" y="0"/>
                </a:lnTo>
                <a:close/>
              </a:path>
            </a:pathLst>
          </a:custGeom>
          <a:solidFill>
            <a:srgbClr val="B49E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26"/>
          <p:cNvSpPr/>
          <p:nvPr/>
        </p:nvSpPr>
        <p:spPr>
          <a:xfrm>
            <a:off x="5406376" y="3606370"/>
            <a:ext cx="180884" cy="61446"/>
          </a:xfrm>
          <a:custGeom>
            <a:rect b="b" l="l" r="r" t="t"/>
            <a:pathLst>
              <a:path extrusionOk="0" h="570" w="1678">
                <a:moveTo>
                  <a:pt x="895" y="570"/>
                </a:moveTo>
                <a:lnTo>
                  <a:pt x="895" y="376"/>
                </a:lnTo>
                <a:lnTo>
                  <a:pt x="984" y="376"/>
                </a:lnTo>
                <a:lnTo>
                  <a:pt x="984" y="88"/>
                </a:lnTo>
                <a:lnTo>
                  <a:pt x="895" y="88"/>
                </a:lnTo>
                <a:lnTo>
                  <a:pt x="895" y="0"/>
                </a:lnTo>
                <a:lnTo>
                  <a:pt x="1677" y="0"/>
                </a:lnTo>
                <a:lnTo>
                  <a:pt x="1677" y="570"/>
                </a:lnTo>
                <a:close/>
                <a:moveTo>
                  <a:pt x="895" y="0"/>
                </a:moveTo>
                <a:lnTo>
                  <a:pt x="895" y="88"/>
                </a:lnTo>
                <a:lnTo>
                  <a:pt x="805" y="88"/>
                </a:lnTo>
                <a:lnTo>
                  <a:pt x="805" y="376"/>
                </a:lnTo>
                <a:lnTo>
                  <a:pt x="895" y="376"/>
                </a:lnTo>
                <a:lnTo>
                  <a:pt x="895" y="570"/>
                </a:lnTo>
                <a:lnTo>
                  <a:pt x="578" y="570"/>
                </a:lnTo>
                <a:lnTo>
                  <a:pt x="578" y="376"/>
                </a:lnTo>
                <a:lnTo>
                  <a:pt x="667" y="376"/>
                </a:lnTo>
                <a:lnTo>
                  <a:pt x="667" y="88"/>
                </a:lnTo>
                <a:lnTo>
                  <a:pt x="578" y="88"/>
                </a:lnTo>
                <a:lnTo>
                  <a:pt x="578" y="0"/>
                </a:lnTo>
                <a:close/>
                <a:moveTo>
                  <a:pt x="247" y="88"/>
                </a:moveTo>
                <a:lnTo>
                  <a:pt x="337" y="88"/>
                </a:lnTo>
                <a:lnTo>
                  <a:pt x="337" y="376"/>
                </a:lnTo>
                <a:lnTo>
                  <a:pt x="247" y="376"/>
                </a:lnTo>
                <a:lnTo>
                  <a:pt x="247" y="570"/>
                </a:lnTo>
                <a:lnTo>
                  <a:pt x="578" y="570"/>
                </a:lnTo>
                <a:lnTo>
                  <a:pt x="578" y="376"/>
                </a:lnTo>
                <a:lnTo>
                  <a:pt x="488" y="376"/>
                </a:lnTo>
                <a:lnTo>
                  <a:pt x="488" y="88"/>
                </a:lnTo>
                <a:lnTo>
                  <a:pt x="578" y="88"/>
                </a:lnTo>
                <a:lnTo>
                  <a:pt x="578" y="0"/>
                </a:lnTo>
                <a:lnTo>
                  <a:pt x="247" y="0"/>
                </a:lnTo>
                <a:close/>
                <a:moveTo>
                  <a:pt x="157" y="88"/>
                </a:moveTo>
                <a:lnTo>
                  <a:pt x="246" y="88"/>
                </a:lnTo>
                <a:lnTo>
                  <a:pt x="246" y="0"/>
                </a:lnTo>
                <a:lnTo>
                  <a:pt x="0" y="0"/>
                </a:lnTo>
                <a:lnTo>
                  <a:pt x="0" y="570"/>
                </a:lnTo>
                <a:lnTo>
                  <a:pt x="246" y="570"/>
                </a:lnTo>
                <a:lnTo>
                  <a:pt x="246" y="376"/>
                </a:lnTo>
                <a:lnTo>
                  <a:pt x="157" y="37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26"/>
          <p:cNvSpPr/>
          <p:nvPr/>
        </p:nvSpPr>
        <p:spPr>
          <a:xfrm>
            <a:off x="5406483" y="3544817"/>
            <a:ext cx="180776" cy="51852"/>
          </a:xfrm>
          <a:custGeom>
            <a:rect b="b" l="l" r="r" t="t"/>
            <a:pathLst>
              <a:path extrusionOk="0" h="481" w="1677">
                <a:moveTo>
                  <a:pt x="1282" y="233"/>
                </a:moveTo>
                <a:lnTo>
                  <a:pt x="1235" y="0"/>
                </a:lnTo>
                <a:lnTo>
                  <a:pt x="652" y="233"/>
                </a:lnTo>
                <a:lnTo>
                  <a:pt x="583" y="0"/>
                </a:lnTo>
                <a:lnTo>
                  <a:pt x="0" y="233"/>
                </a:lnTo>
                <a:lnTo>
                  <a:pt x="0" y="481"/>
                </a:lnTo>
                <a:lnTo>
                  <a:pt x="1676" y="481"/>
                </a:lnTo>
                <a:lnTo>
                  <a:pt x="1676" y="2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26"/>
          <p:cNvSpPr/>
          <p:nvPr/>
        </p:nvSpPr>
        <p:spPr>
          <a:xfrm>
            <a:off x="5409070" y="3462027"/>
            <a:ext cx="46569" cy="19835"/>
          </a:xfrm>
          <a:custGeom>
            <a:rect b="b" l="l" r="r" t="t"/>
            <a:pathLst>
              <a:path extrusionOk="0" h="184" w="432">
                <a:moveTo>
                  <a:pt x="156" y="169"/>
                </a:moveTo>
                <a:cubicBezTo>
                  <a:pt x="203" y="163"/>
                  <a:pt x="257" y="93"/>
                  <a:pt x="309" y="83"/>
                </a:cubicBezTo>
                <a:cubicBezTo>
                  <a:pt x="358" y="74"/>
                  <a:pt x="380" y="86"/>
                  <a:pt x="409" y="159"/>
                </a:cubicBezTo>
                <a:cubicBezTo>
                  <a:pt x="432" y="159"/>
                  <a:pt x="431" y="5"/>
                  <a:pt x="316" y="19"/>
                </a:cubicBezTo>
                <a:cubicBezTo>
                  <a:pt x="231" y="29"/>
                  <a:pt x="195" y="86"/>
                  <a:pt x="139" y="93"/>
                </a:cubicBezTo>
                <a:cubicBezTo>
                  <a:pt x="93" y="100"/>
                  <a:pt x="48" y="91"/>
                  <a:pt x="23" y="1"/>
                </a:cubicBezTo>
                <a:cubicBezTo>
                  <a:pt x="0" y="6"/>
                  <a:pt x="27" y="184"/>
                  <a:pt x="156" y="1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26"/>
          <p:cNvSpPr/>
          <p:nvPr/>
        </p:nvSpPr>
        <p:spPr>
          <a:xfrm>
            <a:off x="5506197" y="3484342"/>
            <a:ext cx="25332" cy="66081"/>
          </a:xfrm>
          <a:custGeom>
            <a:rect b="b" l="l" r="r" t="t"/>
            <a:pathLst>
              <a:path extrusionOk="0" h="613" w="235">
                <a:moveTo>
                  <a:pt x="0" y="612"/>
                </a:moveTo>
                <a:lnTo>
                  <a:pt x="235" y="529"/>
                </a:lnTo>
                <a:lnTo>
                  <a:pt x="23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26"/>
          <p:cNvSpPr/>
          <p:nvPr/>
        </p:nvSpPr>
        <p:spPr>
          <a:xfrm>
            <a:off x="5406483" y="3651646"/>
            <a:ext cx="180776" cy="16170"/>
          </a:xfrm>
          <a:custGeom>
            <a:rect b="b" l="l" r="r" t="t"/>
            <a:pathLst>
              <a:path extrusionOk="0" h="150" w="1677">
                <a:moveTo>
                  <a:pt x="0" y="1"/>
                </a:moveTo>
                <a:lnTo>
                  <a:pt x="1676" y="1"/>
                </a:lnTo>
                <a:lnTo>
                  <a:pt x="1676" y="150"/>
                </a:lnTo>
                <a:lnTo>
                  <a:pt x="0" y="1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26"/>
          <p:cNvSpPr/>
          <p:nvPr/>
        </p:nvSpPr>
        <p:spPr>
          <a:xfrm>
            <a:off x="5474181" y="3462027"/>
            <a:ext cx="46784" cy="19835"/>
          </a:xfrm>
          <a:custGeom>
            <a:rect b="b" l="l" r="r" t="t"/>
            <a:pathLst>
              <a:path extrusionOk="0" h="184" w="434">
                <a:moveTo>
                  <a:pt x="157" y="169"/>
                </a:moveTo>
                <a:cubicBezTo>
                  <a:pt x="204" y="163"/>
                  <a:pt x="258" y="93"/>
                  <a:pt x="311" y="83"/>
                </a:cubicBezTo>
                <a:cubicBezTo>
                  <a:pt x="359" y="74"/>
                  <a:pt x="380" y="86"/>
                  <a:pt x="409" y="159"/>
                </a:cubicBezTo>
                <a:cubicBezTo>
                  <a:pt x="434" y="159"/>
                  <a:pt x="430" y="5"/>
                  <a:pt x="315" y="19"/>
                </a:cubicBezTo>
                <a:cubicBezTo>
                  <a:pt x="231" y="29"/>
                  <a:pt x="195" y="86"/>
                  <a:pt x="139" y="93"/>
                </a:cubicBezTo>
                <a:cubicBezTo>
                  <a:pt x="93" y="100"/>
                  <a:pt x="49" y="91"/>
                  <a:pt x="22" y="1"/>
                </a:cubicBezTo>
                <a:cubicBezTo>
                  <a:pt x="1" y="6"/>
                  <a:pt x="27" y="184"/>
                  <a:pt x="157" y="1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26"/>
          <p:cNvSpPr/>
          <p:nvPr/>
        </p:nvSpPr>
        <p:spPr>
          <a:xfrm>
            <a:off x="5478924" y="3719451"/>
            <a:ext cx="59396" cy="25333"/>
          </a:xfrm>
          <a:custGeom>
            <a:rect b="b" l="l" r="r" t="t"/>
            <a:pathLst>
              <a:path extrusionOk="0" h="235" w="551">
                <a:moveTo>
                  <a:pt x="198" y="215"/>
                </a:moveTo>
                <a:cubicBezTo>
                  <a:pt x="259" y="209"/>
                  <a:pt x="326" y="118"/>
                  <a:pt x="395" y="106"/>
                </a:cubicBezTo>
                <a:cubicBezTo>
                  <a:pt x="456" y="94"/>
                  <a:pt x="484" y="108"/>
                  <a:pt x="519" y="203"/>
                </a:cubicBezTo>
                <a:cubicBezTo>
                  <a:pt x="550" y="203"/>
                  <a:pt x="546" y="6"/>
                  <a:pt x="402" y="24"/>
                </a:cubicBezTo>
                <a:cubicBezTo>
                  <a:pt x="295" y="37"/>
                  <a:pt x="249" y="108"/>
                  <a:pt x="178" y="117"/>
                </a:cubicBezTo>
                <a:cubicBezTo>
                  <a:pt x="119" y="125"/>
                  <a:pt x="63" y="114"/>
                  <a:pt x="29" y="1"/>
                </a:cubicBezTo>
                <a:cubicBezTo>
                  <a:pt x="1" y="7"/>
                  <a:pt x="33" y="234"/>
                  <a:pt x="198" y="2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26"/>
          <p:cNvSpPr/>
          <p:nvPr/>
        </p:nvSpPr>
        <p:spPr>
          <a:xfrm>
            <a:off x="5327036" y="3756857"/>
            <a:ext cx="260115" cy="219696"/>
          </a:xfrm>
          <a:custGeom>
            <a:rect b="b" l="l" r="r" t="t"/>
            <a:pathLst>
              <a:path extrusionOk="0" h="2038" w="2413">
                <a:moveTo>
                  <a:pt x="2020" y="1214"/>
                </a:moveTo>
                <a:lnTo>
                  <a:pt x="1837" y="1214"/>
                </a:lnTo>
                <a:lnTo>
                  <a:pt x="1837" y="1"/>
                </a:lnTo>
                <a:lnTo>
                  <a:pt x="2066" y="1"/>
                </a:lnTo>
                <a:lnTo>
                  <a:pt x="2141" y="1130"/>
                </a:lnTo>
                <a:lnTo>
                  <a:pt x="2318" y="1130"/>
                </a:lnTo>
                <a:lnTo>
                  <a:pt x="2318" y="1463"/>
                </a:lnTo>
                <a:lnTo>
                  <a:pt x="2412" y="1463"/>
                </a:lnTo>
                <a:lnTo>
                  <a:pt x="2412" y="1463"/>
                </a:lnTo>
                <a:lnTo>
                  <a:pt x="2412" y="2038"/>
                </a:lnTo>
                <a:lnTo>
                  <a:pt x="1836" y="2038"/>
                </a:lnTo>
                <a:lnTo>
                  <a:pt x="1836" y="1551"/>
                </a:lnTo>
                <a:lnTo>
                  <a:pt x="2019" y="1551"/>
                </a:lnTo>
                <a:lnTo>
                  <a:pt x="2019" y="1214"/>
                </a:lnTo>
                <a:close/>
                <a:moveTo>
                  <a:pt x="1837" y="1214"/>
                </a:moveTo>
                <a:lnTo>
                  <a:pt x="1656" y="1214"/>
                </a:lnTo>
                <a:lnTo>
                  <a:pt x="1656" y="1551"/>
                </a:lnTo>
                <a:lnTo>
                  <a:pt x="1837" y="1551"/>
                </a:lnTo>
                <a:lnTo>
                  <a:pt x="1837" y="2038"/>
                </a:lnTo>
                <a:lnTo>
                  <a:pt x="1202" y="2038"/>
                </a:lnTo>
                <a:lnTo>
                  <a:pt x="1202" y="1551"/>
                </a:lnTo>
                <a:lnTo>
                  <a:pt x="1384" y="1551"/>
                </a:lnTo>
                <a:lnTo>
                  <a:pt x="1384" y="1214"/>
                </a:lnTo>
                <a:lnTo>
                  <a:pt x="1202" y="1214"/>
                </a:lnTo>
                <a:lnTo>
                  <a:pt x="1202" y="738"/>
                </a:lnTo>
                <a:lnTo>
                  <a:pt x="1554" y="492"/>
                </a:lnTo>
                <a:lnTo>
                  <a:pt x="1554" y="1130"/>
                </a:lnTo>
                <a:lnTo>
                  <a:pt x="1714" y="1130"/>
                </a:lnTo>
                <a:lnTo>
                  <a:pt x="1801" y="1"/>
                </a:lnTo>
                <a:lnTo>
                  <a:pt x="1837" y="1"/>
                </a:lnTo>
                <a:lnTo>
                  <a:pt x="1837" y="1214"/>
                </a:lnTo>
                <a:close/>
                <a:moveTo>
                  <a:pt x="1202" y="738"/>
                </a:moveTo>
                <a:lnTo>
                  <a:pt x="1202" y="1214"/>
                </a:lnTo>
                <a:lnTo>
                  <a:pt x="1021" y="1214"/>
                </a:lnTo>
                <a:lnTo>
                  <a:pt x="1021" y="1551"/>
                </a:lnTo>
                <a:lnTo>
                  <a:pt x="1202" y="1551"/>
                </a:lnTo>
                <a:lnTo>
                  <a:pt x="1202" y="2038"/>
                </a:lnTo>
                <a:lnTo>
                  <a:pt x="576" y="2038"/>
                </a:lnTo>
                <a:lnTo>
                  <a:pt x="576" y="1551"/>
                </a:lnTo>
                <a:lnTo>
                  <a:pt x="757" y="1551"/>
                </a:lnTo>
                <a:lnTo>
                  <a:pt x="757" y="1214"/>
                </a:lnTo>
                <a:lnTo>
                  <a:pt x="576" y="1214"/>
                </a:lnTo>
                <a:lnTo>
                  <a:pt x="576" y="529"/>
                </a:lnTo>
                <a:lnTo>
                  <a:pt x="629" y="492"/>
                </a:lnTo>
                <a:lnTo>
                  <a:pt x="629" y="816"/>
                </a:lnTo>
                <a:lnTo>
                  <a:pt x="1092" y="492"/>
                </a:lnTo>
                <a:lnTo>
                  <a:pt x="1092" y="816"/>
                </a:lnTo>
                <a:close/>
                <a:moveTo>
                  <a:pt x="576" y="529"/>
                </a:moveTo>
                <a:lnTo>
                  <a:pt x="576" y="1214"/>
                </a:lnTo>
                <a:lnTo>
                  <a:pt x="394" y="1214"/>
                </a:lnTo>
                <a:lnTo>
                  <a:pt x="394" y="1551"/>
                </a:lnTo>
                <a:lnTo>
                  <a:pt x="576" y="1551"/>
                </a:lnTo>
                <a:lnTo>
                  <a:pt x="576" y="2038"/>
                </a:lnTo>
                <a:lnTo>
                  <a:pt x="1" y="2038"/>
                </a:lnTo>
                <a:lnTo>
                  <a:pt x="1" y="1463"/>
                </a:lnTo>
                <a:lnTo>
                  <a:pt x="167" y="1463"/>
                </a:lnTo>
                <a:lnTo>
                  <a:pt x="167" y="8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26"/>
          <p:cNvSpPr/>
          <p:nvPr/>
        </p:nvSpPr>
        <p:spPr>
          <a:xfrm>
            <a:off x="5346116" y="3809787"/>
            <a:ext cx="48617" cy="34173"/>
          </a:xfrm>
          <a:custGeom>
            <a:rect b="b" l="l" r="r" t="t"/>
            <a:pathLst>
              <a:path extrusionOk="0" h="317" w="451">
                <a:moveTo>
                  <a:pt x="451" y="317"/>
                </a:moveTo>
                <a:lnTo>
                  <a:pt x="451" y="1"/>
                </a:lnTo>
                <a:lnTo>
                  <a:pt x="1" y="3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26"/>
          <p:cNvSpPr/>
          <p:nvPr/>
        </p:nvSpPr>
        <p:spPr>
          <a:xfrm>
            <a:off x="5445937" y="3809787"/>
            <a:ext cx="48617" cy="34173"/>
          </a:xfrm>
          <a:custGeom>
            <a:rect b="b" l="l" r="r" t="t"/>
            <a:pathLst>
              <a:path extrusionOk="0" h="317" w="451">
                <a:moveTo>
                  <a:pt x="451" y="317"/>
                </a:moveTo>
                <a:lnTo>
                  <a:pt x="451" y="1"/>
                </a:lnTo>
                <a:lnTo>
                  <a:pt x="1" y="3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26"/>
          <p:cNvSpPr/>
          <p:nvPr/>
        </p:nvSpPr>
        <p:spPr>
          <a:xfrm>
            <a:off x="5396027" y="3809787"/>
            <a:ext cx="48617" cy="34173"/>
          </a:xfrm>
          <a:custGeom>
            <a:rect b="b" l="l" r="r" t="t"/>
            <a:pathLst>
              <a:path extrusionOk="0" h="317" w="451">
                <a:moveTo>
                  <a:pt x="450" y="317"/>
                </a:moveTo>
                <a:lnTo>
                  <a:pt x="450" y="1"/>
                </a:lnTo>
                <a:lnTo>
                  <a:pt x="0" y="3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26"/>
          <p:cNvSpPr/>
          <p:nvPr/>
        </p:nvSpPr>
        <p:spPr>
          <a:xfrm>
            <a:off x="5515144" y="3792754"/>
            <a:ext cx="39777" cy="41287"/>
          </a:xfrm>
          <a:custGeom>
            <a:rect b="b" l="l" r="r" t="t"/>
            <a:pathLst>
              <a:path extrusionOk="0" h="383" w="369">
                <a:moveTo>
                  <a:pt x="30" y="0"/>
                </a:moveTo>
                <a:lnTo>
                  <a:pt x="0" y="383"/>
                </a:lnTo>
                <a:lnTo>
                  <a:pt x="369" y="383"/>
                </a:lnTo>
                <a:lnTo>
                  <a:pt x="34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26"/>
          <p:cNvSpPr/>
          <p:nvPr/>
        </p:nvSpPr>
        <p:spPr>
          <a:xfrm>
            <a:off x="5327036" y="3936342"/>
            <a:ext cx="260223" cy="40102"/>
          </a:xfrm>
          <a:custGeom>
            <a:rect b="b" l="l" r="r" t="t"/>
            <a:pathLst>
              <a:path extrusionOk="0" h="372" w="2414">
                <a:moveTo>
                  <a:pt x="1" y="0"/>
                </a:moveTo>
                <a:lnTo>
                  <a:pt x="2413" y="0"/>
                </a:lnTo>
                <a:lnTo>
                  <a:pt x="2413" y="372"/>
                </a:lnTo>
                <a:lnTo>
                  <a:pt x="1" y="37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26"/>
          <p:cNvSpPr/>
          <p:nvPr/>
        </p:nvSpPr>
        <p:spPr>
          <a:xfrm>
            <a:off x="3330507" y="1088619"/>
            <a:ext cx="2497884" cy="3629518"/>
          </a:xfrm>
          <a:custGeom>
            <a:rect b="b" l="l" r="r" t="t"/>
            <a:pathLst>
              <a:path extrusionOk="0" h="33669" w="23172">
                <a:moveTo>
                  <a:pt x="0" y="1"/>
                </a:moveTo>
                <a:lnTo>
                  <a:pt x="0" y="405"/>
                </a:lnTo>
                <a:lnTo>
                  <a:pt x="202" y="405"/>
                </a:lnTo>
                <a:lnTo>
                  <a:pt x="202" y="1"/>
                </a:lnTo>
                <a:close/>
                <a:moveTo>
                  <a:pt x="0" y="1012"/>
                </a:moveTo>
                <a:lnTo>
                  <a:pt x="0" y="1416"/>
                </a:lnTo>
                <a:lnTo>
                  <a:pt x="202" y="1416"/>
                </a:lnTo>
                <a:lnTo>
                  <a:pt x="202" y="1012"/>
                </a:lnTo>
                <a:close/>
                <a:moveTo>
                  <a:pt x="0" y="2024"/>
                </a:moveTo>
                <a:lnTo>
                  <a:pt x="0" y="2428"/>
                </a:lnTo>
                <a:lnTo>
                  <a:pt x="202" y="2428"/>
                </a:lnTo>
                <a:lnTo>
                  <a:pt x="202" y="2024"/>
                </a:lnTo>
                <a:close/>
                <a:moveTo>
                  <a:pt x="0" y="3036"/>
                </a:moveTo>
                <a:lnTo>
                  <a:pt x="0" y="3440"/>
                </a:lnTo>
                <a:lnTo>
                  <a:pt x="202" y="3440"/>
                </a:lnTo>
                <a:lnTo>
                  <a:pt x="202" y="3036"/>
                </a:lnTo>
                <a:close/>
                <a:moveTo>
                  <a:pt x="0" y="4047"/>
                </a:moveTo>
                <a:lnTo>
                  <a:pt x="0" y="4452"/>
                </a:lnTo>
                <a:lnTo>
                  <a:pt x="202" y="4452"/>
                </a:lnTo>
                <a:lnTo>
                  <a:pt x="202" y="4047"/>
                </a:lnTo>
                <a:close/>
                <a:moveTo>
                  <a:pt x="0" y="5058"/>
                </a:moveTo>
                <a:lnTo>
                  <a:pt x="0" y="5463"/>
                </a:lnTo>
                <a:lnTo>
                  <a:pt x="202" y="5463"/>
                </a:lnTo>
                <a:lnTo>
                  <a:pt x="202" y="5058"/>
                </a:lnTo>
                <a:close/>
                <a:moveTo>
                  <a:pt x="0" y="6070"/>
                </a:moveTo>
                <a:lnTo>
                  <a:pt x="0" y="6474"/>
                </a:lnTo>
                <a:lnTo>
                  <a:pt x="202" y="6474"/>
                </a:lnTo>
                <a:lnTo>
                  <a:pt x="202" y="6070"/>
                </a:lnTo>
                <a:close/>
                <a:moveTo>
                  <a:pt x="0" y="7082"/>
                </a:moveTo>
                <a:lnTo>
                  <a:pt x="0" y="7486"/>
                </a:lnTo>
                <a:lnTo>
                  <a:pt x="202" y="7486"/>
                </a:lnTo>
                <a:lnTo>
                  <a:pt x="202" y="7082"/>
                </a:lnTo>
                <a:close/>
                <a:moveTo>
                  <a:pt x="0" y="8094"/>
                </a:moveTo>
                <a:lnTo>
                  <a:pt x="0" y="8498"/>
                </a:lnTo>
                <a:lnTo>
                  <a:pt x="202" y="8498"/>
                </a:lnTo>
                <a:lnTo>
                  <a:pt x="202" y="8094"/>
                </a:lnTo>
                <a:close/>
                <a:moveTo>
                  <a:pt x="7777" y="8628"/>
                </a:moveTo>
                <a:lnTo>
                  <a:pt x="7777" y="8831"/>
                </a:lnTo>
                <a:lnTo>
                  <a:pt x="8181" y="8831"/>
                </a:lnTo>
                <a:lnTo>
                  <a:pt x="8181" y="8628"/>
                </a:lnTo>
                <a:close/>
                <a:moveTo>
                  <a:pt x="8789" y="8628"/>
                </a:moveTo>
                <a:lnTo>
                  <a:pt x="8789" y="8831"/>
                </a:lnTo>
                <a:lnTo>
                  <a:pt x="9193" y="8831"/>
                </a:lnTo>
                <a:lnTo>
                  <a:pt x="9193" y="8628"/>
                </a:lnTo>
                <a:close/>
                <a:moveTo>
                  <a:pt x="9800" y="8628"/>
                </a:moveTo>
                <a:lnTo>
                  <a:pt x="9800" y="8831"/>
                </a:lnTo>
                <a:lnTo>
                  <a:pt x="10204" y="8831"/>
                </a:lnTo>
                <a:lnTo>
                  <a:pt x="10204" y="8628"/>
                </a:lnTo>
                <a:close/>
                <a:moveTo>
                  <a:pt x="6979" y="8630"/>
                </a:moveTo>
                <a:lnTo>
                  <a:pt x="6970" y="8632"/>
                </a:lnTo>
                <a:lnTo>
                  <a:pt x="6962" y="8633"/>
                </a:lnTo>
                <a:lnTo>
                  <a:pt x="6953" y="8634"/>
                </a:lnTo>
                <a:lnTo>
                  <a:pt x="6943" y="8635"/>
                </a:lnTo>
                <a:lnTo>
                  <a:pt x="6934" y="8637"/>
                </a:lnTo>
                <a:lnTo>
                  <a:pt x="6926" y="8638"/>
                </a:lnTo>
                <a:lnTo>
                  <a:pt x="6917" y="8640"/>
                </a:lnTo>
                <a:lnTo>
                  <a:pt x="6908" y="8641"/>
                </a:lnTo>
                <a:lnTo>
                  <a:pt x="6898" y="8643"/>
                </a:lnTo>
                <a:lnTo>
                  <a:pt x="6890" y="8644"/>
                </a:lnTo>
                <a:lnTo>
                  <a:pt x="6881" y="8645"/>
                </a:lnTo>
                <a:lnTo>
                  <a:pt x="6872" y="8646"/>
                </a:lnTo>
                <a:lnTo>
                  <a:pt x="6863" y="8648"/>
                </a:lnTo>
                <a:lnTo>
                  <a:pt x="6854" y="8649"/>
                </a:lnTo>
                <a:lnTo>
                  <a:pt x="6845" y="8650"/>
                </a:lnTo>
                <a:lnTo>
                  <a:pt x="6836" y="8651"/>
                </a:lnTo>
                <a:lnTo>
                  <a:pt x="6827" y="8653"/>
                </a:lnTo>
                <a:lnTo>
                  <a:pt x="6820" y="8654"/>
                </a:lnTo>
                <a:lnTo>
                  <a:pt x="6811" y="8655"/>
                </a:lnTo>
                <a:lnTo>
                  <a:pt x="6804" y="8656"/>
                </a:lnTo>
                <a:lnTo>
                  <a:pt x="6795" y="8659"/>
                </a:lnTo>
                <a:lnTo>
                  <a:pt x="6788" y="8662"/>
                </a:lnTo>
                <a:lnTo>
                  <a:pt x="6780" y="8664"/>
                </a:lnTo>
                <a:lnTo>
                  <a:pt x="6773" y="8667"/>
                </a:lnTo>
                <a:lnTo>
                  <a:pt x="6764" y="8669"/>
                </a:lnTo>
                <a:lnTo>
                  <a:pt x="6757" y="8672"/>
                </a:lnTo>
                <a:lnTo>
                  <a:pt x="6749" y="8674"/>
                </a:lnTo>
                <a:lnTo>
                  <a:pt x="6742" y="8677"/>
                </a:lnTo>
                <a:lnTo>
                  <a:pt x="6734" y="8679"/>
                </a:lnTo>
                <a:lnTo>
                  <a:pt x="6726" y="8682"/>
                </a:lnTo>
                <a:lnTo>
                  <a:pt x="6724" y="8682"/>
                </a:lnTo>
                <a:lnTo>
                  <a:pt x="6800" y="8873"/>
                </a:lnTo>
                <a:lnTo>
                  <a:pt x="6801" y="8873"/>
                </a:lnTo>
                <a:lnTo>
                  <a:pt x="6807" y="8870"/>
                </a:lnTo>
                <a:lnTo>
                  <a:pt x="6814" y="8868"/>
                </a:lnTo>
                <a:lnTo>
                  <a:pt x="6821" y="8865"/>
                </a:lnTo>
                <a:lnTo>
                  <a:pt x="6827" y="8864"/>
                </a:lnTo>
                <a:lnTo>
                  <a:pt x="6833" y="8863"/>
                </a:lnTo>
                <a:lnTo>
                  <a:pt x="6840" y="8861"/>
                </a:lnTo>
                <a:lnTo>
                  <a:pt x="6846" y="8860"/>
                </a:lnTo>
                <a:lnTo>
                  <a:pt x="6852" y="8858"/>
                </a:lnTo>
                <a:lnTo>
                  <a:pt x="6858" y="8857"/>
                </a:lnTo>
                <a:lnTo>
                  <a:pt x="6866" y="8855"/>
                </a:lnTo>
                <a:lnTo>
                  <a:pt x="6872" y="8854"/>
                </a:lnTo>
                <a:lnTo>
                  <a:pt x="6878" y="8853"/>
                </a:lnTo>
                <a:lnTo>
                  <a:pt x="6884" y="8852"/>
                </a:lnTo>
                <a:lnTo>
                  <a:pt x="6891" y="8850"/>
                </a:lnTo>
                <a:lnTo>
                  <a:pt x="6897" y="8849"/>
                </a:lnTo>
                <a:lnTo>
                  <a:pt x="6903" y="8848"/>
                </a:lnTo>
                <a:lnTo>
                  <a:pt x="6910" y="8847"/>
                </a:lnTo>
                <a:lnTo>
                  <a:pt x="6917" y="8845"/>
                </a:lnTo>
                <a:lnTo>
                  <a:pt x="6923" y="8844"/>
                </a:lnTo>
                <a:lnTo>
                  <a:pt x="6929" y="8843"/>
                </a:lnTo>
                <a:lnTo>
                  <a:pt x="6935" y="8842"/>
                </a:lnTo>
                <a:lnTo>
                  <a:pt x="6942" y="8840"/>
                </a:lnTo>
                <a:lnTo>
                  <a:pt x="6949" y="8839"/>
                </a:lnTo>
                <a:lnTo>
                  <a:pt x="6955" y="8838"/>
                </a:lnTo>
                <a:lnTo>
                  <a:pt x="6961" y="8837"/>
                </a:lnTo>
                <a:lnTo>
                  <a:pt x="6968" y="8835"/>
                </a:lnTo>
                <a:lnTo>
                  <a:pt x="6975" y="8834"/>
                </a:lnTo>
                <a:lnTo>
                  <a:pt x="6981" y="8833"/>
                </a:lnTo>
                <a:lnTo>
                  <a:pt x="7159" y="8833"/>
                </a:lnTo>
                <a:lnTo>
                  <a:pt x="7159" y="8630"/>
                </a:lnTo>
                <a:close/>
                <a:moveTo>
                  <a:pt x="10841" y="8739"/>
                </a:moveTo>
                <a:lnTo>
                  <a:pt x="10753" y="8921"/>
                </a:lnTo>
                <a:cubicBezTo>
                  <a:pt x="10863" y="8975"/>
                  <a:pt x="10965" y="9048"/>
                  <a:pt x="11053" y="9135"/>
                </a:cubicBezTo>
                <a:lnTo>
                  <a:pt x="11196" y="8991"/>
                </a:lnTo>
                <a:cubicBezTo>
                  <a:pt x="11091" y="8888"/>
                  <a:pt x="10974" y="8802"/>
                  <a:pt x="10841" y="8739"/>
                </a:cubicBezTo>
                <a:close/>
                <a:moveTo>
                  <a:pt x="6194" y="9031"/>
                </a:moveTo>
                <a:lnTo>
                  <a:pt x="6190" y="9037"/>
                </a:lnTo>
                <a:lnTo>
                  <a:pt x="6184" y="9043"/>
                </a:lnTo>
                <a:lnTo>
                  <a:pt x="6177" y="9049"/>
                </a:lnTo>
                <a:lnTo>
                  <a:pt x="6171" y="9056"/>
                </a:lnTo>
                <a:lnTo>
                  <a:pt x="6165" y="9062"/>
                </a:lnTo>
                <a:lnTo>
                  <a:pt x="6159" y="9068"/>
                </a:lnTo>
                <a:lnTo>
                  <a:pt x="6153" y="9074"/>
                </a:lnTo>
                <a:lnTo>
                  <a:pt x="6148" y="9082"/>
                </a:lnTo>
                <a:lnTo>
                  <a:pt x="6143" y="9088"/>
                </a:lnTo>
                <a:lnTo>
                  <a:pt x="6138" y="9094"/>
                </a:lnTo>
                <a:lnTo>
                  <a:pt x="6133" y="9100"/>
                </a:lnTo>
                <a:lnTo>
                  <a:pt x="6128" y="9107"/>
                </a:lnTo>
                <a:lnTo>
                  <a:pt x="6123" y="9113"/>
                </a:lnTo>
                <a:lnTo>
                  <a:pt x="6118" y="9119"/>
                </a:lnTo>
                <a:lnTo>
                  <a:pt x="6113" y="9128"/>
                </a:lnTo>
                <a:lnTo>
                  <a:pt x="6107" y="9135"/>
                </a:lnTo>
                <a:lnTo>
                  <a:pt x="6102" y="9143"/>
                </a:lnTo>
                <a:lnTo>
                  <a:pt x="6097" y="9150"/>
                </a:lnTo>
                <a:lnTo>
                  <a:pt x="6092" y="9158"/>
                </a:lnTo>
                <a:lnTo>
                  <a:pt x="6087" y="9165"/>
                </a:lnTo>
                <a:lnTo>
                  <a:pt x="6082" y="9174"/>
                </a:lnTo>
                <a:lnTo>
                  <a:pt x="6077" y="9181"/>
                </a:lnTo>
                <a:lnTo>
                  <a:pt x="6072" y="9189"/>
                </a:lnTo>
                <a:lnTo>
                  <a:pt x="6067" y="9196"/>
                </a:lnTo>
                <a:lnTo>
                  <a:pt x="6061" y="9204"/>
                </a:lnTo>
                <a:lnTo>
                  <a:pt x="6056" y="9211"/>
                </a:lnTo>
                <a:lnTo>
                  <a:pt x="6051" y="9220"/>
                </a:lnTo>
                <a:lnTo>
                  <a:pt x="6046" y="9227"/>
                </a:lnTo>
                <a:lnTo>
                  <a:pt x="6041" y="9235"/>
                </a:lnTo>
                <a:lnTo>
                  <a:pt x="6036" y="9242"/>
                </a:lnTo>
                <a:lnTo>
                  <a:pt x="6031" y="9250"/>
                </a:lnTo>
                <a:lnTo>
                  <a:pt x="6026" y="9258"/>
                </a:lnTo>
                <a:lnTo>
                  <a:pt x="6020" y="9266"/>
                </a:lnTo>
                <a:lnTo>
                  <a:pt x="6015" y="9273"/>
                </a:lnTo>
                <a:lnTo>
                  <a:pt x="6010" y="9281"/>
                </a:lnTo>
                <a:lnTo>
                  <a:pt x="6005" y="9288"/>
                </a:lnTo>
                <a:lnTo>
                  <a:pt x="6000" y="9296"/>
                </a:lnTo>
                <a:lnTo>
                  <a:pt x="5995" y="9304"/>
                </a:lnTo>
                <a:lnTo>
                  <a:pt x="5990" y="9312"/>
                </a:lnTo>
                <a:lnTo>
                  <a:pt x="5985" y="9319"/>
                </a:lnTo>
                <a:lnTo>
                  <a:pt x="5980" y="9327"/>
                </a:lnTo>
                <a:lnTo>
                  <a:pt x="5974" y="9334"/>
                </a:lnTo>
                <a:lnTo>
                  <a:pt x="5970" y="9342"/>
                </a:lnTo>
                <a:lnTo>
                  <a:pt x="5966" y="9350"/>
                </a:lnTo>
                <a:lnTo>
                  <a:pt x="5962" y="9358"/>
                </a:lnTo>
                <a:lnTo>
                  <a:pt x="5959" y="9365"/>
                </a:lnTo>
                <a:lnTo>
                  <a:pt x="5955" y="9373"/>
                </a:lnTo>
                <a:lnTo>
                  <a:pt x="5951" y="9380"/>
                </a:lnTo>
                <a:lnTo>
                  <a:pt x="5950" y="9383"/>
                </a:lnTo>
                <a:lnTo>
                  <a:pt x="6126" y="9481"/>
                </a:lnTo>
                <a:lnTo>
                  <a:pt x="6128" y="9478"/>
                </a:lnTo>
                <a:lnTo>
                  <a:pt x="6131" y="9470"/>
                </a:lnTo>
                <a:lnTo>
                  <a:pt x="6135" y="9462"/>
                </a:lnTo>
                <a:lnTo>
                  <a:pt x="6139" y="9455"/>
                </a:lnTo>
                <a:lnTo>
                  <a:pt x="6143" y="9447"/>
                </a:lnTo>
                <a:lnTo>
                  <a:pt x="6146" y="9439"/>
                </a:lnTo>
                <a:lnTo>
                  <a:pt x="6150" y="9431"/>
                </a:lnTo>
                <a:lnTo>
                  <a:pt x="6155" y="9423"/>
                </a:lnTo>
                <a:lnTo>
                  <a:pt x="6159" y="9417"/>
                </a:lnTo>
                <a:lnTo>
                  <a:pt x="6162" y="9411"/>
                </a:lnTo>
                <a:lnTo>
                  <a:pt x="6166" y="9405"/>
                </a:lnTo>
                <a:lnTo>
                  <a:pt x="6170" y="9398"/>
                </a:lnTo>
                <a:lnTo>
                  <a:pt x="6174" y="9392"/>
                </a:lnTo>
                <a:lnTo>
                  <a:pt x="6177" y="9385"/>
                </a:lnTo>
                <a:lnTo>
                  <a:pt x="6181" y="9379"/>
                </a:lnTo>
                <a:lnTo>
                  <a:pt x="6185" y="9372"/>
                </a:lnTo>
                <a:lnTo>
                  <a:pt x="6189" y="9366"/>
                </a:lnTo>
                <a:lnTo>
                  <a:pt x="6192" y="9360"/>
                </a:lnTo>
                <a:lnTo>
                  <a:pt x="6196" y="9354"/>
                </a:lnTo>
                <a:lnTo>
                  <a:pt x="6201" y="9347"/>
                </a:lnTo>
                <a:lnTo>
                  <a:pt x="6205" y="9340"/>
                </a:lnTo>
                <a:lnTo>
                  <a:pt x="6208" y="9334"/>
                </a:lnTo>
                <a:lnTo>
                  <a:pt x="6212" y="9328"/>
                </a:lnTo>
                <a:lnTo>
                  <a:pt x="6216" y="9321"/>
                </a:lnTo>
                <a:lnTo>
                  <a:pt x="6221" y="9315"/>
                </a:lnTo>
                <a:lnTo>
                  <a:pt x="6226" y="9309"/>
                </a:lnTo>
                <a:lnTo>
                  <a:pt x="6231" y="9303"/>
                </a:lnTo>
                <a:lnTo>
                  <a:pt x="6236" y="9295"/>
                </a:lnTo>
                <a:lnTo>
                  <a:pt x="6241" y="9289"/>
                </a:lnTo>
                <a:lnTo>
                  <a:pt x="6247" y="9283"/>
                </a:lnTo>
                <a:lnTo>
                  <a:pt x="6252" y="9277"/>
                </a:lnTo>
                <a:lnTo>
                  <a:pt x="6257" y="9270"/>
                </a:lnTo>
                <a:lnTo>
                  <a:pt x="6262" y="9264"/>
                </a:lnTo>
                <a:lnTo>
                  <a:pt x="6267" y="9258"/>
                </a:lnTo>
                <a:lnTo>
                  <a:pt x="6272" y="9251"/>
                </a:lnTo>
                <a:lnTo>
                  <a:pt x="6277" y="9244"/>
                </a:lnTo>
                <a:lnTo>
                  <a:pt x="6282" y="9238"/>
                </a:lnTo>
                <a:lnTo>
                  <a:pt x="6288" y="9232"/>
                </a:lnTo>
                <a:lnTo>
                  <a:pt x="6293" y="9226"/>
                </a:lnTo>
                <a:lnTo>
                  <a:pt x="6298" y="9219"/>
                </a:lnTo>
                <a:lnTo>
                  <a:pt x="6303" y="9213"/>
                </a:lnTo>
                <a:lnTo>
                  <a:pt x="6308" y="9206"/>
                </a:lnTo>
                <a:lnTo>
                  <a:pt x="6313" y="9200"/>
                </a:lnTo>
                <a:lnTo>
                  <a:pt x="6318" y="9193"/>
                </a:lnTo>
                <a:lnTo>
                  <a:pt x="6323" y="9188"/>
                </a:lnTo>
                <a:lnTo>
                  <a:pt x="6328" y="9183"/>
                </a:lnTo>
                <a:lnTo>
                  <a:pt x="6334" y="9178"/>
                </a:lnTo>
                <a:lnTo>
                  <a:pt x="6339" y="9174"/>
                </a:lnTo>
                <a:lnTo>
                  <a:pt x="6343" y="9170"/>
                </a:lnTo>
                <a:lnTo>
                  <a:pt x="6194" y="9031"/>
                </a:lnTo>
                <a:close/>
                <a:moveTo>
                  <a:pt x="0" y="9105"/>
                </a:moveTo>
                <a:lnTo>
                  <a:pt x="0" y="9509"/>
                </a:lnTo>
                <a:lnTo>
                  <a:pt x="202" y="9509"/>
                </a:lnTo>
                <a:lnTo>
                  <a:pt x="202" y="9105"/>
                </a:lnTo>
                <a:close/>
                <a:moveTo>
                  <a:pt x="11544" y="9534"/>
                </a:moveTo>
                <a:lnTo>
                  <a:pt x="11362" y="9605"/>
                </a:lnTo>
                <a:lnTo>
                  <a:pt x="11364" y="9614"/>
                </a:lnTo>
                <a:lnTo>
                  <a:pt x="11366" y="9621"/>
                </a:lnTo>
                <a:lnTo>
                  <a:pt x="11369" y="9629"/>
                </a:lnTo>
                <a:lnTo>
                  <a:pt x="11371" y="9636"/>
                </a:lnTo>
                <a:lnTo>
                  <a:pt x="11374" y="9644"/>
                </a:lnTo>
                <a:lnTo>
                  <a:pt x="11376" y="9651"/>
                </a:lnTo>
                <a:lnTo>
                  <a:pt x="11379" y="9660"/>
                </a:lnTo>
                <a:lnTo>
                  <a:pt x="11381" y="9667"/>
                </a:lnTo>
                <a:lnTo>
                  <a:pt x="11384" y="9675"/>
                </a:lnTo>
                <a:lnTo>
                  <a:pt x="11386" y="9682"/>
                </a:lnTo>
                <a:lnTo>
                  <a:pt x="11389" y="9690"/>
                </a:lnTo>
                <a:lnTo>
                  <a:pt x="11391" y="9697"/>
                </a:lnTo>
                <a:lnTo>
                  <a:pt x="11394" y="9706"/>
                </a:lnTo>
                <a:lnTo>
                  <a:pt x="11396" y="9713"/>
                </a:lnTo>
                <a:lnTo>
                  <a:pt x="11399" y="9721"/>
                </a:lnTo>
                <a:lnTo>
                  <a:pt x="11401" y="9728"/>
                </a:lnTo>
                <a:lnTo>
                  <a:pt x="11404" y="9736"/>
                </a:lnTo>
                <a:lnTo>
                  <a:pt x="11407" y="9744"/>
                </a:lnTo>
                <a:lnTo>
                  <a:pt x="11410" y="9752"/>
                </a:lnTo>
                <a:lnTo>
                  <a:pt x="11412" y="9759"/>
                </a:lnTo>
                <a:lnTo>
                  <a:pt x="11415" y="9767"/>
                </a:lnTo>
                <a:lnTo>
                  <a:pt x="11417" y="9774"/>
                </a:lnTo>
                <a:lnTo>
                  <a:pt x="11420" y="9783"/>
                </a:lnTo>
                <a:lnTo>
                  <a:pt x="11422" y="9791"/>
                </a:lnTo>
                <a:lnTo>
                  <a:pt x="11425" y="9800"/>
                </a:lnTo>
                <a:lnTo>
                  <a:pt x="11427" y="9809"/>
                </a:lnTo>
                <a:lnTo>
                  <a:pt x="11430" y="9818"/>
                </a:lnTo>
                <a:lnTo>
                  <a:pt x="11432" y="9826"/>
                </a:lnTo>
                <a:lnTo>
                  <a:pt x="11435" y="9836"/>
                </a:lnTo>
                <a:lnTo>
                  <a:pt x="11437" y="9845"/>
                </a:lnTo>
                <a:lnTo>
                  <a:pt x="11440" y="9854"/>
                </a:lnTo>
                <a:lnTo>
                  <a:pt x="11442" y="9862"/>
                </a:lnTo>
                <a:lnTo>
                  <a:pt x="11444" y="9871"/>
                </a:lnTo>
                <a:lnTo>
                  <a:pt x="11445" y="9881"/>
                </a:lnTo>
                <a:lnTo>
                  <a:pt x="11446" y="9890"/>
                </a:lnTo>
                <a:lnTo>
                  <a:pt x="11447" y="9898"/>
                </a:lnTo>
                <a:lnTo>
                  <a:pt x="11450" y="9907"/>
                </a:lnTo>
                <a:lnTo>
                  <a:pt x="11451" y="9916"/>
                </a:lnTo>
                <a:lnTo>
                  <a:pt x="11452" y="9926"/>
                </a:lnTo>
                <a:lnTo>
                  <a:pt x="11453" y="9934"/>
                </a:lnTo>
                <a:lnTo>
                  <a:pt x="11455" y="9943"/>
                </a:lnTo>
                <a:lnTo>
                  <a:pt x="11456" y="9952"/>
                </a:lnTo>
                <a:lnTo>
                  <a:pt x="11457" y="9961"/>
                </a:lnTo>
                <a:lnTo>
                  <a:pt x="11458" y="9970"/>
                </a:lnTo>
                <a:lnTo>
                  <a:pt x="11458" y="9974"/>
                </a:lnTo>
                <a:lnTo>
                  <a:pt x="11657" y="9943"/>
                </a:lnTo>
                <a:lnTo>
                  <a:pt x="11656" y="9938"/>
                </a:lnTo>
                <a:lnTo>
                  <a:pt x="11655" y="9928"/>
                </a:lnTo>
                <a:lnTo>
                  <a:pt x="11654" y="9917"/>
                </a:lnTo>
                <a:lnTo>
                  <a:pt x="11652" y="9907"/>
                </a:lnTo>
                <a:lnTo>
                  <a:pt x="11651" y="9897"/>
                </a:lnTo>
                <a:lnTo>
                  <a:pt x="11650" y="9887"/>
                </a:lnTo>
                <a:lnTo>
                  <a:pt x="11649" y="9877"/>
                </a:lnTo>
                <a:lnTo>
                  <a:pt x="11647" y="9866"/>
                </a:lnTo>
                <a:lnTo>
                  <a:pt x="11646" y="9856"/>
                </a:lnTo>
                <a:lnTo>
                  <a:pt x="11644" y="9846"/>
                </a:lnTo>
                <a:lnTo>
                  <a:pt x="11641" y="9837"/>
                </a:lnTo>
                <a:lnTo>
                  <a:pt x="11639" y="9828"/>
                </a:lnTo>
                <a:lnTo>
                  <a:pt x="11636" y="9819"/>
                </a:lnTo>
                <a:lnTo>
                  <a:pt x="11634" y="9810"/>
                </a:lnTo>
                <a:lnTo>
                  <a:pt x="11631" y="9801"/>
                </a:lnTo>
                <a:lnTo>
                  <a:pt x="11629" y="9793"/>
                </a:lnTo>
                <a:lnTo>
                  <a:pt x="11626" y="9783"/>
                </a:lnTo>
                <a:lnTo>
                  <a:pt x="11623" y="9774"/>
                </a:lnTo>
                <a:lnTo>
                  <a:pt x="11620" y="9765"/>
                </a:lnTo>
                <a:lnTo>
                  <a:pt x="11618" y="9757"/>
                </a:lnTo>
                <a:lnTo>
                  <a:pt x="11615" y="9748"/>
                </a:lnTo>
                <a:lnTo>
                  <a:pt x="11613" y="9738"/>
                </a:lnTo>
                <a:lnTo>
                  <a:pt x="11610" y="9729"/>
                </a:lnTo>
                <a:lnTo>
                  <a:pt x="11608" y="9721"/>
                </a:lnTo>
                <a:lnTo>
                  <a:pt x="11605" y="9712"/>
                </a:lnTo>
                <a:lnTo>
                  <a:pt x="11603" y="9703"/>
                </a:lnTo>
                <a:lnTo>
                  <a:pt x="11600" y="9693"/>
                </a:lnTo>
                <a:lnTo>
                  <a:pt x="11598" y="9685"/>
                </a:lnTo>
                <a:lnTo>
                  <a:pt x="11595" y="9676"/>
                </a:lnTo>
                <a:lnTo>
                  <a:pt x="11593" y="9667"/>
                </a:lnTo>
                <a:lnTo>
                  <a:pt x="11590" y="9658"/>
                </a:lnTo>
                <a:lnTo>
                  <a:pt x="11588" y="9649"/>
                </a:lnTo>
                <a:lnTo>
                  <a:pt x="11585" y="9640"/>
                </a:lnTo>
                <a:lnTo>
                  <a:pt x="11583" y="9631"/>
                </a:lnTo>
                <a:lnTo>
                  <a:pt x="11579" y="9622"/>
                </a:lnTo>
                <a:lnTo>
                  <a:pt x="11577" y="9614"/>
                </a:lnTo>
                <a:lnTo>
                  <a:pt x="11573" y="9604"/>
                </a:lnTo>
                <a:lnTo>
                  <a:pt x="11569" y="9595"/>
                </a:lnTo>
                <a:lnTo>
                  <a:pt x="11565" y="9586"/>
                </a:lnTo>
                <a:lnTo>
                  <a:pt x="11562" y="9578"/>
                </a:lnTo>
                <a:lnTo>
                  <a:pt x="11558" y="9569"/>
                </a:lnTo>
                <a:lnTo>
                  <a:pt x="11554" y="9559"/>
                </a:lnTo>
                <a:lnTo>
                  <a:pt x="11550" y="9550"/>
                </a:lnTo>
                <a:lnTo>
                  <a:pt x="11547" y="9542"/>
                </a:lnTo>
                <a:lnTo>
                  <a:pt x="11544" y="9534"/>
                </a:lnTo>
                <a:close/>
                <a:moveTo>
                  <a:pt x="5759" y="9995"/>
                </a:moveTo>
                <a:lnTo>
                  <a:pt x="5758" y="10003"/>
                </a:lnTo>
                <a:lnTo>
                  <a:pt x="5757" y="10014"/>
                </a:lnTo>
                <a:lnTo>
                  <a:pt x="5755" y="10024"/>
                </a:lnTo>
                <a:lnTo>
                  <a:pt x="5753" y="10034"/>
                </a:lnTo>
                <a:lnTo>
                  <a:pt x="5752" y="10044"/>
                </a:lnTo>
                <a:lnTo>
                  <a:pt x="5751" y="10055"/>
                </a:lnTo>
                <a:lnTo>
                  <a:pt x="5750" y="10065"/>
                </a:lnTo>
                <a:lnTo>
                  <a:pt x="5748" y="10075"/>
                </a:lnTo>
                <a:lnTo>
                  <a:pt x="5747" y="10085"/>
                </a:lnTo>
                <a:lnTo>
                  <a:pt x="5746" y="10096"/>
                </a:lnTo>
                <a:lnTo>
                  <a:pt x="5745" y="10106"/>
                </a:lnTo>
                <a:lnTo>
                  <a:pt x="5743" y="10116"/>
                </a:lnTo>
                <a:lnTo>
                  <a:pt x="5742" y="10126"/>
                </a:lnTo>
                <a:lnTo>
                  <a:pt x="5742" y="10136"/>
                </a:lnTo>
                <a:lnTo>
                  <a:pt x="5742" y="10147"/>
                </a:lnTo>
                <a:lnTo>
                  <a:pt x="5742" y="10157"/>
                </a:lnTo>
                <a:lnTo>
                  <a:pt x="5742" y="10167"/>
                </a:lnTo>
                <a:lnTo>
                  <a:pt x="5742" y="10177"/>
                </a:lnTo>
                <a:lnTo>
                  <a:pt x="5742" y="10188"/>
                </a:lnTo>
                <a:lnTo>
                  <a:pt x="5742" y="10198"/>
                </a:lnTo>
                <a:lnTo>
                  <a:pt x="5742" y="10208"/>
                </a:lnTo>
                <a:lnTo>
                  <a:pt x="5742" y="10218"/>
                </a:lnTo>
                <a:lnTo>
                  <a:pt x="5742" y="10229"/>
                </a:lnTo>
                <a:lnTo>
                  <a:pt x="5742" y="10239"/>
                </a:lnTo>
                <a:lnTo>
                  <a:pt x="5742" y="10249"/>
                </a:lnTo>
                <a:lnTo>
                  <a:pt x="5742" y="10415"/>
                </a:lnTo>
                <a:lnTo>
                  <a:pt x="5945" y="10415"/>
                </a:lnTo>
                <a:lnTo>
                  <a:pt x="5945" y="10243"/>
                </a:lnTo>
                <a:lnTo>
                  <a:pt x="5945" y="10234"/>
                </a:lnTo>
                <a:lnTo>
                  <a:pt x="5945" y="10224"/>
                </a:lnTo>
                <a:lnTo>
                  <a:pt x="5945" y="10215"/>
                </a:lnTo>
                <a:lnTo>
                  <a:pt x="5945" y="10207"/>
                </a:lnTo>
                <a:lnTo>
                  <a:pt x="5945" y="10198"/>
                </a:lnTo>
                <a:lnTo>
                  <a:pt x="5945" y="10189"/>
                </a:lnTo>
                <a:lnTo>
                  <a:pt x="5945" y="10179"/>
                </a:lnTo>
                <a:lnTo>
                  <a:pt x="5945" y="10171"/>
                </a:lnTo>
                <a:lnTo>
                  <a:pt x="5945" y="10162"/>
                </a:lnTo>
                <a:lnTo>
                  <a:pt x="5945" y="10153"/>
                </a:lnTo>
                <a:lnTo>
                  <a:pt x="5945" y="10144"/>
                </a:lnTo>
                <a:lnTo>
                  <a:pt x="5945" y="10135"/>
                </a:lnTo>
                <a:lnTo>
                  <a:pt x="5945" y="10126"/>
                </a:lnTo>
                <a:lnTo>
                  <a:pt x="5946" y="10117"/>
                </a:lnTo>
                <a:lnTo>
                  <a:pt x="5947" y="10108"/>
                </a:lnTo>
                <a:lnTo>
                  <a:pt x="5948" y="10100"/>
                </a:lnTo>
                <a:lnTo>
                  <a:pt x="5950" y="10090"/>
                </a:lnTo>
                <a:lnTo>
                  <a:pt x="5951" y="10081"/>
                </a:lnTo>
                <a:lnTo>
                  <a:pt x="5952" y="10072"/>
                </a:lnTo>
                <a:lnTo>
                  <a:pt x="5953" y="10064"/>
                </a:lnTo>
                <a:lnTo>
                  <a:pt x="5955" y="10055"/>
                </a:lnTo>
                <a:lnTo>
                  <a:pt x="5956" y="10045"/>
                </a:lnTo>
                <a:lnTo>
                  <a:pt x="5957" y="10036"/>
                </a:lnTo>
                <a:lnTo>
                  <a:pt x="5958" y="10028"/>
                </a:lnTo>
                <a:lnTo>
                  <a:pt x="5960" y="10021"/>
                </a:lnTo>
                <a:lnTo>
                  <a:pt x="5759" y="9995"/>
                </a:lnTo>
                <a:close/>
                <a:moveTo>
                  <a:pt x="0" y="10117"/>
                </a:moveTo>
                <a:lnTo>
                  <a:pt x="0" y="10521"/>
                </a:lnTo>
                <a:lnTo>
                  <a:pt x="202" y="10521"/>
                </a:lnTo>
                <a:lnTo>
                  <a:pt x="202" y="10117"/>
                </a:lnTo>
                <a:close/>
                <a:moveTo>
                  <a:pt x="11485" y="10562"/>
                </a:moveTo>
                <a:lnTo>
                  <a:pt x="11485" y="10966"/>
                </a:lnTo>
                <a:lnTo>
                  <a:pt x="11687" y="10966"/>
                </a:lnTo>
                <a:lnTo>
                  <a:pt x="11687" y="10562"/>
                </a:lnTo>
                <a:close/>
                <a:moveTo>
                  <a:pt x="5742" y="11023"/>
                </a:moveTo>
                <a:lnTo>
                  <a:pt x="5742" y="11427"/>
                </a:lnTo>
                <a:lnTo>
                  <a:pt x="5945" y="11427"/>
                </a:lnTo>
                <a:lnTo>
                  <a:pt x="5945" y="11023"/>
                </a:lnTo>
                <a:close/>
                <a:moveTo>
                  <a:pt x="0" y="11129"/>
                </a:moveTo>
                <a:lnTo>
                  <a:pt x="0" y="11533"/>
                </a:lnTo>
                <a:lnTo>
                  <a:pt x="202" y="11533"/>
                </a:lnTo>
                <a:lnTo>
                  <a:pt x="202" y="11129"/>
                </a:lnTo>
                <a:close/>
                <a:moveTo>
                  <a:pt x="11485" y="11574"/>
                </a:moveTo>
                <a:lnTo>
                  <a:pt x="11485" y="11978"/>
                </a:lnTo>
                <a:lnTo>
                  <a:pt x="11687" y="11978"/>
                </a:lnTo>
                <a:lnTo>
                  <a:pt x="11687" y="11574"/>
                </a:lnTo>
                <a:close/>
                <a:moveTo>
                  <a:pt x="5742" y="12034"/>
                </a:moveTo>
                <a:lnTo>
                  <a:pt x="5742" y="12439"/>
                </a:lnTo>
                <a:lnTo>
                  <a:pt x="5945" y="12439"/>
                </a:lnTo>
                <a:lnTo>
                  <a:pt x="5945" y="12034"/>
                </a:lnTo>
                <a:close/>
                <a:moveTo>
                  <a:pt x="0" y="12141"/>
                </a:moveTo>
                <a:lnTo>
                  <a:pt x="0" y="12545"/>
                </a:lnTo>
                <a:lnTo>
                  <a:pt x="202" y="12545"/>
                </a:lnTo>
                <a:lnTo>
                  <a:pt x="202" y="12141"/>
                </a:lnTo>
                <a:close/>
                <a:moveTo>
                  <a:pt x="11485" y="12586"/>
                </a:moveTo>
                <a:lnTo>
                  <a:pt x="11485" y="12990"/>
                </a:lnTo>
                <a:lnTo>
                  <a:pt x="11687" y="12990"/>
                </a:lnTo>
                <a:lnTo>
                  <a:pt x="11687" y="12586"/>
                </a:lnTo>
                <a:close/>
                <a:moveTo>
                  <a:pt x="5742" y="13046"/>
                </a:moveTo>
                <a:lnTo>
                  <a:pt x="5742" y="13451"/>
                </a:lnTo>
                <a:lnTo>
                  <a:pt x="5945" y="13451"/>
                </a:lnTo>
                <a:lnTo>
                  <a:pt x="5945" y="13046"/>
                </a:lnTo>
                <a:close/>
                <a:moveTo>
                  <a:pt x="0" y="13152"/>
                </a:moveTo>
                <a:lnTo>
                  <a:pt x="0" y="13556"/>
                </a:lnTo>
                <a:lnTo>
                  <a:pt x="202" y="13556"/>
                </a:lnTo>
                <a:lnTo>
                  <a:pt x="202" y="13152"/>
                </a:lnTo>
                <a:close/>
                <a:moveTo>
                  <a:pt x="11485" y="13597"/>
                </a:moveTo>
                <a:lnTo>
                  <a:pt x="11485" y="14001"/>
                </a:lnTo>
                <a:lnTo>
                  <a:pt x="11687" y="14001"/>
                </a:lnTo>
                <a:lnTo>
                  <a:pt x="11687" y="13597"/>
                </a:lnTo>
                <a:close/>
                <a:moveTo>
                  <a:pt x="5742" y="14057"/>
                </a:moveTo>
                <a:lnTo>
                  <a:pt x="5742" y="14461"/>
                </a:lnTo>
                <a:lnTo>
                  <a:pt x="5945" y="14461"/>
                </a:lnTo>
                <a:lnTo>
                  <a:pt x="5945" y="14057"/>
                </a:lnTo>
                <a:close/>
                <a:moveTo>
                  <a:pt x="0" y="14164"/>
                </a:moveTo>
                <a:lnTo>
                  <a:pt x="0" y="14553"/>
                </a:lnTo>
                <a:lnTo>
                  <a:pt x="0" y="14563"/>
                </a:lnTo>
                <a:lnTo>
                  <a:pt x="0" y="14569"/>
                </a:lnTo>
                <a:lnTo>
                  <a:pt x="202" y="14567"/>
                </a:lnTo>
                <a:lnTo>
                  <a:pt x="202" y="14562"/>
                </a:lnTo>
                <a:lnTo>
                  <a:pt x="202" y="14553"/>
                </a:lnTo>
                <a:lnTo>
                  <a:pt x="202" y="14164"/>
                </a:lnTo>
                <a:close/>
                <a:moveTo>
                  <a:pt x="11485" y="14609"/>
                </a:moveTo>
                <a:lnTo>
                  <a:pt x="11485" y="15013"/>
                </a:lnTo>
                <a:lnTo>
                  <a:pt x="11687" y="15013"/>
                </a:lnTo>
                <a:lnTo>
                  <a:pt x="11687" y="14609"/>
                </a:lnTo>
                <a:close/>
                <a:moveTo>
                  <a:pt x="5673" y="15034"/>
                </a:moveTo>
                <a:lnTo>
                  <a:pt x="5671" y="15038"/>
                </a:lnTo>
                <a:lnTo>
                  <a:pt x="5669" y="15045"/>
                </a:lnTo>
                <a:lnTo>
                  <a:pt x="5665" y="15053"/>
                </a:lnTo>
                <a:lnTo>
                  <a:pt x="5663" y="15060"/>
                </a:lnTo>
                <a:lnTo>
                  <a:pt x="5660" y="15068"/>
                </a:lnTo>
                <a:lnTo>
                  <a:pt x="5658" y="15075"/>
                </a:lnTo>
                <a:lnTo>
                  <a:pt x="5655" y="15084"/>
                </a:lnTo>
                <a:lnTo>
                  <a:pt x="5653" y="15091"/>
                </a:lnTo>
                <a:lnTo>
                  <a:pt x="5650" y="15099"/>
                </a:lnTo>
                <a:lnTo>
                  <a:pt x="5648" y="15106"/>
                </a:lnTo>
                <a:lnTo>
                  <a:pt x="5645" y="15114"/>
                </a:lnTo>
                <a:lnTo>
                  <a:pt x="5643" y="15121"/>
                </a:lnTo>
                <a:lnTo>
                  <a:pt x="5640" y="15130"/>
                </a:lnTo>
                <a:lnTo>
                  <a:pt x="5638" y="15137"/>
                </a:lnTo>
                <a:lnTo>
                  <a:pt x="5635" y="15145"/>
                </a:lnTo>
                <a:lnTo>
                  <a:pt x="5633" y="15152"/>
                </a:lnTo>
                <a:lnTo>
                  <a:pt x="5630" y="15160"/>
                </a:lnTo>
                <a:lnTo>
                  <a:pt x="5628" y="15167"/>
                </a:lnTo>
                <a:lnTo>
                  <a:pt x="5625" y="15176"/>
                </a:lnTo>
                <a:lnTo>
                  <a:pt x="5622" y="15183"/>
                </a:lnTo>
                <a:lnTo>
                  <a:pt x="5619" y="15191"/>
                </a:lnTo>
                <a:lnTo>
                  <a:pt x="5617" y="15198"/>
                </a:lnTo>
                <a:lnTo>
                  <a:pt x="5614" y="15206"/>
                </a:lnTo>
                <a:lnTo>
                  <a:pt x="5611" y="15214"/>
                </a:lnTo>
                <a:lnTo>
                  <a:pt x="5607" y="15222"/>
                </a:lnTo>
                <a:lnTo>
                  <a:pt x="5603" y="15229"/>
                </a:lnTo>
                <a:lnTo>
                  <a:pt x="5599" y="15237"/>
                </a:lnTo>
                <a:lnTo>
                  <a:pt x="5596" y="15244"/>
                </a:lnTo>
                <a:lnTo>
                  <a:pt x="5592" y="15252"/>
                </a:lnTo>
                <a:lnTo>
                  <a:pt x="5588" y="15260"/>
                </a:lnTo>
                <a:lnTo>
                  <a:pt x="5584" y="15268"/>
                </a:lnTo>
                <a:lnTo>
                  <a:pt x="5581" y="15275"/>
                </a:lnTo>
                <a:lnTo>
                  <a:pt x="5576" y="15283"/>
                </a:lnTo>
                <a:lnTo>
                  <a:pt x="5572" y="15290"/>
                </a:lnTo>
                <a:lnTo>
                  <a:pt x="5568" y="15298"/>
                </a:lnTo>
                <a:lnTo>
                  <a:pt x="5565" y="15306"/>
                </a:lnTo>
                <a:lnTo>
                  <a:pt x="5561" y="15314"/>
                </a:lnTo>
                <a:lnTo>
                  <a:pt x="5557" y="15321"/>
                </a:lnTo>
                <a:lnTo>
                  <a:pt x="5553" y="15329"/>
                </a:lnTo>
                <a:lnTo>
                  <a:pt x="5550" y="15336"/>
                </a:lnTo>
                <a:lnTo>
                  <a:pt x="5546" y="15344"/>
                </a:lnTo>
                <a:lnTo>
                  <a:pt x="5542" y="15352"/>
                </a:lnTo>
                <a:lnTo>
                  <a:pt x="5538" y="15360"/>
                </a:lnTo>
                <a:lnTo>
                  <a:pt x="5534" y="15367"/>
                </a:lnTo>
                <a:lnTo>
                  <a:pt x="5530" y="15373"/>
                </a:lnTo>
                <a:lnTo>
                  <a:pt x="5526" y="15380"/>
                </a:lnTo>
                <a:lnTo>
                  <a:pt x="5525" y="15382"/>
                </a:lnTo>
                <a:lnTo>
                  <a:pt x="5703" y="15484"/>
                </a:lnTo>
                <a:lnTo>
                  <a:pt x="5704" y="15482"/>
                </a:lnTo>
                <a:lnTo>
                  <a:pt x="5709" y="15473"/>
                </a:lnTo>
                <a:lnTo>
                  <a:pt x="5715" y="15466"/>
                </a:lnTo>
                <a:lnTo>
                  <a:pt x="5719" y="15458"/>
                </a:lnTo>
                <a:lnTo>
                  <a:pt x="5722" y="15450"/>
                </a:lnTo>
                <a:lnTo>
                  <a:pt x="5726" y="15443"/>
                </a:lnTo>
                <a:lnTo>
                  <a:pt x="5730" y="15435"/>
                </a:lnTo>
                <a:lnTo>
                  <a:pt x="5734" y="15427"/>
                </a:lnTo>
                <a:lnTo>
                  <a:pt x="5737" y="15419"/>
                </a:lnTo>
                <a:lnTo>
                  <a:pt x="5741" y="15412"/>
                </a:lnTo>
                <a:lnTo>
                  <a:pt x="5745" y="15404"/>
                </a:lnTo>
                <a:lnTo>
                  <a:pt x="5749" y="15397"/>
                </a:lnTo>
                <a:lnTo>
                  <a:pt x="5752" y="15387"/>
                </a:lnTo>
                <a:lnTo>
                  <a:pt x="5757" y="15378"/>
                </a:lnTo>
                <a:lnTo>
                  <a:pt x="5761" y="15371"/>
                </a:lnTo>
                <a:lnTo>
                  <a:pt x="5765" y="15362"/>
                </a:lnTo>
                <a:lnTo>
                  <a:pt x="5768" y="15353"/>
                </a:lnTo>
                <a:lnTo>
                  <a:pt x="5772" y="15344"/>
                </a:lnTo>
                <a:lnTo>
                  <a:pt x="5776" y="15335"/>
                </a:lnTo>
                <a:lnTo>
                  <a:pt x="5780" y="15326"/>
                </a:lnTo>
                <a:lnTo>
                  <a:pt x="5783" y="15317"/>
                </a:lnTo>
                <a:lnTo>
                  <a:pt x="5787" y="15309"/>
                </a:lnTo>
                <a:lnTo>
                  <a:pt x="5791" y="15299"/>
                </a:lnTo>
                <a:lnTo>
                  <a:pt x="5795" y="15290"/>
                </a:lnTo>
                <a:lnTo>
                  <a:pt x="5798" y="15281"/>
                </a:lnTo>
                <a:lnTo>
                  <a:pt x="5803" y="15273"/>
                </a:lnTo>
                <a:lnTo>
                  <a:pt x="5807" y="15264"/>
                </a:lnTo>
                <a:lnTo>
                  <a:pt x="5811" y="15254"/>
                </a:lnTo>
                <a:lnTo>
                  <a:pt x="5814" y="15245"/>
                </a:lnTo>
                <a:lnTo>
                  <a:pt x="5818" y="15237"/>
                </a:lnTo>
                <a:lnTo>
                  <a:pt x="5822" y="15228"/>
                </a:lnTo>
                <a:lnTo>
                  <a:pt x="5826" y="15219"/>
                </a:lnTo>
                <a:lnTo>
                  <a:pt x="5829" y="15209"/>
                </a:lnTo>
                <a:lnTo>
                  <a:pt x="5833" y="15201"/>
                </a:lnTo>
                <a:lnTo>
                  <a:pt x="5837" y="15192"/>
                </a:lnTo>
                <a:lnTo>
                  <a:pt x="5839" y="15183"/>
                </a:lnTo>
                <a:lnTo>
                  <a:pt x="5842" y="15174"/>
                </a:lnTo>
                <a:lnTo>
                  <a:pt x="5844" y="15165"/>
                </a:lnTo>
                <a:lnTo>
                  <a:pt x="5848" y="15156"/>
                </a:lnTo>
                <a:lnTo>
                  <a:pt x="5850" y="15147"/>
                </a:lnTo>
                <a:lnTo>
                  <a:pt x="5853" y="15138"/>
                </a:lnTo>
                <a:lnTo>
                  <a:pt x="5855" y="15130"/>
                </a:lnTo>
                <a:lnTo>
                  <a:pt x="5858" y="15120"/>
                </a:lnTo>
                <a:lnTo>
                  <a:pt x="5860" y="15111"/>
                </a:lnTo>
                <a:lnTo>
                  <a:pt x="5863" y="15102"/>
                </a:lnTo>
                <a:lnTo>
                  <a:pt x="5865" y="15094"/>
                </a:lnTo>
                <a:lnTo>
                  <a:pt x="5867" y="15090"/>
                </a:lnTo>
                <a:lnTo>
                  <a:pt x="5673" y="15034"/>
                </a:lnTo>
                <a:close/>
                <a:moveTo>
                  <a:pt x="309" y="15131"/>
                </a:moveTo>
                <a:lnTo>
                  <a:pt x="110" y="15197"/>
                </a:lnTo>
                <a:lnTo>
                  <a:pt x="112" y="15202"/>
                </a:lnTo>
                <a:lnTo>
                  <a:pt x="115" y="15211"/>
                </a:lnTo>
                <a:lnTo>
                  <a:pt x="119" y="15221"/>
                </a:lnTo>
                <a:lnTo>
                  <a:pt x="123" y="15229"/>
                </a:lnTo>
                <a:lnTo>
                  <a:pt x="126" y="15238"/>
                </a:lnTo>
                <a:lnTo>
                  <a:pt x="130" y="15247"/>
                </a:lnTo>
                <a:lnTo>
                  <a:pt x="134" y="15256"/>
                </a:lnTo>
                <a:lnTo>
                  <a:pt x="138" y="15265"/>
                </a:lnTo>
                <a:lnTo>
                  <a:pt x="141" y="15274"/>
                </a:lnTo>
                <a:lnTo>
                  <a:pt x="145" y="15283"/>
                </a:lnTo>
                <a:lnTo>
                  <a:pt x="149" y="15292"/>
                </a:lnTo>
                <a:lnTo>
                  <a:pt x="154" y="15300"/>
                </a:lnTo>
                <a:lnTo>
                  <a:pt x="157" y="15310"/>
                </a:lnTo>
                <a:lnTo>
                  <a:pt x="161" y="15319"/>
                </a:lnTo>
                <a:lnTo>
                  <a:pt x="165" y="15328"/>
                </a:lnTo>
                <a:lnTo>
                  <a:pt x="169" y="15336"/>
                </a:lnTo>
                <a:lnTo>
                  <a:pt x="172" y="15345"/>
                </a:lnTo>
                <a:lnTo>
                  <a:pt x="176" y="15355"/>
                </a:lnTo>
                <a:lnTo>
                  <a:pt x="180" y="15364"/>
                </a:lnTo>
                <a:lnTo>
                  <a:pt x="184" y="15372"/>
                </a:lnTo>
                <a:lnTo>
                  <a:pt x="187" y="15381"/>
                </a:lnTo>
                <a:lnTo>
                  <a:pt x="191" y="15391"/>
                </a:lnTo>
                <a:lnTo>
                  <a:pt x="195" y="15398"/>
                </a:lnTo>
                <a:lnTo>
                  <a:pt x="200" y="15406"/>
                </a:lnTo>
                <a:lnTo>
                  <a:pt x="203" y="15415"/>
                </a:lnTo>
                <a:lnTo>
                  <a:pt x="207" y="15422"/>
                </a:lnTo>
                <a:lnTo>
                  <a:pt x="211" y="15430"/>
                </a:lnTo>
                <a:lnTo>
                  <a:pt x="215" y="15438"/>
                </a:lnTo>
                <a:lnTo>
                  <a:pt x="218" y="15446"/>
                </a:lnTo>
                <a:lnTo>
                  <a:pt x="222" y="15453"/>
                </a:lnTo>
                <a:lnTo>
                  <a:pt x="226" y="15461"/>
                </a:lnTo>
                <a:lnTo>
                  <a:pt x="231" y="15468"/>
                </a:lnTo>
                <a:lnTo>
                  <a:pt x="236" y="15476"/>
                </a:lnTo>
                <a:lnTo>
                  <a:pt x="242" y="15484"/>
                </a:lnTo>
                <a:lnTo>
                  <a:pt x="247" y="15492"/>
                </a:lnTo>
                <a:lnTo>
                  <a:pt x="252" y="15499"/>
                </a:lnTo>
                <a:lnTo>
                  <a:pt x="257" y="15507"/>
                </a:lnTo>
                <a:lnTo>
                  <a:pt x="262" y="15514"/>
                </a:lnTo>
                <a:lnTo>
                  <a:pt x="267" y="15523"/>
                </a:lnTo>
                <a:lnTo>
                  <a:pt x="272" y="15530"/>
                </a:lnTo>
                <a:lnTo>
                  <a:pt x="277" y="15538"/>
                </a:lnTo>
                <a:lnTo>
                  <a:pt x="282" y="15545"/>
                </a:lnTo>
                <a:lnTo>
                  <a:pt x="288" y="15553"/>
                </a:lnTo>
                <a:lnTo>
                  <a:pt x="293" y="15560"/>
                </a:lnTo>
                <a:lnTo>
                  <a:pt x="298" y="15569"/>
                </a:lnTo>
                <a:lnTo>
                  <a:pt x="303" y="15576"/>
                </a:lnTo>
                <a:lnTo>
                  <a:pt x="308" y="15582"/>
                </a:lnTo>
                <a:lnTo>
                  <a:pt x="476" y="15468"/>
                </a:lnTo>
                <a:lnTo>
                  <a:pt x="472" y="15462"/>
                </a:lnTo>
                <a:lnTo>
                  <a:pt x="468" y="15456"/>
                </a:lnTo>
                <a:lnTo>
                  <a:pt x="465" y="15449"/>
                </a:lnTo>
                <a:lnTo>
                  <a:pt x="460" y="15443"/>
                </a:lnTo>
                <a:lnTo>
                  <a:pt x="456" y="15437"/>
                </a:lnTo>
                <a:lnTo>
                  <a:pt x="452" y="15430"/>
                </a:lnTo>
                <a:lnTo>
                  <a:pt x="449" y="15423"/>
                </a:lnTo>
                <a:lnTo>
                  <a:pt x="445" y="15417"/>
                </a:lnTo>
                <a:lnTo>
                  <a:pt x="441" y="15411"/>
                </a:lnTo>
                <a:lnTo>
                  <a:pt x="437" y="15405"/>
                </a:lnTo>
                <a:lnTo>
                  <a:pt x="434" y="15398"/>
                </a:lnTo>
                <a:lnTo>
                  <a:pt x="430" y="15392"/>
                </a:lnTo>
                <a:lnTo>
                  <a:pt x="426" y="15385"/>
                </a:lnTo>
                <a:lnTo>
                  <a:pt x="422" y="15379"/>
                </a:lnTo>
                <a:lnTo>
                  <a:pt x="419" y="15372"/>
                </a:lnTo>
                <a:lnTo>
                  <a:pt x="414" y="15366"/>
                </a:lnTo>
                <a:lnTo>
                  <a:pt x="410" y="15359"/>
                </a:lnTo>
                <a:lnTo>
                  <a:pt x="406" y="15351"/>
                </a:lnTo>
                <a:lnTo>
                  <a:pt x="403" y="15343"/>
                </a:lnTo>
                <a:lnTo>
                  <a:pt x="399" y="15335"/>
                </a:lnTo>
                <a:lnTo>
                  <a:pt x="395" y="15328"/>
                </a:lnTo>
                <a:lnTo>
                  <a:pt x="391" y="15320"/>
                </a:lnTo>
                <a:lnTo>
                  <a:pt x="388" y="15313"/>
                </a:lnTo>
                <a:lnTo>
                  <a:pt x="384" y="15305"/>
                </a:lnTo>
                <a:lnTo>
                  <a:pt x="380" y="15297"/>
                </a:lnTo>
                <a:lnTo>
                  <a:pt x="376" y="15289"/>
                </a:lnTo>
                <a:lnTo>
                  <a:pt x="372" y="15282"/>
                </a:lnTo>
                <a:lnTo>
                  <a:pt x="368" y="15274"/>
                </a:lnTo>
                <a:lnTo>
                  <a:pt x="364" y="15267"/>
                </a:lnTo>
                <a:lnTo>
                  <a:pt x="360" y="15259"/>
                </a:lnTo>
                <a:lnTo>
                  <a:pt x="357" y="15251"/>
                </a:lnTo>
                <a:lnTo>
                  <a:pt x="353" y="15243"/>
                </a:lnTo>
                <a:lnTo>
                  <a:pt x="349" y="15236"/>
                </a:lnTo>
                <a:lnTo>
                  <a:pt x="345" y="15228"/>
                </a:lnTo>
                <a:lnTo>
                  <a:pt x="342" y="15221"/>
                </a:lnTo>
                <a:lnTo>
                  <a:pt x="338" y="15212"/>
                </a:lnTo>
                <a:lnTo>
                  <a:pt x="334" y="15205"/>
                </a:lnTo>
                <a:lnTo>
                  <a:pt x="332" y="15197"/>
                </a:lnTo>
                <a:lnTo>
                  <a:pt x="328" y="15190"/>
                </a:lnTo>
                <a:lnTo>
                  <a:pt x="326" y="15182"/>
                </a:lnTo>
                <a:lnTo>
                  <a:pt x="323" y="15175"/>
                </a:lnTo>
                <a:lnTo>
                  <a:pt x="321" y="15166"/>
                </a:lnTo>
                <a:lnTo>
                  <a:pt x="318" y="15159"/>
                </a:lnTo>
                <a:lnTo>
                  <a:pt x="316" y="15151"/>
                </a:lnTo>
                <a:lnTo>
                  <a:pt x="313" y="15144"/>
                </a:lnTo>
                <a:lnTo>
                  <a:pt x="311" y="15136"/>
                </a:lnTo>
                <a:lnTo>
                  <a:pt x="309" y="15131"/>
                </a:lnTo>
                <a:close/>
                <a:moveTo>
                  <a:pt x="11485" y="15621"/>
                </a:moveTo>
                <a:lnTo>
                  <a:pt x="11485" y="16025"/>
                </a:lnTo>
                <a:lnTo>
                  <a:pt x="11687" y="16025"/>
                </a:lnTo>
                <a:lnTo>
                  <a:pt x="11687" y="15621"/>
                </a:lnTo>
                <a:close/>
                <a:moveTo>
                  <a:pt x="5154" y="15797"/>
                </a:moveTo>
                <a:cubicBezTo>
                  <a:pt x="5054" y="15866"/>
                  <a:pt x="4941" y="15918"/>
                  <a:pt x="4821" y="15947"/>
                </a:cubicBezTo>
                <a:lnTo>
                  <a:pt x="4867" y="16144"/>
                </a:lnTo>
                <a:cubicBezTo>
                  <a:pt x="5011" y="16111"/>
                  <a:pt x="5148" y="16046"/>
                  <a:pt x="5269" y="15963"/>
                </a:cubicBezTo>
                <a:lnTo>
                  <a:pt x="5154" y="15797"/>
                </a:lnTo>
                <a:close/>
                <a:moveTo>
                  <a:pt x="874" y="15850"/>
                </a:moveTo>
                <a:lnTo>
                  <a:pt x="774" y="16025"/>
                </a:lnTo>
                <a:cubicBezTo>
                  <a:pt x="840" y="16061"/>
                  <a:pt x="903" y="16090"/>
                  <a:pt x="974" y="16114"/>
                </a:cubicBezTo>
                <a:cubicBezTo>
                  <a:pt x="1046" y="16138"/>
                  <a:pt x="1117" y="16155"/>
                  <a:pt x="1193" y="16164"/>
                </a:cubicBezTo>
                <a:lnTo>
                  <a:pt x="1218" y="15963"/>
                </a:lnTo>
                <a:cubicBezTo>
                  <a:pt x="1099" y="15948"/>
                  <a:pt x="992" y="15912"/>
                  <a:pt x="886" y="15856"/>
                </a:cubicBezTo>
                <a:lnTo>
                  <a:pt x="874" y="15850"/>
                </a:lnTo>
                <a:close/>
                <a:moveTo>
                  <a:pt x="1812" y="15971"/>
                </a:moveTo>
                <a:lnTo>
                  <a:pt x="1812" y="16173"/>
                </a:lnTo>
                <a:lnTo>
                  <a:pt x="2216" y="16173"/>
                </a:lnTo>
                <a:lnTo>
                  <a:pt x="2216" y="15971"/>
                </a:lnTo>
                <a:close/>
                <a:moveTo>
                  <a:pt x="2823" y="15971"/>
                </a:moveTo>
                <a:lnTo>
                  <a:pt x="2823" y="16173"/>
                </a:lnTo>
                <a:lnTo>
                  <a:pt x="3226" y="16173"/>
                </a:lnTo>
                <a:lnTo>
                  <a:pt x="3226" y="15971"/>
                </a:lnTo>
                <a:close/>
                <a:moveTo>
                  <a:pt x="3834" y="15971"/>
                </a:moveTo>
                <a:lnTo>
                  <a:pt x="3834" y="16173"/>
                </a:lnTo>
                <a:lnTo>
                  <a:pt x="4238" y="16173"/>
                </a:lnTo>
                <a:lnTo>
                  <a:pt x="4238" y="15971"/>
                </a:lnTo>
                <a:close/>
                <a:moveTo>
                  <a:pt x="11485" y="16633"/>
                </a:moveTo>
                <a:lnTo>
                  <a:pt x="11485" y="17037"/>
                </a:lnTo>
                <a:lnTo>
                  <a:pt x="11687" y="17037"/>
                </a:lnTo>
                <a:lnTo>
                  <a:pt x="11687" y="16633"/>
                </a:lnTo>
                <a:close/>
                <a:moveTo>
                  <a:pt x="18982" y="17447"/>
                </a:moveTo>
                <a:lnTo>
                  <a:pt x="18982" y="17649"/>
                </a:lnTo>
                <a:lnTo>
                  <a:pt x="19386" y="17649"/>
                </a:lnTo>
                <a:lnTo>
                  <a:pt x="19386" y="17447"/>
                </a:lnTo>
                <a:close/>
                <a:moveTo>
                  <a:pt x="19994" y="17447"/>
                </a:moveTo>
                <a:lnTo>
                  <a:pt x="19994" y="17649"/>
                </a:lnTo>
                <a:lnTo>
                  <a:pt x="20398" y="17649"/>
                </a:lnTo>
                <a:lnTo>
                  <a:pt x="20398" y="17447"/>
                </a:lnTo>
                <a:close/>
                <a:moveTo>
                  <a:pt x="21006" y="17447"/>
                </a:moveTo>
                <a:lnTo>
                  <a:pt x="21006" y="17649"/>
                </a:lnTo>
                <a:lnTo>
                  <a:pt x="21410" y="17649"/>
                </a:lnTo>
                <a:lnTo>
                  <a:pt x="21410" y="17447"/>
                </a:lnTo>
                <a:close/>
                <a:moveTo>
                  <a:pt x="22034" y="17465"/>
                </a:moveTo>
                <a:lnTo>
                  <a:pt x="21999" y="17663"/>
                </a:lnTo>
                <a:cubicBezTo>
                  <a:pt x="22120" y="17685"/>
                  <a:pt x="22234" y="17730"/>
                  <a:pt x="22337" y="17795"/>
                </a:cubicBezTo>
                <a:lnTo>
                  <a:pt x="22445" y="17623"/>
                </a:lnTo>
                <a:cubicBezTo>
                  <a:pt x="22317" y="17544"/>
                  <a:pt x="22182" y="17490"/>
                  <a:pt x="22034" y="17465"/>
                </a:cubicBezTo>
                <a:close/>
                <a:moveTo>
                  <a:pt x="18358" y="17463"/>
                </a:moveTo>
                <a:cubicBezTo>
                  <a:pt x="18210" y="17492"/>
                  <a:pt x="18076" y="17544"/>
                  <a:pt x="17948" y="17625"/>
                </a:cubicBezTo>
                <a:lnTo>
                  <a:pt x="18055" y="17797"/>
                </a:lnTo>
                <a:cubicBezTo>
                  <a:pt x="18161" y="17731"/>
                  <a:pt x="18271" y="17687"/>
                  <a:pt x="18393" y="17663"/>
                </a:cubicBezTo>
                <a:lnTo>
                  <a:pt x="18358" y="17463"/>
                </a:lnTo>
                <a:close/>
                <a:moveTo>
                  <a:pt x="11485" y="17644"/>
                </a:moveTo>
                <a:lnTo>
                  <a:pt x="11485" y="18048"/>
                </a:lnTo>
                <a:lnTo>
                  <a:pt x="11687" y="18048"/>
                </a:lnTo>
                <a:lnTo>
                  <a:pt x="11687" y="17644"/>
                </a:lnTo>
                <a:close/>
                <a:moveTo>
                  <a:pt x="22896" y="18084"/>
                </a:moveTo>
                <a:lnTo>
                  <a:pt x="22727" y="18191"/>
                </a:lnTo>
                <a:lnTo>
                  <a:pt x="22731" y="18199"/>
                </a:lnTo>
                <a:lnTo>
                  <a:pt x="22735" y="18205"/>
                </a:lnTo>
                <a:lnTo>
                  <a:pt x="22739" y="18211"/>
                </a:lnTo>
                <a:lnTo>
                  <a:pt x="22742" y="18219"/>
                </a:lnTo>
                <a:lnTo>
                  <a:pt x="22747" y="18225"/>
                </a:lnTo>
                <a:lnTo>
                  <a:pt x="22751" y="18231"/>
                </a:lnTo>
                <a:lnTo>
                  <a:pt x="22755" y="18237"/>
                </a:lnTo>
                <a:lnTo>
                  <a:pt x="22758" y="18244"/>
                </a:lnTo>
                <a:lnTo>
                  <a:pt x="22762" y="18250"/>
                </a:lnTo>
                <a:lnTo>
                  <a:pt x="22766" y="18257"/>
                </a:lnTo>
                <a:lnTo>
                  <a:pt x="22770" y="18266"/>
                </a:lnTo>
                <a:lnTo>
                  <a:pt x="22773" y="18273"/>
                </a:lnTo>
                <a:lnTo>
                  <a:pt x="22777" y="18281"/>
                </a:lnTo>
                <a:lnTo>
                  <a:pt x="22781" y="18288"/>
                </a:lnTo>
                <a:lnTo>
                  <a:pt x="22785" y="18296"/>
                </a:lnTo>
                <a:lnTo>
                  <a:pt x="22788" y="18304"/>
                </a:lnTo>
                <a:lnTo>
                  <a:pt x="22793" y="18312"/>
                </a:lnTo>
                <a:lnTo>
                  <a:pt x="22797" y="18319"/>
                </a:lnTo>
                <a:lnTo>
                  <a:pt x="22801" y="18327"/>
                </a:lnTo>
                <a:lnTo>
                  <a:pt x="22804" y="18334"/>
                </a:lnTo>
                <a:lnTo>
                  <a:pt x="22808" y="18342"/>
                </a:lnTo>
                <a:lnTo>
                  <a:pt x="22812" y="18350"/>
                </a:lnTo>
                <a:lnTo>
                  <a:pt x="22816" y="18358"/>
                </a:lnTo>
                <a:lnTo>
                  <a:pt x="22819" y="18365"/>
                </a:lnTo>
                <a:lnTo>
                  <a:pt x="22823" y="18373"/>
                </a:lnTo>
                <a:lnTo>
                  <a:pt x="22827" y="18380"/>
                </a:lnTo>
                <a:lnTo>
                  <a:pt x="22831" y="18388"/>
                </a:lnTo>
                <a:lnTo>
                  <a:pt x="22835" y="18396"/>
                </a:lnTo>
                <a:lnTo>
                  <a:pt x="22839" y="18404"/>
                </a:lnTo>
                <a:lnTo>
                  <a:pt x="22843" y="18411"/>
                </a:lnTo>
                <a:lnTo>
                  <a:pt x="22847" y="18419"/>
                </a:lnTo>
                <a:lnTo>
                  <a:pt x="22849" y="18426"/>
                </a:lnTo>
                <a:lnTo>
                  <a:pt x="22852" y="18434"/>
                </a:lnTo>
                <a:lnTo>
                  <a:pt x="22854" y="18442"/>
                </a:lnTo>
                <a:lnTo>
                  <a:pt x="22857" y="18450"/>
                </a:lnTo>
                <a:lnTo>
                  <a:pt x="22859" y="18457"/>
                </a:lnTo>
                <a:lnTo>
                  <a:pt x="22862" y="18465"/>
                </a:lnTo>
                <a:lnTo>
                  <a:pt x="22864" y="18472"/>
                </a:lnTo>
                <a:lnTo>
                  <a:pt x="22867" y="18481"/>
                </a:lnTo>
                <a:lnTo>
                  <a:pt x="22869" y="18488"/>
                </a:lnTo>
                <a:lnTo>
                  <a:pt x="22872" y="18496"/>
                </a:lnTo>
                <a:lnTo>
                  <a:pt x="22874" y="18503"/>
                </a:lnTo>
                <a:lnTo>
                  <a:pt x="22878" y="18511"/>
                </a:lnTo>
                <a:lnTo>
                  <a:pt x="22880" y="18518"/>
                </a:lnTo>
                <a:lnTo>
                  <a:pt x="22883" y="18527"/>
                </a:lnTo>
                <a:lnTo>
                  <a:pt x="22885" y="18534"/>
                </a:lnTo>
                <a:lnTo>
                  <a:pt x="23078" y="18472"/>
                </a:lnTo>
                <a:lnTo>
                  <a:pt x="23078" y="18471"/>
                </a:lnTo>
                <a:lnTo>
                  <a:pt x="23075" y="18462"/>
                </a:lnTo>
                <a:lnTo>
                  <a:pt x="23073" y="18454"/>
                </a:lnTo>
                <a:lnTo>
                  <a:pt x="23070" y="18445"/>
                </a:lnTo>
                <a:lnTo>
                  <a:pt x="23068" y="18436"/>
                </a:lnTo>
                <a:lnTo>
                  <a:pt x="23065" y="18426"/>
                </a:lnTo>
                <a:lnTo>
                  <a:pt x="23062" y="18418"/>
                </a:lnTo>
                <a:lnTo>
                  <a:pt x="23058" y="18409"/>
                </a:lnTo>
                <a:lnTo>
                  <a:pt x="23053" y="18400"/>
                </a:lnTo>
                <a:lnTo>
                  <a:pt x="23049" y="18391"/>
                </a:lnTo>
                <a:lnTo>
                  <a:pt x="23046" y="18382"/>
                </a:lnTo>
                <a:lnTo>
                  <a:pt x="23042" y="18373"/>
                </a:lnTo>
                <a:lnTo>
                  <a:pt x="23038" y="18364"/>
                </a:lnTo>
                <a:lnTo>
                  <a:pt x="23034" y="18355"/>
                </a:lnTo>
                <a:lnTo>
                  <a:pt x="23031" y="18347"/>
                </a:lnTo>
                <a:lnTo>
                  <a:pt x="23027" y="18337"/>
                </a:lnTo>
                <a:lnTo>
                  <a:pt x="23023" y="18328"/>
                </a:lnTo>
                <a:lnTo>
                  <a:pt x="23019" y="18319"/>
                </a:lnTo>
                <a:lnTo>
                  <a:pt x="23016" y="18311"/>
                </a:lnTo>
                <a:lnTo>
                  <a:pt x="23012" y="18301"/>
                </a:lnTo>
                <a:lnTo>
                  <a:pt x="23007" y="18292"/>
                </a:lnTo>
                <a:lnTo>
                  <a:pt x="23003" y="18283"/>
                </a:lnTo>
                <a:lnTo>
                  <a:pt x="23000" y="18274"/>
                </a:lnTo>
                <a:lnTo>
                  <a:pt x="22996" y="18266"/>
                </a:lnTo>
                <a:lnTo>
                  <a:pt x="22992" y="18256"/>
                </a:lnTo>
                <a:lnTo>
                  <a:pt x="22988" y="18247"/>
                </a:lnTo>
                <a:lnTo>
                  <a:pt x="22985" y="18240"/>
                </a:lnTo>
                <a:lnTo>
                  <a:pt x="22981" y="18231"/>
                </a:lnTo>
                <a:lnTo>
                  <a:pt x="22977" y="18222"/>
                </a:lnTo>
                <a:lnTo>
                  <a:pt x="22973" y="18215"/>
                </a:lnTo>
                <a:lnTo>
                  <a:pt x="22969" y="18206"/>
                </a:lnTo>
                <a:lnTo>
                  <a:pt x="22965" y="18199"/>
                </a:lnTo>
                <a:lnTo>
                  <a:pt x="22961" y="18191"/>
                </a:lnTo>
                <a:lnTo>
                  <a:pt x="22957" y="18184"/>
                </a:lnTo>
                <a:lnTo>
                  <a:pt x="22953" y="18176"/>
                </a:lnTo>
                <a:lnTo>
                  <a:pt x="22950" y="18168"/>
                </a:lnTo>
                <a:lnTo>
                  <a:pt x="22946" y="18160"/>
                </a:lnTo>
                <a:lnTo>
                  <a:pt x="22942" y="18153"/>
                </a:lnTo>
                <a:lnTo>
                  <a:pt x="22937" y="18145"/>
                </a:lnTo>
                <a:lnTo>
                  <a:pt x="22932" y="18138"/>
                </a:lnTo>
                <a:lnTo>
                  <a:pt x="22927" y="18130"/>
                </a:lnTo>
                <a:lnTo>
                  <a:pt x="22921" y="18122"/>
                </a:lnTo>
                <a:lnTo>
                  <a:pt x="22916" y="18114"/>
                </a:lnTo>
                <a:lnTo>
                  <a:pt x="22911" y="18107"/>
                </a:lnTo>
                <a:lnTo>
                  <a:pt x="22906" y="18099"/>
                </a:lnTo>
                <a:lnTo>
                  <a:pt x="22901" y="18092"/>
                </a:lnTo>
                <a:lnTo>
                  <a:pt x="22896" y="18084"/>
                </a:lnTo>
                <a:close/>
                <a:moveTo>
                  <a:pt x="17497" y="18089"/>
                </a:moveTo>
                <a:lnTo>
                  <a:pt x="17496" y="18092"/>
                </a:lnTo>
                <a:lnTo>
                  <a:pt x="17490" y="18099"/>
                </a:lnTo>
                <a:lnTo>
                  <a:pt x="17485" y="18107"/>
                </a:lnTo>
                <a:lnTo>
                  <a:pt x="17480" y="18114"/>
                </a:lnTo>
                <a:lnTo>
                  <a:pt x="17475" y="18122"/>
                </a:lnTo>
                <a:lnTo>
                  <a:pt x="17470" y="18130"/>
                </a:lnTo>
                <a:lnTo>
                  <a:pt x="17465" y="18138"/>
                </a:lnTo>
                <a:lnTo>
                  <a:pt x="17460" y="18145"/>
                </a:lnTo>
                <a:lnTo>
                  <a:pt x="17455" y="18153"/>
                </a:lnTo>
                <a:lnTo>
                  <a:pt x="17451" y="18160"/>
                </a:lnTo>
                <a:lnTo>
                  <a:pt x="17446" y="18168"/>
                </a:lnTo>
                <a:lnTo>
                  <a:pt x="17442" y="18176"/>
                </a:lnTo>
                <a:lnTo>
                  <a:pt x="17439" y="18184"/>
                </a:lnTo>
                <a:lnTo>
                  <a:pt x="17435" y="18191"/>
                </a:lnTo>
                <a:lnTo>
                  <a:pt x="17431" y="18199"/>
                </a:lnTo>
                <a:lnTo>
                  <a:pt x="17427" y="18206"/>
                </a:lnTo>
                <a:lnTo>
                  <a:pt x="17424" y="18215"/>
                </a:lnTo>
                <a:lnTo>
                  <a:pt x="17420" y="18222"/>
                </a:lnTo>
                <a:lnTo>
                  <a:pt x="17416" y="18231"/>
                </a:lnTo>
                <a:lnTo>
                  <a:pt x="17412" y="18238"/>
                </a:lnTo>
                <a:lnTo>
                  <a:pt x="17408" y="18247"/>
                </a:lnTo>
                <a:lnTo>
                  <a:pt x="17404" y="18256"/>
                </a:lnTo>
                <a:lnTo>
                  <a:pt x="17400" y="18266"/>
                </a:lnTo>
                <a:lnTo>
                  <a:pt x="17396" y="18274"/>
                </a:lnTo>
                <a:lnTo>
                  <a:pt x="17392" y="18283"/>
                </a:lnTo>
                <a:lnTo>
                  <a:pt x="17389" y="18292"/>
                </a:lnTo>
                <a:lnTo>
                  <a:pt x="17385" y="18301"/>
                </a:lnTo>
                <a:lnTo>
                  <a:pt x="17381" y="18311"/>
                </a:lnTo>
                <a:lnTo>
                  <a:pt x="17377" y="18319"/>
                </a:lnTo>
                <a:lnTo>
                  <a:pt x="17374" y="18328"/>
                </a:lnTo>
                <a:lnTo>
                  <a:pt x="17370" y="18337"/>
                </a:lnTo>
                <a:lnTo>
                  <a:pt x="17366" y="18347"/>
                </a:lnTo>
                <a:lnTo>
                  <a:pt x="17361" y="18355"/>
                </a:lnTo>
                <a:lnTo>
                  <a:pt x="17358" y="18364"/>
                </a:lnTo>
                <a:lnTo>
                  <a:pt x="17354" y="18373"/>
                </a:lnTo>
                <a:lnTo>
                  <a:pt x="17350" y="18382"/>
                </a:lnTo>
                <a:lnTo>
                  <a:pt x="17346" y="18391"/>
                </a:lnTo>
                <a:lnTo>
                  <a:pt x="17343" y="18400"/>
                </a:lnTo>
                <a:lnTo>
                  <a:pt x="17339" y="18409"/>
                </a:lnTo>
                <a:lnTo>
                  <a:pt x="17335" y="18418"/>
                </a:lnTo>
                <a:lnTo>
                  <a:pt x="17331" y="18426"/>
                </a:lnTo>
                <a:lnTo>
                  <a:pt x="17329" y="18436"/>
                </a:lnTo>
                <a:lnTo>
                  <a:pt x="17326" y="18445"/>
                </a:lnTo>
                <a:lnTo>
                  <a:pt x="17324" y="18454"/>
                </a:lnTo>
                <a:lnTo>
                  <a:pt x="17321" y="18462"/>
                </a:lnTo>
                <a:lnTo>
                  <a:pt x="17319" y="18471"/>
                </a:lnTo>
                <a:lnTo>
                  <a:pt x="17315" y="18480"/>
                </a:lnTo>
                <a:lnTo>
                  <a:pt x="17511" y="18542"/>
                </a:lnTo>
                <a:lnTo>
                  <a:pt x="17513" y="18534"/>
                </a:lnTo>
                <a:lnTo>
                  <a:pt x="17515" y="18527"/>
                </a:lnTo>
                <a:lnTo>
                  <a:pt x="17518" y="18518"/>
                </a:lnTo>
                <a:lnTo>
                  <a:pt x="17520" y="18511"/>
                </a:lnTo>
                <a:lnTo>
                  <a:pt x="17523" y="18503"/>
                </a:lnTo>
                <a:lnTo>
                  <a:pt x="17525" y="18496"/>
                </a:lnTo>
                <a:lnTo>
                  <a:pt x="17528" y="18488"/>
                </a:lnTo>
                <a:lnTo>
                  <a:pt x="17530" y="18481"/>
                </a:lnTo>
                <a:lnTo>
                  <a:pt x="17533" y="18472"/>
                </a:lnTo>
                <a:lnTo>
                  <a:pt x="17535" y="18465"/>
                </a:lnTo>
                <a:lnTo>
                  <a:pt x="17539" y="18457"/>
                </a:lnTo>
                <a:lnTo>
                  <a:pt x="17541" y="18450"/>
                </a:lnTo>
                <a:lnTo>
                  <a:pt x="17544" y="18442"/>
                </a:lnTo>
                <a:lnTo>
                  <a:pt x="17546" y="18434"/>
                </a:lnTo>
                <a:lnTo>
                  <a:pt x="17549" y="18426"/>
                </a:lnTo>
                <a:lnTo>
                  <a:pt x="17553" y="18419"/>
                </a:lnTo>
                <a:lnTo>
                  <a:pt x="17555" y="18411"/>
                </a:lnTo>
                <a:lnTo>
                  <a:pt x="17559" y="18404"/>
                </a:lnTo>
                <a:lnTo>
                  <a:pt x="17563" y="18396"/>
                </a:lnTo>
                <a:lnTo>
                  <a:pt x="17566" y="18388"/>
                </a:lnTo>
                <a:lnTo>
                  <a:pt x="17570" y="18380"/>
                </a:lnTo>
                <a:lnTo>
                  <a:pt x="17574" y="18373"/>
                </a:lnTo>
                <a:lnTo>
                  <a:pt x="17578" y="18365"/>
                </a:lnTo>
                <a:lnTo>
                  <a:pt x="17581" y="18358"/>
                </a:lnTo>
                <a:lnTo>
                  <a:pt x="17586" y="18350"/>
                </a:lnTo>
                <a:lnTo>
                  <a:pt x="17590" y="18342"/>
                </a:lnTo>
                <a:lnTo>
                  <a:pt x="17594" y="18334"/>
                </a:lnTo>
                <a:lnTo>
                  <a:pt x="17597" y="18327"/>
                </a:lnTo>
                <a:lnTo>
                  <a:pt x="17601" y="18319"/>
                </a:lnTo>
                <a:lnTo>
                  <a:pt x="17605" y="18312"/>
                </a:lnTo>
                <a:lnTo>
                  <a:pt x="17609" y="18304"/>
                </a:lnTo>
                <a:lnTo>
                  <a:pt x="17613" y="18296"/>
                </a:lnTo>
                <a:lnTo>
                  <a:pt x="17616" y="18288"/>
                </a:lnTo>
                <a:lnTo>
                  <a:pt x="17620" y="18281"/>
                </a:lnTo>
                <a:lnTo>
                  <a:pt x="17624" y="18273"/>
                </a:lnTo>
                <a:lnTo>
                  <a:pt x="17629" y="18266"/>
                </a:lnTo>
                <a:lnTo>
                  <a:pt x="17632" y="18257"/>
                </a:lnTo>
                <a:lnTo>
                  <a:pt x="17636" y="18250"/>
                </a:lnTo>
                <a:lnTo>
                  <a:pt x="17640" y="18242"/>
                </a:lnTo>
                <a:lnTo>
                  <a:pt x="17644" y="18236"/>
                </a:lnTo>
                <a:lnTo>
                  <a:pt x="17647" y="18230"/>
                </a:lnTo>
                <a:lnTo>
                  <a:pt x="17651" y="18223"/>
                </a:lnTo>
                <a:lnTo>
                  <a:pt x="17655" y="18217"/>
                </a:lnTo>
                <a:lnTo>
                  <a:pt x="17659" y="18210"/>
                </a:lnTo>
                <a:lnTo>
                  <a:pt x="17662" y="18204"/>
                </a:lnTo>
                <a:lnTo>
                  <a:pt x="17666" y="18197"/>
                </a:lnTo>
                <a:lnTo>
                  <a:pt x="17667" y="18196"/>
                </a:lnTo>
                <a:lnTo>
                  <a:pt x="17497" y="18089"/>
                </a:lnTo>
                <a:close/>
                <a:moveTo>
                  <a:pt x="11485" y="18656"/>
                </a:moveTo>
                <a:lnTo>
                  <a:pt x="11485" y="19060"/>
                </a:lnTo>
                <a:lnTo>
                  <a:pt x="11687" y="19060"/>
                </a:lnTo>
                <a:lnTo>
                  <a:pt x="11687" y="18656"/>
                </a:lnTo>
                <a:close/>
                <a:moveTo>
                  <a:pt x="22970" y="19102"/>
                </a:moveTo>
                <a:lnTo>
                  <a:pt x="22970" y="19506"/>
                </a:lnTo>
                <a:lnTo>
                  <a:pt x="23171" y="19506"/>
                </a:lnTo>
                <a:lnTo>
                  <a:pt x="23171" y="19102"/>
                </a:lnTo>
                <a:close/>
                <a:moveTo>
                  <a:pt x="17227" y="19109"/>
                </a:moveTo>
                <a:lnTo>
                  <a:pt x="17227" y="19513"/>
                </a:lnTo>
                <a:lnTo>
                  <a:pt x="17430" y="19513"/>
                </a:lnTo>
                <a:lnTo>
                  <a:pt x="17430" y="19109"/>
                </a:lnTo>
                <a:close/>
                <a:moveTo>
                  <a:pt x="11485" y="19667"/>
                </a:moveTo>
                <a:lnTo>
                  <a:pt x="11485" y="20072"/>
                </a:lnTo>
                <a:lnTo>
                  <a:pt x="11687" y="20072"/>
                </a:lnTo>
                <a:lnTo>
                  <a:pt x="11687" y="19667"/>
                </a:lnTo>
                <a:close/>
                <a:moveTo>
                  <a:pt x="22970" y="20114"/>
                </a:moveTo>
                <a:lnTo>
                  <a:pt x="22970" y="20518"/>
                </a:lnTo>
                <a:lnTo>
                  <a:pt x="23171" y="20518"/>
                </a:lnTo>
                <a:lnTo>
                  <a:pt x="23171" y="20114"/>
                </a:lnTo>
                <a:close/>
                <a:moveTo>
                  <a:pt x="17227" y="20120"/>
                </a:moveTo>
                <a:lnTo>
                  <a:pt x="17227" y="20524"/>
                </a:lnTo>
                <a:lnTo>
                  <a:pt x="17430" y="20524"/>
                </a:lnTo>
                <a:lnTo>
                  <a:pt x="17430" y="20120"/>
                </a:lnTo>
                <a:close/>
                <a:moveTo>
                  <a:pt x="11485" y="20679"/>
                </a:moveTo>
                <a:lnTo>
                  <a:pt x="11485" y="21084"/>
                </a:lnTo>
                <a:lnTo>
                  <a:pt x="11687" y="21084"/>
                </a:lnTo>
                <a:lnTo>
                  <a:pt x="11687" y="20679"/>
                </a:lnTo>
                <a:close/>
                <a:moveTo>
                  <a:pt x="22970" y="21124"/>
                </a:moveTo>
                <a:lnTo>
                  <a:pt x="22970" y="21529"/>
                </a:lnTo>
                <a:lnTo>
                  <a:pt x="23171" y="21529"/>
                </a:lnTo>
                <a:lnTo>
                  <a:pt x="23171" y="21124"/>
                </a:lnTo>
                <a:close/>
                <a:moveTo>
                  <a:pt x="17227" y="21132"/>
                </a:moveTo>
                <a:lnTo>
                  <a:pt x="17227" y="21536"/>
                </a:lnTo>
                <a:lnTo>
                  <a:pt x="17430" y="21536"/>
                </a:lnTo>
                <a:lnTo>
                  <a:pt x="17430" y="21132"/>
                </a:lnTo>
                <a:close/>
                <a:moveTo>
                  <a:pt x="11485" y="21690"/>
                </a:moveTo>
                <a:lnTo>
                  <a:pt x="11485" y="22094"/>
                </a:lnTo>
                <a:lnTo>
                  <a:pt x="11687" y="22094"/>
                </a:lnTo>
                <a:lnTo>
                  <a:pt x="11687" y="21690"/>
                </a:lnTo>
                <a:close/>
                <a:moveTo>
                  <a:pt x="22970" y="22135"/>
                </a:moveTo>
                <a:lnTo>
                  <a:pt x="22970" y="22540"/>
                </a:lnTo>
                <a:lnTo>
                  <a:pt x="23171" y="22540"/>
                </a:lnTo>
                <a:lnTo>
                  <a:pt x="23171" y="22135"/>
                </a:lnTo>
                <a:close/>
                <a:moveTo>
                  <a:pt x="17227" y="22144"/>
                </a:moveTo>
                <a:lnTo>
                  <a:pt x="17227" y="22548"/>
                </a:lnTo>
                <a:lnTo>
                  <a:pt x="17430" y="22548"/>
                </a:lnTo>
                <a:lnTo>
                  <a:pt x="17430" y="22144"/>
                </a:lnTo>
                <a:close/>
                <a:moveTo>
                  <a:pt x="11485" y="22702"/>
                </a:moveTo>
                <a:lnTo>
                  <a:pt x="11485" y="23106"/>
                </a:lnTo>
                <a:lnTo>
                  <a:pt x="11687" y="23106"/>
                </a:lnTo>
                <a:lnTo>
                  <a:pt x="11687" y="22702"/>
                </a:lnTo>
                <a:close/>
                <a:moveTo>
                  <a:pt x="22970" y="23147"/>
                </a:moveTo>
                <a:lnTo>
                  <a:pt x="22970" y="23551"/>
                </a:lnTo>
                <a:lnTo>
                  <a:pt x="23171" y="23551"/>
                </a:lnTo>
                <a:lnTo>
                  <a:pt x="23171" y="23147"/>
                </a:lnTo>
                <a:close/>
                <a:moveTo>
                  <a:pt x="17226" y="23153"/>
                </a:moveTo>
                <a:lnTo>
                  <a:pt x="17226" y="23370"/>
                </a:lnTo>
                <a:lnTo>
                  <a:pt x="17226" y="23379"/>
                </a:lnTo>
                <a:lnTo>
                  <a:pt x="17226" y="23388"/>
                </a:lnTo>
                <a:lnTo>
                  <a:pt x="17226" y="23397"/>
                </a:lnTo>
                <a:lnTo>
                  <a:pt x="17226" y="23406"/>
                </a:lnTo>
                <a:lnTo>
                  <a:pt x="17226" y="23414"/>
                </a:lnTo>
                <a:lnTo>
                  <a:pt x="17226" y="23424"/>
                </a:lnTo>
                <a:lnTo>
                  <a:pt x="17226" y="23433"/>
                </a:lnTo>
                <a:lnTo>
                  <a:pt x="17226" y="23442"/>
                </a:lnTo>
                <a:lnTo>
                  <a:pt x="17226" y="23450"/>
                </a:lnTo>
                <a:lnTo>
                  <a:pt x="17226" y="23459"/>
                </a:lnTo>
                <a:lnTo>
                  <a:pt x="17226" y="23469"/>
                </a:lnTo>
                <a:lnTo>
                  <a:pt x="17226" y="23478"/>
                </a:lnTo>
                <a:lnTo>
                  <a:pt x="17226" y="23486"/>
                </a:lnTo>
                <a:lnTo>
                  <a:pt x="17225" y="23495"/>
                </a:lnTo>
                <a:lnTo>
                  <a:pt x="17223" y="23504"/>
                </a:lnTo>
                <a:lnTo>
                  <a:pt x="17222" y="23514"/>
                </a:lnTo>
                <a:lnTo>
                  <a:pt x="17221" y="23522"/>
                </a:lnTo>
                <a:lnTo>
                  <a:pt x="17220" y="23531"/>
                </a:lnTo>
                <a:lnTo>
                  <a:pt x="17219" y="23540"/>
                </a:lnTo>
                <a:lnTo>
                  <a:pt x="17219" y="23545"/>
                </a:lnTo>
                <a:lnTo>
                  <a:pt x="17420" y="23570"/>
                </a:lnTo>
                <a:lnTo>
                  <a:pt x="17420" y="23565"/>
                </a:lnTo>
                <a:lnTo>
                  <a:pt x="17421" y="23555"/>
                </a:lnTo>
                <a:lnTo>
                  <a:pt x="17422" y="23544"/>
                </a:lnTo>
                <a:lnTo>
                  <a:pt x="17424" y="23534"/>
                </a:lnTo>
                <a:lnTo>
                  <a:pt x="17425" y="23524"/>
                </a:lnTo>
                <a:lnTo>
                  <a:pt x="17426" y="23514"/>
                </a:lnTo>
                <a:lnTo>
                  <a:pt x="17427" y="23503"/>
                </a:lnTo>
                <a:lnTo>
                  <a:pt x="17428" y="23493"/>
                </a:lnTo>
                <a:lnTo>
                  <a:pt x="17428" y="23483"/>
                </a:lnTo>
                <a:lnTo>
                  <a:pt x="17428" y="23473"/>
                </a:lnTo>
                <a:lnTo>
                  <a:pt x="17428" y="23462"/>
                </a:lnTo>
                <a:lnTo>
                  <a:pt x="17428" y="23452"/>
                </a:lnTo>
                <a:lnTo>
                  <a:pt x="17428" y="23442"/>
                </a:lnTo>
                <a:lnTo>
                  <a:pt x="17428" y="23432"/>
                </a:lnTo>
                <a:lnTo>
                  <a:pt x="17428" y="23422"/>
                </a:lnTo>
                <a:lnTo>
                  <a:pt x="17428" y="23411"/>
                </a:lnTo>
                <a:lnTo>
                  <a:pt x="17428" y="23401"/>
                </a:lnTo>
                <a:lnTo>
                  <a:pt x="17428" y="23391"/>
                </a:lnTo>
                <a:lnTo>
                  <a:pt x="17428" y="23381"/>
                </a:lnTo>
                <a:lnTo>
                  <a:pt x="17428" y="23370"/>
                </a:lnTo>
                <a:lnTo>
                  <a:pt x="17428" y="23153"/>
                </a:lnTo>
                <a:close/>
                <a:moveTo>
                  <a:pt x="11726" y="23691"/>
                </a:moveTo>
                <a:lnTo>
                  <a:pt x="11518" y="23731"/>
                </a:lnTo>
                <a:lnTo>
                  <a:pt x="11521" y="23742"/>
                </a:lnTo>
                <a:lnTo>
                  <a:pt x="11523" y="23752"/>
                </a:lnTo>
                <a:lnTo>
                  <a:pt x="11526" y="23762"/>
                </a:lnTo>
                <a:lnTo>
                  <a:pt x="11528" y="23772"/>
                </a:lnTo>
                <a:lnTo>
                  <a:pt x="11531" y="23782"/>
                </a:lnTo>
                <a:lnTo>
                  <a:pt x="11533" y="23791"/>
                </a:lnTo>
                <a:lnTo>
                  <a:pt x="11536" y="23800"/>
                </a:lnTo>
                <a:lnTo>
                  <a:pt x="11539" y="23808"/>
                </a:lnTo>
                <a:lnTo>
                  <a:pt x="11542" y="23817"/>
                </a:lnTo>
                <a:lnTo>
                  <a:pt x="11544" y="23827"/>
                </a:lnTo>
                <a:lnTo>
                  <a:pt x="11547" y="23836"/>
                </a:lnTo>
                <a:lnTo>
                  <a:pt x="11549" y="23844"/>
                </a:lnTo>
                <a:lnTo>
                  <a:pt x="11552" y="23853"/>
                </a:lnTo>
                <a:lnTo>
                  <a:pt x="11554" y="23863"/>
                </a:lnTo>
                <a:lnTo>
                  <a:pt x="11557" y="23872"/>
                </a:lnTo>
                <a:lnTo>
                  <a:pt x="11559" y="23880"/>
                </a:lnTo>
                <a:lnTo>
                  <a:pt x="11562" y="23889"/>
                </a:lnTo>
                <a:lnTo>
                  <a:pt x="11564" y="23898"/>
                </a:lnTo>
                <a:lnTo>
                  <a:pt x="11567" y="23908"/>
                </a:lnTo>
                <a:lnTo>
                  <a:pt x="11569" y="23916"/>
                </a:lnTo>
                <a:lnTo>
                  <a:pt x="11572" y="23925"/>
                </a:lnTo>
                <a:lnTo>
                  <a:pt x="11574" y="23934"/>
                </a:lnTo>
                <a:lnTo>
                  <a:pt x="11577" y="23943"/>
                </a:lnTo>
                <a:lnTo>
                  <a:pt x="11579" y="23952"/>
                </a:lnTo>
                <a:lnTo>
                  <a:pt x="11583" y="23961"/>
                </a:lnTo>
                <a:lnTo>
                  <a:pt x="11585" y="23970"/>
                </a:lnTo>
                <a:lnTo>
                  <a:pt x="11588" y="23979"/>
                </a:lnTo>
                <a:lnTo>
                  <a:pt x="11590" y="23987"/>
                </a:lnTo>
                <a:lnTo>
                  <a:pt x="11593" y="23997"/>
                </a:lnTo>
                <a:lnTo>
                  <a:pt x="11595" y="24006"/>
                </a:lnTo>
                <a:lnTo>
                  <a:pt x="11599" y="24015"/>
                </a:lnTo>
                <a:lnTo>
                  <a:pt x="11603" y="24023"/>
                </a:lnTo>
                <a:lnTo>
                  <a:pt x="11606" y="24032"/>
                </a:lnTo>
                <a:lnTo>
                  <a:pt x="11610" y="24042"/>
                </a:lnTo>
                <a:lnTo>
                  <a:pt x="11614" y="24051"/>
                </a:lnTo>
                <a:lnTo>
                  <a:pt x="11618" y="24059"/>
                </a:lnTo>
                <a:lnTo>
                  <a:pt x="11621" y="24068"/>
                </a:lnTo>
                <a:lnTo>
                  <a:pt x="11626" y="24077"/>
                </a:lnTo>
                <a:lnTo>
                  <a:pt x="11630" y="24087"/>
                </a:lnTo>
                <a:lnTo>
                  <a:pt x="11634" y="24095"/>
                </a:lnTo>
                <a:lnTo>
                  <a:pt x="11637" y="24104"/>
                </a:lnTo>
                <a:lnTo>
                  <a:pt x="11641" y="24113"/>
                </a:lnTo>
                <a:lnTo>
                  <a:pt x="11645" y="24122"/>
                </a:lnTo>
                <a:lnTo>
                  <a:pt x="11649" y="24131"/>
                </a:lnTo>
                <a:lnTo>
                  <a:pt x="11651" y="24136"/>
                </a:lnTo>
                <a:lnTo>
                  <a:pt x="11835" y="24053"/>
                </a:lnTo>
                <a:lnTo>
                  <a:pt x="11834" y="24049"/>
                </a:lnTo>
                <a:lnTo>
                  <a:pt x="11830" y="24042"/>
                </a:lnTo>
                <a:lnTo>
                  <a:pt x="11826" y="24033"/>
                </a:lnTo>
                <a:lnTo>
                  <a:pt x="11823" y="24026"/>
                </a:lnTo>
                <a:lnTo>
                  <a:pt x="11819" y="24018"/>
                </a:lnTo>
                <a:lnTo>
                  <a:pt x="11816" y="24011"/>
                </a:lnTo>
                <a:lnTo>
                  <a:pt x="11814" y="24003"/>
                </a:lnTo>
                <a:lnTo>
                  <a:pt x="11811" y="23996"/>
                </a:lnTo>
                <a:lnTo>
                  <a:pt x="11809" y="23987"/>
                </a:lnTo>
                <a:lnTo>
                  <a:pt x="11806" y="23980"/>
                </a:lnTo>
                <a:lnTo>
                  <a:pt x="11804" y="23972"/>
                </a:lnTo>
                <a:lnTo>
                  <a:pt x="11800" y="23965"/>
                </a:lnTo>
                <a:lnTo>
                  <a:pt x="11798" y="23957"/>
                </a:lnTo>
                <a:lnTo>
                  <a:pt x="11795" y="23949"/>
                </a:lnTo>
                <a:lnTo>
                  <a:pt x="11793" y="23941"/>
                </a:lnTo>
                <a:lnTo>
                  <a:pt x="11790" y="23934"/>
                </a:lnTo>
                <a:lnTo>
                  <a:pt x="11788" y="23926"/>
                </a:lnTo>
                <a:lnTo>
                  <a:pt x="11785" y="23919"/>
                </a:lnTo>
                <a:lnTo>
                  <a:pt x="11783" y="23911"/>
                </a:lnTo>
                <a:lnTo>
                  <a:pt x="11780" y="23903"/>
                </a:lnTo>
                <a:lnTo>
                  <a:pt x="11778" y="23895"/>
                </a:lnTo>
                <a:lnTo>
                  <a:pt x="11775" y="23888"/>
                </a:lnTo>
                <a:lnTo>
                  <a:pt x="11773" y="23880"/>
                </a:lnTo>
                <a:lnTo>
                  <a:pt x="11771" y="23873"/>
                </a:lnTo>
                <a:lnTo>
                  <a:pt x="11768" y="23865"/>
                </a:lnTo>
                <a:lnTo>
                  <a:pt x="11766" y="23857"/>
                </a:lnTo>
                <a:lnTo>
                  <a:pt x="11763" y="23849"/>
                </a:lnTo>
                <a:lnTo>
                  <a:pt x="11761" y="23842"/>
                </a:lnTo>
                <a:lnTo>
                  <a:pt x="11757" y="23834"/>
                </a:lnTo>
                <a:lnTo>
                  <a:pt x="11755" y="23826"/>
                </a:lnTo>
                <a:lnTo>
                  <a:pt x="11752" y="23816"/>
                </a:lnTo>
                <a:lnTo>
                  <a:pt x="11750" y="23807"/>
                </a:lnTo>
                <a:lnTo>
                  <a:pt x="11747" y="23800"/>
                </a:lnTo>
                <a:lnTo>
                  <a:pt x="11745" y="23791"/>
                </a:lnTo>
                <a:lnTo>
                  <a:pt x="11742" y="23782"/>
                </a:lnTo>
                <a:lnTo>
                  <a:pt x="11740" y="23772"/>
                </a:lnTo>
                <a:lnTo>
                  <a:pt x="11737" y="23764"/>
                </a:lnTo>
                <a:lnTo>
                  <a:pt x="11735" y="23755"/>
                </a:lnTo>
                <a:lnTo>
                  <a:pt x="11733" y="23746"/>
                </a:lnTo>
                <a:lnTo>
                  <a:pt x="11732" y="23737"/>
                </a:lnTo>
                <a:lnTo>
                  <a:pt x="11731" y="23728"/>
                </a:lnTo>
                <a:lnTo>
                  <a:pt x="11730" y="23719"/>
                </a:lnTo>
                <a:lnTo>
                  <a:pt x="11728" y="23710"/>
                </a:lnTo>
                <a:lnTo>
                  <a:pt x="11727" y="23701"/>
                </a:lnTo>
                <a:lnTo>
                  <a:pt x="11726" y="23693"/>
                </a:lnTo>
                <a:lnTo>
                  <a:pt x="11726" y="23691"/>
                </a:lnTo>
                <a:close/>
                <a:moveTo>
                  <a:pt x="17063" y="24099"/>
                </a:moveTo>
                <a:lnTo>
                  <a:pt x="17059" y="24106"/>
                </a:lnTo>
                <a:lnTo>
                  <a:pt x="17056" y="24114"/>
                </a:lnTo>
                <a:lnTo>
                  <a:pt x="17051" y="24121"/>
                </a:lnTo>
                <a:lnTo>
                  <a:pt x="17047" y="24130"/>
                </a:lnTo>
                <a:lnTo>
                  <a:pt x="17043" y="24137"/>
                </a:lnTo>
                <a:lnTo>
                  <a:pt x="17040" y="24145"/>
                </a:lnTo>
                <a:lnTo>
                  <a:pt x="17036" y="24152"/>
                </a:lnTo>
                <a:lnTo>
                  <a:pt x="17032" y="24160"/>
                </a:lnTo>
                <a:lnTo>
                  <a:pt x="17028" y="24167"/>
                </a:lnTo>
                <a:lnTo>
                  <a:pt x="17025" y="24176"/>
                </a:lnTo>
                <a:lnTo>
                  <a:pt x="17021" y="24183"/>
                </a:lnTo>
                <a:lnTo>
                  <a:pt x="17017" y="24191"/>
                </a:lnTo>
                <a:lnTo>
                  <a:pt x="17013" y="24198"/>
                </a:lnTo>
                <a:lnTo>
                  <a:pt x="17010" y="24205"/>
                </a:lnTo>
                <a:lnTo>
                  <a:pt x="17005" y="24211"/>
                </a:lnTo>
                <a:lnTo>
                  <a:pt x="17001" y="24218"/>
                </a:lnTo>
                <a:lnTo>
                  <a:pt x="16997" y="24224"/>
                </a:lnTo>
                <a:lnTo>
                  <a:pt x="16994" y="24231"/>
                </a:lnTo>
                <a:lnTo>
                  <a:pt x="16990" y="24237"/>
                </a:lnTo>
                <a:lnTo>
                  <a:pt x="16986" y="24243"/>
                </a:lnTo>
                <a:lnTo>
                  <a:pt x="16982" y="24249"/>
                </a:lnTo>
                <a:lnTo>
                  <a:pt x="16979" y="24256"/>
                </a:lnTo>
                <a:lnTo>
                  <a:pt x="16975" y="24263"/>
                </a:lnTo>
                <a:lnTo>
                  <a:pt x="16971" y="24269"/>
                </a:lnTo>
                <a:lnTo>
                  <a:pt x="16967" y="24275"/>
                </a:lnTo>
                <a:lnTo>
                  <a:pt x="16963" y="24282"/>
                </a:lnTo>
                <a:lnTo>
                  <a:pt x="16959" y="24288"/>
                </a:lnTo>
                <a:lnTo>
                  <a:pt x="16955" y="24294"/>
                </a:lnTo>
                <a:lnTo>
                  <a:pt x="16951" y="24300"/>
                </a:lnTo>
                <a:lnTo>
                  <a:pt x="16946" y="24308"/>
                </a:lnTo>
                <a:lnTo>
                  <a:pt x="16941" y="24314"/>
                </a:lnTo>
                <a:lnTo>
                  <a:pt x="16936" y="24320"/>
                </a:lnTo>
                <a:lnTo>
                  <a:pt x="16931" y="24326"/>
                </a:lnTo>
                <a:lnTo>
                  <a:pt x="16926" y="24333"/>
                </a:lnTo>
                <a:lnTo>
                  <a:pt x="16921" y="24339"/>
                </a:lnTo>
                <a:lnTo>
                  <a:pt x="16915" y="24345"/>
                </a:lnTo>
                <a:lnTo>
                  <a:pt x="16910" y="24352"/>
                </a:lnTo>
                <a:lnTo>
                  <a:pt x="16905" y="24359"/>
                </a:lnTo>
                <a:lnTo>
                  <a:pt x="16900" y="24365"/>
                </a:lnTo>
                <a:lnTo>
                  <a:pt x="16895" y="24371"/>
                </a:lnTo>
                <a:lnTo>
                  <a:pt x="16890" y="24377"/>
                </a:lnTo>
                <a:lnTo>
                  <a:pt x="16885" y="24384"/>
                </a:lnTo>
                <a:lnTo>
                  <a:pt x="16880" y="24390"/>
                </a:lnTo>
                <a:lnTo>
                  <a:pt x="16874" y="24397"/>
                </a:lnTo>
                <a:lnTo>
                  <a:pt x="16869" y="24403"/>
                </a:lnTo>
                <a:lnTo>
                  <a:pt x="16864" y="24410"/>
                </a:lnTo>
                <a:lnTo>
                  <a:pt x="16859" y="24416"/>
                </a:lnTo>
                <a:lnTo>
                  <a:pt x="16855" y="24420"/>
                </a:lnTo>
                <a:lnTo>
                  <a:pt x="17016" y="24545"/>
                </a:lnTo>
                <a:lnTo>
                  <a:pt x="17020" y="24542"/>
                </a:lnTo>
                <a:lnTo>
                  <a:pt x="17026" y="24535"/>
                </a:lnTo>
                <a:lnTo>
                  <a:pt x="17032" y="24529"/>
                </a:lnTo>
                <a:lnTo>
                  <a:pt x="17037" y="24522"/>
                </a:lnTo>
                <a:lnTo>
                  <a:pt x="17042" y="24516"/>
                </a:lnTo>
                <a:lnTo>
                  <a:pt x="17047" y="24509"/>
                </a:lnTo>
                <a:lnTo>
                  <a:pt x="17052" y="24503"/>
                </a:lnTo>
                <a:lnTo>
                  <a:pt x="17058" y="24496"/>
                </a:lnTo>
                <a:lnTo>
                  <a:pt x="17063" y="24489"/>
                </a:lnTo>
                <a:lnTo>
                  <a:pt x="17068" y="24482"/>
                </a:lnTo>
                <a:lnTo>
                  <a:pt x="17073" y="24473"/>
                </a:lnTo>
                <a:lnTo>
                  <a:pt x="17078" y="24466"/>
                </a:lnTo>
                <a:lnTo>
                  <a:pt x="17083" y="24458"/>
                </a:lnTo>
                <a:lnTo>
                  <a:pt x="17088" y="24451"/>
                </a:lnTo>
                <a:lnTo>
                  <a:pt x="17093" y="24443"/>
                </a:lnTo>
                <a:lnTo>
                  <a:pt x="17099" y="24435"/>
                </a:lnTo>
                <a:lnTo>
                  <a:pt x="17104" y="24427"/>
                </a:lnTo>
                <a:lnTo>
                  <a:pt x="17109" y="24420"/>
                </a:lnTo>
                <a:lnTo>
                  <a:pt x="17114" y="24412"/>
                </a:lnTo>
                <a:lnTo>
                  <a:pt x="17119" y="24405"/>
                </a:lnTo>
                <a:lnTo>
                  <a:pt x="17124" y="24397"/>
                </a:lnTo>
                <a:lnTo>
                  <a:pt x="17129" y="24389"/>
                </a:lnTo>
                <a:lnTo>
                  <a:pt x="17134" y="24381"/>
                </a:lnTo>
                <a:lnTo>
                  <a:pt x="17139" y="24374"/>
                </a:lnTo>
                <a:lnTo>
                  <a:pt x="17145" y="24366"/>
                </a:lnTo>
                <a:lnTo>
                  <a:pt x="17150" y="24359"/>
                </a:lnTo>
                <a:lnTo>
                  <a:pt x="17155" y="24351"/>
                </a:lnTo>
                <a:lnTo>
                  <a:pt x="17160" y="24343"/>
                </a:lnTo>
                <a:lnTo>
                  <a:pt x="17165" y="24335"/>
                </a:lnTo>
                <a:lnTo>
                  <a:pt x="17170" y="24328"/>
                </a:lnTo>
                <a:lnTo>
                  <a:pt x="17175" y="24320"/>
                </a:lnTo>
                <a:lnTo>
                  <a:pt x="17180" y="24313"/>
                </a:lnTo>
                <a:lnTo>
                  <a:pt x="17186" y="24305"/>
                </a:lnTo>
                <a:lnTo>
                  <a:pt x="17191" y="24297"/>
                </a:lnTo>
                <a:lnTo>
                  <a:pt x="17196" y="24289"/>
                </a:lnTo>
                <a:lnTo>
                  <a:pt x="17200" y="24282"/>
                </a:lnTo>
                <a:lnTo>
                  <a:pt x="17204" y="24274"/>
                </a:lnTo>
                <a:lnTo>
                  <a:pt x="17207" y="24267"/>
                </a:lnTo>
                <a:lnTo>
                  <a:pt x="17211" y="24258"/>
                </a:lnTo>
                <a:lnTo>
                  <a:pt x="17215" y="24251"/>
                </a:lnTo>
                <a:lnTo>
                  <a:pt x="17219" y="24243"/>
                </a:lnTo>
                <a:lnTo>
                  <a:pt x="17222" y="24236"/>
                </a:lnTo>
                <a:lnTo>
                  <a:pt x="17226" y="24228"/>
                </a:lnTo>
                <a:lnTo>
                  <a:pt x="17231" y="24221"/>
                </a:lnTo>
                <a:lnTo>
                  <a:pt x="17235" y="24212"/>
                </a:lnTo>
                <a:lnTo>
                  <a:pt x="17238" y="24203"/>
                </a:lnTo>
                <a:lnTo>
                  <a:pt x="17242" y="24195"/>
                </a:lnTo>
                <a:lnTo>
                  <a:pt x="17246" y="24186"/>
                </a:lnTo>
                <a:lnTo>
                  <a:pt x="17063" y="24099"/>
                </a:lnTo>
                <a:close/>
                <a:moveTo>
                  <a:pt x="22970" y="24159"/>
                </a:moveTo>
                <a:lnTo>
                  <a:pt x="22970" y="24563"/>
                </a:lnTo>
                <a:lnTo>
                  <a:pt x="23171" y="24563"/>
                </a:lnTo>
                <a:lnTo>
                  <a:pt x="23171" y="24159"/>
                </a:lnTo>
                <a:close/>
                <a:moveTo>
                  <a:pt x="12150" y="24516"/>
                </a:moveTo>
                <a:lnTo>
                  <a:pt x="12014" y="24665"/>
                </a:lnTo>
                <a:cubicBezTo>
                  <a:pt x="12122" y="24763"/>
                  <a:pt x="12248" y="24847"/>
                  <a:pt x="12382" y="24903"/>
                </a:cubicBezTo>
                <a:lnTo>
                  <a:pt x="12458" y="24717"/>
                </a:lnTo>
                <a:cubicBezTo>
                  <a:pt x="12344" y="24668"/>
                  <a:pt x="12242" y="24600"/>
                  <a:pt x="12150" y="24516"/>
                </a:cubicBezTo>
                <a:close/>
                <a:moveTo>
                  <a:pt x="13017" y="24788"/>
                </a:moveTo>
                <a:lnTo>
                  <a:pt x="13017" y="24990"/>
                </a:lnTo>
                <a:lnTo>
                  <a:pt x="13421" y="24990"/>
                </a:lnTo>
                <a:lnTo>
                  <a:pt x="13421" y="24788"/>
                </a:lnTo>
                <a:close/>
                <a:moveTo>
                  <a:pt x="14028" y="24788"/>
                </a:moveTo>
                <a:lnTo>
                  <a:pt x="14028" y="24990"/>
                </a:lnTo>
                <a:lnTo>
                  <a:pt x="14432" y="24990"/>
                </a:lnTo>
                <a:lnTo>
                  <a:pt x="14432" y="24788"/>
                </a:lnTo>
                <a:close/>
                <a:moveTo>
                  <a:pt x="15040" y="24788"/>
                </a:moveTo>
                <a:lnTo>
                  <a:pt x="15040" y="24990"/>
                </a:lnTo>
                <a:lnTo>
                  <a:pt x="15444" y="24990"/>
                </a:lnTo>
                <a:lnTo>
                  <a:pt x="15444" y="24788"/>
                </a:lnTo>
                <a:close/>
                <a:moveTo>
                  <a:pt x="16402" y="24732"/>
                </a:moveTo>
                <a:lnTo>
                  <a:pt x="16398" y="24733"/>
                </a:lnTo>
                <a:lnTo>
                  <a:pt x="16392" y="24735"/>
                </a:lnTo>
                <a:lnTo>
                  <a:pt x="16384" y="24738"/>
                </a:lnTo>
                <a:lnTo>
                  <a:pt x="16378" y="24740"/>
                </a:lnTo>
                <a:lnTo>
                  <a:pt x="16372" y="24743"/>
                </a:lnTo>
                <a:lnTo>
                  <a:pt x="16366" y="24746"/>
                </a:lnTo>
                <a:lnTo>
                  <a:pt x="16359" y="24749"/>
                </a:lnTo>
                <a:lnTo>
                  <a:pt x="16353" y="24751"/>
                </a:lnTo>
                <a:lnTo>
                  <a:pt x="16346" y="24754"/>
                </a:lnTo>
                <a:lnTo>
                  <a:pt x="16340" y="24756"/>
                </a:lnTo>
                <a:lnTo>
                  <a:pt x="16333" y="24758"/>
                </a:lnTo>
                <a:lnTo>
                  <a:pt x="16327" y="24759"/>
                </a:lnTo>
                <a:lnTo>
                  <a:pt x="16321" y="24760"/>
                </a:lnTo>
                <a:lnTo>
                  <a:pt x="16315" y="24761"/>
                </a:lnTo>
                <a:lnTo>
                  <a:pt x="16308" y="24763"/>
                </a:lnTo>
                <a:lnTo>
                  <a:pt x="16301" y="24764"/>
                </a:lnTo>
                <a:lnTo>
                  <a:pt x="16295" y="24765"/>
                </a:lnTo>
                <a:lnTo>
                  <a:pt x="16289" y="24766"/>
                </a:lnTo>
                <a:lnTo>
                  <a:pt x="16282" y="24768"/>
                </a:lnTo>
                <a:lnTo>
                  <a:pt x="16276" y="24769"/>
                </a:lnTo>
                <a:lnTo>
                  <a:pt x="16270" y="24770"/>
                </a:lnTo>
                <a:lnTo>
                  <a:pt x="16264" y="24771"/>
                </a:lnTo>
                <a:lnTo>
                  <a:pt x="16256" y="24773"/>
                </a:lnTo>
                <a:lnTo>
                  <a:pt x="16250" y="24774"/>
                </a:lnTo>
                <a:lnTo>
                  <a:pt x="16244" y="24775"/>
                </a:lnTo>
                <a:lnTo>
                  <a:pt x="16238" y="24776"/>
                </a:lnTo>
                <a:lnTo>
                  <a:pt x="16231" y="24778"/>
                </a:lnTo>
                <a:lnTo>
                  <a:pt x="16225" y="24779"/>
                </a:lnTo>
                <a:lnTo>
                  <a:pt x="16219" y="24780"/>
                </a:lnTo>
                <a:lnTo>
                  <a:pt x="16212" y="24781"/>
                </a:lnTo>
                <a:lnTo>
                  <a:pt x="16205" y="24783"/>
                </a:lnTo>
                <a:lnTo>
                  <a:pt x="16199" y="24784"/>
                </a:lnTo>
                <a:lnTo>
                  <a:pt x="16193" y="24785"/>
                </a:lnTo>
                <a:lnTo>
                  <a:pt x="16185" y="24787"/>
                </a:lnTo>
                <a:lnTo>
                  <a:pt x="16179" y="24788"/>
                </a:lnTo>
                <a:lnTo>
                  <a:pt x="16051" y="24788"/>
                </a:lnTo>
                <a:lnTo>
                  <a:pt x="16051" y="24990"/>
                </a:lnTo>
                <a:lnTo>
                  <a:pt x="16167" y="24990"/>
                </a:lnTo>
                <a:lnTo>
                  <a:pt x="16177" y="24989"/>
                </a:lnTo>
                <a:lnTo>
                  <a:pt x="16186" y="24988"/>
                </a:lnTo>
                <a:lnTo>
                  <a:pt x="16194" y="24987"/>
                </a:lnTo>
                <a:lnTo>
                  <a:pt x="16203" y="24985"/>
                </a:lnTo>
                <a:lnTo>
                  <a:pt x="16212" y="24984"/>
                </a:lnTo>
                <a:lnTo>
                  <a:pt x="16222" y="24983"/>
                </a:lnTo>
                <a:lnTo>
                  <a:pt x="16230" y="24982"/>
                </a:lnTo>
                <a:lnTo>
                  <a:pt x="16239" y="24980"/>
                </a:lnTo>
                <a:lnTo>
                  <a:pt x="16248" y="24979"/>
                </a:lnTo>
                <a:lnTo>
                  <a:pt x="16257" y="24978"/>
                </a:lnTo>
                <a:lnTo>
                  <a:pt x="16266" y="24977"/>
                </a:lnTo>
                <a:lnTo>
                  <a:pt x="16275" y="24975"/>
                </a:lnTo>
                <a:lnTo>
                  <a:pt x="16284" y="24974"/>
                </a:lnTo>
                <a:lnTo>
                  <a:pt x="16293" y="24973"/>
                </a:lnTo>
                <a:lnTo>
                  <a:pt x="16301" y="24971"/>
                </a:lnTo>
                <a:lnTo>
                  <a:pt x="16310" y="24970"/>
                </a:lnTo>
                <a:lnTo>
                  <a:pt x="16319" y="24969"/>
                </a:lnTo>
                <a:lnTo>
                  <a:pt x="16326" y="24968"/>
                </a:lnTo>
                <a:lnTo>
                  <a:pt x="16334" y="24966"/>
                </a:lnTo>
                <a:lnTo>
                  <a:pt x="16341" y="24964"/>
                </a:lnTo>
                <a:lnTo>
                  <a:pt x="16351" y="24962"/>
                </a:lnTo>
                <a:lnTo>
                  <a:pt x="16360" y="24959"/>
                </a:lnTo>
                <a:lnTo>
                  <a:pt x="16367" y="24957"/>
                </a:lnTo>
                <a:lnTo>
                  <a:pt x="16375" y="24954"/>
                </a:lnTo>
                <a:lnTo>
                  <a:pt x="16382" y="24952"/>
                </a:lnTo>
                <a:lnTo>
                  <a:pt x="16390" y="24949"/>
                </a:lnTo>
                <a:lnTo>
                  <a:pt x="16398" y="24947"/>
                </a:lnTo>
                <a:lnTo>
                  <a:pt x="16406" y="24944"/>
                </a:lnTo>
                <a:lnTo>
                  <a:pt x="16413" y="24942"/>
                </a:lnTo>
                <a:lnTo>
                  <a:pt x="16421" y="24939"/>
                </a:lnTo>
                <a:lnTo>
                  <a:pt x="16428" y="24937"/>
                </a:lnTo>
                <a:lnTo>
                  <a:pt x="16437" y="24934"/>
                </a:lnTo>
                <a:lnTo>
                  <a:pt x="16444" y="24932"/>
                </a:lnTo>
                <a:lnTo>
                  <a:pt x="16452" y="24929"/>
                </a:lnTo>
                <a:lnTo>
                  <a:pt x="16459" y="24927"/>
                </a:lnTo>
                <a:lnTo>
                  <a:pt x="16466" y="24924"/>
                </a:lnTo>
                <a:lnTo>
                  <a:pt x="16472" y="24922"/>
                </a:lnTo>
                <a:lnTo>
                  <a:pt x="16402" y="24732"/>
                </a:lnTo>
                <a:close/>
                <a:moveTo>
                  <a:pt x="22970" y="25171"/>
                </a:moveTo>
                <a:lnTo>
                  <a:pt x="22970" y="25575"/>
                </a:lnTo>
                <a:lnTo>
                  <a:pt x="23171" y="25575"/>
                </a:lnTo>
                <a:lnTo>
                  <a:pt x="23171" y="25171"/>
                </a:lnTo>
                <a:close/>
                <a:moveTo>
                  <a:pt x="22970" y="26182"/>
                </a:moveTo>
                <a:lnTo>
                  <a:pt x="22970" y="26586"/>
                </a:lnTo>
                <a:lnTo>
                  <a:pt x="23171" y="26586"/>
                </a:lnTo>
                <a:lnTo>
                  <a:pt x="23171" y="26182"/>
                </a:lnTo>
                <a:close/>
                <a:moveTo>
                  <a:pt x="22970" y="27194"/>
                </a:moveTo>
                <a:lnTo>
                  <a:pt x="22970" y="27598"/>
                </a:lnTo>
                <a:lnTo>
                  <a:pt x="23171" y="27598"/>
                </a:lnTo>
                <a:lnTo>
                  <a:pt x="23171" y="27194"/>
                </a:lnTo>
                <a:close/>
                <a:moveTo>
                  <a:pt x="22970" y="28206"/>
                </a:moveTo>
                <a:lnTo>
                  <a:pt x="22970" y="28610"/>
                </a:lnTo>
                <a:lnTo>
                  <a:pt x="23171" y="28610"/>
                </a:lnTo>
                <a:lnTo>
                  <a:pt x="23171" y="28206"/>
                </a:lnTo>
                <a:close/>
                <a:moveTo>
                  <a:pt x="22970" y="29218"/>
                </a:moveTo>
                <a:lnTo>
                  <a:pt x="22970" y="29622"/>
                </a:lnTo>
                <a:lnTo>
                  <a:pt x="23171" y="29622"/>
                </a:lnTo>
                <a:lnTo>
                  <a:pt x="23171" y="29218"/>
                </a:lnTo>
                <a:close/>
                <a:moveTo>
                  <a:pt x="22970" y="30229"/>
                </a:moveTo>
                <a:lnTo>
                  <a:pt x="22970" y="30633"/>
                </a:lnTo>
                <a:lnTo>
                  <a:pt x="23171" y="30633"/>
                </a:lnTo>
                <a:lnTo>
                  <a:pt x="23171" y="30229"/>
                </a:lnTo>
                <a:close/>
                <a:moveTo>
                  <a:pt x="22970" y="31241"/>
                </a:moveTo>
                <a:lnTo>
                  <a:pt x="22970" y="31645"/>
                </a:lnTo>
                <a:lnTo>
                  <a:pt x="23171" y="31645"/>
                </a:lnTo>
                <a:lnTo>
                  <a:pt x="23171" y="31241"/>
                </a:lnTo>
                <a:close/>
                <a:moveTo>
                  <a:pt x="22970" y="32253"/>
                </a:moveTo>
                <a:lnTo>
                  <a:pt x="22970" y="32657"/>
                </a:lnTo>
                <a:lnTo>
                  <a:pt x="23171" y="32657"/>
                </a:lnTo>
                <a:lnTo>
                  <a:pt x="23171" y="32253"/>
                </a:lnTo>
                <a:close/>
                <a:moveTo>
                  <a:pt x="22970" y="33265"/>
                </a:moveTo>
                <a:lnTo>
                  <a:pt x="22970" y="33669"/>
                </a:lnTo>
                <a:lnTo>
                  <a:pt x="23171" y="33669"/>
                </a:lnTo>
                <a:lnTo>
                  <a:pt x="23171" y="3326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26"/>
          <p:cNvSpPr/>
          <p:nvPr/>
        </p:nvSpPr>
        <p:spPr>
          <a:xfrm>
            <a:off x="5763619" y="3032772"/>
            <a:ext cx="9163" cy="18218"/>
          </a:xfrm>
          <a:custGeom>
            <a:rect b="b" l="l" r="r" t="t"/>
            <a:pathLst>
              <a:path extrusionOk="0" h="169" w="85">
                <a:moveTo>
                  <a:pt x="1" y="136"/>
                </a:moveTo>
                <a:cubicBezTo>
                  <a:pt x="1" y="154"/>
                  <a:pt x="15" y="168"/>
                  <a:pt x="32" y="168"/>
                </a:cubicBezTo>
                <a:lnTo>
                  <a:pt x="53" y="168"/>
                </a:lnTo>
                <a:cubicBezTo>
                  <a:pt x="71" y="168"/>
                  <a:pt x="84" y="154"/>
                  <a:pt x="84" y="136"/>
                </a:cubicBezTo>
                <a:lnTo>
                  <a:pt x="84" y="32"/>
                </a:lnTo>
                <a:cubicBezTo>
                  <a:pt x="84" y="15"/>
                  <a:pt x="71" y="0"/>
                  <a:pt x="53" y="0"/>
                </a:cubicBezTo>
                <a:lnTo>
                  <a:pt x="32" y="0"/>
                </a:lnTo>
                <a:cubicBezTo>
                  <a:pt x="15" y="0"/>
                  <a:pt x="1" y="15"/>
                  <a:pt x="1" y="32"/>
                </a:cubicBezTo>
                <a:close/>
              </a:path>
            </a:pathLst>
          </a:custGeom>
          <a:solidFill>
            <a:srgbClr val="EFE7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26"/>
          <p:cNvSpPr/>
          <p:nvPr/>
        </p:nvSpPr>
        <p:spPr>
          <a:xfrm>
            <a:off x="5524307" y="2973698"/>
            <a:ext cx="248365" cy="81820"/>
          </a:xfrm>
          <a:custGeom>
            <a:rect b="b" l="l" r="r" t="t"/>
            <a:pathLst>
              <a:path extrusionOk="0" h="759" w="2304">
                <a:moveTo>
                  <a:pt x="615" y="84"/>
                </a:moveTo>
                <a:lnTo>
                  <a:pt x="1189" y="84"/>
                </a:lnTo>
                <a:cubicBezTo>
                  <a:pt x="1392" y="84"/>
                  <a:pt x="1552" y="295"/>
                  <a:pt x="1613" y="380"/>
                </a:cubicBezTo>
                <a:lnTo>
                  <a:pt x="2064" y="380"/>
                </a:lnTo>
                <a:cubicBezTo>
                  <a:pt x="2163" y="380"/>
                  <a:pt x="2303" y="446"/>
                  <a:pt x="2303" y="543"/>
                </a:cubicBezTo>
                <a:lnTo>
                  <a:pt x="2303" y="758"/>
                </a:lnTo>
                <a:lnTo>
                  <a:pt x="1636" y="758"/>
                </a:lnTo>
                <a:lnTo>
                  <a:pt x="690" y="758"/>
                </a:lnTo>
                <a:lnTo>
                  <a:pt x="512" y="758"/>
                </a:lnTo>
                <a:lnTo>
                  <a:pt x="0" y="758"/>
                </a:lnTo>
                <a:cubicBezTo>
                  <a:pt x="150" y="0"/>
                  <a:pt x="567" y="84"/>
                  <a:pt x="615" y="8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26"/>
          <p:cNvSpPr/>
          <p:nvPr/>
        </p:nvSpPr>
        <p:spPr>
          <a:xfrm>
            <a:off x="5518162" y="3041719"/>
            <a:ext cx="250090" cy="9271"/>
          </a:xfrm>
          <a:custGeom>
            <a:rect b="b" l="l" r="r" t="t"/>
            <a:pathLst>
              <a:path extrusionOk="0" h="86" w="2320">
                <a:moveTo>
                  <a:pt x="1" y="46"/>
                </a:moveTo>
                <a:cubicBezTo>
                  <a:pt x="1" y="68"/>
                  <a:pt x="17" y="85"/>
                  <a:pt x="39" y="85"/>
                </a:cubicBezTo>
                <a:lnTo>
                  <a:pt x="2282" y="85"/>
                </a:lnTo>
                <a:cubicBezTo>
                  <a:pt x="2303" y="85"/>
                  <a:pt x="2320" y="68"/>
                  <a:pt x="2320" y="46"/>
                </a:cubicBezTo>
                <a:lnTo>
                  <a:pt x="2320" y="39"/>
                </a:lnTo>
                <a:cubicBezTo>
                  <a:pt x="2320" y="17"/>
                  <a:pt x="2303" y="0"/>
                  <a:pt x="2282" y="0"/>
                </a:cubicBezTo>
                <a:lnTo>
                  <a:pt x="39" y="0"/>
                </a:lnTo>
                <a:cubicBezTo>
                  <a:pt x="18" y="0"/>
                  <a:pt x="1" y="17"/>
                  <a:pt x="1" y="3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26"/>
          <p:cNvSpPr/>
          <p:nvPr/>
        </p:nvSpPr>
        <p:spPr>
          <a:xfrm>
            <a:off x="5699802" y="3033850"/>
            <a:ext cx="41718" cy="41719"/>
          </a:xfrm>
          <a:custGeom>
            <a:rect b="b" l="l" r="r" t="t"/>
            <a:pathLst>
              <a:path extrusionOk="0" h="387" w="387">
                <a:moveTo>
                  <a:pt x="0" y="194"/>
                </a:moveTo>
                <a:cubicBezTo>
                  <a:pt x="0" y="299"/>
                  <a:pt x="87" y="386"/>
                  <a:pt x="194" y="386"/>
                </a:cubicBezTo>
                <a:cubicBezTo>
                  <a:pt x="300" y="386"/>
                  <a:pt x="387" y="299"/>
                  <a:pt x="387" y="194"/>
                </a:cubicBezTo>
                <a:cubicBezTo>
                  <a:pt x="387" y="88"/>
                  <a:pt x="300" y="1"/>
                  <a:pt x="194" y="1"/>
                </a:cubicBezTo>
                <a:cubicBezTo>
                  <a:pt x="87" y="1"/>
                  <a:pt x="0" y="88"/>
                  <a:pt x="0" y="194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26"/>
          <p:cNvSpPr/>
          <p:nvPr/>
        </p:nvSpPr>
        <p:spPr>
          <a:xfrm>
            <a:off x="5706701" y="3040641"/>
            <a:ext cx="28243" cy="28136"/>
          </a:xfrm>
          <a:custGeom>
            <a:rect b="b" l="l" r="r" t="t"/>
            <a:pathLst>
              <a:path extrusionOk="0" h="261" w="262">
                <a:moveTo>
                  <a:pt x="1" y="131"/>
                </a:moveTo>
                <a:cubicBezTo>
                  <a:pt x="1" y="203"/>
                  <a:pt x="58" y="261"/>
                  <a:pt x="131" y="261"/>
                </a:cubicBezTo>
                <a:cubicBezTo>
                  <a:pt x="202" y="261"/>
                  <a:pt x="262" y="204"/>
                  <a:pt x="262" y="131"/>
                </a:cubicBezTo>
                <a:cubicBezTo>
                  <a:pt x="262" y="59"/>
                  <a:pt x="203" y="1"/>
                  <a:pt x="131" y="1"/>
                </a:cubicBezTo>
                <a:cubicBezTo>
                  <a:pt x="58" y="0"/>
                  <a:pt x="1" y="59"/>
                  <a:pt x="1" y="131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26"/>
          <p:cNvSpPr/>
          <p:nvPr/>
        </p:nvSpPr>
        <p:spPr>
          <a:xfrm>
            <a:off x="5710043" y="3043983"/>
            <a:ext cx="21236" cy="21452"/>
          </a:xfrm>
          <a:custGeom>
            <a:rect b="b" l="l" r="r" t="t"/>
            <a:pathLst>
              <a:path extrusionOk="0" h="199" w="197">
                <a:moveTo>
                  <a:pt x="0" y="100"/>
                </a:moveTo>
                <a:cubicBezTo>
                  <a:pt x="0" y="154"/>
                  <a:pt x="44" y="198"/>
                  <a:pt x="99" y="198"/>
                </a:cubicBezTo>
                <a:cubicBezTo>
                  <a:pt x="154" y="198"/>
                  <a:pt x="197" y="153"/>
                  <a:pt x="197" y="100"/>
                </a:cubicBezTo>
                <a:cubicBezTo>
                  <a:pt x="197" y="45"/>
                  <a:pt x="152" y="1"/>
                  <a:pt x="99" y="1"/>
                </a:cubicBezTo>
                <a:cubicBezTo>
                  <a:pt x="43" y="1"/>
                  <a:pt x="0" y="45"/>
                  <a:pt x="0" y="10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26"/>
          <p:cNvSpPr/>
          <p:nvPr/>
        </p:nvSpPr>
        <p:spPr>
          <a:xfrm>
            <a:off x="5546729" y="3033850"/>
            <a:ext cx="41718" cy="41719"/>
          </a:xfrm>
          <a:custGeom>
            <a:rect b="b" l="l" r="r" t="t"/>
            <a:pathLst>
              <a:path extrusionOk="0" h="387" w="387">
                <a:moveTo>
                  <a:pt x="1" y="194"/>
                </a:moveTo>
                <a:cubicBezTo>
                  <a:pt x="1" y="299"/>
                  <a:pt x="88" y="386"/>
                  <a:pt x="193" y="386"/>
                </a:cubicBezTo>
                <a:cubicBezTo>
                  <a:pt x="300" y="386"/>
                  <a:pt x="387" y="299"/>
                  <a:pt x="387" y="194"/>
                </a:cubicBezTo>
                <a:cubicBezTo>
                  <a:pt x="387" y="88"/>
                  <a:pt x="300" y="1"/>
                  <a:pt x="193" y="1"/>
                </a:cubicBezTo>
                <a:cubicBezTo>
                  <a:pt x="88" y="1"/>
                  <a:pt x="1" y="88"/>
                  <a:pt x="1" y="194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26"/>
          <p:cNvSpPr/>
          <p:nvPr/>
        </p:nvSpPr>
        <p:spPr>
          <a:xfrm>
            <a:off x="5553628" y="3040641"/>
            <a:ext cx="28135" cy="28136"/>
          </a:xfrm>
          <a:custGeom>
            <a:rect b="b" l="l" r="r" t="t"/>
            <a:pathLst>
              <a:path extrusionOk="0" h="261" w="261">
                <a:moveTo>
                  <a:pt x="0" y="131"/>
                </a:moveTo>
                <a:cubicBezTo>
                  <a:pt x="0" y="203"/>
                  <a:pt x="58" y="261"/>
                  <a:pt x="131" y="261"/>
                </a:cubicBezTo>
                <a:cubicBezTo>
                  <a:pt x="203" y="261"/>
                  <a:pt x="260" y="204"/>
                  <a:pt x="260" y="131"/>
                </a:cubicBezTo>
                <a:cubicBezTo>
                  <a:pt x="260" y="59"/>
                  <a:pt x="203" y="1"/>
                  <a:pt x="131" y="1"/>
                </a:cubicBezTo>
                <a:cubicBezTo>
                  <a:pt x="58" y="0"/>
                  <a:pt x="0" y="59"/>
                  <a:pt x="0" y="131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26"/>
          <p:cNvSpPr/>
          <p:nvPr/>
        </p:nvSpPr>
        <p:spPr>
          <a:xfrm>
            <a:off x="5556970" y="3043983"/>
            <a:ext cx="21344" cy="21452"/>
          </a:xfrm>
          <a:custGeom>
            <a:rect b="b" l="l" r="r" t="t"/>
            <a:pathLst>
              <a:path extrusionOk="0" h="199" w="198">
                <a:moveTo>
                  <a:pt x="0" y="100"/>
                </a:moveTo>
                <a:cubicBezTo>
                  <a:pt x="0" y="154"/>
                  <a:pt x="45" y="198"/>
                  <a:pt x="98" y="198"/>
                </a:cubicBezTo>
                <a:cubicBezTo>
                  <a:pt x="153" y="198"/>
                  <a:pt x="198" y="153"/>
                  <a:pt x="198" y="100"/>
                </a:cubicBezTo>
                <a:cubicBezTo>
                  <a:pt x="198" y="45"/>
                  <a:pt x="153" y="1"/>
                  <a:pt x="98" y="1"/>
                </a:cubicBezTo>
                <a:cubicBezTo>
                  <a:pt x="44" y="1"/>
                  <a:pt x="0" y="45"/>
                  <a:pt x="0" y="10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26"/>
          <p:cNvSpPr/>
          <p:nvPr/>
        </p:nvSpPr>
        <p:spPr>
          <a:xfrm>
            <a:off x="5550717" y="2989437"/>
            <a:ext cx="138735" cy="25117"/>
          </a:xfrm>
          <a:custGeom>
            <a:rect b="b" l="l" r="r" t="t"/>
            <a:pathLst>
              <a:path extrusionOk="0" h="233" w="1287">
                <a:moveTo>
                  <a:pt x="1287" y="233"/>
                </a:moveTo>
                <a:lnTo>
                  <a:pt x="1" y="233"/>
                </a:lnTo>
                <a:cubicBezTo>
                  <a:pt x="1" y="233"/>
                  <a:pt x="134" y="3"/>
                  <a:pt x="368" y="3"/>
                </a:cubicBezTo>
                <a:cubicBezTo>
                  <a:pt x="368" y="3"/>
                  <a:pt x="794" y="0"/>
                  <a:pt x="949" y="0"/>
                </a:cubicBezTo>
                <a:cubicBezTo>
                  <a:pt x="1020" y="2"/>
                  <a:pt x="1149" y="65"/>
                  <a:pt x="1287" y="2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26"/>
          <p:cNvSpPr/>
          <p:nvPr/>
        </p:nvSpPr>
        <p:spPr>
          <a:xfrm>
            <a:off x="5622619" y="2987173"/>
            <a:ext cx="9271" cy="27489"/>
          </a:xfrm>
          <a:custGeom>
            <a:rect b="b" l="l" r="r" t="t"/>
            <a:pathLst>
              <a:path extrusionOk="0" h="255" w="86">
                <a:moveTo>
                  <a:pt x="1" y="1"/>
                </a:moveTo>
                <a:lnTo>
                  <a:pt x="86" y="1"/>
                </a:lnTo>
                <a:lnTo>
                  <a:pt x="86" y="255"/>
                </a:lnTo>
                <a:lnTo>
                  <a:pt x="1" y="255"/>
                </a:lnTo>
                <a:close/>
              </a:path>
            </a:pathLst>
          </a:custGeom>
          <a:solidFill>
            <a:srgbClr val="75BC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26"/>
          <p:cNvSpPr/>
          <p:nvPr/>
        </p:nvSpPr>
        <p:spPr>
          <a:xfrm>
            <a:off x="5631781" y="3019082"/>
            <a:ext cx="18110" cy="9055"/>
          </a:xfrm>
          <a:custGeom>
            <a:rect b="b" l="l" r="r" t="t"/>
            <a:pathLst>
              <a:path extrusionOk="0" h="84" w="168">
                <a:moveTo>
                  <a:pt x="1" y="43"/>
                </a:moveTo>
                <a:cubicBezTo>
                  <a:pt x="1" y="66"/>
                  <a:pt x="20" y="83"/>
                  <a:pt x="42" y="83"/>
                </a:cubicBezTo>
                <a:lnTo>
                  <a:pt x="127" y="83"/>
                </a:lnTo>
                <a:cubicBezTo>
                  <a:pt x="150" y="83"/>
                  <a:pt x="168" y="65"/>
                  <a:pt x="168" y="43"/>
                </a:cubicBezTo>
                <a:lnTo>
                  <a:pt x="168" y="42"/>
                </a:lnTo>
                <a:cubicBezTo>
                  <a:pt x="168" y="19"/>
                  <a:pt x="150" y="1"/>
                  <a:pt x="127" y="1"/>
                </a:cubicBezTo>
                <a:lnTo>
                  <a:pt x="42" y="1"/>
                </a:lnTo>
                <a:cubicBezTo>
                  <a:pt x="18" y="1"/>
                  <a:pt x="1" y="20"/>
                  <a:pt x="1" y="4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26"/>
          <p:cNvSpPr/>
          <p:nvPr/>
        </p:nvSpPr>
        <p:spPr>
          <a:xfrm>
            <a:off x="5672637" y="3004852"/>
            <a:ext cx="27381" cy="15200"/>
          </a:xfrm>
          <a:custGeom>
            <a:rect b="b" l="l" r="r" t="t"/>
            <a:pathLst>
              <a:path extrusionOk="0" h="141" w="254">
                <a:moveTo>
                  <a:pt x="0" y="35"/>
                </a:moveTo>
                <a:cubicBezTo>
                  <a:pt x="0" y="16"/>
                  <a:pt x="8" y="1"/>
                  <a:pt x="42" y="4"/>
                </a:cubicBezTo>
                <a:lnTo>
                  <a:pt x="191" y="16"/>
                </a:lnTo>
                <a:cubicBezTo>
                  <a:pt x="230" y="20"/>
                  <a:pt x="253" y="25"/>
                  <a:pt x="253" y="50"/>
                </a:cubicBezTo>
                <a:lnTo>
                  <a:pt x="253" y="105"/>
                </a:lnTo>
                <a:cubicBezTo>
                  <a:pt x="253" y="123"/>
                  <a:pt x="238" y="141"/>
                  <a:pt x="182" y="136"/>
                </a:cubicBezTo>
                <a:lnTo>
                  <a:pt x="37" y="120"/>
                </a:lnTo>
                <a:cubicBezTo>
                  <a:pt x="18" y="117"/>
                  <a:pt x="0" y="108"/>
                  <a:pt x="0" y="9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26"/>
          <p:cNvSpPr/>
          <p:nvPr/>
        </p:nvSpPr>
        <p:spPr>
          <a:xfrm>
            <a:off x="5597825" y="3019082"/>
            <a:ext cx="18218" cy="9055"/>
          </a:xfrm>
          <a:custGeom>
            <a:rect b="b" l="l" r="r" t="t"/>
            <a:pathLst>
              <a:path extrusionOk="0" h="84" w="169">
                <a:moveTo>
                  <a:pt x="1" y="43"/>
                </a:moveTo>
                <a:cubicBezTo>
                  <a:pt x="1" y="66"/>
                  <a:pt x="20" y="83"/>
                  <a:pt x="42" y="83"/>
                </a:cubicBezTo>
                <a:lnTo>
                  <a:pt x="128" y="83"/>
                </a:lnTo>
                <a:cubicBezTo>
                  <a:pt x="151" y="83"/>
                  <a:pt x="169" y="65"/>
                  <a:pt x="169" y="43"/>
                </a:cubicBezTo>
                <a:lnTo>
                  <a:pt x="169" y="42"/>
                </a:lnTo>
                <a:cubicBezTo>
                  <a:pt x="169" y="19"/>
                  <a:pt x="149" y="1"/>
                  <a:pt x="128" y="1"/>
                </a:cubicBezTo>
                <a:lnTo>
                  <a:pt x="42" y="1"/>
                </a:lnTo>
                <a:cubicBezTo>
                  <a:pt x="19" y="1"/>
                  <a:pt x="1" y="20"/>
                  <a:pt x="1" y="4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26"/>
          <p:cNvSpPr/>
          <p:nvPr/>
        </p:nvSpPr>
        <p:spPr>
          <a:xfrm>
            <a:off x="5619924" y="1217439"/>
            <a:ext cx="238340" cy="39563"/>
          </a:xfrm>
          <a:custGeom>
            <a:rect b="b" l="l" r="r" t="t"/>
            <a:pathLst>
              <a:path extrusionOk="0" h="367" w="2211">
                <a:moveTo>
                  <a:pt x="52" y="1"/>
                </a:moveTo>
                <a:cubicBezTo>
                  <a:pt x="24" y="1"/>
                  <a:pt x="0" y="24"/>
                  <a:pt x="0" y="52"/>
                </a:cubicBezTo>
                <a:cubicBezTo>
                  <a:pt x="0" y="225"/>
                  <a:pt x="142" y="366"/>
                  <a:pt x="314" y="366"/>
                </a:cubicBezTo>
                <a:cubicBezTo>
                  <a:pt x="424" y="366"/>
                  <a:pt x="521" y="308"/>
                  <a:pt x="577" y="223"/>
                </a:cubicBezTo>
                <a:cubicBezTo>
                  <a:pt x="634" y="308"/>
                  <a:pt x="731" y="366"/>
                  <a:pt x="841" y="366"/>
                </a:cubicBezTo>
                <a:cubicBezTo>
                  <a:pt x="951" y="366"/>
                  <a:pt x="1048" y="308"/>
                  <a:pt x="1104" y="223"/>
                </a:cubicBezTo>
                <a:cubicBezTo>
                  <a:pt x="1161" y="308"/>
                  <a:pt x="1258" y="366"/>
                  <a:pt x="1368" y="366"/>
                </a:cubicBezTo>
                <a:cubicBezTo>
                  <a:pt x="1478" y="366"/>
                  <a:pt x="1575" y="308"/>
                  <a:pt x="1631" y="223"/>
                </a:cubicBezTo>
                <a:cubicBezTo>
                  <a:pt x="1688" y="308"/>
                  <a:pt x="1785" y="366"/>
                  <a:pt x="1895" y="366"/>
                </a:cubicBezTo>
                <a:cubicBezTo>
                  <a:pt x="2067" y="366"/>
                  <a:pt x="2208" y="225"/>
                  <a:pt x="2210" y="52"/>
                </a:cubicBezTo>
                <a:cubicBezTo>
                  <a:pt x="2210" y="24"/>
                  <a:pt x="2188" y="1"/>
                  <a:pt x="2159" y="1"/>
                </a:cubicBezTo>
                <a:cubicBezTo>
                  <a:pt x="2132" y="1"/>
                  <a:pt x="2108" y="24"/>
                  <a:pt x="2108" y="52"/>
                </a:cubicBezTo>
                <a:cubicBezTo>
                  <a:pt x="2108" y="169"/>
                  <a:pt x="2014" y="265"/>
                  <a:pt x="1896" y="265"/>
                </a:cubicBezTo>
                <a:cubicBezTo>
                  <a:pt x="1780" y="265"/>
                  <a:pt x="1683" y="170"/>
                  <a:pt x="1683" y="52"/>
                </a:cubicBezTo>
                <a:cubicBezTo>
                  <a:pt x="1683" y="24"/>
                  <a:pt x="1661" y="1"/>
                  <a:pt x="1632" y="1"/>
                </a:cubicBezTo>
                <a:cubicBezTo>
                  <a:pt x="1605" y="1"/>
                  <a:pt x="1581" y="24"/>
                  <a:pt x="1581" y="52"/>
                </a:cubicBezTo>
                <a:cubicBezTo>
                  <a:pt x="1581" y="169"/>
                  <a:pt x="1487" y="265"/>
                  <a:pt x="1369" y="265"/>
                </a:cubicBezTo>
                <a:cubicBezTo>
                  <a:pt x="1253" y="265"/>
                  <a:pt x="1157" y="170"/>
                  <a:pt x="1157" y="52"/>
                </a:cubicBezTo>
                <a:cubicBezTo>
                  <a:pt x="1157" y="24"/>
                  <a:pt x="1134" y="1"/>
                  <a:pt x="1105" y="1"/>
                </a:cubicBezTo>
                <a:cubicBezTo>
                  <a:pt x="1078" y="1"/>
                  <a:pt x="1054" y="24"/>
                  <a:pt x="1054" y="52"/>
                </a:cubicBezTo>
                <a:cubicBezTo>
                  <a:pt x="1054" y="169"/>
                  <a:pt x="960" y="265"/>
                  <a:pt x="842" y="265"/>
                </a:cubicBezTo>
                <a:cubicBezTo>
                  <a:pt x="726" y="265"/>
                  <a:pt x="630" y="170"/>
                  <a:pt x="630" y="52"/>
                </a:cubicBezTo>
                <a:cubicBezTo>
                  <a:pt x="630" y="24"/>
                  <a:pt x="607" y="1"/>
                  <a:pt x="578" y="1"/>
                </a:cubicBezTo>
                <a:cubicBezTo>
                  <a:pt x="551" y="1"/>
                  <a:pt x="527" y="24"/>
                  <a:pt x="527" y="52"/>
                </a:cubicBezTo>
                <a:cubicBezTo>
                  <a:pt x="527" y="169"/>
                  <a:pt x="433" y="265"/>
                  <a:pt x="315" y="265"/>
                </a:cubicBezTo>
                <a:cubicBezTo>
                  <a:pt x="199" y="265"/>
                  <a:pt x="103" y="170"/>
                  <a:pt x="103" y="52"/>
                </a:cubicBezTo>
                <a:cubicBezTo>
                  <a:pt x="103" y="24"/>
                  <a:pt x="80" y="1"/>
                  <a:pt x="52" y="1"/>
                </a:cubicBezTo>
                <a:close/>
              </a:path>
            </a:pathLst>
          </a:custGeom>
          <a:solidFill>
            <a:srgbClr val="D6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26"/>
          <p:cNvSpPr/>
          <p:nvPr/>
        </p:nvSpPr>
        <p:spPr>
          <a:xfrm>
            <a:off x="5677164" y="1274788"/>
            <a:ext cx="238340" cy="39563"/>
          </a:xfrm>
          <a:custGeom>
            <a:rect b="b" l="l" r="r" t="t"/>
            <a:pathLst>
              <a:path extrusionOk="0" h="367" w="2211">
                <a:moveTo>
                  <a:pt x="52" y="1"/>
                </a:moveTo>
                <a:cubicBezTo>
                  <a:pt x="24" y="1"/>
                  <a:pt x="0" y="24"/>
                  <a:pt x="0" y="52"/>
                </a:cubicBezTo>
                <a:cubicBezTo>
                  <a:pt x="0" y="225"/>
                  <a:pt x="142" y="366"/>
                  <a:pt x="313" y="366"/>
                </a:cubicBezTo>
                <a:cubicBezTo>
                  <a:pt x="424" y="366"/>
                  <a:pt x="521" y="308"/>
                  <a:pt x="577" y="223"/>
                </a:cubicBezTo>
                <a:cubicBezTo>
                  <a:pt x="634" y="308"/>
                  <a:pt x="731" y="366"/>
                  <a:pt x="840" y="366"/>
                </a:cubicBezTo>
                <a:cubicBezTo>
                  <a:pt x="951" y="366"/>
                  <a:pt x="1048" y="308"/>
                  <a:pt x="1104" y="223"/>
                </a:cubicBezTo>
                <a:cubicBezTo>
                  <a:pt x="1161" y="308"/>
                  <a:pt x="1258" y="366"/>
                  <a:pt x="1367" y="366"/>
                </a:cubicBezTo>
                <a:cubicBezTo>
                  <a:pt x="1478" y="366"/>
                  <a:pt x="1575" y="308"/>
                  <a:pt x="1631" y="223"/>
                </a:cubicBezTo>
                <a:cubicBezTo>
                  <a:pt x="1688" y="308"/>
                  <a:pt x="1785" y="366"/>
                  <a:pt x="1894" y="366"/>
                </a:cubicBezTo>
                <a:cubicBezTo>
                  <a:pt x="2067" y="366"/>
                  <a:pt x="2208" y="225"/>
                  <a:pt x="2210" y="52"/>
                </a:cubicBezTo>
                <a:cubicBezTo>
                  <a:pt x="2210" y="24"/>
                  <a:pt x="2187" y="1"/>
                  <a:pt x="2159" y="1"/>
                </a:cubicBezTo>
                <a:cubicBezTo>
                  <a:pt x="2132" y="1"/>
                  <a:pt x="2108" y="24"/>
                  <a:pt x="2108" y="52"/>
                </a:cubicBezTo>
                <a:cubicBezTo>
                  <a:pt x="2108" y="169"/>
                  <a:pt x="2013" y="265"/>
                  <a:pt x="1896" y="265"/>
                </a:cubicBezTo>
                <a:cubicBezTo>
                  <a:pt x="1780" y="265"/>
                  <a:pt x="1684" y="170"/>
                  <a:pt x="1684" y="52"/>
                </a:cubicBezTo>
                <a:cubicBezTo>
                  <a:pt x="1684" y="24"/>
                  <a:pt x="1661" y="1"/>
                  <a:pt x="1632" y="1"/>
                </a:cubicBezTo>
                <a:cubicBezTo>
                  <a:pt x="1605" y="1"/>
                  <a:pt x="1581" y="24"/>
                  <a:pt x="1581" y="52"/>
                </a:cubicBezTo>
                <a:cubicBezTo>
                  <a:pt x="1581" y="169"/>
                  <a:pt x="1487" y="265"/>
                  <a:pt x="1369" y="265"/>
                </a:cubicBezTo>
                <a:cubicBezTo>
                  <a:pt x="1253" y="265"/>
                  <a:pt x="1157" y="170"/>
                  <a:pt x="1157" y="52"/>
                </a:cubicBezTo>
                <a:cubicBezTo>
                  <a:pt x="1157" y="24"/>
                  <a:pt x="1134" y="1"/>
                  <a:pt x="1105" y="1"/>
                </a:cubicBezTo>
                <a:cubicBezTo>
                  <a:pt x="1078" y="1"/>
                  <a:pt x="1054" y="24"/>
                  <a:pt x="1054" y="52"/>
                </a:cubicBezTo>
                <a:cubicBezTo>
                  <a:pt x="1054" y="169"/>
                  <a:pt x="960" y="265"/>
                  <a:pt x="842" y="265"/>
                </a:cubicBezTo>
                <a:cubicBezTo>
                  <a:pt x="726" y="265"/>
                  <a:pt x="630" y="170"/>
                  <a:pt x="630" y="52"/>
                </a:cubicBezTo>
                <a:cubicBezTo>
                  <a:pt x="630" y="24"/>
                  <a:pt x="607" y="1"/>
                  <a:pt x="578" y="1"/>
                </a:cubicBezTo>
                <a:cubicBezTo>
                  <a:pt x="551" y="1"/>
                  <a:pt x="527" y="24"/>
                  <a:pt x="527" y="52"/>
                </a:cubicBezTo>
                <a:cubicBezTo>
                  <a:pt x="527" y="169"/>
                  <a:pt x="433" y="265"/>
                  <a:pt x="316" y="265"/>
                </a:cubicBezTo>
                <a:cubicBezTo>
                  <a:pt x="199" y="265"/>
                  <a:pt x="103" y="170"/>
                  <a:pt x="103" y="52"/>
                </a:cubicBezTo>
                <a:cubicBezTo>
                  <a:pt x="103" y="24"/>
                  <a:pt x="80" y="1"/>
                  <a:pt x="52" y="1"/>
                </a:cubicBezTo>
                <a:close/>
              </a:path>
            </a:pathLst>
          </a:custGeom>
          <a:solidFill>
            <a:srgbClr val="D6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26"/>
          <p:cNvSpPr/>
          <p:nvPr/>
        </p:nvSpPr>
        <p:spPr>
          <a:xfrm>
            <a:off x="2843044" y="4202714"/>
            <a:ext cx="221847" cy="37407"/>
          </a:xfrm>
          <a:custGeom>
            <a:rect b="b" l="l" r="r" t="t"/>
            <a:pathLst>
              <a:path extrusionOk="0" h="347" w="2058">
                <a:moveTo>
                  <a:pt x="52" y="0"/>
                </a:moveTo>
                <a:cubicBezTo>
                  <a:pt x="24" y="0"/>
                  <a:pt x="1" y="24"/>
                  <a:pt x="1" y="52"/>
                </a:cubicBezTo>
                <a:cubicBezTo>
                  <a:pt x="1" y="214"/>
                  <a:pt x="133" y="346"/>
                  <a:pt x="295" y="346"/>
                </a:cubicBezTo>
                <a:cubicBezTo>
                  <a:pt x="396" y="346"/>
                  <a:pt x="487" y="294"/>
                  <a:pt x="539" y="215"/>
                </a:cubicBezTo>
                <a:cubicBezTo>
                  <a:pt x="593" y="295"/>
                  <a:pt x="682" y="346"/>
                  <a:pt x="783" y="346"/>
                </a:cubicBezTo>
                <a:cubicBezTo>
                  <a:pt x="885" y="346"/>
                  <a:pt x="976" y="294"/>
                  <a:pt x="1028" y="215"/>
                </a:cubicBezTo>
                <a:cubicBezTo>
                  <a:pt x="1081" y="295"/>
                  <a:pt x="1171" y="346"/>
                  <a:pt x="1272" y="346"/>
                </a:cubicBezTo>
                <a:cubicBezTo>
                  <a:pt x="1373" y="346"/>
                  <a:pt x="1464" y="294"/>
                  <a:pt x="1516" y="215"/>
                </a:cubicBezTo>
                <a:cubicBezTo>
                  <a:pt x="1570" y="295"/>
                  <a:pt x="1659" y="346"/>
                  <a:pt x="1760" y="346"/>
                </a:cubicBezTo>
                <a:cubicBezTo>
                  <a:pt x="1923" y="346"/>
                  <a:pt x="2056" y="213"/>
                  <a:pt x="2057" y="52"/>
                </a:cubicBezTo>
                <a:cubicBezTo>
                  <a:pt x="2057" y="24"/>
                  <a:pt x="2035" y="0"/>
                  <a:pt x="2006" y="0"/>
                </a:cubicBezTo>
                <a:cubicBezTo>
                  <a:pt x="1977" y="0"/>
                  <a:pt x="1955" y="24"/>
                  <a:pt x="1955" y="52"/>
                </a:cubicBezTo>
                <a:cubicBezTo>
                  <a:pt x="1955" y="158"/>
                  <a:pt x="1868" y="245"/>
                  <a:pt x="1761" y="245"/>
                </a:cubicBezTo>
                <a:cubicBezTo>
                  <a:pt x="1656" y="245"/>
                  <a:pt x="1569" y="158"/>
                  <a:pt x="1569" y="52"/>
                </a:cubicBezTo>
                <a:cubicBezTo>
                  <a:pt x="1569" y="24"/>
                  <a:pt x="1546" y="0"/>
                  <a:pt x="1518" y="0"/>
                </a:cubicBezTo>
                <a:cubicBezTo>
                  <a:pt x="1489" y="0"/>
                  <a:pt x="1467" y="24"/>
                  <a:pt x="1467" y="52"/>
                </a:cubicBezTo>
                <a:cubicBezTo>
                  <a:pt x="1467" y="158"/>
                  <a:pt x="1380" y="245"/>
                  <a:pt x="1273" y="245"/>
                </a:cubicBezTo>
                <a:cubicBezTo>
                  <a:pt x="1167" y="245"/>
                  <a:pt x="1080" y="158"/>
                  <a:pt x="1080" y="52"/>
                </a:cubicBezTo>
                <a:cubicBezTo>
                  <a:pt x="1080" y="24"/>
                  <a:pt x="1058" y="0"/>
                  <a:pt x="1029" y="0"/>
                </a:cubicBezTo>
                <a:cubicBezTo>
                  <a:pt x="1001" y="0"/>
                  <a:pt x="978" y="24"/>
                  <a:pt x="978" y="52"/>
                </a:cubicBezTo>
                <a:cubicBezTo>
                  <a:pt x="978" y="158"/>
                  <a:pt x="891" y="245"/>
                  <a:pt x="784" y="245"/>
                </a:cubicBezTo>
                <a:cubicBezTo>
                  <a:pt x="679" y="245"/>
                  <a:pt x="592" y="158"/>
                  <a:pt x="592" y="52"/>
                </a:cubicBezTo>
                <a:cubicBezTo>
                  <a:pt x="592" y="24"/>
                  <a:pt x="568" y="0"/>
                  <a:pt x="541" y="0"/>
                </a:cubicBezTo>
                <a:cubicBezTo>
                  <a:pt x="512" y="0"/>
                  <a:pt x="490" y="24"/>
                  <a:pt x="490" y="52"/>
                </a:cubicBezTo>
                <a:cubicBezTo>
                  <a:pt x="490" y="158"/>
                  <a:pt x="403" y="245"/>
                  <a:pt x="296" y="245"/>
                </a:cubicBezTo>
                <a:cubicBezTo>
                  <a:pt x="190" y="245"/>
                  <a:pt x="103" y="158"/>
                  <a:pt x="103" y="52"/>
                </a:cubicBezTo>
                <a:cubicBezTo>
                  <a:pt x="103" y="24"/>
                  <a:pt x="80" y="0"/>
                  <a:pt x="52" y="0"/>
                </a:cubicBezTo>
                <a:close/>
              </a:path>
            </a:pathLst>
          </a:custGeom>
          <a:solidFill>
            <a:srgbClr val="D6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26"/>
          <p:cNvSpPr/>
          <p:nvPr/>
        </p:nvSpPr>
        <p:spPr>
          <a:xfrm>
            <a:off x="2896080" y="4255966"/>
            <a:ext cx="221847" cy="37299"/>
          </a:xfrm>
          <a:custGeom>
            <a:rect b="b" l="l" r="r" t="t"/>
            <a:pathLst>
              <a:path extrusionOk="0" h="346" w="2058">
                <a:moveTo>
                  <a:pt x="52" y="1"/>
                </a:moveTo>
                <a:cubicBezTo>
                  <a:pt x="24" y="1"/>
                  <a:pt x="1" y="23"/>
                  <a:pt x="1" y="52"/>
                </a:cubicBezTo>
                <a:cubicBezTo>
                  <a:pt x="1" y="214"/>
                  <a:pt x="133" y="345"/>
                  <a:pt x="295" y="345"/>
                </a:cubicBezTo>
                <a:cubicBezTo>
                  <a:pt x="397" y="345"/>
                  <a:pt x="487" y="293"/>
                  <a:pt x="540" y="215"/>
                </a:cubicBezTo>
                <a:cubicBezTo>
                  <a:pt x="593" y="294"/>
                  <a:pt x="683" y="345"/>
                  <a:pt x="783" y="345"/>
                </a:cubicBezTo>
                <a:cubicBezTo>
                  <a:pt x="885" y="345"/>
                  <a:pt x="976" y="293"/>
                  <a:pt x="1028" y="215"/>
                </a:cubicBezTo>
                <a:cubicBezTo>
                  <a:pt x="1082" y="294"/>
                  <a:pt x="1171" y="345"/>
                  <a:pt x="1273" y="345"/>
                </a:cubicBezTo>
                <a:cubicBezTo>
                  <a:pt x="1374" y="345"/>
                  <a:pt x="1464" y="293"/>
                  <a:pt x="1517" y="215"/>
                </a:cubicBezTo>
                <a:cubicBezTo>
                  <a:pt x="1570" y="294"/>
                  <a:pt x="1660" y="345"/>
                  <a:pt x="1761" y="345"/>
                </a:cubicBezTo>
                <a:cubicBezTo>
                  <a:pt x="1924" y="345"/>
                  <a:pt x="2056" y="214"/>
                  <a:pt x="2057" y="52"/>
                </a:cubicBezTo>
                <a:cubicBezTo>
                  <a:pt x="2057" y="23"/>
                  <a:pt x="2035" y="1"/>
                  <a:pt x="2006" y="1"/>
                </a:cubicBezTo>
                <a:cubicBezTo>
                  <a:pt x="1979" y="1"/>
                  <a:pt x="1955" y="23"/>
                  <a:pt x="1955" y="52"/>
                </a:cubicBezTo>
                <a:cubicBezTo>
                  <a:pt x="1955" y="158"/>
                  <a:pt x="1868" y="245"/>
                  <a:pt x="1763" y="245"/>
                </a:cubicBezTo>
                <a:cubicBezTo>
                  <a:pt x="1656" y="245"/>
                  <a:pt x="1569" y="157"/>
                  <a:pt x="1569" y="52"/>
                </a:cubicBezTo>
                <a:cubicBezTo>
                  <a:pt x="1569" y="23"/>
                  <a:pt x="1546" y="1"/>
                  <a:pt x="1518" y="1"/>
                </a:cubicBezTo>
                <a:cubicBezTo>
                  <a:pt x="1489" y="1"/>
                  <a:pt x="1467" y="23"/>
                  <a:pt x="1467" y="52"/>
                </a:cubicBezTo>
                <a:cubicBezTo>
                  <a:pt x="1467" y="158"/>
                  <a:pt x="1380" y="245"/>
                  <a:pt x="1274" y="245"/>
                </a:cubicBezTo>
                <a:cubicBezTo>
                  <a:pt x="1167" y="245"/>
                  <a:pt x="1080" y="157"/>
                  <a:pt x="1080" y="52"/>
                </a:cubicBezTo>
                <a:cubicBezTo>
                  <a:pt x="1080" y="23"/>
                  <a:pt x="1058" y="1"/>
                  <a:pt x="1029" y="1"/>
                </a:cubicBezTo>
                <a:cubicBezTo>
                  <a:pt x="1001" y="1"/>
                  <a:pt x="978" y="23"/>
                  <a:pt x="978" y="52"/>
                </a:cubicBezTo>
                <a:cubicBezTo>
                  <a:pt x="978" y="158"/>
                  <a:pt x="891" y="245"/>
                  <a:pt x="786" y="245"/>
                </a:cubicBezTo>
                <a:cubicBezTo>
                  <a:pt x="679" y="245"/>
                  <a:pt x="592" y="157"/>
                  <a:pt x="592" y="52"/>
                </a:cubicBezTo>
                <a:cubicBezTo>
                  <a:pt x="592" y="23"/>
                  <a:pt x="569" y="1"/>
                  <a:pt x="541" y="1"/>
                </a:cubicBezTo>
                <a:cubicBezTo>
                  <a:pt x="512" y="1"/>
                  <a:pt x="490" y="23"/>
                  <a:pt x="490" y="52"/>
                </a:cubicBezTo>
                <a:cubicBezTo>
                  <a:pt x="490" y="158"/>
                  <a:pt x="403" y="245"/>
                  <a:pt x="296" y="245"/>
                </a:cubicBezTo>
                <a:cubicBezTo>
                  <a:pt x="190" y="245"/>
                  <a:pt x="103" y="157"/>
                  <a:pt x="103" y="52"/>
                </a:cubicBezTo>
                <a:cubicBezTo>
                  <a:pt x="103" y="23"/>
                  <a:pt x="81" y="1"/>
                  <a:pt x="52" y="1"/>
                </a:cubicBezTo>
                <a:close/>
              </a:path>
            </a:pathLst>
          </a:custGeom>
          <a:solidFill>
            <a:srgbClr val="D6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26"/>
          <p:cNvSpPr/>
          <p:nvPr/>
        </p:nvSpPr>
        <p:spPr>
          <a:xfrm>
            <a:off x="3077397" y="4501963"/>
            <a:ext cx="221847" cy="37299"/>
          </a:xfrm>
          <a:custGeom>
            <a:rect b="b" l="l" r="r" t="t"/>
            <a:pathLst>
              <a:path extrusionOk="0" h="346" w="2058">
                <a:moveTo>
                  <a:pt x="52" y="0"/>
                </a:moveTo>
                <a:cubicBezTo>
                  <a:pt x="24" y="0"/>
                  <a:pt x="1" y="23"/>
                  <a:pt x="1" y="51"/>
                </a:cubicBezTo>
                <a:cubicBezTo>
                  <a:pt x="1" y="214"/>
                  <a:pt x="133" y="345"/>
                  <a:pt x="296" y="345"/>
                </a:cubicBezTo>
                <a:cubicBezTo>
                  <a:pt x="396" y="345"/>
                  <a:pt x="487" y="293"/>
                  <a:pt x="539" y="215"/>
                </a:cubicBezTo>
                <a:cubicBezTo>
                  <a:pt x="593" y="294"/>
                  <a:pt x="682" y="345"/>
                  <a:pt x="784" y="345"/>
                </a:cubicBezTo>
                <a:cubicBezTo>
                  <a:pt x="885" y="345"/>
                  <a:pt x="976" y="293"/>
                  <a:pt x="1028" y="215"/>
                </a:cubicBezTo>
                <a:cubicBezTo>
                  <a:pt x="1081" y="294"/>
                  <a:pt x="1171" y="345"/>
                  <a:pt x="1273" y="345"/>
                </a:cubicBezTo>
                <a:cubicBezTo>
                  <a:pt x="1373" y="345"/>
                  <a:pt x="1464" y="293"/>
                  <a:pt x="1516" y="215"/>
                </a:cubicBezTo>
                <a:cubicBezTo>
                  <a:pt x="1570" y="294"/>
                  <a:pt x="1659" y="345"/>
                  <a:pt x="1761" y="345"/>
                </a:cubicBezTo>
                <a:cubicBezTo>
                  <a:pt x="1923" y="345"/>
                  <a:pt x="2055" y="214"/>
                  <a:pt x="2057" y="51"/>
                </a:cubicBezTo>
                <a:cubicBezTo>
                  <a:pt x="2057" y="23"/>
                  <a:pt x="2035" y="0"/>
                  <a:pt x="2006" y="0"/>
                </a:cubicBezTo>
                <a:cubicBezTo>
                  <a:pt x="1978" y="0"/>
                  <a:pt x="1955" y="23"/>
                  <a:pt x="1955" y="51"/>
                </a:cubicBezTo>
                <a:cubicBezTo>
                  <a:pt x="1955" y="158"/>
                  <a:pt x="1868" y="245"/>
                  <a:pt x="1762" y="245"/>
                </a:cubicBezTo>
                <a:cubicBezTo>
                  <a:pt x="1656" y="245"/>
                  <a:pt x="1569" y="158"/>
                  <a:pt x="1569" y="51"/>
                </a:cubicBezTo>
                <a:cubicBezTo>
                  <a:pt x="1569" y="23"/>
                  <a:pt x="1546" y="0"/>
                  <a:pt x="1518" y="0"/>
                </a:cubicBezTo>
                <a:cubicBezTo>
                  <a:pt x="1490" y="0"/>
                  <a:pt x="1467" y="23"/>
                  <a:pt x="1467" y="51"/>
                </a:cubicBezTo>
                <a:cubicBezTo>
                  <a:pt x="1467" y="158"/>
                  <a:pt x="1380" y="245"/>
                  <a:pt x="1274" y="245"/>
                </a:cubicBezTo>
                <a:cubicBezTo>
                  <a:pt x="1167" y="245"/>
                  <a:pt x="1080" y="158"/>
                  <a:pt x="1080" y="51"/>
                </a:cubicBezTo>
                <a:cubicBezTo>
                  <a:pt x="1080" y="23"/>
                  <a:pt x="1058" y="0"/>
                  <a:pt x="1029" y="0"/>
                </a:cubicBezTo>
                <a:cubicBezTo>
                  <a:pt x="1002" y="0"/>
                  <a:pt x="978" y="23"/>
                  <a:pt x="978" y="51"/>
                </a:cubicBezTo>
                <a:cubicBezTo>
                  <a:pt x="978" y="158"/>
                  <a:pt x="891" y="245"/>
                  <a:pt x="785" y="245"/>
                </a:cubicBezTo>
                <a:cubicBezTo>
                  <a:pt x="679" y="245"/>
                  <a:pt x="592" y="158"/>
                  <a:pt x="592" y="51"/>
                </a:cubicBezTo>
                <a:cubicBezTo>
                  <a:pt x="592" y="23"/>
                  <a:pt x="569" y="0"/>
                  <a:pt x="541" y="0"/>
                </a:cubicBezTo>
                <a:cubicBezTo>
                  <a:pt x="512" y="0"/>
                  <a:pt x="490" y="23"/>
                  <a:pt x="490" y="51"/>
                </a:cubicBezTo>
                <a:cubicBezTo>
                  <a:pt x="490" y="158"/>
                  <a:pt x="403" y="245"/>
                  <a:pt x="297" y="245"/>
                </a:cubicBezTo>
                <a:cubicBezTo>
                  <a:pt x="190" y="245"/>
                  <a:pt x="103" y="158"/>
                  <a:pt x="103" y="51"/>
                </a:cubicBezTo>
                <a:cubicBezTo>
                  <a:pt x="103" y="23"/>
                  <a:pt x="81" y="0"/>
                  <a:pt x="52" y="0"/>
                </a:cubicBezTo>
                <a:close/>
              </a:path>
            </a:pathLst>
          </a:custGeom>
          <a:solidFill>
            <a:srgbClr val="D6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26"/>
          <p:cNvSpPr/>
          <p:nvPr/>
        </p:nvSpPr>
        <p:spPr>
          <a:xfrm>
            <a:off x="3130541" y="4555324"/>
            <a:ext cx="221739" cy="37299"/>
          </a:xfrm>
          <a:custGeom>
            <a:rect b="b" l="l" r="r" t="t"/>
            <a:pathLst>
              <a:path extrusionOk="0" h="346" w="2057">
                <a:moveTo>
                  <a:pt x="51" y="1"/>
                </a:moveTo>
                <a:cubicBezTo>
                  <a:pt x="24" y="1"/>
                  <a:pt x="0" y="23"/>
                  <a:pt x="0" y="52"/>
                </a:cubicBezTo>
                <a:cubicBezTo>
                  <a:pt x="0" y="213"/>
                  <a:pt x="132" y="345"/>
                  <a:pt x="295" y="345"/>
                </a:cubicBezTo>
                <a:cubicBezTo>
                  <a:pt x="396" y="345"/>
                  <a:pt x="486" y="294"/>
                  <a:pt x="539" y="216"/>
                </a:cubicBezTo>
                <a:cubicBezTo>
                  <a:pt x="592" y="294"/>
                  <a:pt x="682" y="345"/>
                  <a:pt x="783" y="345"/>
                </a:cubicBezTo>
                <a:cubicBezTo>
                  <a:pt x="884" y="345"/>
                  <a:pt x="975" y="294"/>
                  <a:pt x="1027" y="216"/>
                </a:cubicBezTo>
                <a:cubicBezTo>
                  <a:pt x="1082" y="294"/>
                  <a:pt x="1171" y="345"/>
                  <a:pt x="1272" y="345"/>
                </a:cubicBezTo>
                <a:cubicBezTo>
                  <a:pt x="1373" y="345"/>
                  <a:pt x="1463" y="294"/>
                  <a:pt x="1516" y="216"/>
                </a:cubicBezTo>
                <a:cubicBezTo>
                  <a:pt x="1570" y="294"/>
                  <a:pt x="1660" y="345"/>
                  <a:pt x="1760" y="345"/>
                </a:cubicBezTo>
                <a:cubicBezTo>
                  <a:pt x="1923" y="345"/>
                  <a:pt x="2056" y="212"/>
                  <a:pt x="2057" y="52"/>
                </a:cubicBezTo>
                <a:cubicBezTo>
                  <a:pt x="2057" y="23"/>
                  <a:pt x="2034" y="1"/>
                  <a:pt x="2005" y="1"/>
                </a:cubicBezTo>
                <a:cubicBezTo>
                  <a:pt x="1978" y="1"/>
                  <a:pt x="1954" y="23"/>
                  <a:pt x="1954" y="52"/>
                </a:cubicBezTo>
                <a:cubicBezTo>
                  <a:pt x="1954" y="157"/>
                  <a:pt x="1867" y="244"/>
                  <a:pt x="1762" y="244"/>
                </a:cubicBezTo>
                <a:cubicBezTo>
                  <a:pt x="1656" y="244"/>
                  <a:pt x="1569" y="157"/>
                  <a:pt x="1569" y="52"/>
                </a:cubicBezTo>
                <a:cubicBezTo>
                  <a:pt x="1569" y="23"/>
                  <a:pt x="1545" y="1"/>
                  <a:pt x="1517" y="1"/>
                </a:cubicBezTo>
                <a:cubicBezTo>
                  <a:pt x="1489" y="1"/>
                  <a:pt x="1466" y="23"/>
                  <a:pt x="1466" y="52"/>
                </a:cubicBezTo>
                <a:cubicBezTo>
                  <a:pt x="1466" y="157"/>
                  <a:pt x="1379" y="244"/>
                  <a:pt x="1273" y="244"/>
                </a:cubicBezTo>
                <a:cubicBezTo>
                  <a:pt x="1166" y="244"/>
                  <a:pt x="1079" y="157"/>
                  <a:pt x="1079" y="52"/>
                </a:cubicBezTo>
                <a:cubicBezTo>
                  <a:pt x="1079" y="23"/>
                  <a:pt x="1057" y="1"/>
                  <a:pt x="1028" y="1"/>
                </a:cubicBezTo>
                <a:cubicBezTo>
                  <a:pt x="1001" y="1"/>
                  <a:pt x="977" y="23"/>
                  <a:pt x="977" y="52"/>
                </a:cubicBezTo>
                <a:cubicBezTo>
                  <a:pt x="977" y="157"/>
                  <a:pt x="890" y="244"/>
                  <a:pt x="785" y="244"/>
                </a:cubicBezTo>
                <a:cubicBezTo>
                  <a:pt x="678" y="244"/>
                  <a:pt x="591" y="157"/>
                  <a:pt x="591" y="52"/>
                </a:cubicBezTo>
                <a:cubicBezTo>
                  <a:pt x="591" y="23"/>
                  <a:pt x="568" y="1"/>
                  <a:pt x="540" y="1"/>
                </a:cubicBezTo>
                <a:cubicBezTo>
                  <a:pt x="512" y="1"/>
                  <a:pt x="489" y="23"/>
                  <a:pt x="489" y="52"/>
                </a:cubicBezTo>
                <a:cubicBezTo>
                  <a:pt x="489" y="157"/>
                  <a:pt x="402" y="244"/>
                  <a:pt x="296" y="244"/>
                </a:cubicBezTo>
                <a:cubicBezTo>
                  <a:pt x="189" y="244"/>
                  <a:pt x="102" y="157"/>
                  <a:pt x="102" y="52"/>
                </a:cubicBezTo>
                <a:cubicBezTo>
                  <a:pt x="102" y="23"/>
                  <a:pt x="80" y="1"/>
                  <a:pt x="51" y="1"/>
                </a:cubicBezTo>
                <a:close/>
              </a:path>
            </a:pathLst>
          </a:custGeom>
          <a:solidFill>
            <a:srgbClr val="D6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26"/>
          <p:cNvSpPr/>
          <p:nvPr/>
        </p:nvSpPr>
        <p:spPr>
          <a:xfrm>
            <a:off x="3854298" y="3988948"/>
            <a:ext cx="233166" cy="336228"/>
          </a:xfrm>
          <a:custGeom>
            <a:rect b="b" l="l" r="r" t="t"/>
            <a:pathLst>
              <a:path extrusionOk="0" h="3119" w="2163">
                <a:moveTo>
                  <a:pt x="1081" y="0"/>
                </a:moveTo>
                <a:lnTo>
                  <a:pt x="0" y="3118"/>
                </a:lnTo>
                <a:lnTo>
                  <a:pt x="2162" y="3118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26"/>
          <p:cNvSpPr/>
          <p:nvPr/>
        </p:nvSpPr>
        <p:spPr>
          <a:xfrm>
            <a:off x="4094580" y="3989056"/>
            <a:ext cx="249767" cy="360160"/>
          </a:xfrm>
          <a:custGeom>
            <a:rect b="b" l="l" r="r" t="t"/>
            <a:pathLst>
              <a:path extrusionOk="0" h="3341" w="2317">
                <a:moveTo>
                  <a:pt x="1159" y="0"/>
                </a:moveTo>
                <a:lnTo>
                  <a:pt x="1" y="3340"/>
                </a:lnTo>
                <a:lnTo>
                  <a:pt x="2316" y="334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26"/>
          <p:cNvSpPr/>
          <p:nvPr/>
        </p:nvSpPr>
        <p:spPr>
          <a:xfrm>
            <a:off x="3934715" y="4019455"/>
            <a:ext cx="284693" cy="410502"/>
          </a:xfrm>
          <a:custGeom>
            <a:rect b="b" l="l" r="r" t="t"/>
            <a:pathLst>
              <a:path extrusionOk="0" h="3808" w="2641">
                <a:moveTo>
                  <a:pt x="1321" y="1"/>
                </a:moveTo>
                <a:lnTo>
                  <a:pt x="0" y="3807"/>
                </a:lnTo>
                <a:lnTo>
                  <a:pt x="2641" y="380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26"/>
          <p:cNvSpPr/>
          <p:nvPr/>
        </p:nvSpPr>
        <p:spPr>
          <a:xfrm>
            <a:off x="5446153" y="1478204"/>
            <a:ext cx="181854" cy="98314"/>
          </a:xfrm>
          <a:custGeom>
            <a:rect b="b" l="l" r="r" t="t"/>
            <a:pathLst>
              <a:path extrusionOk="0" h="912" w="1687">
                <a:moveTo>
                  <a:pt x="1" y="497"/>
                </a:moveTo>
                <a:cubicBezTo>
                  <a:pt x="515" y="542"/>
                  <a:pt x="809" y="651"/>
                  <a:pt x="1038" y="911"/>
                </a:cubicBezTo>
                <a:cubicBezTo>
                  <a:pt x="1091" y="569"/>
                  <a:pt x="1278" y="318"/>
                  <a:pt x="1686" y="1"/>
                </a:cubicBezTo>
                <a:cubicBezTo>
                  <a:pt x="1257" y="247"/>
                  <a:pt x="1049" y="430"/>
                  <a:pt x="963" y="657"/>
                </a:cubicBezTo>
                <a:cubicBezTo>
                  <a:pt x="768" y="512"/>
                  <a:pt x="495" y="471"/>
                  <a:pt x="1" y="4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26"/>
          <p:cNvSpPr/>
          <p:nvPr/>
        </p:nvSpPr>
        <p:spPr>
          <a:xfrm>
            <a:off x="5702497" y="1396493"/>
            <a:ext cx="146820" cy="71903"/>
          </a:xfrm>
          <a:custGeom>
            <a:rect b="b" l="l" r="r" t="t"/>
            <a:pathLst>
              <a:path extrusionOk="0" h="667" w="1362">
                <a:moveTo>
                  <a:pt x="1" y="263"/>
                </a:moveTo>
                <a:cubicBezTo>
                  <a:pt x="403" y="338"/>
                  <a:pt x="625" y="446"/>
                  <a:pt x="784" y="667"/>
                </a:cubicBezTo>
                <a:cubicBezTo>
                  <a:pt x="851" y="402"/>
                  <a:pt x="1018" y="217"/>
                  <a:pt x="1362" y="0"/>
                </a:cubicBezTo>
                <a:cubicBezTo>
                  <a:pt x="1007" y="163"/>
                  <a:pt x="830" y="289"/>
                  <a:pt x="746" y="462"/>
                </a:cubicBezTo>
                <a:cubicBezTo>
                  <a:pt x="603" y="333"/>
                  <a:pt x="393" y="281"/>
                  <a:pt x="1" y="2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26"/>
          <p:cNvSpPr/>
          <p:nvPr/>
        </p:nvSpPr>
        <p:spPr>
          <a:xfrm>
            <a:off x="5513311" y="1368896"/>
            <a:ext cx="146820" cy="71903"/>
          </a:xfrm>
          <a:custGeom>
            <a:rect b="b" l="l" r="r" t="t"/>
            <a:pathLst>
              <a:path extrusionOk="0" h="667" w="1362">
                <a:moveTo>
                  <a:pt x="1" y="264"/>
                </a:moveTo>
                <a:cubicBezTo>
                  <a:pt x="403" y="338"/>
                  <a:pt x="625" y="446"/>
                  <a:pt x="785" y="667"/>
                </a:cubicBezTo>
                <a:cubicBezTo>
                  <a:pt x="851" y="402"/>
                  <a:pt x="1018" y="218"/>
                  <a:pt x="1362" y="1"/>
                </a:cubicBezTo>
                <a:cubicBezTo>
                  <a:pt x="1007" y="163"/>
                  <a:pt x="830" y="289"/>
                  <a:pt x="746" y="462"/>
                </a:cubicBezTo>
                <a:cubicBezTo>
                  <a:pt x="603" y="334"/>
                  <a:pt x="391" y="282"/>
                  <a:pt x="1" y="2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26"/>
          <p:cNvSpPr/>
          <p:nvPr/>
        </p:nvSpPr>
        <p:spPr>
          <a:xfrm>
            <a:off x="5894917" y="1481115"/>
            <a:ext cx="102839" cy="50450"/>
          </a:xfrm>
          <a:custGeom>
            <a:rect b="b" l="l" r="r" t="t"/>
            <a:pathLst>
              <a:path extrusionOk="0" h="468" w="954">
                <a:moveTo>
                  <a:pt x="0" y="184"/>
                </a:moveTo>
                <a:cubicBezTo>
                  <a:pt x="282" y="236"/>
                  <a:pt x="437" y="312"/>
                  <a:pt x="550" y="468"/>
                </a:cubicBezTo>
                <a:cubicBezTo>
                  <a:pt x="596" y="282"/>
                  <a:pt x="712" y="153"/>
                  <a:pt x="954" y="0"/>
                </a:cubicBezTo>
                <a:cubicBezTo>
                  <a:pt x="705" y="115"/>
                  <a:pt x="580" y="204"/>
                  <a:pt x="522" y="325"/>
                </a:cubicBezTo>
                <a:cubicBezTo>
                  <a:pt x="421" y="234"/>
                  <a:pt x="272" y="197"/>
                  <a:pt x="0" y="18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26"/>
          <p:cNvSpPr/>
          <p:nvPr/>
        </p:nvSpPr>
        <p:spPr>
          <a:xfrm>
            <a:off x="2850913" y="2190216"/>
            <a:ext cx="263565" cy="176469"/>
          </a:xfrm>
          <a:custGeom>
            <a:rect b="b" l="l" r="r" t="t"/>
            <a:pathLst>
              <a:path extrusionOk="0" h="1637" w="2445">
                <a:moveTo>
                  <a:pt x="1207" y="0"/>
                </a:moveTo>
                <a:cubicBezTo>
                  <a:pt x="1514" y="0"/>
                  <a:pt x="1768" y="160"/>
                  <a:pt x="1819" y="372"/>
                </a:cubicBezTo>
                <a:cubicBezTo>
                  <a:pt x="1854" y="367"/>
                  <a:pt x="1888" y="364"/>
                  <a:pt x="1926" y="364"/>
                </a:cubicBezTo>
                <a:cubicBezTo>
                  <a:pt x="2212" y="364"/>
                  <a:pt x="2445" y="532"/>
                  <a:pt x="2445" y="740"/>
                </a:cubicBezTo>
                <a:cubicBezTo>
                  <a:pt x="2445" y="917"/>
                  <a:pt x="2274" y="1068"/>
                  <a:pt x="2044" y="1105"/>
                </a:cubicBezTo>
                <a:cubicBezTo>
                  <a:pt x="2021" y="1401"/>
                  <a:pt x="1683" y="1636"/>
                  <a:pt x="1269" y="1636"/>
                </a:cubicBezTo>
                <a:cubicBezTo>
                  <a:pt x="888" y="1636"/>
                  <a:pt x="571" y="1437"/>
                  <a:pt x="506" y="1173"/>
                </a:cubicBezTo>
                <a:cubicBezTo>
                  <a:pt x="220" y="1145"/>
                  <a:pt x="0" y="967"/>
                  <a:pt x="0" y="753"/>
                </a:cubicBezTo>
                <a:cubicBezTo>
                  <a:pt x="0" y="520"/>
                  <a:pt x="263" y="331"/>
                  <a:pt x="587" y="331"/>
                </a:cubicBezTo>
                <a:lnTo>
                  <a:pt x="607" y="331"/>
                </a:lnTo>
                <a:cubicBezTo>
                  <a:pt x="680" y="139"/>
                  <a:pt x="921" y="0"/>
                  <a:pt x="120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26"/>
          <p:cNvSpPr/>
          <p:nvPr/>
        </p:nvSpPr>
        <p:spPr>
          <a:xfrm>
            <a:off x="6078174" y="2248751"/>
            <a:ext cx="263673" cy="176469"/>
          </a:xfrm>
          <a:custGeom>
            <a:rect b="b" l="l" r="r" t="t"/>
            <a:pathLst>
              <a:path extrusionOk="0" h="1637" w="2446">
                <a:moveTo>
                  <a:pt x="1207" y="1"/>
                </a:moveTo>
                <a:cubicBezTo>
                  <a:pt x="1514" y="1"/>
                  <a:pt x="1769" y="161"/>
                  <a:pt x="1820" y="372"/>
                </a:cubicBezTo>
                <a:cubicBezTo>
                  <a:pt x="1855" y="367"/>
                  <a:pt x="1891" y="364"/>
                  <a:pt x="1926" y="364"/>
                </a:cubicBezTo>
                <a:cubicBezTo>
                  <a:pt x="2213" y="364"/>
                  <a:pt x="2445" y="533"/>
                  <a:pt x="2445" y="740"/>
                </a:cubicBezTo>
                <a:cubicBezTo>
                  <a:pt x="2445" y="918"/>
                  <a:pt x="2274" y="1068"/>
                  <a:pt x="2044" y="1106"/>
                </a:cubicBezTo>
                <a:cubicBezTo>
                  <a:pt x="2021" y="1401"/>
                  <a:pt x="1684" y="1637"/>
                  <a:pt x="1269" y="1637"/>
                </a:cubicBezTo>
                <a:cubicBezTo>
                  <a:pt x="889" y="1637"/>
                  <a:pt x="572" y="1437"/>
                  <a:pt x="506" y="1174"/>
                </a:cubicBezTo>
                <a:cubicBezTo>
                  <a:pt x="221" y="1146"/>
                  <a:pt x="1" y="968"/>
                  <a:pt x="1" y="755"/>
                </a:cubicBezTo>
                <a:cubicBezTo>
                  <a:pt x="1" y="520"/>
                  <a:pt x="264" y="331"/>
                  <a:pt x="587" y="331"/>
                </a:cubicBezTo>
                <a:lnTo>
                  <a:pt x="607" y="331"/>
                </a:lnTo>
                <a:cubicBezTo>
                  <a:pt x="680" y="141"/>
                  <a:pt x="921" y="1"/>
                  <a:pt x="120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26"/>
          <p:cNvSpPr/>
          <p:nvPr/>
        </p:nvSpPr>
        <p:spPr>
          <a:xfrm>
            <a:off x="3857208" y="4370880"/>
            <a:ext cx="15954" cy="60152"/>
          </a:xfrm>
          <a:custGeom>
            <a:rect b="b" l="l" r="r" t="t"/>
            <a:pathLst>
              <a:path extrusionOk="0" h="558" w="148">
                <a:moveTo>
                  <a:pt x="147" y="1"/>
                </a:moveTo>
                <a:lnTo>
                  <a:pt x="1" y="1"/>
                </a:lnTo>
                <a:lnTo>
                  <a:pt x="1" y="517"/>
                </a:lnTo>
                <a:cubicBezTo>
                  <a:pt x="52" y="555"/>
                  <a:pt x="102" y="557"/>
                  <a:pt x="147" y="51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26"/>
          <p:cNvSpPr/>
          <p:nvPr/>
        </p:nvSpPr>
        <p:spPr>
          <a:xfrm>
            <a:off x="3820234" y="4247019"/>
            <a:ext cx="90011" cy="145207"/>
          </a:xfrm>
          <a:custGeom>
            <a:rect b="b" l="l" r="r" t="t"/>
            <a:pathLst>
              <a:path extrusionOk="0" h="1347" w="835">
                <a:moveTo>
                  <a:pt x="416" y="1"/>
                </a:moveTo>
                <a:cubicBezTo>
                  <a:pt x="186" y="1"/>
                  <a:pt x="0" y="303"/>
                  <a:pt x="0" y="673"/>
                </a:cubicBezTo>
                <a:cubicBezTo>
                  <a:pt x="0" y="1045"/>
                  <a:pt x="186" y="1346"/>
                  <a:pt x="416" y="1346"/>
                </a:cubicBezTo>
                <a:cubicBezTo>
                  <a:pt x="647" y="1346"/>
                  <a:pt x="834" y="1044"/>
                  <a:pt x="834" y="673"/>
                </a:cubicBezTo>
                <a:cubicBezTo>
                  <a:pt x="835" y="303"/>
                  <a:pt x="649" y="1"/>
                  <a:pt x="4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26"/>
          <p:cNvSpPr/>
          <p:nvPr/>
        </p:nvSpPr>
        <p:spPr>
          <a:xfrm>
            <a:off x="4506369" y="4397937"/>
            <a:ext cx="15307" cy="32663"/>
          </a:xfrm>
          <a:custGeom>
            <a:rect b="b" l="l" r="r" t="t"/>
            <a:pathLst>
              <a:path extrusionOk="0" h="303" w="142">
                <a:moveTo>
                  <a:pt x="141" y="0"/>
                </a:moveTo>
                <a:lnTo>
                  <a:pt x="0" y="0"/>
                </a:lnTo>
                <a:lnTo>
                  <a:pt x="0" y="281"/>
                </a:lnTo>
                <a:cubicBezTo>
                  <a:pt x="50" y="301"/>
                  <a:pt x="96" y="302"/>
                  <a:pt x="141" y="2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26"/>
          <p:cNvSpPr/>
          <p:nvPr/>
        </p:nvSpPr>
        <p:spPr>
          <a:xfrm>
            <a:off x="4470257" y="4248528"/>
            <a:ext cx="87639" cy="160945"/>
          </a:xfrm>
          <a:custGeom>
            <a:rect b="b" l="l" r="r" t="t"/>
            <a:pathLst>
              <a:path extrusionOk="0" h="1493" w="813">
                <a:moveTo>
                  <a:pt x="406" y="0"/>
                </a:moveTo>
                <a:cubicBezTo>
                  <a:pt x="147" y="412"/>
                  <a:pt x="2" y="874"/>
                  <a:pt x="1" y="1400"/>
                </a:cubicBezTo>
                <a:cubicBezTo>
                  <a:pt x="265" y="1484"/>
                  <a:pt x="536" y="1493"/>
                  <a:pt x="812" y="1400"/>
                </a:cubicBezTo>
                <a:cubicBezTo>
                  <a:pt x="786" y="934"/>
                  <a:pt x="631" y="468"/>
                  <a:pt x="406" y="0"/>
                </a:cubicBezTo>
                <a:close/>
              </a:path>
            </a:pathLst>
          </a:custGeom>
          <a:solidFill>
            <a:srgbClr val="76B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26"/>
          <p:cNvSpPr/>
          <p:nvPr/>
        </p:nvSpPr>
        <p:spPr>
          <a:xfrm>
            <a:off x="3083649" y="2621196"/>
            <a:ext cx="15954" cy="60476"/>
          </a:xfrm>
          <a:custGeom>
            <a:rect b="b" l="l" r="r" t="t"/>
            <a:pathLst>
              <a:path extrusionOk="0" h="561" w="148">
                <a:moveTo>
                  <a:pt x="147" y="1"/>
                </a:moveTo>
                <a:lnTo>
                  <a:pt x="0" y="1"/>
                </a:lnTo>
                <a:lnTo>
                  <a:pt x="0" y="520"/>
                </a:lnTo>
                <a:cubicBezTo>
                  <a:pt x="53" y="557"/>
                  <a:pt x="101" y="561"/>
                  <a:pt x="147" y="52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26"/>
          <p:cNvSpPr/>
          <p:nvPr/>
        </p:nvSpPr>
        <p:spPr>
          <a:xfrm>
            <a:off x="3035463" y="2524824"/>
            <a:ext cx="112217" cy="117825"/>
          </a:xfrm>
          <a:custGeom>
            <a:rect b="b" l="l" r="r" t="t"/>
            <a:pathLst>
              <a:path extrusionOk="0" h="1093" w="1041">
                <a:moveTo>
                  <a:pt x="521" y="1"/>
                </a:moveTo>
                <a:cubicBezTo>
                  <a:pt x="232" y="1"/>
                  <a:pt x="0" y="245"/>
                  <a:pt x="0" y="547"/>
                </a:cubicBezTo>
                <a:cubicBezTo>
                  <a:pt x="0" y="849"/>
                  <a:pt x="232" y="1092"/>
                  <a:pt x="521" y="1092"/>
                </a:cubicBezTo>
                <a:cubicBezTo>
                  <a:pt x="808" y="1092"/>
                  <a:pt x="1041" y="849"/>
                  <a:pt x="1041" y="547"/>
                </a:cubicBezTo>
                <a:cubicBezTo>
                  <a:pt x="1041" y="245"/>
                  <a:pt x="808" y="1"/>
                  <a:pt x="521" y="1"/>
                </a:cubicBezTo>
                <a:close/>
              </a:path>
            </a:pathLst>
          </a:custGeom>
          <a:solidFill>
            <a:srgbClr val="508C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26"/>
          <p:cNvSpPr/>
          <p:nvPr/>
        </p:nvSpPr>
        <p:spPr>
          <a:xfrm>
            <a:off x="4916649" y="1346905"/>
            <a:ext cx="263565" cy="176469"/>
          </a:xfrm>
          <a:custGeom>
            <a:rect b="b" l="l" r="r" t="t"/>
            <a:pathLst>
              <a:path extrusionOk="0" h="1637" w="2445">
                <a:moveTo>
                  <a:pt x="1207" y="0"/>
                </a:moveTo>
                <a:cubicBezTo>
                  <a:pt x="1514" y="0"/>
                  <a:pt x="1769" y="160"/>
                  <a:pt x="1820" y="370"/>
                </a:cubicBezTo>
                <a:cubicBezTo>
                  <a:pt x="1854" y="365"/>
                  <a:pt x="1888" y="363"/>
                  <a:pt x="1925" y="363"/>
                </a:cubicBezTo>
                <a:cubicBezTo>
                  <a:pt x="2212" y="363"/>
                  <a:pt x="2445" y="532"/>
                  <a:pt x="2445" y="739"/>
                </a:cubicBezTo>
                <a:cubicBezTo>
                  <a:pt x="2445" y="917"/>
                  <a:pt x="2273" y="1066"/>
                  <a:pt x="2043" y="1105"/>
                </a:cubicBezTo>
                <a:cubicBezTo>
                  <a:pt x="2021" y="1401"/>
                  <a:pt x="1684" y="1636"/>
                  <a:pt x="1269" y="1636"/>
                </a:cubicBezTo>
                <a:cubicBezTo>
                  <a:pt x="889" y="1636"/>
                  <a:pt x="571" y="1436"/>
                  <a:pt x="506" y="1173"/>
                </a:cubicBezTo>
                <a:cubicBezTo>
                  <a:pt x="220" y="1144"/>
                  <a:pt x="1" y="967"/>
                  <a:pt x="1" y="753"/>
                </a:cubicBezTo>
                <a:cubicBezTo>
                  <a:pt x="1" y="519"/>
                  <a:pt x="262" y="329"/>
                  <a:pt x="587" y="329"/>
                </a:cubicBezTo>
                <a:lnTo>
                  <a:pt x="607" y="329"/>
                </a:lnTo>
                <a:cubicBezTo>
                  <a:pt x="680" y="140"/>
                  <a:pt x="920" y="0"/>
                  <a:pt x="120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26"/>
          <p:cNvSpPr/>
          <p:nvPr/>
        </p:nvSpPr>
        <p:spPr>
          <a:xfrm>
            <a:off x="3840069" y="3300976"/>
            <a:ext cx="14121" cy="53900"/>
          </a:xfrm>
          <a:custGeom>
            <a:rect b="b" l="l" r="r" t="t"/>
            <a:pathLst>
              <a:path extrusionOk="0" h="500" w="131">
                <a:moveTo>
                  <a:pt x="130" y="1"/>
                </a:moveTo>
                <a:lnTo>
                  <a:pt x="0" y="1"/>
                </a:lnTo>
                <a:lnTo>
                  <a:pt x="0" y="463"/>
                </a:lnTo>
                <a:cubicBezTo>
                  <a:pt x="46" y="496"/>
                  <a:pt x="89" y="499"/>
                  <a:pt x="130" y="46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26"/>
          <p:cNvSpPr/>
          <p:nvPr/>
        </p:nvSpPr>
        <p:spPr>
          <a:xfrm>
            <a:off x="3806867" y="3190159"/>
            <a:ext cx="80525" cy="129899"/>
          </a:xfrm>
          <a:custGeom>
            <a:rect b="b" l="l" r="r" t="t"/>
            <a:pathLst>
              <a:path extrusionOk="0" h="1205" w="747">
                <a:moveTo>
                  <a:pt x="374" y="1"/>
                </a:moveTo>
                <a:cubicBezTo>
                  <a:pt x="167" y="1"/>
                  <a:pt x="0" y="271"/>
                  <a:pt x="0" y="603"/>
                </a:cubicBezTo>
                <a:cubicBezTo>
                  <a:pt x="0" y="936"/>
                  <a:pt x="167" y="1205"/>
                  <a:pt x="374" y="1205"/>
                </a:cubicBezTo>
                <a:cubicBezTo>
                  <a:pt x="579" y="1205"/>
                  <a:pt x="746" y="935"/>
                  <a:pt x="746" y="603"/>
                </a:cubicBezTo>
                <a:cubicBezTo>
                  <a:pt x="745" y="271"/>
                  <a:pt x="579" y="1"/>
                  <a:pt x="374" y="1"/>
                </a:cubicBezTo>
                <a:close/>
              </a:path>
            </a:pathLst>
          </a:custGeom>
          <a:solidFill>
            <a:srgbClr val="508C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26"/>
          <p:cNvSpPr/>
          <p:nvPr/>
        </p:nvSpPr>
        <p:spPr>
          <a:xfrm>
            <a:off x="3760621" y="3156417"/>
            <a:ext cx="14660" cy="31585"/>
          </a:xfrm>
          <a:custGeom>
            <a:rect b="b" l="l" r="r" t="t"/>
            <a:pathLst>
              <a:path extrusionOk="0" h="293" w="136">
                <a:moveTo>
                  <a:pt x="136" y="0"/>
                </a:moveTo>
                <a:lnTo>
                  <a:pt x="0" y="0"/>
                </a:lnTo>
                <a:lnTo>
                  <a:pt x="0" y="272"/>
                </a:lnTo>
                <a:cubicBezTo>
                  <a:pt x="48" y="291"/>
                  <a:pt x="94" y="292"/>
                  <a:pt x="136" y="27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26"/>
          <p:cNvSpPr/>
          <p:nvPr/>
        </p:nvSpPr>
        <p:spPr>
          <a:xfrm>
            <a:off x="3725587" y="3011967"/>
            <a:ext cx="84729" cy="155663"/>
          </a:xfrm>
          <a:custGeom>
            <a:rect b="b" l="l" r="r" t="t"/>
            <a:pathLst>
              <a:path extrusionOk="0" h="1444" w="786">
                <a:moveTo>
                  <a:pt x="393" y="0"/>
                </a:moveTo>
                <a:cubicBezTo>
                  <a:pt x="142" y="398"/>
                  <a:pt x="3" y="845"/>
                  <a:pt x="0" y="1354"/>
                </a:cubicBezTo>
                <a:cubicBezTo>
                  <a:pt x="258" y="1436"/>
                  <a:pt x="519" y="1444"/>
                  <a:pt x="786" y="1354"/>
                </a:cubicBezTo>
                <a:cubicBezTo>
                  <a:pt x="760" y="902"/>
                  <a:pt x="610" y="451"/>
                  <a:pt x="3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26"/>
          <p:cNvSpPr/>
          <p:nvPr/>
        </p:nvSpPr>
        <p:spPr>
          <a:xfrm>
            <a:off x="2992991" y="1626428"/>
            <a:ext cx="16062" cy="61015"/>
          </a:xfrm>
          <a:custGeom>
            <a:rect b="b" l="l" r="r" t="t"/>
            <a:pathLst>
              <a:path extrusionOk="0" h="566" w="149">
                <a:moveTo>
                  <a:pt x="148" y="1"/>
                </a:moveTo>
                <a:lnTo>
                  <a:pt x="0" y="1"/>
                </a:lnTo>
                <a:lnTo>
                  <a:pt x="0" y="525"/>
                </a:lnTo>
                <a:cubicBezTo>
                  <a:pt x="52" y="563"/>
                  <a:pt x="102" y="566"/>
                  <a:pt x="148" y="52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26"/>
          <p:cNvSpPr/>
          <p:nvPr/>
        </p:nvSpPr>
        <p:spPr>
          <a:xfrm>
            <a:off x="2944266" y="1529301"/>
            <a:ext cx="113403" cy="118688"/>
          </a:xfrm>
          <a:custGeom>
            <a:rect b="b" l="l" r="r" t="t"/>
            <a:pathLst>
              <a:path extrusionOk="0" h="1101" w="1052">
                <a:moveTo>
                  <a:pt x="526" y="0"/>
                </a:moveTo>
                <a:cubicBezTo>
                  <a:pt x="236" y="0"/>
                  <a:pt x="1" y="247"/>
                  <a:pt x="1" y="550"/>
                </a:cubicBezTo>
                <a:cubicBezTo>
                  <a:pt x="1" y="853"/>
                  <a:pt x="236" y="1100"/>
                  <a:pt x="526" y="1100"/>
                </a:cubicBezTo>
                <a:cubicBezTo>
                  <a:pt x="816" y="1100"/>
                  <a:pt x="1052" y="853"/>
                  <a:pt x="1052" y="550"/>
                </a:cubicBezTo>
                <a:cubicBezTo>
                  <a:pt x="1052" y="247"/>
                  <a:pt x="816" y="0"/>
                  <a:pt x="52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9" name="Google Shape;1589;p26"/>
          <p:cNvGrpSpPr/>
          <p:nvPr/>
        </p:nvGrpSpPr>
        <p:grpSpPr>
          <a:xfrm>
            <a:off x="5745616" y="2495071"/>
            <a:ext cx="435720" cy="260660"/>
            <a:chOff x="5745616" y="2495071"/>
            <a:chExt cx="435720" cy="260660"/>
          </a:xfrm>
        </p:grpSpPr>
        <p:sp>
          <p:nvSpPr>
            <p:cNvPr id="1590" name="Google Shape;1590;p26"/>
            <p:cNvSpPr/>
            <p:nvPr/>
          </p:nvSpPr>
          <p:spPr>
            <a:xfrm>
              <a:off x="5949894" y="2580017"/>
              <a:ext cx="21775" cy="175714"/>
            </a:xfrm>
            <a:custGeom>
              <a:rect b="b" l="l" r="r" t="t"/>
              <a:pathLst>
                <a:path extrusionOk="0" h="1630" w="202">
                  <a:moveTo>
                    <a:pt x="201" y="1629"/>
                  </a:moveTo>
                  <a:lnTo>
                    <a:pt x="1" y="1629"/>
                  </a:lnTo>
                  <a:lnTo>
                    <a:pt x="58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6"/>
            <p:cNvSpPr/>
            <p:nvPr/>
          </p:nvSpPr>
          <p:spPr>
            <a:xfrm>
              <a:off x="5953990" y="2495071"/>
              <a:ext cx="12289" cy="89582"/>
            </a:xfrm>
            <a:custGeom>
              <a:rect b="b" l="l" r="r" t="t"/>
              <a:pathLst>
                <a:path extrusionOk="0" h="831" w="114">
                  <a:moveTo>
                    <a:pt x="113" y="830"/>
                  </a:moveTo>
                  <a:lnTo>
                    <a:pt x="1" y="830"/>
                  </a:lnTo>
                  <a:lnTo>
                    <a:pt x="30" y="0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6"/>
            <p:cNvSpPr/>
            <p:nvPr/>
          </p:nvSpPr>
          <p:spPr>
            <a:xfrm>
              <a:off x="5951726" y="2574950"/>
              <a:ext cx="85160" cy="45060"/>
            </a:xfrm>
            <a:custGeom>
              <a:rect b="b" l="l" r="r" t="t"/>
              <a:pathLst>
                <a:path extrusionOk="0" h="418" w="790">
                  <a:moveTo>
                    <a:pt x="0" y="103"/>
                  </a:moveTo>
                  <a:lnTo>
                    <a:pt x="46" y="0"/>
                  </a:lnTo>
                  <a:lnTo>
                    <a:pt x="790" y="370"/>
                  </a:lnTo>
                  <a:lnTo>
                    <a:pt x="767" y="4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6"/>
            <p:cNvSpPr/>
            <p:nvPr/>
          </p:nvSpPr>
          <p:spPr>
            <a:xfrm>
              <a:off x="5882089" y="2576028"/>
              <a:ext cx="86885" cy="39778"/>
            </a:xfrm>
            <a:custGeom>
              <a:rect b="b" l="l" r="r" t="t"/>
              <a:pathLst>
                <a:path extrusionOk="0" h="369" w="806">
                  <a:moveTo>
                    <a:pt x="768" y="0"/>
                  </a:moveTo>
                  <a:lnTo>
                    <a:pt x="806" y="104"/>
                  </a:lnTo>
                  <a:lnTo>
                    <a:pt x="19" y="369"/>
                  </a:lnTo>
                  <a:lnTo>
                    <a:pt x="0" y="31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6"/>
            <p:cNvSpPr/>
            <p:nvPr/>
          </p:nvSpPr>
          <p:spPr>
            <a:xfrm>
              <a:off x="6126683" y="2645559"/>
              <a:ext cx="13690" cy="110172"/>
            </a:xfrm>
            <a:custGeom>
              <a:rect b="b" l="l" r="r" t="t"/>
              <a:pathLst>
                <a:path extrusionOk="0" h="1022" w="127">
                  <a:moveTo>
                    <a:pt x="127" y="1021"/>
                  </a:moveTo>
                  <a:lnTo>
                    <a:pt x="1" y="1021"/>
                  </a:lnTo>
                  <a:lnTo>
                    <a:pt x="37" y="0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6"/>
            <p:cNvSpPr/>
            <p:nvPr/>
          </p:nvSpPr>
          <p:spPr>
            <a:xfrm>
              <a:off x="6129378" y="2592198"/>
              <a:ext cx="7654" cy="56272"/>
            </a:xfrm>
            <a:custGeom>
              <a:rect b="b" l="l" r="r" t="t"/>
              <a:pathLst>
                <a:path extrusionOk="0" h="522" w="71">
                  <a:moveTo>
                    <a:pt x="70" y="522"/>
                  </a:moveTo>
                  <a:lnTo>
                    <a:pt x="0" y="522"/>
                  </a:lnTo>
                  <a:lnTo>
                    <a:pt x="19" y="1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6"/>
            <p:cNvSpPr/>
            <p:nvPr/>
          </p:nvSpPr>
          <p:spPr>
            <a:xfrm>
              <a:off x="6127868" y="2642325"/>
              <a:ext cx="53468" cy="28351"/>
            </a:xfrm>
            <a:custGeom>
              <a:rect b="b" l="l" r="r" t="t"/>
              <a:pathLst>
                <a:path extrusionOk="0" h="263" w="496">
                  <a:moveTo>
                    <a:pt x="0" y="64"/>
                  </a:moveTo>
                  <a:lnTo>
                    <a:pt x="30" y="0"/>
                  </a:lnTo>
                  <a:lnTo>
                    <a:pt x="495" y="232"/>
                  </a:lnTo>
                  <a:lnTo>
                    <a:pt x="481" y="26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6"/>
            <p:cNvSpPr/>
            <p:nvPr/>
          </p:nvSpPr>
          <p:spPr>
            <a:xfrm>
              <a:off x="6084102" y="2642971"/>
              <a:ext cx="54653" cy="25010"/>
            </a:xfrm>
            <a:custGeom>
              <a:rect b="b" l="l" r="r" t="t"/>
              <a:pathLst>
                <a:path extrusionOk="0" h="232" w="507">
                  <a:moveTo>
                    <a:pt x="482" y="1"/>
                  </a:moveTo>
                  <a:lnTo>
                    <a:pt x="506" y="66"/>
                  </a:lnTo>
                  <a:lnTo>
                    <a:pt x="12" y="232"/>
                  </a:lnTo>
                  <a:lnTo>
                    <a:pt x="1" y="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6"/>
            <p:cNvSpPr/>
            <p:nvPr/>
          </p:nvSpPr>
          <p:spPr>
            <a:xfrm>
              <a:off x="5774506" y="2681024"/>
              <a:ext cx="9271" cy="74705"/>
            </a:xfrm>
            <a:custGeom>
              <a:rect b="b" l="l" r="r" t="t"/>
              <a:pathLst>
                <a:path extrusionOk="0" h="693" w="86">
                  <a:moveTo>
                    <a:pt x="86" y="692"/>
                  </a:moveTo>
                  <a:lnTo>
                    <a:pt x="1" y="692"/>
                  </a:lnTo>
                  <a:lnTo>
                    <a:pt x="24" y="1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6"/>
            <p:cNvSpPr/>
            <p:nvPr/>
          </p:nvSpPr>
          <p:spPr>
            <a:xfrm>
              <a:off x="5776339" y="2645020"/>
              <a:ext cx="5174" cy="38053"/>
            </a:xfrm>
            <a:custGeom>
              <a:rect b="b" l="l" r="r" t="t"/>
              <a:pathLst>
                <a:path extrusionOk="0" h="353" w="48">
                  <a:moveTo>
                    <a:pt x="47" y="353"/>
                  </a:moveTo>
                  <a:lnTo>
                    <a:pt x="0" y="353"/>
                  </a:lnTo>
                  <a:lnTo>
                    <a:pt x="13" y="1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6"/>
            <p:cNvSpPr/>
            <p:nvPr/>
          </p:nvSpPr>
          <p:spPr>
            <a:xfrm>
              <a:off x="5775369" y="2678976"/>
              <a:ext cx="36220" cy="19188"/>
            </a:xfrm>
            <a:custGeom>
              <a:rect b="b" l="l" r="r" t="t"/>
              <a:pathLst>
                <a:path extrusionOk="0" h="178" w="336">
                  <a:moveTo>
                    <a:pt x="0" y="43"/>
                  </a:moveTo>
                  <a:lnTo>
                    <a:pt x="19" y="0"/>
                  </a:lnTo>
                  <a:lnTo>
                    <a:pt x="336" y="157"/>
                  </a:lnTo>
                  <a:lnTo>
                    <a:pt x="326" y="17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6"/>
            <p:cNvSpPr/>
            <p:nvPr/>
          </p:nvSpPr>
          <p:spPr>
            <a:xfrm>
              <a:off x="5745616" y="2679407"/>
              <a:ext cx="37082" cy="16925"/>
            </a:xfrm>
            <a:custGeom>
              <a:rect b="b" l="l" r="r" t="t"/>
              <a:pathLst>
                <a:path extrusionOk="0" h="157" w="344">
                  <a:moveTo>
                    <a:pt x="327" y="0"/>
                  </a:moveTo>
                  <a:lnTo>
                    <a:pt x="344" y="44"/>
                  </a:lnTo>
                  <a:lnTo>
                    <a:pt x="10" y="157"/>
                  </a:lnTo>
                  <a:lnTo>
                    <a:pt x="1" y="1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2" name="Google Shape;1602;p26"/>
          <p:cNvGrpSpPr/>
          <p:nvPr/>
        </p:nvGrpSpPr>
        <p:grpSpPr>
          <a:xfrm>
            <a:off x="5687944" y="2323563"/>
            <a:ext cx="471724" cy="432169"/>
            <a:chOff x="5687944" y="2323563"/>
            <a:chExt cx="471724" cy="432169"/>
          </a:xfrm>
        </p:grpSpPr>
        <p:sp>
          <p:nvSpPr>
            <p:cNvPr id="1603" name="Google Shape;1603;p26"/>
            <p:cNvSpPr/>
            <p:nvPr/>
          </p:nvSpPr>
          <p:spPr>
            <a:xfrm>
              <a:off x="6069118" y="2573010"/>
              <a:ext cx="22637" cy="182721"/>
            </a:xfrm>
            <a:custGeom>
              <a:rect b="b" l="l" r="r" t="t"/>
              <a:pathLst>
                <a:path extrusionOk="0" h="1695" w="210">
                  <a:moveTo>
                    <a:pt x="210" y="1694"/>
                  </a:moveTo>
                  <a:lnTo>
                    <a:pt x="1" y="1694"/>
                  </a:lnTo>
                  <a:lnTo>
                    <a:pt x="61" y="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6"/>
            <p:cNvSpPr/>
            <p:nvPr/>
          </p:nvSpPr>
          <p:spPr>
            <a:xfrm>
              <a:off x="5858158" y="2464349"/>
              <a:ext cx="35789" cy="291383"/>
            </a:xfrm>
            <a:custGeom>
              <a:rect b="b" l="l" r="r" t="t"/>
              <a:pathLst>
                <a:path extrusionOk="0" h="2703" w="332">
                  <a:moveTo>
                    <a:pt x="332" y="2702"/>
                  </a:moveTo>
                  <a:lnTo>
                    <a:pt x="0" y="2702"/>
                  </a:lnTo>
                  <a:lnTo>
                    <a:pt x="96" y="1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6"/>
            <p:cNvSpPr/>
            <p:nvPr/>
          </p:nvSpPr>
          <p:spPr>
            <a:xfrm>
              <a:off x="5865057" y="2323563"/>
              <a:ext cx="20050" cy="148441"/>
            </a:xfrm>
            <a:custGeom>
              <a:rect b="b" l="l" r="r" t="t"/>
              <a:pathLst>
                <a:path extrusionOk="0" h="1377" w="186">
                  <a:moveTo>
                    <a:pt x="185" y="1377"/>
                  </a:moveTo>
                  <a:lnTo>
                    <a:pt x="1" y="1377"/>
                  </a:lnTo>
                  <a:lnTo>
                    <a:pt x="48" y="0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6"/>
            <p:cNvSpPr/>
            <p:nvPr/>
          </p:nvSpPr>
          <p:spPr>
            <a:xfrm>
              <a:off x="5861176" y="2455940"/>
              <a:ext cx="141215" cy="74705"/>
            </a:xfrm>
            <a:custGeom>
              <a:rect b="b" l="l" r="r" t="t"/>
              <a:pathLst>
                <a:path extrusionOk="0" h="693" w="1310">
                  <a:moveTo>
                    <a:pt x="0" y="169"/>
                  </a:moveTo>
                  <a:lnTo>
                    <a:pt x="77" y="0"/>
                  </a:lnTo>
                  <a:lnTo>
                    <a:pt x="1310" y="613"/>
                  </a:lnTo>
                  <a:lnTo>
                    <a:pt x="1274" y="69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26"/>
            <p:cNvSpPr/>
            <p:nvPr/>
          </p:nvSpPr>
          <p:spPr>
            <a:xfrm>
              <a:off x="5745508" y="2457557"/>
              <a:ext cx="144233" cy="66189"/>
            </a:xfrm>
            <a:custGeom>
              <a:rect b="b" l="l" r="r" t="t"/>
              <a:pathLst>
                <a:path extrusionOk="0" h="614" w="1338">
                  <a:moveTo>
                    <a:pt x="1273" y="1"/>
                  </a:moveTo>
                  <a:lnTo>
                    <a:pt x="1337" y="174"/>
                  </a:lnTo>
                  <a:lnTo>
                    <a:pt x="31" y="613"/>
                  </a:lnTo>
                  <a:lnTo>
                    <a:pt x="1" y="53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26"/>
            <p:cNvSpPr/>
            <p:nvPr/>
          </p:nvSpPr>
          <p:spPr>
            <a:xfrm>
              <a:off x="6073538" y="2484723"/>
              <a:ext cx="12505" cy="93139"/>
            </a:xfrm>
            <a:custGeom>
              <a:rect b="b" l="l" r="r" t="t"/>
              <a:pathLst>
                <a:path extrusionOk="0" h="864" w="116">
                  <a:moveTo>
                    <a:pt x="115" y="864"/>
                  </a:moveTo>
                  <a:lnTo>
                    <a:pt x="1" y="864"/>
                  </a:lnTo>
                  <a:lnTo>
                    <a:pt x="30" y="0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26"/>
            <p:cNvSpPr/>
            <p:nvPr/>
          </p:nvSpPr>
          <p:spPr>
            <a:xfrm>
              <a:off x="6071059" y="2567728"/>
              <a:ext cx="88610" cy="47001"/>
            </a:xfrm>
            <a:custGeom>
              <a:rect b="b" l="l" r="r" t="t"/>
              <a:pathLst>
                <a:path extrusionOk="0" h="436" w="822">
                  <a:moveTo>
                    <a:pt x="0" y="106"/>
                  </a:moveTo>
                  <a:lnTo>
                    <a:pt x="48" y="1"/>
                  </a:lnTo>
                  <a:lnTo>
                    <a:pt x="822" y="384"/>
                  </a:lnTo>
                  <a:lnTo>
                    <a:pt x="798" y="4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26"/>
            <p:cNvSpPr/>
            <p:nvPr/>
          </p:nvSpPr>
          <p:spPr>
            <a:xfrm>
              <a:off x="5998511" y="2568806"/>
              <a:ext cx="90442" cy="41503"/>
            </a:xfrm>
            <a:custGeom>
              <a:rect b="b" l="l" r="r" t="t"/>
              <a:pathLst>
                <a:path extrusionOk="0" h="385" w="839">
                  <a:moveTo>
                    <a:pt x="799" y="1"/>
                  </a:moveTo>
                  <a:lnTo>
                    <a:pt x="839" y="109"/>
                  </a:lnTo>
                  <a:lnTo>
                    <a:pt x="21" y="385"/>
                  </a:lnTo>
                  <a:lnTo>
                    <a:pt x="1" y="33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26"/>
            <p:cNvSpPr/>
            <p:nvPr/>
          </p:nvSpPr>
          <p:spPr>
            <a:xfrm>
              <a:off x="5735591" y="2632084"/>
              <a:ext cx="15307" cy="123647"/>
            </a:xfrm>
            <a:custGeom>
              <a:rect b="b" l="l" r="r" t="t"/>
              <a:pathLst>
                <a:path extrusionOk="0" h="1147" w="142">
                  <a:moveTo>
                    <a:pt x="142" y="1146"/>
                  </a:moveTo>
                  <a:lnTo>
                    <a:pt x="1" y="1146"/>
                  </a:lnTo>
                  <a:lnTo>
                    <a:pt x="42" y="0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26"/>
            <p:cNvSpPr/>
            <p:nvPr/>
          </p:nvSpPr>
          <p:spPr>
            <a:xfrm>
              <a:off x="5738502" y="2572255"/>
              <a:ext cx="8732" cy="63063"/>
            </a:xfrm>
            <a:custGeom>
              <a:rect b="b" l="l" r="r" t="t"/>
              <a:pathLst>
                <a:path extrusionOk="0" h="585" w="81">
                  <a:moveTo>
                    <a:pt x="80" y="585"/>
                  </a:moveTo>
                  <a:lnTo>
                    <a:pt x="0" y="585"/>
                  </a:lnTo>
                  <a:lnTo>
                    <a:pt x="21" y="1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26"/>
            <p:cNvSpPr/>
            <p:nvPr/>
          </p:nvSpPr>
          <p:spPr>
            <a:xfrm>
              <a:off x="5736777" y="2628526"/>
              <a:ext cx="60151" cy="31801"/>
            </a:xfrm>
            <a:custGeom>
              <a:rect b="b" l="l" r="r" t="t"/>
              <a:pathLst>
                <a:path extrusionOk="0" h="295" w="558">
                  <a:moveTo>
                    <a:pt x="1" y="72"/>
                  </a:moveTo>
                  <a:lnTo>
                    <a:pt x="34" y="0"/>
                  </a:lnTo>
                  <a:lnTo>
                    <a:pt x="558" y="260"/>
                  </a:lnTo>
                  <a:lnTo>
                    <a:pt x="542" y="2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26"/>
            <p:cNvSpPr/>
            <p:nvPr/>
          </p:nvSpPr>
          <p:spPr>
            <a:xfrm>
              <a:off x="5687944" y="2629173"/>
              <a:ext cx="61121" cy="28136"/>
            </a:xfrm>
            <a:custGeom>
              <a:rect b="b" l="l" r="r" t="t"/>
              <a:pathLst>
                <a:path extrusionOk="0" h="261" w="567">
                  <a:moveTo>
                    <a:pt x="539" y="1"/>
                  </a:moveTo>
                  <a:lnTo>
                    <a:pt x="566" y="73"/>
                  </a:lnTo>
                  <a:lnTo>
                    <a:pt x="13" y="260"/>
                  </a:lnTo>
                  <a:lnTo>
                    <a:pt x="1" y="2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5" name="Google Shape;1615;p26"/>
          <p:cNvSpPr/>
          <p:nvPr/>
        </p:nvSpPr>
        <p:spPr>
          <a:xfrm>
            <a:off x="3698961" y="1344749"/>
            <a:ext cx="45598" cy="346146"/>
          </a:xfrm>
          <a:custGeom>
            <a:rect b="b" l="l" r="r" t="t"/>
            <a:pathLst>
              <a:path extrusionOk="0" h="3211" w="423">
                <a:moveTo>
                  <a:pt x="1" y="1"/>
                </a:moveTo>
                <a:lnTo>
                  <a:pt x="422" y="1"/>
                </a:lnTo>
                <a:lnTo>
                  <a:pt x="422" y="3210"/>
                </a:lnTo>
                <a:lnTo>
                  <a:pt x="1" y="321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26"/>
          <p:cNvSpPr/>
          <p:nvPr/>
        </p:nvSpPr>
        <p:spPr>
          <a:xfrm>
            <a:off x="4318261" y="1344749"/>
            <a:ext cx="45598" cy="346146"/>
          </a:xfrm>
          <a:custGeom>
            <a:rect b="b" l="l" r="r" t="t"/>
            <a:pathLst>
              <a:path extrusionOk="0" h="3211" w="423">
                <a:moveTo>
                  <a:pt x="1" y="1"/>
                </a:moveTo>
                <a:lnTo>
                  <a:pt x="422" y="1"/>
                </a:lnTo>
                <a:lnTo>
                  <a:pt x="422" y="3210"/>
                </a:lnTo>
                <a:lnTo>
                  <a:pt x="1" y="321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26"/>
          <p:cNvSpPr/>
          <p:nvPr/>
        </p:nvSpPr>
        <p:spPr>
          <a:xfrm>
            <a:off x="3653254" y="1228219"/>
            <a:ext cx="756092" cy="351967"/>
          </a:xfrm>
          <a:custGeom>
            <a:rect b="b" l="l" r="r" t="t"/>
            <a:pathLst>
              <a:path extrusionOk="0" h="3265" w="7014">
                <a:moveTo>
                  <a:pt x="1" y="0"/>
                </a:moveTo>
                <a:lnTo>
                  <a:pt x="7014" y="0"/>
                </a:lnTo>
                <a:lnTo>
                  <a:pt x="7014" y="3264"/>
                </a:lnTo>
                <a:lnTo>
                  <a:pt x="1" y="326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26"/>
          <p:cNvSpPr/>
          <p:nvPr/>
        </p:nvSpPr>
        <p:spPr>
          <a:xfrm>
            <a:off x="5966495" y="1754277"/>
            <a:ext cx="238340" cy="39347"/>
          </a:xfrm>
          <a:custGeom>
            <a:rect b="b" l="l" r="r" t="t"/>
            <a:pathLst>
              <a:path extrusionOk="0" h="365" w="2211">
                <a:moveTo>
                  <a:pt x="51" y="1"/>
                </a:moveTo>
                <a:cubicBezTo>
                  <a:pt x="23" y="1"/>
                  <a:pt x="0" y="23"/>
                  <a:pt x="0" y="52"/>
                </a:cubicBezTo>
                <a:cubicBezTo>
                  <a:pt x="0" y="224"/>
                  <a:pt x="140" y="365"/>
                  <a:pt x="313" y="365"/>
                </a:cubicBezTo>
                <a:cubicBezTo>
                  <a:pt x="423" y="365"/>
                  <a:pt x="520" y="308"/>
                  <a:pt x="576" y="222"/>
                </a:cubicBezTo>
                <a:cubicBezTo>
                  <a:pt x="633" y="308"/>
                  <a:pt x="730" y="365"/>
                  <a:pt x="840" y="365"/>
                </a:cubicBezTo>
                <a:cubicBezTo>
                  <a:pt x="950" y="365"/>
                  <a:pt x="1047" y="308"/>
                  <a:pt x="1103" y="222"/>
                </a:cubicBezTo>
                <a:cubicBezTo>
                  <a:pt x="1159" y="308"/>
                  <a:pt x="1257" y="365"/>
                  <a:pt x="1367" y="365"/>
                </a:cubicBezTo>
                <a:cubicBezTo>
                  <a:pt x="1477" y="365"/>
                  <a:pt x="1574" y="308"/>
                  <a:pt x="1630" y="222"/>
                </a:cubicBezTo>
                <a:cubicBezTo>
                  <a:pt x="1686" y="308"/>
                  <a:pt x="1784" y="365"/>
                  <a:pt x="1894" y="365"/>
                </a:cubicBezTo>
                <a:cubicBezTo>
                  <a:pt x="2067" y="365"/>
                  <a:pt x="2207" y="224"/>
                  <a:pt x="2210" y="52"/>
                </a:cubicBezTo>
                <a:cubicBezTo>
                  <a:pt x="2210" y="23"/>
                  <a:pt x="2187" y="1"/>
                  <a:pt x="2159" y="1"/>
                </a:cubicBezTo>
                <a:cubicBezTo>
                  <a:pt x="2130" y="1"/>
                  <a:pt x="2108" y="23"/>
                  <a:pt x="2108" y="52"/>
                </a:cubicBezTo>
                <a:cubicBezTo>
                  <a:pt x="2108" y="167"/>
                  <a:pt x="2013" y="264"/>
                  <a:pt x="1895" y="264"/>
                </a:cubicBezTo>
                <a:cubicBezTo>
                  <a:pt x="1779" y="264"/>
                  <a:pt x="1683" y="170"/>
                  <a:pt x="1683" y="52"/>
                </a:cubicBezTo>
                <a:cubicBezTo>
                  <a:pt x="1683" y="23"/>
                  <a:pt x="1660" y="1"/>
                  <a:pt x="1632" y="1"/>
                </a:cubicBezTo>
                <a:cubicBezTo>
                  <a:pt x="1604" y="1"/>
                  <a:pt x="1581" y="23"/>
                  <a:pt x="1581" y="52"/>
                </a:cubicBezTo>
                <a:cubicBezTo>
                  <a:pt x="1581" y="167"/>
                  <a:pt x="1486" y="264"/>
                  <a:pt x="1368" y="264"/>
                </a:cubicBezTo>
                <a:cubicBezTo>
                  <a:pt x="1252" y="264"/>
                  <a:pt x="1156" y="170"/>
                  <a:pt x="1156" y="52"/>
                </a:cubicBezTo>
                <a:cubicBezTo>
                  <a:pt x="1156" y="23"/>
                  <a:pt x="1133" y="1"/>
                  <a:pt x="1105" y="1"/>
                </a:cubicBezTo>
                <a:cubicBezTo>
                  <a:pt x="1077" y="1"/>
                  <a:pt x="1054" y="23"/>
                  <a:pt x="1054" y="52"/>
                </a:cubicBezTo>
                <a:cubicBezTo>
                  <a:pt x="1054" y="167"/>
                  <a:pt x="959" y="264"/>
                  <a:pt x="841" y="264"/>
                </a:cubicBezTo>
                <a:cubicBezTo>
                  <a:pt x="725" y="264"/>
                  <a:pt x="629" y="170"/>
                  <a:pt x="629" y="52"/>
                </a:cubicBezTo>
                <a:cubicBezTo>
                  <a:pt x="629" y="23"/>
                  <a:pt x="606" y="1"/>
                  <a:pt x="578" y="1"/>
                </a:cubicBezTo>
                <a:cubicBezTo>
                  <a:pt x="550" y="1"/>
                  <a:pt x="527" y="23"/>
                  <a:pt x="527" y="52"/>
                </a:cubicBezTo>
                <a:cubicBezTo>
                  <a:pt x="527" y="167"/>
                  <a:pt x="432" y="264"/>
                  <a:pt x="314" y="264"/>
                </a:cubicBezTo>
                <a:cubicBezTo>
                  <a:pt x="198" y="264"/>
                  <a:pt x="103" y="170"/>
                  <a:pt x="103" y="52"/>
                </a:cubicBezTo>
                <a:cubicBezTo>
                  <a:pt x="103" y="23"/>
                  <a:pt x="79" y="1"/>
                  <a:pt x="51" y="1"/>
                </a:cubicBezTo>
                <a:close/>
              </a:path>
            </a:pathLst>
          </a:custGeom>
          <a:solidFill>
            <a:srgbClr val="D6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26"/>
          <p:cNvSpPr/>
          <p:nvPr/>
        </p:nvSpPr>
        <p:spPr>
          <a:xfrm>
            <a:off x="6023628" y="1811626"/>
            <a:ext cx="238340" cy="39347"/>
          </a:xfrm>
          <a:custGeom>
            <a:rect b="b" l="l" r="r" t="t"/>
            <a:pathLst>
              <a:path extrusionOk="0" h="365" w="2211">
                <a:moveTo>
                  <a:pt x="51" y="1"/>
                </a:moveTo>
                <a:cubicBezTo>
                  <a:pt x="24" y="1"/>
                  <a:pt x="0" y="23"/>
                  <a:pt x="0" y="52"/>
                </a:cubicBezTo>
                <a:cubicBezTo>
                  <a:pt x="0" y="224"/>
                  <a:pt x="141" y="365"/>
                  <a:pt x="314" y="365"/>
                </a:cubicBezTo>
                <a:cubicBezTo>
                  <a:pt x="424" y="365"/>
                  <a:pt x="521" y="308"/>
                  <a:pt x="577" y="222"/>
                </a:cubicBezTo>
                <a:cubicBezTo>
                  <a:pt x="634" y="308"/>
                  <a:pt x="731" y="365"/>
                  <a:pt x="841" y="365"/>
                </a:cubicBezTo>
                <a:cubicBezTo>
                  <a:pt x="951" y="365"/>
                  <a:pt x="1048" y="308"/>
                  <a:pt x="1104" y="222"/>
                </a:cubicBezTo>
                <a:cubicBezTo>
                  <a:pt x="1161" y="308"/>
                  <a:pt x="1258" y="365"/>
                  <a:pt x="1368" y="365"/>
                </a:cubicBezTo>
                <a:cubicBezTo>
                  <a:pt x="1478" y="365"/>
                  <a:pt x="1575" y="308"/>
                  <a:pt x="1631" y="222"/>
                </a:cubicBezTo>
                <a:cubicBezTo>
                  <a:pt x="1687" y="308"/>
                  <a:pt x="1785" y="365"/>
                  <a:pt x="1895" y="365"/>
                </a:cubicBezTo>
                <a:cubicBezTo>
                  <a:pt x="2067" y="365"/>
                  <a:pt x="2208" y="224"/>
                  <a:pt x="2210" y="52"/>
                </a:cubicBezTo>
                <a:cubicBezTo>
                  <a:pt x="2210" y="23"/>
                  <a:pt x="2188" y="1"/>
                  <a:pt x="2159" y="1"/>
                </a:cubicBezTo>
                <a:cubicBezTo>
                  <a:pt x="2132" y="1"/>
                  <a:pt x="2108" y="23"/>
                  <a:pt x="2108" y="52"/>
                </a:cubicBezTo>
                <a:cubicBezTo>
                  <a:pt x="2108" y="168"/>
                  <a:pt x="2014" y="264"/>
                  <a:pt x="1896" y="264"/>
                </a:cubicBezTo>
                <a:cubicBezTo>
                  <a:pt x="1780" y="264"/>
                  <a:pt x="1683" y="170"/>
                  <a:pt x="1683" y="52"/>
                </a:cubicBezTo>
                <a:cubicBezTo>
                  <a:pt x="1683" y="23"/>
                  <a:pt x="1661" y="1"/>
                  <a:pt x="1632" y="1"/>
                </a:cubicBezTo>
                <a:cubicBezTo>
                  <a:pt x="1605" y="1"/>
                  <a:pt x="1581" y="23"/>
                  <a:pt x="1581" y="52"/>
                </a:cubicBezTo>
                <a:cubicBezTo>
                  <a:pt x="1581" y="168"/>
                  <a:pt x="1487" y="264"/>
                  <a:pt x="1369" y="264"/>
                </a:cubicBezTo>
                <a:cubicBezTo>
                  <a:pt x="1253" y="264"/>
                  <a:pt x="1156" y="170"/>
                  <a:pt x="1156" y="52"/>
                </a:cubicBezTo>
                <a:cubicBezTo>
                  <a:pt x="1156" y="23"/>
                  <a:pt x="1134" y="1"/>
                  <a:pt x="1105" y="1"/>
                </a:cubicBezTo>
                <a:cubicBezTo>
                  <a:pt x="1078" y="1"/>
                  <a:pt x="1054" y="23"/>
                  <a:pt x="1054" y="52"/>
                </a:cubicBezTo>
                <a:cubicBezTo>
                  <a:pt x="1054" y="168"/>
                  <a:pt x="960" y="264"/>
                  <a:pt x="842" y="264"/>
                </a:cubicBezTo>
                <a:cubicBezTo>
                  <a:pt x="726" y="264"/>
                  <a:pt x="629" y="170"/>
                  <a:pt x="629" y="52"/>
                </a:cubicBezTo>
                <a:cubicBezTo>
                  <a:pt x="629" y="23"/>
                  <a:pt x="607" y="1"/>
                  <a:pt x="578" y="1"/>
                </a:cubicBezTo>
                <a:cubicBezTo>
                  <a:pt x="551" y="1"/>
                  <a:pt x="527" y="23"/>
                  <a:pt x="527" y="52"/>
                </a:cubicBezTo>
                <a:cubicBezTo>
                  <a:pt x="527" y="168"/>
                  <a:pt x="433" y="264"/>
                  <a:pt x="315" y="264"/>
                </a:cubicBezTo>
                <a:cubicBezTo>
                  <a:pt x="199" y="264"/>
                  <a:pt x="103" y="170"/>
                  <a:pt x="103" y="52"/>
                </a:cubicBezTo>
                <a:cubicBezTo>
                  <a:pt x="103" y="23"/>
                  <a:pt x="80" y="1"/>
                  <a:pt x="51" y="1"/>
                </a:cubicBezTo>
                <a:close/>
              </a:path>
            </a:pathLst>
          </a:custGeom>
          <a:solidFill>
            <a:srgbClr val="D6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26"/>
          <p:cNvSpPr/>
          <p:nvPr/>
        </p:nvSpPr>
        <p:spPr>
          <a:xfrm>
            <a:off x="4189658" y="2294673"/>
            <a:ext cx="118146" cy="81605"/>
          </a:xfrm>
          <a:custGeom>
            <a:rect b="b" l="l" r="r" t="t"/>
            <a:pathLst>
              <a:path extrusionOk="0" h="757" w="1096">
                <a:moveTo>
                  <a:pt x="1" y="0"/>
                </a:moveTo>
                <a:lnTo>
                  <a:pt x="1095" y="0"/>
                </a:lnTo>
                <a:lnTo>
                  <a:pt x="1095" y="756"/>
                </a:lnTo>
                <a:lnTo>
                  <a:pt x="1" y="75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26"/>
          <p:cNvSpPr/>
          <p:nvPr/>
        </p:nvSpPr>
        <p:spPr>
          <a:xfrm>
            <a:off x="4209277" y="2304375"/>
            <a:ext cx="29860" cy="29753"/>
          </a:xfrm>
          <a:custGeom>
            <a:rect b="b" l="l" r="r" t="t"/>
            <a:pathLst>
              <a:path extrusionOk="0" h="276" w="277">
                <a:moveTo>
                  <a:pt x="1" y="0"/>
                </a:moveTo>
                <a:lnTo>
                  <a:pt x="276" y="0"/>
                </a:lnTo>
                <a:lnTo>
                  <a:pt x="276" y="276"/>
                </a:lnTo>
                <a:lnTo>
                  <a:pt x="1" y="27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26"/>
          <p:cNvSpPr/>
          <p:nvPr/>
        </p:nvSpPr>
        <p:spPr>
          <a:xfrm>
            <a:off x="4258757" y="2314293"/>
            <a:ext cx="29752" cy="59398"/>
          </a:xfrm>
          <a:custGeom>
            <a:rect b="b" l="l" r="r" t="t"/>
            <a:pathLst>
              <a:path extrusionOk="0" h="551" w="276">
                <a:moveTo>
                  <a:pt x="0" y="0"/>
                </a:moveTo>
                <a:lnTo>
                  <a:pt x="275" y="0"/>
                </a:lnTo>
                <a:lnTo>
                  <a:pt x="275" y="551"/>
                </a:lnTo>
                <a:lnTo>
                  <a:pt x="0" y="55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26"/>
          <p:cNvSpPr/>
          <p:nvPr/>
        </p:nvSpPr>
        <p:spPr>
          <a:xfrm>
            <a:off x="4169715" y="2225358"/>
            <a:ext cx="158031" cy="69531"/>
          </a:xfrm>
          <a:custGeom>
            <a:rect b="b" l="l" r="r" t="t"/>
            <a:pathLst>
              <a:path extrusionOk="0" h="645" w="1466">
                <a:moveTo>
                  <a:pt x="1283" y="644"/>
                </a:moveTo>
                <a:lnTo>
                  <a:pt x="183" y="644"/>
                </a:lnTo>
                <a:lnTo>
                  <a:pt x="183" y="642"/>
                </a:lnTo>
                <a:lnTo>
                  <a:pt x="0" y="642"/>
                </a:lnTo>
                <a:lnTo>
                  <a:pt x="275" y="185"/>
                </a:lnTo>
                <a:lnTo>
                  <a:pt x="733" y="185"/>
                </a:lnTo>
                <a:lnTo>
                  <a:pt x="733" y="1"/>
                </a:lnTo>
                <a:lnTo>
                  <a:pt x="1008" y="1"/>
                </a:lnTo>
                <a:lnTo>
                  <a:pt x="1008" y="185"/>
                </a:lnTo>
                <a:lnTo>
                  <a:pt x="1190" y="185"/>
                </a:lnTo>
                <a:lnTo>
                  <a:pt x="1466" y="642"/>
                </a:lnTo>
                <a:lnTo>
                  <a:pt x="1283" y="64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26"/>
          <p:cNvSpPr/>
          <p:nvPr/>
        </p:nvSpPr>
        <p:spPr>
          <a:xfrm>
            <a:off x="4189658" y="2738912"/>
            <a:ext cx="118146" cy="81605"/>
          </a:xfrm>
          <a:custGeom>
            <a:rect b="b" l="l" r="r" t="t"/>
            <a:pathLst>
              <a:path extrusionOk="0" h="757" w="1096">
                <a:moveTo>
                  <a:pt x="1" y="1"/>
                </a:moveTo>
                <a:lnTo>
                  <a:pt x="1095" y="1"/>
                </a:lnTo>
                <a:lnTo>
                  <a:pt x="1095" y="757"/>
                </a:lnTo>
                <a:lnTo>
                  <a:pt x="1" y="75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26"/>
          <p:cNvSpPr/>
          <p:nvPr/>
        </p:nvSpPr>
        <p:spPr>
          <a:xfrm>
            <a:off x="4209277" y="2748722"/>
            <a:ext cx="29860" cy="29645"/>
          </a:xfrm>
          <a:custGeom>
            <a:rect b="b" l="l" r="r" t="t"/>
            <a:pathLst>
              <a:path extrusionOk="0" h="275" w="277">
                <a:moveTo>
                  <a:pt x="1" y="1"/>
                </a:moveTo>
                <a:lnTo>
                  <a:pt x="276" y="1"/>
                </a:lnTo>
                <a:lnTo>
                  <a:pt x="276" y="275"/>
                </a:lnTo>
                <a:lnTo>
                  <a:pt x="1" y="27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26"/>
          <p:cNvSpPr/>
          <p:nvPr/>
        </p:nvSpPr>
        <p:spPr>
          <a:xfrm>
            <a:off x="4258757" y="2758640"/>
            <a:ext cx="29752" cy="59398"/>
          </a:xfrm>
          <a:custGeom>
            <a:rect b="b" l="l" r="r" t="t"/>
            <a:pathLst>
              <a:path extrusionOk="0" h="551" w="276">
                <a:moveTo>
                  <a:pt x="0" y="1"/>
                </a:moveTo>
                <a:lnTo>
                  <a:pt x="275" y="1"/>
                </a:lnTo>
                <a:lnTo>
                  <a:pt x="275" y="550"/>
                </a:lnTo>
                <a:lnTo>
                  <a:pt x="0" y="55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26"/>
          <p:cNvSpPr/>
          <p:nvPr/>
        </p:nvSpPr>
        <p:spPr>
          <a:xfrm>
            <a:off x="4169715" y="2669813"/>
            <a:ext cx="158031" cy="69208"/>
          </a:xfrm>
          <a:custGeom>
            <a:rect b="b" l="l" r="r" t="t"/>
            <a:pathLst>
              <a:path extrusionOk="0" h="642" w="1466">
                <a:moveTo>
                  <a:pt x="1283" y="642"/>
                </a:moveTo>
                <a:lnTo>
                  <a:pt x="183" y="642"/>
                </a:lnTo>
                <a:lnTo>
                  <a:pt x="183" y="641"/>
                </a:lnTo>
                <a:lnTo>
                  <a:pt x="0" y="641"/>
                </a:lnTo>
                <a:lnTo>
                  <a:pt x="275" y="182"/>
                </a:lnTo>
                <a:lnTo>
                  <a:pt x="733" y="182"/>
                </a:lnTo>
                <a:lnTo>
                  <a:pt x="733" y="0"/>
                </a:lnTo>
                <a:lnTo>
                  <a:pt x="1008" y="0"/>
                </a:lnTo>
                <a:lnTo>
                  <a:pt x="1008" y="182"/>
                </a:lnTo>
                <a:lnTo>
                  <a:pt x="1190" y="182"/>
                </a:lnTo>
                <a:lnTo>
                  <a:pt x="1466" y="641"/>
                </a:lnTo>
                <a:lnTo>
                  <a:pt x="1283" y="64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26"/>
          <p:cNvSpPr/>
          <p:nvPr/>
        </p:nvSpPr>
        <p:spPr>
          <a:xfrm>
            <a:off x="3117713" y="3871555"/>
            <a:ext cx="15954" cy="60476"/>
          </a:xfrm>
          <a:custGeom>
            <a:rect b="b" l="l" r="r" t="t"/>
            <a:pathLst>
              <a:path extrusionOk="0" h="561" w="148">
                <a:moveTo>
                  <a:pt x="148" y="1"/>
                </a:moveTo>
                <a:lnTo>
                  <a:pt x="0" y="1"/>
                </a:lnTo>
                <a:lnTo>
                  <a:pt x="0" y="520"/>
                </a:lnTo>
                <a:cubicBezTo>
                  <a:pt x="53" y="557"/>
                  <a:pt x="102" y="560"/>
                  <a:pt x="148" y="52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26"/>
          <p:cNvSpPr/>
          <p:nvPr/>
        </p:nvSpPr>
        <p:spPr>
          <a:xfrm>
            <a:off x="3069635" y="3775183"/>
            <a:ext cx="112217" cy="117933"/>
          </a:xfrm>
          <a:custGeom>
            <a:rect b="b" l="l" r="r" t="t"/>
            <a:pathLst>
              <a:path extrusionOk="0" h="1094" w="1041">
                <a:moveTo>
                  <a:pt x="521" y="1"/>
                </a:moveTo>
                <a:cubicBezTo>
                  <a:pt x="232" y="1"/>
                  <a:pt x="0" y="245"/>
                  <a:pt x="0" y="547"/>
                </a:cubicBezTo>
                <a:cubicBezTo>
                  <a:pt x="0" y="849"/>
                  <a:pt x="232" y="1093"/>
                  <a:pt x="521" y="1093"/>
                </a:cubicBezTo>
                <a:cubicBezTo>
                  <a:pt x="809" y="1093"/>
                  <a:pt x="1041" y="849"/>
                  <a:pt x="1041" y="547"/>
                </a:cubicBezTo>
                <a:cubicBezTo>
                  <a:pt x="1041" y="245"/>
                  <a:pt x="808" y="1"/>
                  <a:pt x="52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26"/>
          <p:cNvSpPr/>
          <p:nvPr/>
        </p:nvSpPr>
        <p:spPr>
          <a:xfrm>
            <a:off x="2986200" y="3827466"/>
            <a:ext cx="14660" cy="31585"/>
          </a:xfrm>
          <a:custGeom>
            <a:rect b="b" l="l" r="r" t="t"/>
            <a:pathLst>
              <a:path extrusionOk="0" h="293" w="136">
                <a:moveTo>
                  <a:pt x="136" y="1"/>
                </a:moveTo>
                <a:lnTo>
                  <a:pt x="1" y="1"/>
                </a:lnTo>
                <a:lnTo>
                  <a:pt x="1" y="272"/>
                </a:lnTo>
                <a:cubicBezTo>
                  <a:pt x="48" y="291"/>
                  <a:pt x="94" y="292"/>
                  <a:pt x="136" y="27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26"/>
          <p:cNvSpPr/>
          <p:nvPr/>
        </p:nvSpPr>
        <p:spPr>
          <a:xfrm>
            <a:off x="2951165" y="3683015"/>
            <a:ext cx="84837" cy="155663"/>
          </a:xfrm>
          <a:custGeom>
            <a:rect b="b" l="l" r="r" t="t"/>
            <a:pathLst>
              <a:path extrusionOk="0" h="1444" w="787">
                <a:moveTo>
                  <a:pt x="393" y="0"/>
                </a:moveTo>
                <a:cubicBezTo>
                  <a:pt x="143" y="398"/>
                  <a:pt x="3" y="845"/>
                  <a:pt x="0" y="1353"/>
                </a:cubicBezTo>
                <a:cubicBezTo>
                  <a:pt x="257" y="1435"/>
                  <a:pt x="518" y="1444"/>
                  <a:pt x="786" y="1353"/>
                </a:cubicBezTo>
                <a:cubicBezTo>
                  <a:pt x="762" y="903"/>
                  <a:pt x="610" y="451"/>
                  <a:pt x="39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26"/>
          <p:cNvSpPr/>
          <p:nvPr/>
        </p:nvSpPr>
        <p:spPr>
          <a:xfrm>
            <a:off x="4774247" y="3643884"/>
            <a:ext cx="236616" cy="79988"/>
          </a:xfrm>
          <a:custGeom>
            <a:rect b="b" l="l" r="r" t="t"/>
            <a:pathLst>
              <a:path extrusionOk="0" h="742" w="2195">
                <a:moveTo>
                  <a:pt x="1843" y="1"/>
                </a:moveTo>
                <a:lnTo>
                  <a:pt x="794" y="1"/>
                </a:lnTo>
                <a:cubicBezTo>
                  <a:pt x="631" y="1"/>
                  <a:pt x="517" y="327"/>
                  <a:pt x="426" y="327"/>
                </a:cubicBezTo>
                <a:lnTo>
                  <a:pt x="199" y="327"/>
                </a:lnTo>
                <a:cubicBezTo>
                  <a:pt x="79" y="327"/>
                  <a:pt x="1" y="450"/>
                  <a:pt x="1" y="565"/>
                </a:cubicBezTo>
                <a:lnTo>
                  <a:pt x="1" y="701"/>
                </a:lnTo>
                <a:cubicBezTo>
                  <a:pt x="1" y="742"/>
                  <a:pt x="17" y="695"/>
                  <a:pt x="58" y="695"/>
                </a:cubicBezTo>
                <a:lnTo>
                  <a:pt x="197" y="695"/>
                </a:lnTo>
                <a:lnTo>
                  <a:pt x="2128" y="695"/>
                </a:lnTo>
                <a:cubicBezTo>
                  <a:pt x="2170" y="695"/>
                  <a:pt x="2191" y="741"/>
                  <a:pt x="2191" y="701"/>
                </a:cubicBezTo>
                <a:lnTo>
                  <a:pt x="2191" y="389"/>
                </a:lnTo>
                <a:cubicBezTo>
                  <a:pt x="2194" y="215"/>
                  <a:pt x="1970" y="1"/>
                  <a:pt x="18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26"/>
          <p:cNvSpPr/>
          <p:nvPr/>
        </p:nvSpPr>
        <p:spPr>
          <a:xfrm>
            <a:off x="5006121" y="3697568"/>
            <a:ext cx="4743" cy="12720"/>
          </a:xfrm>
          <a:custGeom>
            <a:rect b="b" l="l" r="r" t="t"/>
            <a:pathLst>
              <a:path extrusionOk="0" h="118" w="44">
                <a:moveTo>
                  <a:pt x="43" y="4"/>
                </a:moveTo>
                <a:cubicBezTo>
                  <a:pt x="43" y="4"/>
                  <a:pt x="0" y="0"/>
                  <a:pt x="0" y="51"/>
                </a:cubicBezTo>
                <a:lnTo>
                  <a:pt x="0" y="80"/>
                </a:lnTo>
                <a:cubicBezTo>
                  <a:pt x="0" y="113"/>
                  <a:pt x="0" y="118"/>
                  <a:pt x="43" y="11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26"/>
          <p:cNvSpPr/>
          <p:nvPr/>
        </p:nvSpPr>
        <p:spPr>
          <a:xfrm>
            <a:off x="4892502" y="3649813"/>
            <a:ext cx="54546" cy="32556"/>
          </a:xfrm>
          <a:custGeom>
            <a:rect b="b" l="l" r="r" t="t"/>
            <a:pathLst>
              <a:path extrusionOk="0" h="302" w="506">
                <a:moveTo>
                  <a:pt x="506" y="249"/>
                </a:moveTo>
                <a:cubicBezTo>
                  <a:pt x="506" y="278"/>
                  <a:pt x="483" y="302"/>
                  <a:pt x="455" y="302"/>
                </a:cubicBezTo>
                <a:lnTo>
                  <a:pt x="52" y="302"/>
                </a:lnTo>
                <a:cubicBezTo>
                  <a:pt x="24" y="302"/>
                  <a:pt x="0" y="277"/>
                  <a:pt x="0" y="249"/>
                </a:cubicBezTo>
                <a:lnTo>
                  <a:pt x="0" y="52"/>
                </a:lnTo>
                <a:cubicBezTo>
                  <a:pt x="0" y="23"/>
                  <a:pt x="24" y="0"/>
                  <a:pt x="52" y="0"/>
                </a:cubicBezTo>
                <a:lnTo>
                  <a:pt x="455" y="0"/>
                </a:lnTo>
                <a:cubicBezTo>
                  <a:pt x="483" y="0"/>
                  <a:pt x="506" y="23"/>
                  <a:pt x="506" y="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26"/>
          <p:cNvSpPr/>
          <p:nvPr/>
        </p:nvSpPr>
        <p:spPr>
          <a:xfrm>
            <a:off x="4951467" y="3649813"/>
            <a:ext cx="53683" cy="32771"/>
          </a:xfrm>
          <a:custGeom>
            <a:rect b="b" l="l" r="r" t="t"/>
            <a:pathLst>
              <a:path extrusionOk="0" h="304" w="498">
                <a:moveTo>
                  <a:pt x="491" y="264"/>
                </a:moveTo>
                <a:cubicBezTo>
                  <a:pt x="497" y="298"/>
                  <a:pt x="468" y="303"/>
                  <a:pt x="440" y="303"/>
                </a:cubicBezTo>
                <a:lnTo>
                  <a:pt x="96" y="303"/>
                </a:lnTo>
                <a:cubicBezTo>
                  <a:pt x="67" y="303"/>
                  <a:pt x="1" y="302"/>
                  <a:pt x="1" y="248"/>
                </a:cubicBezTo>
                <a:lnTo>
                  <a:pt x="1" y="53"/>
                </a:lnTo>
                <a:cubicBezTo>
                  <a:pt x="1" y="19"/>
                  <a:pt x="32" y="1"/>
                  <a:pt x="96" y="1"/>
                </a:cubicBezTo>
                <a:lnTo>
                  <a:pt x="234" y="1"/>
                </a:lnTo>
                <a:cubicBezTo>
                  <a:pt x="342" y="0"/>
                  <a:pt x="474" y="169"/>
                  <a:pt x="491" y="2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26"/>
          <p:cNvSpPr/>
          <p:nvPr/>
        </p:nvSpPr>
        <p:spPr>
          <a:xfrm>
            <a:off x="4837525" y="3649597"/>
            <a:ext cx="48401" cy="32771"/>
          </a:xfrm>
          <a:custGeom>
            <a:rect b="b" l="l" r="r" t="t"/>
            <a:pathLst>
              <a:path extrusionOk="0" h="304" w="449">
                <a:moveTo>
                  <a:pt x="447" y="304"/>
                </a:moveTo>
                <a:lnTo>
                  <a:pt x="52" y="304"/>
                </a:lnTo>
                <a:cubicBezTo>
                  <a:pt x="23" y="304"/>
                  <a:pt x="1" y="302"/>
                  <a:pt x="1" y="265"/>
                </a:cubicBezTo>
                <a:cubicBezTo>
                  <a:pt x="1" y="162"/>
                  <a:pt x="132" y="0"/>
                  <a:pt x="224" y="0"/>
                </a:cubicBezTo>
                <a:lnTo>
                  <a:pt x="448" y="0"/>
                </a:lnTo>
                <a:lnTo>
                  <a:pt x="448" y="3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26"/>
          <p:cNvSpPr/>
          <p:nvPr/>
        </p:nvSpPr>
        <p:spPr>
          <a:xfrm>
            <a:off x="4774247" y="3709534"/>
            <a:ext cx="236400" cy="14337"/>
          </a:xfrm>
          <a:custGeom>
            <a:rect b="b" l="l" r="r" t="t"/>
            <a:pathLst>
              <a:path extrusionOk="0" h="133" w="2193">
                <a:moveTo>
                  <a:pt x="59" y="86"/>
                </a:moveTo>
                <a:lnTo>
                  <a:pt x="199" y="86"/>
                </a:lnTo>
                <a:lnTo>
                  <a:pt x="2129" y="86"/>
                </a:lnTo>
                <a:cubicBezTo>
                  <a:pt x="2171" y="86"/>
                  <a:pt x="2192" y="133"/>
                  <a:pt x="2192" y="92"/>
                </a:cubicBezTo>
                <a:lnTo>
                  <a:pt x="2192" y="1"/>
                </a:lnTo>
                <a:lnTo>
                  <a:pt x="1" y="1"/>
                </a:lnTo>
                <a:lnTo>
                  <a:pt x="1" y="92"/>
                </a:lnTo>
                <a:cubicBezTo>
                  <a:pt x="2" y="133"/>
                  <a:pt x="18" y="86"/>
                  <a:pt x="59" y="86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26"/>
          <p:cNvSpPr/>
          <p:nvPr/>
        </p:nvSpPr>
        <p:spPr>
          <a:xfrm>
            <a:off x="4788045" y="3695089"/>
            <a:ext cx="47215" cy="23716"/>
          </a:xfrm>
          <a:custGeom>
            <a:rect b="b" l="l" r="r" t="t"/>
            <a:pathLst>
              <a:path extrusionOk="0" h="220" w="438">
                <a:moveTo>
                  <a:pt x="0" y="220"/>
                </a:moveTo>
                <a:cubicBezTo>
                  <a:pt x="0" y="135"/>
                  <a:pt x="98" y="1"/>
                  <a:pt x="219" y="1"/>
                </a:cubicBezTo>
                <a:cubicBezTo>
                  <a:pt x="339" y="1"/>
                  <a:pt x="437" y="135"/>
                  <a:pt x="437" y="22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26"/>
          <p:cNvSpPr/>
          <p:nvPr/>
        </p:nvSpPr>
        <p:spPr>
          <a:xfrm>
            <a:off x="4792896" y="3700155"/>
            <a:ext cx="37082" cy="37083"/>
          </a:xfrm>
          <a:custGeom>
            <a:rect b="b" l="l" r="r" t="t"/>
            <a:pathLst>
              <a:path extrusionOk="0" h="344" w="344">
                <a:moveTo>
                  <a:pt x="343" y="173"/>
                </a:moveTo>
                <a:cubicBezTo>
                  <a:pt x="343" y="267"/>
                  <a:pt x="267" y="344"/>
                  <a:pt x="171" y="344"/>
                </a:cubicBezTo>
                <a:cubicBezTo>
                  <a:pt x="77" y="344"/>
                  <a:pt x="0" y="267"/>
                  <a:pt x="0" y="173"/>
                </a:cubicBezTo>
                <a:cubicBezTo>
                  <a:pt x="0" y="78"/>
                  <a:pt x="77" y="1"/>
                  <a:pt x="171" y="1"/>
                </a:cubicBezTo>
                <a:cubicBezTo>
                  <a:pt x="267" y="1"/>
                  <a:pt x="343" y="78"/>
                  <a:pt x="343" y="173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26"/>
          <p:cNvSpPr/>
          <p:nvPr/>
        </p:nvSpPr>
        <p:spPr>
          <a:xfrm>
            <a:off x="4798933" y="3706300"/>
            <a:ext cx="24901" cy="24902"/>
          </a:xfrm>
          <a:custGeom>
            <a:rect b="b" l="l" r="r" t="t"/>
            <a:pathLst>
              <a:path extrusionOk="0" h="231" w="231">
                <a:moveTo>
                  <a:pt x="231" y="116"/>
                </a:moveTo>
                <a:cubicBezTo>
                  <a:pt x="231" y="179"/>
                  <a:pt x="180" y="230"/>
                  <a:pt x="115" y="230"/>
                </a:cubicBezTo>
                <a:cubicBezTo>
                  <a:pt x="52" y="230"/>
                  <a:pt x="1" y="179"/>
                  <a:pt x="1" y="116"/>
                </a:cubicBezTo>
                <a:cubicBezTo>
                  <a:pt x="1" y="51"/>
                  <a:pt x="52" y="0"/>
                  <a:pt x="115" y="0"/>
                </a:cubicBezTo>
                <a:cubicBezTo>
                  <a:pt x="180" y="0"/>
                  <a:pt x="231" y="51"/>
                  <a:pt x="231" y="116"/>
                </a:cubicBezTo>
                <a:close/>
              </a:path>
            </a:pathLst>
          </a:custGeom>
          <a:solidFill>
            <a:srgbClr val="B0B0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26"/>
          <p:cNvSpPr/>
          <p:nvPr/>
        </p:nvSpPr>
        <p:spPr>
          <a:xfrm>
            <a:off x="4941981" y="3695089"/>
            <a:ext cx="47323" cy="23716"/>
          </a:xfrm>
          <a:custGeom>
            <a:rect b="b" l="l" r="r" t="t"/>
            <a:pathLst>
              <a:path extrusionOk="0" h="220" w="439">
                <a:moveTo>
                  <a:pt x="1" y="220"/>
                </a:moveTo>
                <a:cubicBezTo>
                  <a:pt x="1" y="135"/>
                  <a:pt x="98" y="1"/>
                  <a:pt x="220" y="1"/>
                </a:cubicBezTo>
                <a:cubicBezTo>
                  <a:pt x="340" y="1"/>
                  <a:pt x="439" y="135"/>
                  <a:pt x="439" y="22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26"/>
          <p:cNvSpPr/>
          <p:nvPr/>
        </p:nvSpPr>
        <p:spPr>
          <a:xfrm>
            <a:off x="4946832" y="3700155"/>
            <a:ext cx="37082" cy="37083"/>
          </a:xfrm>
          <a:custGeom>
            <a:rect b="b" l="l" r="r" t="t"/>
            <a:pathLst>
              <a:path extrusionOk="0" h="344" w="344">
                <a:moveTo>
                  <a:pt x="344" y="173"/>
                </a:moveTo>
                <a:cubicBezTo>
                  <a:pt x="344" y="267"/>
                  <a:pt x="267" y="344"/>
                  <a:pt x="172" y="344"/>
                </a:cubicBezTo>
                <a:cubicBezTo>
                  <a:pt x="78" y="344"/>
                  <a:pt x="1" y="267"/>
                  <a:pt x="1" y="173"/>
                </a:cubicBezTo>
                <a:cubicBezTo>
                  <a:pt x="1" y="78"/>
                  <a:pt x="78" y="1"/>
                  <a:pt x="172" y="1"/>
                </a:cubicBezTo>
                <a:cubicBezTo>
                  <a:pt x="267" y="1"/>
                  <a:pt x="344" y="78"/>
                  <a:pt x="344" y="173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26"/>
          <p:cNvSpPr/>
          <p:nvPr/>
        </p:nvSpPr>
        <p:spPr>
          <a:xfrm>
            <a:off x="4952977" y="3706300"/>
            <a:ext cx="24901" cy="24902"/>
          </a:xfrm>
          <a:custGeom>
            <a:rect b="b" l="l" r="r" t="t"/>
            <a:pathLst>
              <a:path extrusionOk="0" h="231" w="231">
                <a:moveTo>
                  <a:pt x="230" y="116"/>
                </a:moveTo>
                <a:cubicBezTo>
                  <a:pt x="230" y="179"/>
                  <a:pt x="179" y="230"/>
                  <a:pt x="115" y="230"/>
                </a:cubicBezTo>
                <a:cubicBezTo>
                  <a:pt x="51" y="230"/>
                  <a:pt x="0" y="179"/>
                  <a:pt x="0" y="116"/>
                </a:cubicBezTo>
                <a:cubicBezTo>
                  <a:pt x="0" y="51"/>
                  <a:pt x="51" y="0"/>
                  <a:pt x="115" y="0"/>
                </a:cubicBezTo>
                <a:cubicBezTo>
                  <a:pt x="179" y="0"/>
                  <a:pt x="230" y="51"/>
                  <a:pt x="230" y="116"/>
                </a:cubicBezTo>
                <a:close/>
              </a:path>
            </a:pathLst>
          </a:custGeom>
          <a:solidFill>
            <a:srgbClr val="B0B0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26"/>
          <p:cNvSpPr/>
          <p:nvPr/>
        </p:nvSpPr>
        <p:spPr>
          <a:xfrm>
            <a:off x="4874176" y="3686788"/>
            <a:ext cx="17032" cy="4635"/>
          </a:xfrm>
          <a:custGeom>
            <a:rect b="b" l="l" r="r" t="t"/>
            <a:pathLst>
              <a:path extrusionOk="0" h="43" w="158">
                <a:moveTo>
                  <a:pt x="157" y="22"/>
                </a:moveTo>
                <a:cubicBezTo>
                  <a:pt x="157" y="33"/>
                  <a:pt x="149" y="43"/>
                  <a:pt x="139" y="43"/>
                </a:cubicBezTo>
                <a:lnTo>
                  <a:pt x="17" y="43"/>
                </a:lnTo>
                <a:cubicBezTo>
                  <a:pt x="9" y="43"/>
                  <a:pt x="1" y="33"/>
                  <a:pt x="1" y="22"/>
                </a:cubicBezTo>
                <a:cubicBezTo>
                  <a:pt x="1" y="12"/>
                  <a:pt x="9" y="2"/>
                  <a:pt x="17" y="2"/>
                </a:cubicBezTo>
                <a:lnTo>
                  <a:pt x="139" y="2"/>
                </a:lnTo>
                <a:cubicBezTo>
                  <a:pt x="149" y="1"/>
                  <a:pt x="157" y="12"/>
                  <a:pt x="157" y="2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26"/>
          <p:cNvSpPr/>
          <p:nvPr/>
        </p:nvSpPr>
        <p:spPr>
          <a:xfrm>
            <a:off x="4924302" y="3686896"/>
            <a:ext cx="18218" cy="4528"/>
          </a:xfrm>
          <a:custGeom>
            <a:rect b="b" l="l" r="r" t="t"/>
            <a:pathLst>
              <a:path extrusionOk="0" h="42" w="169">
                <a:moveTo>
                  <a:pt x="169" y="26"/>
                </a:moveTo>
                <a:cubicBezTo>
                  <a:pt x="169" y="35"/>
                  <a:pt x="161" y="42"/>
                  <a:pt x="151" y="42"/>
                </a:cubicBezTo>
                <a:lnTo>
                  <a:pt x="16" y="42"/>
                </a:lnTo>
                <a:cubicBezTo>
                  <a:pt x="7" y="42"/>
                  <a:pt x="0" y="35"/>
                  <a:pt x="0" y="26"/>
                </a:cubicBezTo>
                <a:lnTo>
                  <a:pt x="0" y="17"/>
                </a:lnTo>
                <a:cubicBezTo>
                  <a:pt x="0" y="9"/>
                  <a:pt x="7" y="1"/>
                  <a:pt x="16" y="1"/>
                </a:cubicBezTo>
                <a:lnTo>
                  <a:pt x="151" y="1"/>
                </a:lnTo>
                <a:cubicBezTo>
                  <a:pt x="160" y="1"/>
                  <a:pt x="169" y="9"/>
                  <a:pt x="169" y="1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26"/>
          <p:cNvSpPr/>
          <p:nvPr/>
        </p:nvSpPr>
        <p:spPr>
          <a:xfrm>
            <a:off x="4833213" y="3673529"/>
            <a:ext cx="22961" cy="12505"/>
          </a:xfrm>
          <a:custGeom>
            <a:rect b="b" l="l" r="r" t="t"/>
            <a:pathLst>
              <a:path extrusionOk="0" h="116" w="213">
                <a:moveTo>
                  <a:pt x="2" y="37"/>
                </a:moveTo>
                <a:cubicBezTo>
                  <a:pt x="2" y="17"/>
                  <a:pt x="31" y="1"/>
                  <a:pt x="51" y="1"/>
                </a:cubicBezTo>
                <a:lnTo>
                  <a:pt x="186" y="0"/>
                </a:lnTo>
                <a:cubicBezTo>
                  <a:pt x="206" y="0"/>
                  <a:pt x="213" y="16"/>
                  <a:pt x="213" y="36"/>
                </a:cubicBezTo>
                <a:lnTo>
                  <a:pt x="213" y="84"/>
                </a:lnTo>
                <a:cubicBezTo>
                  <a:pt x="213" y="103"/>
                  <a:pt x="208" y="116"/>
                  <a:pt x="187" y="116"/>
                </a:cubicBezTo>
                <a:lnTo>
                  <a:pt x="44" y="116"/>
                </a:lnTo>
                <a:cubicBezTo>
                  <a:pt x="23" y="116"/>
                  <a:pt x="1" y="105"/>
                  <a:pt x="1" y="84"/>
                </a:cubicBezTo>
                <a:lnTo>
                  <a:pt x="1" y="3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26"/>
          <p:cNvSpPr/>
          <p:nvPr/>
        </p:nvSpPr>
        <p:spPr>
          <a:xfrm>
            <a:off x="4774355" y="3684309"/>
            <a:ext cx="18326" cy="21991"/>
          </a:xfrm>
          <a:custGeom>
            <a:rect b="b" l="l" r="r" t="t"/>
            <a:pathLst>
              <a:path extrusionOk="0" h="204" w="170">
                <a:moveTo>
                  <a:pt x="1" y="189"/>
                </a:moveTo>
                <a:cubicBezTo>
                  <a:pt x="2" y="190"/>
                  <a:pt x="2" y="192"/>
                  <a:pt x="3" y="193"/>
                </a:cubicBezTo>
                <a:cubicBezTo>
                  <a:pt x="138" y="203"/>
                  <a:pt x="169" y="63"/>
                  <a:pt x="69" y="0"/>
                </a:cubicBezTo>
                <a:cubicBezTo>
                  <a:pt x="26" y="49"/>
                  <a:pt x="1" y="118"/>
                  <a:pt x="1" y="185"/>
                </a:cubicBezTo>
                <a:lnTo>
                  <a:pt x="1" y="18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26"/>
          <p:cNvSpPr/>
          <p:nvPr/>
        </p:nvSpPr>
        <p:spPr>
          <a:xfrm>
            <a:off x="6152878" y="4350075"/>
            <a:ext cx="58750" cy="37946"/>
          </a:xfrm>
          <a:custGeom>
            <a:rect b="b" l="l" r="r" t="t"/>
            <a:pathLst>
              <a:path extrusionOk="0" h="352" w="545">
                <a:moveTo>
                  <a:pt x="0" y="0"/>
                </a:moveTo>
                <a:lnTo>
                  <a:pt x="545" y="0"/>
                </a:lnTo>
                <a:lnTo>
                  <a:pt x="545" y="351"/>
                </a:lnTo>
                <a:lnTo>
                  <a:pt x="0" y="3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26"/>
          <p:cNvSpPr/>
          <p:nvPr/>
        </p:nvSpPr>
        <p:spPr>
          <a:xfrm>
            <a:off x="5992905" y="4295205"/>
            <a:ext cx="168919" cy="138415"/>
          </a:xfrm>
          <a:custGeom>
            <a:rect b="b" l="l" r="r" t="t"/>
            <a:pathLst>
              <a:path extrusionOk="0" h="1284" w="1567">
                <a:moveTo>
                  <a:pt x="1" y="1"/>
                </a:moveTo>
                <a:lnTo>
                  <a:pt x="1566" y="1"/>
                </a:lnTo>
                <a:lnTo>
                  <a:pt x="1566" y="1284"/>
                </a:lnTo>
                <a:lnTo>
                  <a:pt x="1" y="128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26"/>
          <p:cNvSpPr/>
          <p:nvPr/>
        </p:nvSpPr>
        <p:spPr>
          <a:xfrm>
            <a:off x="6004763" y="4365490"/>
            <a:ext cx="14445" cy="41934"/>
          </a:xfrm>
          <a:custGeom>
            <a:rect b="b" l="l" r="r" t="t"/>
            <a:pathLst>
              <a:path extrusionOk="0" h="389" w="134">
                <a:moveTo>
                  <a:pt x="0" y="1"/>
                </a:moveTo>
                <a:lnTo>
                  <a:pt x="133" y="1"/>
                </a:lnTo>
                <a:lnTo>
                  <a:pt x="133" y="388"/>
                </a:lnTo>
                <a:lnTo>
                  <a:pt x="0" y="38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26"/>
          <p:cNvSpPr/>
          <p:nvPr/>
        </p:nvSpPr>
        <p:spPr>
          <a:xfrm>
            <a:off x="6027616" y="4365490"/>
            <a:ext cx="14445" cy="41934"/>
          </a:xfrm>
          <a:custGeom>
            <a:rect b="b" l="l" r="r" t="t"/>
            <a:pathLst>
              <a:path extrusionOk="0" h="389" w="134">
                <a:moveTo>
                  <a:pt x="0" y="1"/>
                </a:moveTo>
                <a:lnTo>
                  <a:pt x="133" y="1"/>
                </a:lnTo>
                <a:lnTo>
                  <a:pt x="133" y="388"/>
                </a:lnTo>
                <a:lnTo>
                  <a:pt x="0" y="38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26"/>
          <p:cNvSpPr/>
          <p:nvPr/>
        </p:nvSpPr>
        <p:spPr>
          <a:xfrm>
            <a:off x="6109866" y="4365490"/>
            <a:ext cx="14445" cy="41934"/>
          </a:xfrm>
          <a:custGeom>
            <a:rect b="b" l="l" r="r" t="t"/>
            <a:pathLst>
              <a:path extrusionOk="0" h="389" w="134">
                <a:moveTo>
                  <a:pt x="0" y="1"/>
                </a:moveTo>
                <a:lnTo>
                  <a:pt x="133" y="1"/>
                </a:lnTo>
                <a:lnTo>
                  <a:pt x="133" y="388"/>
                </a:lnTo>
                <a:lnTo>
                  <a:pt x="0" y="38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26"/>
          <p:cNvSpPr/>
          <p:nvPr/>
        </p:nvSpPr>
        <p:spPr>
          <a:xfrm>
            <a:off x="6132719" y="4365490"/>
            <a:ext cx="14445" cy="41934"/>
          </a:xfrm>
          <a:custGeom>
            <a:rect b="b" l="l" r="r" t="t"/>
            <a:pathLst>
              <a:path extrusionOk="0" h="389" w="134">
                <a:moveTo>
                  <a:pt x="0" y="1"/>
                </a:moveTo>
                <a:lnTo>
                  <a:pt x="133" y="1"/>
                </a:lnTo>
                <a:lnTo>
                  <a:pt x="133" y="388"/>
                </a:lnTo>
                <a:lnTo>
                  <a:pt x="0" y="38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26"/>
          <p:cNvSpPr/>
          <p:nvPr/>
        </p:nvSpPr>
        <p:spPr>
          <a:xfrm>
            <a:off x="5986006" y="4275262"/>
            <a:ext cx="183040" cy="74490"/>
          </a:xfrm>
          <a:custGeom>
            <a:rect b="b" l="l" r="r" t="t"/>
            <a:pathLst>
              <a:path extrusionOk="0" h="691" w="1698">
                <a:moveTo>
                  <a:pt x="1694" y="620"/>
                </a:moveTo>
                <a:lnTo>
                  <a:pt x="1694" y="1"/>
                </a:lnTo>
                <a:lnTo>
                  <a:pt x="0" y="1"/>
                </a:lnTo>
                <a:lnTo>
                  <a:pt x="0" y="627"/>
                </a:lnTo>
                <a:lnTo>
                  <a:pt x="1" y="627"/>
                </a:lnTo>
                <a:lnTo>
                  <a:pt x="0" y="635"/>
                </a:lnTo>
                <a:cubicBezTo>
                  <a:pt x="0" y="666"/>
                  <a:pt x="32" y="690"/>
                  <a:pt x="72" y="690"/>
                </a:cubicBezTo>
                <a:cubicBezTo>
                  <a:pt x="95" y="690"/>
                  <a:pt x="114" y="682"/>
                  <a:pt x="127" y="670"/>
                </a:cubicBezTo>
                <a:cubicBezTo>
                  <a:pt x="139" y="682"/>
                  <a:pt x="160" y="690"/>
                  <a:pt x="182" y="690"/>
                </a:cubicBezTo>
                <a:cubicBezTo>
                  <a:pt x="205" y="690"/>
                  <a:pt x="224" y="682"/>
                  <a:pt x="237" y="670"/>
                </a:cubicBezTo>
                <a:cubicBezTo>
                  <a:pt x="250" y="682"/>
                  <a:pt x="270" y="690"/>
                  <a:pt x="292" y="690"/>
                </a:cubicBezTo>
                <a:cubicBezTo>
                  <a:pt x="313" y="690"/>
                  <a:pt x="334" y="682"/>
                  <a:pt x="347" y="670"/>
                </a:cubicBezTo>
                <a:cubicBezTo>
                  <a:pt x="359" y="682"/>
                  <a:pt x="380" y="690"/>
                  <a:pt x="402" y="690"/>
                </a:cubicBezTo>
                <a:cubicBezTo>
                  <a:pt x="425" y="690"/>
                  <a:pt x="444" y="682"/>
                  <a:pt x="457" y="670"/>
                </a:cubicBezTo>
                <a:cubicBezTo>
                  <a:pt x="470" y="682"/>
                  <a:pt x="490" y="690"/>
                  <a:pt x="512" y="690"/>
                </a:cubicBezTo>
                <a:cubicBezTo>
                  <a:pt x="535" y="690"/>
                  <a:pt x="554" y="682"/>
                  <a:pt x="567" y="670"/>
                </a:cubicBezTo>
                <a:cubicBezTo>
                  <a:pt x="579" y="682"/>
                  <a:pt x="600" y="690"/>
                  <a:pt x="622" y="690"/>
                </a:cubicBezTo>
                <a:cubicBezTo>
                  <a:pt x="645" y="690"/>
                  <a:pt x="664" y="682"/>
                  <a:pt x="677" y="670"/>
                </a:cubicBezTo>
                <a:cubicBezTo>
                  <a:pt x="690" y="682"/>
                  <a:pt x="710" y="690"/>
                  <a:pt x="732" y="690"/>
                </a:cubicBezTo>
                <a:cubicBezTo>
                  <a:pt x="755" y="690"/>
                  <a:pt x="774" y="682"/>
                  <a:pt x="787" y="670"/>
                </a:cubicBezTo>
                <a:cubicBezTo>
                  <a:pt x="799" y="682"/>
                  <a:pt x="820" y="690"/>
                  <a:pt x="842" y="690"/>
                </a:cubicBezTo>
                <a:cubicBezTo>
                  <a:pt x="865" y="690"/>
                  <a:pt x="884" y="682"/>
                  <a:pt x="897" y="670"/>
                </a:cubicBezTo>
                <a:cubicBezTo>
                  <a:pt x="910" y="682"/>
                  <a:pt x="930" y="690"/>
                  <a:pt x="952" y="690"/>
                </a:cubicBezTo>
                <a:cubicBezTo>
                  <a:pt x="975" y="690"/>
                  <a:pt x="994" y="682"/>
                  <a:pt x="1007" y="670"/>
                </a:cubicBezTo>
                <a:cubicBezTo>
                  <a:pt x="1019" y="682"/>
                  <a:pt x="1040" y="690"/>
                  <a:pt x="1062" y="690"/>
                </a:cubicBezTo>
                <a:cubicBezTo>
                  <a:pt x="1085" y="690"/>
                  <a:pt x="1104" y="682"/>
                  <a:pt x="1117" y="670"/>
                </a:cubicBezTo>
                <a:cubicBezTo>
                  <a:pt x="1130" y="682"/>
                  <a:pt x="1150" y="690"/>
                  <a:pt x="1172" y="690"/>
                </a:cubicBezTo>
                <a:cubicBezTo>
                  <a:pt x="1195" y="690"/>
                  <a:pt x="1214" y="682"/>
                  <a:pt x="1227" y="670"/>
                </a:cubicBezTo>
                <a:cubicBezTo>
                  <a:pt x="1239" y="682"/>
                  <a:pt x="1260" y="690"/>
                  <a:pt x="1282" y="690"/>
                </a:cubicBezTo>
                <a:cubicBezTo>
                  <a:pt x="1305" y="690"/>
                  <a:pt x="1324" y="682"/>
                  <a:pt x="1337" y="670"/>
                </a:cubicBezTo>
                <a:cubicBezTo>
                  <a:pt x="1350" y="682"/>
                  <a:pt x="1370" y="690"/>
                  <a:pt x="1392" y="690"/>
                </a:cubicBezTo>
                <a:cubicBezTo>
                  <a:pt x="1415" y="690"/>
                  <a:pt x="1434" y="682"/>
                  <a:pt x="1447" y="670"/>
                </a:cubicBezTo>
                <a:cubicBezTo>
                  <a:pt x="1459" y="682"/>
                  <a:pt x="1480" y="690"/>
                  <a:pt x="1502" y="690"/>
                </a:cubicBezTo>
                <a:cubicBezTo>
                  <a:pt x="1524" y="690"/>
                  <a:pt x="1544" y="682"/>
                  <a:pt x="1557" y="670"/>
                </a:cubicBezTo>
                <a:cubicBezTo>
                  <a:pt x="1570" y="682"/>
                  <a:pt x="1590" y="690"/>
                  <a:pt x="1612" y="690"/>
                </a:cubicBezTo>
                <a:cubicBezTo>
                  <a:pt x="1652" y="690"/>
                  <a:pt x="1683" y="666"/>
                  <a:pt x="1683" y="635"/>
                </a:cubicBezTo>
                <a:cubicBezTo>
                  <a:pt x="1698" y="630"/>
                  <a:pt x="1697" y="625"/>
                  <a:pt x="1694" y="62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26"/>
          <p:cNvSpPr/>
          <p:nvPr/>
        </p:nvSpPr>
        <p:spPr>
          <a:xfrm>
            <a:off x="6053703" y="4365490"/>
            <a:ext cx="45383" cy="67267"/>
          </a:xfrm>
          <a:custGeom>
            <a:rect b="b" l="l" r="r" t="t"/>
            <a:pathLst>
              <a:path extrusionOk="0" h="624" w="421">
                <a:moveTo>
                  <a:pt x="1" y="1"/>
                </a:moveTo>
                <a:lnTo>
                  <a:pt x="420" y="1"/>
                </a:lnTo>
                <a:lnTo>
                  <a:pt x="420" y="624"/>
                </a:lnTo>
                <a:lnTo>
                  <a:pt x="1" y="6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26"/>
          <p:cNvSpPr/>
          <p:nvPr/>
        </p:nvSpPr>
        <p:spPr>
          <a:xfrm>
            <a:off x="6014141" y="4297900"/>
            <a:ext cx="22637" cy="31585"/>
          </a:xfrm>
          <a:custGeom>
            <a:rect b="b" l="l" r="r" t="t"/>
            <a:pathLst>
              <a:path extrusionOk="0" h="293" w="210">
                <a:moveTo>
                  <a:pt x="210" y="68"/>
                </a:moveTo>
                <a:cubicBezTo>
                  <a:pt x="210" y="31"/>
                  <a:pt x="163" y="0"/>
                  <a:pt x="106" y="0"/>
                </a:cubicBezTo>
                <a:cubicBezTo>
                  <a:pt x="47" y="0"/>
                  <a:pt x="0" y="31"/>
                  <a:pt x="0" y="68"/>
                </a:cubicBezTo>
                <a:lnTo>
                  <a:pt x="0" y="73"/>
                </a:lnTo>
                <a:lnTo>
                  <a:pt x="0" y="292"/>
                </a:lnTo>
                <a:lnTo>
                  <a:pt x="210" y="292"/>
                </a:lnTo>
                <a:lnTo>
                  <a:pt x="210" y="7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26"/>
          <p:cNvSpPr/>
          <p:nvPr/>
        </p:nvSpPr>
        <p:spPr>
          <a:xfrm>
            <a:off x="6068579" y="4297900"/>
            <a:ext cx="22745" cy="31585"/>
          </a:xfrm>
          <a:custGeom>
            <a:rect b="b" l="l" r="r" t="t"/>
            <a:pathLst>
              <a:path extrusionOk="0" h="293" w="211">
                <a:moveTo>
                  <a:pt x="210" y="68"/>
                </a:moveTo>
                <a:cubicBezTo>
                  <a:pt x="210" y="31"/>
                  <a:pt x="163" y="0"/>
                  <a:pt x="105" y="0"/>
                </a:cubicBezTo>
                <a:cubicBezTo>
                  <a:pt x="48" y="0"/>
                  <a:pt x="1" y="31"/>
                  <a:pt x="1" y="68"/>
                </a:cubicBezTo>
                <a:lnTo>
                  <a:pt x="1" y="73"/>
                </a:lnTo>
                <a:lnTo>
                  <a:pt x="1" y="292"/>
                </a:lnTo>
                <a:lnTo>
                  <a:pt x="210" y="292"/>
                </a:lnTo>
                <a:lnTo>
                  <a:pt x="210" y="7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26"/>
          <p:cNvSpPr/>
          <p:nvPr/>
        </p:nvSpPr>
        <p:spPr>
          <a:xfrm>
            <a:off x="6121508" y="4297900"/>
            <a:ext cx="22745" cy="31585"/>
          </a:xfrm>
          <a:custGeom>
            <a:rect b="b" l="l" r="r" t="t"/>
            <a:pathLst>
              <a:path extrusionOk="0" h="293" w="211">
                <a:moveTo>
                  <a:pt x="211" y="68"/>
                </a:moveTo>
                <a:cubicBezTo>
                  <a:pt x="211" y="31"/>
                  <a:pt x="163" y="0"/>
                  <a:pt x="105" y="0"/>
                </a:cubicBezTo>
                <a:cubicBezTo>
                  <a:pt x="48" y="0"/>
                  <a:pt x="1" y="31"/>
                  <a:pt x="1" y="68"/>
                </a:cubicBezTo>
                <a:lnTo>
                  <a:pt x="1" y="73"/>
                </a:lnTo>
                <a:lnTo>
                  <a:pt x="1" y="292"/>
                </a:lnTo>
                <a:lnTo>
                  <a:pt x="211" y="292"/>
                </a:lnTo>
                <a:lnTo>
                  <a:pt x="211" y="7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26"/>
          <p:cNvSpPr/>
          <p:nvPr/>
        </p:nvSpPr>
        <p:spPr>
          <a:xfrm>
            <a:off x="6116011" y="4263081"/>
            <a:ext cx="12397" cy="18542"/>
          </a:xfrm>
          <a:custGeom>
            <a:rect b="b" l="l" r="r" t="t"/>
            <a:pathLst>
              <a:path extrusionOk="0" h="172" w="115">
                <a:moveTo>
                  <a:pt x="1" y="0"/>
                </a:moveTo>
                <a:lnTo>
                  <a:pt x="114" y="0"/>
                </a:lnTo>
                <a:lnTo>
                  <a:pt x="114" y="172"/>
                </a:lnTo>
                <a:lnTo>
                  <a:pt x="1" y="17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26"/>
          <p:cNvSpPr/>
          <p:nvPr/>
        </p:nvSpPr>
        <p:spPr>
          <a:xfrm>
            <a:off x="6199554" y="4385109"/>
            <a:ext cx="11750" cy="48402"/>
          </a:xfrm>
          <a:custGeom>
            <a:rect b="b" l="l" r="r" t="t"/>
            <a:pathLst>
              <a:path extrusionOk="0" h="449" w="109">
                <a:moveTo>
                  <a:pt x="0" y="1"/>
                </a:moveTo>
                <a:lnTo>
                  <a:pt x="109" y="1"/>
                </a:lnTo>
                <a:lnTo>
                  <a:pt x="109" y="449"/>
                </a:lnTo>
                <a:lnTo>
                  <a:pt x="0" y="449"/>
                </a:lnTo>
                <a:close/>
              </a:path>
            </a:pathLst>
          </a:custGeom>
          <a:solidFill>
            <a:srgbClr val="96D2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26"/>
          <p:cNvSpPr/>
          <p:nvPr/>
        </p:nvSpPr>
        <p:spPr>
          <a:xfrm>
            <a:off x="4296378" y="2063337"/>
            <a:ext cx="9271" cy="18218"/>
          </a:xfrm>
          <a:custGeom>
            <a:rect b="b" l="l" r="r" t="t"/>
            <a:pathLst>
              <a:path extrusionOk="0" h="169" w="86">
                <a:moveTo>
                  <a:pt x="85" y="32"/>
                </a:moveTo>
                <a:cubicBezTo>
                  <a:pt x="85" y="15"/>
                  <a:pt x="55" y="1"/>
                  <a:pt x="39" y="1"/>
                </a:cubicBezTo>
                <a:lnTo>
                  <a:pt x="19" y="1"/>
                </a:lnTo>
                <a:cubicBezTo>
                  <a:pt x="0" y="1"/>
                  <a:pt x="0" y="15"/>
                  <a:pt x="0" y="32"/>
                </a:cubicBezTo>
                <a:lnTo>
                  <a:pt x="0" y="137"/>
                </a:lnTo>
                <a:cubicBezTo>
                  <a:pt x="0" y="154"/>
                  <a:pt x="0" y="168"/>
                  <a:pt x="19" y="168"/>
                </a:cubicBezTo>
                <a:lnTo>
                  <a:pt x="39" y="168"/>
                </a:lnTo>
                <a:cubicBezTo>
                  <a:pt x="56" y="168"/>
                  <a:pt x="85" y="154"/>
                  <a:pt x="85" y="13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26"/>
          <p:cNvSpPr/>
          <p:nvPr/>
        </p:nvSpPr>
        <p:spPr>
          <a:xfrm>
            <a:off x="4049844" y="2013318"/>
            <a:ext cx="251384" cy="72873"/>
          </a:xfrm>
          <a:custGeom>
            <a:rect b="b" l="l" r="r" t="t"/>
            <a:pathLst>
              <a:path extrusionOk="0" h="676" w="2332">
                <a:moveTo>
                  <a:pt x="614" y="0"/>
                </a:moveTo>
                <a:lnTo>
                  <a:pt x="1189" y="0"/>
                </a:lnTo>
                <a:cubicBezTo>
                  <a:pt x="1391" y="0"/>
                  <a:pt x="1552" y="254"/>
                  <a:pt x="1612" y="338"/>
                </a:cubicBezTo>
                <a:lnTo>
                  <a:pt x="2065" y="338"/>
                </a:lnTo>
                <a:cubicBezTo>
                  <a:pt x="2163" y="338"/>
                  <a:pt x="2331" y="393"/>
                  <a:pt x="2331" y="491"/>
                </a:cubicBezTo>
                <a:lnTo>
                  <a:pt x="2331" y="675"/>
                </a:lnTo>
                <a:lnTo>
                  <a:pt x="1636" y="675"/>
                </a:lnTo>
                <a:lnTo>
                  <a:pt x="690" y="675"/>
                </a:lnTo>
                <a:lnTo>
                  <a:pt x="512" y="675"/>
                </a:lnTo>
                <a:lnTo>
                  <a:pt x="0" y="675"/>
                </a:lnTo>
                <a:cubicBezTo>
                  <a:pt x="149" y="0"/>
                  <a:pt x="566" y="0"/>
                  <a:pt x="61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26"/>
          <p:cNvSpPr/>
          <p:nvPr/>
        </p:nvSpPr>
        <p:spPr>
          <a:xfrm>
            <a:off x="4046394" y="2076919"/>
            <a:ext cx="250090" cy="9163"/>
          </a:xfrm>
          <a:custGeom>
            <a:rect b="b" l="l" r="r" t="t"/>
            <a:pathLst>
              <a:path extrusionOk="0" h="85" w="2320">
                <a:moveTo>
                  <a:pt x="2319" y="38"/>
                </a:moveTo>
                <a:cubicBezTo>
                  <a:pt x="2319" y="17"/>
                  <a:pt x="2287" y="1"/>
                  <a:pt x="2267" y="1"/>
                </a:cubicBezTo>
                <a:lnTo>
                  <a:pt x="25" y="1"/>
                </a:lnTo>
                <a:cubicBezTo>
                  <a:pt x="4" y="1"/>
                  <a:pt x="1" y="17"/>
                  <a:pt x="1" y="38"/>
                </a:cubicBezTo>
                <a:lnTo>
                  <a:pt x="1" y="47"/>
                </a:lnTo>
                <a:cubicBezTo>
                  <a:pt x="1" y="68"/>
                  <a:pt x="3" y="84"/>
                  <a:pt x="25" y="84"/>
                </a:cubicBezTo>
                <a:lnTo>
                  <a:pt x="2267" y="84"/>
                </a:lnTo>
                <a:cubicBezTo>
                  <a:pt x="2288" y="84"/>
                  <a:pt x="2319" y="68"/>
                  <a:pt x="2319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26"/>
          <p:cNvSpPr/>
          <p:nvPr/>
        </p:nvSpPr>
        <p:spPr>
          <a:xfrm>
            <a:off x="4225231" y="2067864"/>
            <a:ext cx="41718" cy="41826"/>
          </a:xfrm>
          <a:custGeom>
            <a:rect b="b" l="l" r="r" t="t"/>
            <a:pathLst>
              <a:path extrusionOk="0" h="388" w="387">
                <a:moveTo>
                  <a:pt x="0" y="194"/>
                </a:moveTo>
                <a:cubicBezTo>
                  <a:pt x="0" y="300"/>
                  <a:pt x="87" y="387"/>
                  <a:pt x="194" y="387"/>
                </a:cubicBezTo>
                <a:cubicBezTo>
                  <a:pt x="300" y="387"/>
                  <a:pt x="387" y="300"/>
                  <a:pt x="387" y="194"/>
                </a:cubicBezTo>
                <a:cubicBezTo>
                  <a:pt x="387" y="88"/>
                  <a:pt x="300" y="1"/>
                  <a:pt x="194" y="1"/>
                </a:cubicBezTo>
                <a:cubicBezTo>
                  <a:pt x="87" y="1"/>
                  <a:pt x="0" y="88"/>
                  <a:pt x="0" y="194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26"/>
          <p:cNvSpPr/>
          <p:nvPr/>
        </p:nvSpPr>
        <p:spPr>
          <a:xfrm>
            <a:off x="4232130" y="2074871"/>
            <a:ext cx="28027" cy="28028"/>
          </a:xfrm>
          <a:custGeom>
            <a:rect b="b" l="l" r="r" t="t"/>
            <a:pathLst>
              <a:path extrusionOk="0" h="260" w="260">
                <a:moveTo>
                  <a:pt x="1" y="129"/>
                </a:moveTo>
                <a:cubicBezTo>
                  <a:pt x="1" y="201"/>
                  <a:pt x="58" y="260"/>
                  <a:pt x="131" y="260"/>
                </a:cubicBezTo>
                <a:cubicBezTo>
                  <a:pt x="202" y="260"/>
                  <a:pt x="259" y="201"/>
                  <a:pt x="259" y="129"/>
                </a:cubicBezTo>
                <a:cubicBezTo>
                  <a:pt x="259" y="57"/>
                  <a:pt x="202" y="0"/>
                  <a:pt x="131" y="0"/>
                </a:cubicBezTo>
                <a:cubicBezTo>
                  <a:pt x="58" y="0"/>
                  <a:pt x="1" y="57"/>
                  <a:pt x="1" y="129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26"/>
          <p:cNvSpPr/>
          <p:nvPr/>
        </p:nvSpPr>
        <p:spPr>
          <a:xfrm>
            <a:off x="4235472" y="2078105"/>
            <a:ext cx="21236" cy="21344"/>
          </a:xfrm>
          <a:custGeom>
            <a:rect b="b" l="l" r="r" t="t"/>
            <a:pathLst>
              <a:path extrusionOk="0" h="198" w="197">
                <a:moveTo>
                  <a:pt x="0" y="99"/>
                </a:moveTo>
                <a:cubicBezTo>
                  <a:pt x="0" y="154"/>
                  <a:pt x="45" y="197"/>
                  <a:pt x="99" y="197"/>
                </a:cubicBezTo>
                <a:cubicBezTo>
                  <a:pt x="154" y="197"/>
                  <a:pt x="197" y="153"/>
                  <a:pt x="197" y="99"/>
                </a:cubicBezTo>
                <a:cubicBezTo>
                  <a:pt x="197" y="44"/>
                  <a:pt x="152" y="1"/>
                  <a:pt x="99" y="1"/>
                </a:cubicBezTo>
                <a:cubicBezTo>
                  <a:pt x="43" y="1"/>
                  <a:pt x="0" y="44"/>
                  <a:pt x="0" y="99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26"/>
          <p:cNvSpPr/>
          <p:nvPr/>
        </p:nvSpPr>
        <p:spPr>
          <a:xfrm>
            <a:off x="4072158" y="2067864"/>
            <a:ext cx="41718" cy="41826"/>
          </a:xfrm>
          <a:custGeom>
            <a:rect b="b" l="l" r="r" t="t"/>
            <a:pathLst>
              <a:path extrusionOk="0" h="388" w="387">
                <a:moveTo>
                  <a:pt x="1" y="194"/>
                </a:moveTo>
                <a:cubicBezTo>
                  <a:pt x="1" y="300"/>
                  <a:pt x="88" y="387"/>
                  <a:pt x="194" y="387"/>
                </a:cubicBezTo>
                <a:cubicBezTo>
                  <a:pt x="300" y="387"/>
                  <a:pt x="387" y="300"/>
                  <a:pt x="387" y="194"/>
                </a:cubicBezTo>
                <a:cubicBezTo>
                  <a:pt x="387" y="88"/>
                  <a:pt x="300" y="1"/>
                  <a:pt x="194" y="1"/>
                </a:cubicBezTo>
                <a:cubicBezTo>
                  <a:pt x="88" y="1"/>
                  <a:pt x="1" y="88"/>
                  <a:pt x="1" y="194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26"/>
          <p:cNvSpPr/>
          <p:nvPr/>
        </p:nvSpPr>
        <p:spPr>
          <a:xfrm>
            <a:off x="4078949" y="2074871"/>
            <a:ext cx="28135" cy="28028"/>
          </a:xfrm>
          <a:custGeom>
            <a:rect b="b" l="l" r="r" t="t"/>
            <a:pathLst>
              <a:path extrusionOk="0" h="260" w="261">
                <a:moveTo>
                  <a:pt x="0" y="129"/>
                </a:moveTo>
                <a:cubicBezTo>
                  <a:pt x="0" y="201"/>
                  <a:pt x="58" y="260"/>
                  <a:pt x="131" y="260"/>
                </a:cubicBezTo>
                <a:cubicBezTo>
                  <a:pt x="203" y="260"/>
                  <a:pt x="260" y="201"/>
                  <a:pt x="260" y="129"/>
                </a:cubicBezTo>
                <a:cubicBezTo>
                  <a:pt x="260" y="57"/>
                  <a:pt x="203" y="0"/>
                  <a:pt x="131" y="0"/>
                </a:cubicBezTo>
                <a:cubicBezTo>
                  <a:pt x="60" y="0"/>
                  <a:pt x="0" y="57"/>
                  <a:pt x="0" y="129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26"/>
          <p:cNvSpPr/>
          <p:nvPr/>
        </p:nvSpPr>
        <p:spPr>
          <a:xfrm>
            <a:off x="4082399" y="2078105"/>
            <a:ext cx="21344" cy="21344"/>
          </a:xfrm>
          <a:custGeom>
            <a:rect b="b" l="l" r="r" t="t"/>
            <a:pathLst>
              <a:path extrusionOk="0" h="198" w="198">
                <a:moveTo>
                  <a:pt x="0" y="99"/>
                </a:moveTo>
                <a:cubicBezTo>
                  <a:pt x="0" y="154"/>
                  <a:pt x="45" y="197"/>
                  <a:pt x="99" y="197"/>
                </a:cubicBezTo>
                <a:cubicBezTo>
                  <a:pt x="154" y="197"/>
                  <a:pt x="198" y="153"/>
                  <a:pt x="198" y="99"/>
                </a:cubicBezTo>
                <a:cubicBezTo>
                  <a:pt x="198" y="44"/>
                  <a:pt x="153" y="1"/>
                  <a:pt x="99" y="1"/>
                </a:cubicBezTo>
                <a:cubicBezTo>
                  <a:pt x="44" y="1"/>
                  <a:pt x="0" y="44"/>
                  <a:pt x="0" y="99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26"/>
          <p:cNvSpPr/>
          <p:nvPr/>
        </p:nvSpPr>
        <p:spPr>
          <a:xfrm>
            <a:off x="4076147" y="2024529"/>
            <a:ext cx="138843" cy="25225"/>
          </a:xfrm>
          <a:custGeom>
            <a:rect b="b" l="l" r="r" t="t"/>
            <a:pathLst>
              <a:path extrusionOk="0" h="234" w="1288">
                <a:moveTo>
                  <a:pt x="1288" y="234"/>
                </a:moveTo>
                <a:lnTo>
                  <a:pt x="1" y="234"/>
                </a:lnTo>
                <a:cubicBezTo>
                  <a:pt x="1" y="234"/>
                  <a:pt x="134" y="0"/>
                  <a:pt x="368" y="0"/>
                </a:cubicBezTo>
                <a:lnTo>
                  <a:pt x="950" y="0"/>
                </a:lnTo>
                <a:cubicBezTo>
                  <a:pt x="1020" y="0"/>
                  <a:pt x="1150" y="65"/>
                  <a:pt x="1288" y="23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26"/>
          <p:cNvSpPr/>
          <p:nvPr/>
        </p:nvSpPr>
        <p:spPr>
          <a:xfrm>
            <a:off x="4146539" y="2017953"/>
            <a:ext cx="13690" cy="35466"/>
          </a:xfrm>
          <a:custGeom>
            <a:rect b="b" l="l" r="r" t="t"/>
            <a:pathLst>
              <a:path extrusionOk="0" h="329" w="127">
                <a:moveTo>
                  <a:pt x="1" y="0"/>
                </a:moveTo>
                <a:lnTo>
                  <a:pt x="126" y="0"/>
                </a:lnTo>
                <a:lnTo>
                  <a:pt x="126" y="329"/>
                </a:lnTo>
                <a:lnTo>
                  <a:pt x="1" y="32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26"/>
          <p:cNvSpPr/>
          <p:nvPr/>
        </p:nvSpPr>
        <p:spPr>
          <a:xfrm>
            <a:off x="4157642" y="2053958"/>
            <a:ext cx="14553" cy="6576"/>
          </a:xfrm>
          <a:custGeom>
            <a:rect b="b" l="l" r="r" t="t"/>
            <a:pathLst>
              <a:path extrusionOk="0" h="61" w="135">
                <a:moveTo>
                  <a:pt x="30" y="1"/>
                </a:moveTo>
                <a:lnTo>
                  <a:pt x="105" y="1"/>
                </a:lnTo>
                <a:cubicBezTo>
                  <a:pt x="123" y="1"/>
                  <a:pt x="135" y="14"/>
                  <a:pt x="135" y="30"/>
                </a:cubicBezTo>
                <a:lnTo>
                  <a:pt x="135" y="30"/>
                </a:lnTo>
                <a:cubicBezTo>
                  <a:pt x="135" y="47"/>
                  <a:pt x="123" y="60"/>
                  <a:pt x="105" y="60"/>
                </a:cubicBezTo>
                <a:lnTo>
                  <a:pt x="30" y="60"/>
                </a:lnTo>
                <a:cubicBezTo>
                  <a:pt x="13" y="60"/>
                  <a:pt x="1" y="47"/>
                  <a:pt x="1" y="30"/>
                </a:cubicBezTo>
                <a:lnTo>
                  <a:pt x="1" y="30"/>
                </a:lnTo>
                <a:cubicBezTo>
                  <a:pt x="1" y="15"/>
                  <a:pt x="13" y="1"/>
                  <a:pt x="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26"/>
          <p:cNvSpPr/>
          <p:nvPr/>
        </p:nvSpPr>
        <p:spPr>
          <a:xfrm>
            <a:off x="4133387" y="2053958"/>
            <a:ext cx="14553" cy="6576"/>
          </a:xfrm>
          <a:custGeom>
            <a:rect b="b" l="l" r="r" t="t"/>
            <a:pathLst>
              <a:path extrusionOk="0" h="61" w="135">
                <a:moveTo>
                  <a:pt x="31" y="1"/>
                </a:moveTo>
                <a:lnTo>
                  <a:pt x="105" y="1"/>
                </a:lnTo>
                <a:cubicBezTo>
                  <a:pt x="123" y="1"/>
                  <a:pt x="135" y="14"/>
                  <a:pt x="135" y="30"/>
                </a:cubicBezTo>
                <a:lnTo>
                  <a:pt x="135" y="30"/>
                </a:lnTo>
                <a:cubicBezTo>
                  <a:pt x="135" y="47"/>
                  <a:pt x="123" y="60"/>
                  <a:pt x="105" y="60"/>
                </a:cubicBezTo>
                <a:lnTo>
                  <a:pt x="31" y="60"/>
                </a:lnTo>
                <a:cubicBezTo>
                  <a:pt x="13" y="60"/>
                  <a:pt x="1" y="47"/>
                  <a:pt x="1" y="30"/>
                </a:cubicBezTo>
                <a:lnTo>
                  <a:pt x="1" y="30"/>
                </a:lnTo>
                <a:cubicBezTo>
                  <a:pt x="1" y="15"/>
                  <a:pt x="13" y="1"/>
                  <a:pt x="3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26"/>
          <p:cNvSpPr/>
          <p:nvPr/>
        </p:nvSpPr>
        <p:spPr>
          <a:xfrm>
            <a:off x="4197851" y="2041022"/>
            <a:ext cx="19943" cy="11427"/>
          </a:xfrm>
          <a:custGeom>
            <a:rect b="b" l="l" r="r" t="t"/>
            <a:pathLst>
              <a:path extrusionOk="0" h="106" w="185">
                <a:moveTo>
                  <a:pt x="50" y="4"/>
                </a:moveTo>
                <a:lnTo>
                  <a:pt x="150" y="25"/>
                </a:lnTo>
                <a:cubicBezTo>
                  <a:pt x="171" y="29"/>
                  <a:pt x="185" y="50"/>
                  <a:pt x="180" y="71"/>
                </a:cubicBezTo>
                <a:lnTo>
                  <a:pt x="180" y="71"/>
                </a:lnTo>
                <a:cubicBezTo>
                  <a:pt x="176" y="93"/>
                  <a:pt x="155" y="105"/>
                  <a:pt x="134" y="101"/>
                </a:cubicBezTo>
                <a:lnTo>
                  <a:pt x="34" y="81"/>
                </a:lnTo>
                <a:cubicBezTo>
                  <a:pt x="13" y="78"/>
                  <a:pt x="0" y="55"/>
                  <a:pt x="3" y="35"/>
                </a:cubicBezTo>
                <a:lnTo>
                  <a:pt x="3" y="35"/>
                </a:lnTo>
                <a:cubicBezTo>
                  <a:pt x="8" y="14"/>
                  <a:pt x="28" y="1"/>
                  <a:pt x="50" y="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26"/>
          <p:cNvSpPr/>
          <p:nvPr/>
        </p:nvSpPr>
        <p:spPr>
          <a:xfrm>
            <a:off x="3626520" y="3997896"/>
            <a:ext cx="15631" cy="59721"/>
          </a:xfrm>
          <a:custGeom>
            <a:rect b="b" l="l" r="r" t="t"/>
            <a:pathLst>
              <a:path extrusionOk="0" h="554" w="145">
                <a:moveTo>
                  <a:pt x="145" y="0"/>
                </a:moveTo>
                <a:lnTo>
                  <a:pt x="0" y="0"/>
                </a:lnTo>
                <a:lnTo>
                  <a:pt x="0" y="514"/>
                </a:lnTo>
                <a:cubicBezTo>
                  <a:pt x="51" y="552"/>
                  <a:pt x="100" y="554"/>
                  <a:pt x="145" y="51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26"/>
          <p:cNvSpPr/>
          <p:nvPr/>
        </p:nvSpPr>
        <p:spPr>
          <a:xfrm>
            <a:off x="3589654" y="3874574"/>
            <a:ext cx="89472" cy="144344"/>
          </a:xfrm>
          <a:custGeom>
            <a:rect b="b" l="l" r="r" t="t"/>
            <a:pathLst>
              <a:path extrusionOk="0" h="1339" w="830">
                <a:moveTo>
                  <a:pt x="415" y="0"/>
                </a:moveTo>
                <a:cubicBezTo>
                  <a:pt x="186" y="0"/>
                  <a:pt x="1" y="300"/>
                  <a:pt x="1" y="670"/>
                </a:cubicBezTo>
                <a:cubicBezTo>
                  <a:pt x="1" y="1039"/>
                  <a:pt x="186" y="1339"/>
                  <a:pt x="415" y="1339"/>
                </a:cubicBezTo>
                <a:cubicBezTo>
                  <a:pt x="644" y="1339"/>
                  <a:pt x="829" y="1039"/>
                  <a:pt x="829" y="670"/>
                </a:cubicBezTo>
                <a:cubicBezTo>
                  <a:pt x="829" y="300"/>
                  <a:pt x="644" y="0"/>
                  <a:pt x="41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26"/>
          <p:cNvSpPr/>
          <p:nvPr/>
        </p:nvSpPr>
        <p:spPr>
          <a:xfrm>
            <a:off x="3673520" y="3790491"/>
            <a:ext cx="16062" cy="61015"/>
          </a:xfrm>
          <a:custGeom>
            <a:rect b="b" l="l" r="r" t="t"/>
            <a:pathLst>
              <a:path extrusionOk="0" h="566" w="149">
                <a:moveTo>
                  <a:pt x="149" y="1"/>
                </a:moveTo>
                <a:lnTo>
                  <a:pt x="0" y="1"/>
                </a:lnTo>
                <a:lnTo>
                  <a:pt x="0" y="525"/>
                </a:lnTo>
                <a:cubicBezTo>
                  <a:pt x="52" y="562"/>
                  <a:pt x="102" y="566"/>
                  <a:pt x="149" y="52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26"/>
          <p:cNvSpPr/>
          <p:nvPr/>
        </p:nvSpPr>
        <p:spPr>
          <a:xfrm>
            <a:off x="3624796" y="3693364"/>
            <a:ext cx="113403" cy="118688"/>
          </a:xfrm>
          <a:custGeom>
            <a:rect b="b" l="l" r="r" t="t"/>
            <a:pathLst>
              <a:path extrusionOk="0" h="1101" w="1052">
                <a:moveTo>
                  <a:pt x="526" y="0"/>
                </a:moveTo>
                <a:cubicBezTo>
                  <a:pt x="236" y="0"/>
                  <a:pt x="1" y="247"/>
                  <a:pt x="1" y="550"/>
                </a:cubicBezTo>
                <a:cubicBezTo>
                  <a:pt x="1" y="853"/>
                  <a:pt x="236" y="1100"/>
                  <a:pt x="526" y="1100"/>
                </a:cubicBezTo>
                <a:cubicBezTo>
                  <a:pt x="816" y="1100"/>
                  <a:pt x="1052" y="853"/>
                  <a:pt x="1052" y="550"/>
                </a:cubicBezTo>
                <a:cubicBezTo>
                  <a:pt x="1052" y="247"/>
                  <a:pt x="816" y="0"/>
                  <a:pt x="52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26"/>
          <p:cNvSpPr/>
          <p:nvPr/>
        </p:nvSpPr>
        <p:spPr>
          <a:xfrm>
            <a:off x="4269644" y="4181801"/>
            <a:ext cx="10564" cy="39994"/>
          </a:xfrm>
          <a:custGeom>
            <a:rect b="b" l="l" r="r" t="t"/>
            <a:pathLst>
              <a:path extrusionOk="0" h="371" w="98">
                <a:moveTo>
                  <a:pt x="98" y="0"/>
                </a:moveTo>
                <a:lnTo>
                  <a:pt x="0" y="0"/>
                </a:lnTo>
                <a:lnTo>
                  <a:pt x="0" y="343"/>
                </a:lnTo>
                <a:cubicBezTo>
                  <a:pt x="34" y="367"/>
                  <a:pt x="67" y="370"/>
                  <a:pt x="98" y="34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26"/>
          <p:cNvSpPr/>
          <p:nvPr/>
        </p:nvSpPr>
        <p:spPr>
          <a:xfrm>
            <a:off x="4237844" y="4118307"/>
            <a:ext cx="74057" cy="77616"/>
          </a:xfrm>
          <a:custGeom>
            <a:rect b="b" l="l" r="r" t="t"/>
            <a:pathLst>
              <a:path extrusionOk="0" h="720" w="687">
                <a:moveTo>
                  <a:pt x="344" y="1"/>
                </a:moveTo>
                <a:cubicBezTo>
                  <a:pt x="154" y="1"/>
                  <a:pt x="1" y="162"/>
                  <a:pt x="1" y="361"/>
                </a:cubicBezTo>
                <a:cubicBezTo>
                  <a:pt x="1" y="558"/>
                  <a:pt x="154" y="720"/>
                  <a:pt x="344" y="720"/>
                </a:cubicBezTo>
                <a:cubicBezTo>
                  <a:pt x="533" y="720"/>
                  <a:pt x="686" y="558"/>
                  <a:pt x="686" y="361"/>
                </a:cubicBezTo>
                <a:cubicBezTo>
                  <a:pt x="686" y="162"/>
                  <a:pt x="533" y="1"/>
                  <a:pt x="34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26"/>
          <p:cNvSpPr/>
          <p:nvPr/>
        </p:nvSpPr>
        <p:spPr>
          <a:xfrm>
            <a:off x="4178339" y="4113779"/>
            <a:ext cx="8300" cy="31478"/>
          </a:xfrm>
          <a:custGeom>
            <a:rect b="b" l="l" r="r" t="t"/>
            <a:pathLst>
              <a:path extrusionOk="0" h="292" w="77">
                <a:moveTo>
                  <a:pt x="76" y="1"/>
                </a:moveTo>
                <a:lnTo>
                  <a:pt x="0" y="1"/>
                </a:lnTo>
                <a:lnTo>
                  <a:pt x="0" y="271"/>
                </a:lnTo>
                <a:cubicBezTo>
                  <a:pt x="28" y="290"/>
                  <a:pt x="53" y="291"/>
                  <a:pt x="76" y="27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26"/>
          <p:cNvSpPr/>
          <p:nvPr/>
        </p:nvSpPr>
        <p:spPr>
          <a:xfrm>
            <a:off x="4159043" y="4049208"/>
            <a:ext cx="47000" cy="75676"/>
          </a:xfrm>
          <a:custGeom>
            <a:rect b="b" l="l" r="r" t="t"/>
            <a:pathLst>
              <a:path extrusionOk="0" h="702" w="436">
                <a:moveTo>
                  <a:pt x="218" y="0"/>
                </a:moveTo>
                <a:cubicBezTo>
                  <a:pt x="97" y="0"/>
                  <a:pt x="0" y="157"/>
                  <a:pt x="0" y="350"/>
                </a:cubicBezTo>
                <a:cubicBezTo>
                  <a:pt x="0" y="544"/>
                  <a:pt x="97" y="701"/>
                  <a:pt x="218" y="701"/>
                </a:cubicBezTo>
                <a:cubicBezTo>
                  <a:pt x="338" y="701"/>
                  <a:pt x="435" y="543"/>
                  <a:pt x="435" y="350"/>
                </a:cubicBezTo>
                <a:cubicBezTo>
                  <a:pt x="435" y="158"/>
                  <a:pt x="338" y="0"/>
                  <a:pt x="21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26"/>
          <p:cNvSpPr/>
          <p:nvPr/>
        </p:nvSpPr>
        <p:spPr>
          <a:xfrm>
            <a:off x="4047041" y="4350398"/>
            <a:ext cx="11534" cy="24363"/>
          </a:xfrm>
          <a:custGeom>
            <a:rect b="b" l="l" r="r" t="t"/>
            <a:pathLst>
              <a:path extrusionOk="0" h="226" w="107">
                <a:moveTo>
                  <a:pt x="106" y="0"/>
                </a:moveTo>
                <a:lnTo>
                  <a:pt x="1" y="0"/>
                </a:lnTo>
                <a:lnTo>
                  <a:pt x="1" y="209"/>
                </a:lnTo>
                <a:cubicBezTo>
                  <a:pt x="39" y="225"/>
                  <a:pt x="72" y="226"/>
                  <a:pt x="106" y="20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26"/>
          <p:cNvSpPr/>
          <p:nvPr/>
        </p:nvSpPr>
        <p:spPr>
          <a:xfrm>
            <a:off x="4020307" y="4239150"/>
            <a:ext cx="65217" cy="119981"/>
          </a:xfrm>
          <a:custGeom>
            <a:rect b="b" l="l" r="r" t="t"/>
            <a:pathLst>
              <a:path extrusionOk="0" h="1113" w="605">
                <a:moveTo>
                  <a:pt x="302" y="0"/>
                </a:moveTo>
                <a:cubicBezTo>
                  <a:pt x="109" y="307"/>
                  <a:pt x="1" y="652"/>
                  <a:pt x="0" y="1043"/>
                </a:cubicBezTo>
                <a:cubicBezTo>
                  <a:pt x="198" y="1107"/>
                  <a:pt x="399" y="1112"/>
                  <a:pt x="605" y="1043"/>
                </a:cubicBezTo>
                <a:cubicBezTo>
                  <a:pt x="585" y="696"/>
                  <a:pt x="469" y="348"/>
                  <a:pt x="30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26"/>
          <p:cNvSpPr/>
          <p:nvPr/>
        </p:nvSpPr>
        <p:spPr>
          <a:xfrm>
            <a:off x="3921780" y="4159163"/>
            <a:ext cx="9271" cy="34819"/>
          </a:xfrm>
          <a:custGeom>
            <a:rect b="b" l="l" r="r" t="t"/>
            <a:pathLst>
              <a:path extrusionOk="0" h="323" w="86">
                <a:moveTo>
                  <a:pt x="85" y="0"/>
                </a:moveTo>
                <a:lnTo>
                  <a:pt x="0" y="0"/>
                </a:lnTo>
                <a:lnTo>
                  <a:pt x="0" y="300"/>
                </a:lnTo>
                <a:cubicBezTo>
                  <a:pt x="30" y="322"/>
                  <a:pt x="58" y="323"/>
                  <a:pt x="85" y="30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26"/>
          <p:cNvSpPr/>
          <p:nvPr/>
        </p:nvSpPr>
        <p:spPr>
          <a:xfrm>
            <a:off x="3894075" y="4103754"/>
            <a:ext cx="64679" cy="67806"/>
          </a:xfrm>
          <a:custGeom>
            <a:rect b="b" l="l" r="r" t="t"/>
            <a:pathLst>
              <a:path extrusionOk="0" h="629" w="600">
                <a:moveTo>
                  <a:pt x="299" y="1"/>
                </a:moveTo>
                <a:cubicBezTo>
                  <a:pt x="135" y="1"/>
                  <a:pt x="1" y="141"/>
                  <a:pt x="1" y="315"/>
                </a:cubicBezTo>
                <a:cubicBezTo>
                  <a:pt x="1" y="489"/>
                  <a:pt x="135" y="629"/>
                  <a:pt x="299" y="629"/>
                </a:cubicBezTo>
                <a:cubicBezTo>
                  <a:pt x="465" y="629"/>
                  <a:pt x="599" y="488"/>
                  <a:pt x="599" y="315"/>
                </a:cubicBezTo>
                <a:cubicBezTo>
                  <a:pt x="599" y="141"/>
                  <a:pt x="466" y="1"/>
                  <a:pt x="29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26"/>
          <p:cNvSpPr/>
          <p:nvPr/>
        </p:nvSpPr>
        <p:spPr>
          <a:xfrm>
            <a:off x="4102234" y="4201851"/>
            <a:ext cx="10241" cy="38700"/>
          </a:xfrm>
          <a:custGeom>
            <a:rect b="b" l="l" r="r" t="t"/>
            <a:pathLst>
              <a:path extrusionOk="0" h="359" w="95">
                <a:moveTo>
                  <a:pt x="94" y="0"/>
                </a:moveTo>
                <a:lnTo>
                  <a:pt x="0" y="0"/>
                </a:lnTo>
                <a:lnTo>
                  <a:pt x="0" y="333"/>
                </a:lnTo>
                <a:cubicBezTo>
                  <a:pt x="34" y="356"/>
                  <a:pt x="66" y="358"/>
                  <a:pt x="94" y="33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26"/>
          <p:cNvSpPr/>
          <p:nvPr/>
        </p:nvSpPr>
        <p:spPr>
          <a:xfrm>
            <a:off x="4071296" y="4140082"/>
            <a:ext cx="72117" cy="75352"/>
          </a:xfrm>
          <a:custGeom>
            <a:rect b="b" l="l" r="r" t="t"/>
            <a:pathLst>
              <a:path extrusionOk="0" h="699" w="669">
                <a:moveTo>
                  <a:pt x="335" y="0"/>
                </a:moveTo>
                <a:cubicBezTo>
                  <a:pt x="151" y="0"/>
                  <a:pt x="1" y="156"/>
                  <a:pt x="1" y="349"/>
                </a:cubicBezTo>
                <a:cubicBezTo>
                  <a:pt x="1" y="543"/>
                  <a:pt x="151" y="698"/>
                  <a:pt x="335" y="698"/>
                </a:cubicBezTo>
                <a:cubicBezTo>
                  <a:pt x="520" y="698"/>
                  <a:pt x="669" y="542"/>
                  <a:pt x="669" y="349"/>
                </a:cubicBezTo>
                <a:cubicBezTo>
                  <a:pt x="668" y="157"/>
                  <a:pt x="520" y="0"/>
                  <a:pt x="33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26"/>
          <p:cNvSpPr/>
          <p:nvPr/>
        </p:nvSpPr>
        <p:spPr>
          <a:xfrm>
            <a:off x="6091864" y="4191718"/>
            <a:ext cx="15307" cy="32556"/>
          </a:xfrm>
          <a:custGeom>
            <a:rect b="b" l="l" r="r" t="t"/>
            <a:pathLst>
              <a:path extrusionOk="0" h="302" w="142">
                <a:moveTo>
                  <a:pt x="142" y="0"/>
                </a:moveTo>
                <a:lnTo>
                  <a:pt x="1" y="0"/>
                </a:lnTo>
                <a:lnTo>
                  <a:pt x="1" y="280"/>
                </a:lnTo>
                <a:cubicBezTo>
                  <a:pt x="51" y="301"/>
                  <a:pt x="98" y="302"/>
                  <a:pt x="142" y="280"/>
                </a:cubicBezTo>
                <a:close/>
              </a:path>
            </a:pathLst>
          </a:custGeom>
          <a:solidFill>
            <a:srgbClr val="7B64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26"/>
          <p:cNvSpPr/>
          <p:nvPr/>
        </p:nvSpPr>
        <p:spPr>
          <a:xfrm>
            <a:off x="6055752" y="4042201"/>
            <a:ext cx="87639" cy="161053"/>
          </a:xfrm>
          <a:custGeom>
            <a:rect b="b" l="l" r="r" t="t"/>
            <a:pathLst>
              <a:path extrusionOk="0" h="1494" w="813">
                <a:moveTo>
                  <a:pt x="406" y="1"/>
                </a:moveTo>
                <a:cubicBezTo>
                  <a:pt x="147" y="413"/>
                  <a:pt x="2" y="874"/>
                  <a:pt x="1" y="1400"/>
                </a:cubicBezTo>
                <a:cubicBezTo>
                  <a:pt x="267" y="1484"/>
                  <a:pt x="536" y="1494"/>
                  <a:pt x="812" y="1400"/>
                </a:cubicBezTo>
                <a:cubicBezTo>
                  <a:pt x="787" y="935"/>
                  <a:pt x="631" y="468"/>
                  <a:pt x="406" y="1"/>
                </a:cubicBezTo>
                <a:close/>
              </a:path>
            </a:pathLst>
          </a:custGeom>
          <a:solidFill>
            <a:srgbClr val="76B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26"/>
          <p:cNvSpPr/>
          <p:nvPr/>
        </p:nvSpPr>
        <p:spPr>
          <a:xfrm>
            <a:off x="6007889" y="4072924"/>
            <a:ext cx="14014" cy="53469"/>
          </a:xfrm>
          <a:custGeom>
            <a:rect b="b" l="l" r="r" t="t"/>
            <a:pathLst>
              <a:path extrusionOk="0" h="496" w="130">
                <a:moveTo>
                  <a:pt x="130" y="0"/>
                </a:moveTo>
                <a:lnTo>
                  <a:pt x="1" y="0"/>
                </a:lnTo>
                <a:lnTo>
                  <a:pt x="1" y="460"/>
                </a:lnTo>
                <a:cubicBezTo>
                  <a:pt x="47" y="492"/>
                  <a:pt x="90" y="495"/>
                  <a:pt x="130" y="460"/>
                </a:cubicBezTo>
                <a:close/>
              </a:path>
            </a:pathLst>
          </a:custGeom>
          <a:solidFill>
            <a:srgbClr val="7B64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26"/>
          <p:cNvSpPr/>
          <p:nvPr/>
        </p:nvSpPr>
        <p:spPr>
          <a:xfrm>
            <a:off x="5974795" y="3962753"/>
            <a:ext cx="80094" cy="129252"/>
          </a:xfrm>
          <a:custGeom>
            <a:rect b="b" l="l" r="r" t="t"/>
            <a:pathLst>
              <a:path extrusionOk="0" h="1199" w="743">
                <a:moveTo>
                  <a:pt x="371" y="1"/>
                </a:moveTo>
                <a:cubicBezTo>
                  <a:pt x="167" y="1"/>
                  <a:pt x="1" y="269"/>
                  <a:pt x="1" y="600"/>
                </a:cubicBezTo>
                <a:cubicBezTo>
                  <a:pt x="1" y="930"/>
                  <a:pt x="167" y="1198"/>
                  <a:pt x="371" y="1198"/>
                </a:cubicBezTo>
                <a:cubicBezTo>
                  <a:pt x="576" y="1198"/>
                  <a:pt x="743" y="931"/>
                  <a:pt x="743" y="600"/>
                </a:cubicBezTo>
                <a:cubicBezTo>
                  <a:pt x="743" y="269"/>
                  <a:pt x="576" y="1"/>
                  <a:pt x="371" y="1"/>
                </a:cubicBezTo>
                <a:close/>
              </a:path>
            </a:pathLst>
          </a:custGeom>
          <a:solidFill>
            <a:srgbClr val="508C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26"/>
          <p:cNvSpPr/>
          <p:nvPr/>
        </p:nvSpPr>
        <p:spPr>
          <a:xfrm>
            <a:off x="3539743" y="2815018"/>
            <a:ext cx="197485" cy="73412"/>
          </a:xfrm>
          <a:custGeom>
            <a:rect b="b" l="l" r="r" t="t"/>
            <a:pathLst>
              <a:path extrusionOk="0" h="681" w="1832">
                <a:moveTo>
                  <a:pt x="1785" y="137"/>
                </a:moveTo>
                <a:cubicBezTo>
                  <a:pt x="1785" y="137"/>
                  <a:pt x="1768" y="9"/>
                  <a:pt x="1670" y="9"/>
                </a:cubicBezTo>
                <a:lnTo>
                  <a:pt x="821" y="9"/>
                </a:lnTo>
                <a:cubicBezTo>
                  <a:pt x="783" y="9"/>
                  <a:pt x="755" y="1"/>
                  <a:pt x="704" y="68"/>
                </a:cubicBezTo>
                <a:cubicBezTo>
                  <a:pt x="632" y="160"/>
                  <a:pt x="540" y="265"/>
                  <a:pt x="540" y="265"/>
                </a:cubicBezTo>
                <a:cubicBezTo>
                  <a:pt x="540" y="265"/>
                  <a:pt x="178" y="311"/>
                  <a:pt x="74" y="358"/>
                </a:cubicBezTo>
                <a:cubicBezTo>
                  <a:pt x="0" y="389"/>
                  <a:pt x="17" y="474"/>
                  <a:pt x="17" y="558"/>
                </a:cubicBezTo>
                <a:cubicBezTo>
                  <a:pt x="17" y="680"/>
                  <a:pt x="112" y="643"/>
                  <a:pt x="112" y="643"/>
                </a:cubicBezTo>
                <a:cubicBezTo>
                  <a:pt x="112" y="643"/>
                  <a:pt x="1282" y="664"/>
                  <a:pt x="1702" y="664"/>
                </a:cubicBezTo>
                <a:cubicBezTo>
                  <a:pt x="1737" y="664"/>
                  <a:pt x="1832" y="649"/>
                  <a:pt x="1832" y="574"/>
                </a:cubicBezTo>
                <a:cubicBezTo>
                  <a:pt x="1832" y="497"/>
                  <a:pt x="1785" y="137"/>
                  <a:pt x="1785" y="137"/>
                </a:cubicBezTo>
                <a:close/>
              </a:path>
            </a:pathLst>
          </a:custGeom>
          <a:solidFill>
            <a:srgbClr val="96D2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26"/>
          <p:cNvSpPr/>
          <p:nvPr/>
        </p:nvSpPr>
        <p:spPr>
          <a:xfrm>
            <a:off x="3538234" y="2870319"/>
            <a:ext cx="199318" cy="18326"/>
          </a:xfrm>
          <a:custGeom>
            <a:rect b="b" l="l" r="r" t="t"/>
            <a:pathLst>
              <a:path extrusionOk="0" h="170" w="1849">
                <a:moveTo>
                  <a:pt x="1849" y="62"/>
                </a:moveTo>
                <a:cubicBezTo>
                  <a:pt x="1849" y="137"/>
                  <a:pt x="1769" y="169"/>
                  <a:pt x="1732" y="169"/>
                </a:cubicBezTo>
                <a:lnTo>
                  <a:pt x="88" y="169"/>
                </a:lnTo>
                <a:cubicBezTo>
                  <a:pt x="88" y="169"/>
                  <a:pt x="2" y="169"/>
                  <a:pt x="1" y="0"/>
                </a:cubicBezTo>
                <a:lnTo>
                  <a:pt x="1846" y="0"/>
                </a:lnTo>
                <a:cubicBezTo>
                  <a:pt x="1849" y="43"/>
                  <a:pt x="1849" y="54"/>
                  <a:pt x="1849" y="62"/>
                </a:cubicBezTo>
                <a:close/>
              </a:path>
            </a:pathLst>
          </a:custGeom>
          <a:solidFill>
            <a:srgbClr val="3681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26"/>
          <p:cNvSpPr/>
          <p:nvPr/>
        </p:nvSpPr>
        <p:spPr>
          <a:xfrm>
            <a:off x="3597954" y="2820408"/>
            <a:ext cx="77938" cy="23177"/>
          </a:xfrm>
          <a:custGeom>
            <a:rect b="b" l="l" r="r" t="t"/>
            <a:pathLst>
              <a:path extrusionOk="0" h="215" w="723">
                <a:moveTo>
                  <a:pt x="0" y="215"/>
                </a:moveTo>
                <a:lnTo>
                  <a:pt x="178" y="1"/>
                </a:lnTo>
                <a:lnTo>
                  <a:pt x="715" y="1"/>
                </a:lnTo>
                <a:cubicBezTo>
                  <a:pt x="723" y="1"/>
                  <a:pt x="723" y="7"/>
                  <a:pt x="723" y="15"/>
                </a:cubicBezTo>
                <a:lnTo>
                  <a:pt x="723" y="200"/>
                </a:lnTo>
                <a:cubicBezTo>
                  <a:pt x="723" y="208"/>
                  <a:pt x="721" y="215"/>
                  <a:pt x="712" y="21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26"/>
          <p:cNvSpPr/>
          <p:nvPr/>
        </p:nvSpPr>
        <p:spPr>
          <a:xfrm>
            <a:off x="3680527" y="2820408"/>
            <a:ext cx="45706" cy="22854"/>
          </a:xfrm>
          <a:custGeom>
            <a:rect b="b" l="l" r="r" t="t"/>
            <a:pathLst>
              <a:path extrusionOk="0" h="212" w="424">
                <a:moveTo>
                  <a:pt x="33" y="1"/>
                </a:moveTo>
                <a:lnTo>
                  <a:pt x="343" y="1"/>
                </a:lnTo>
                <a:cubicBezTo>
                  <a:pt x="381" y="1"/>
                  <a:pt x="411" y="28"/>
                  <a:pt x="411" y="67"/>
                </a:cubicBezTo>
                <a:lnTo>
                  <a:pt x="423" y="194"/>
                </a:lnTo>
                <a:cubicBezTo>
                  <a:pt x="423" y="201"/>
                  <a:pt x="420" y="212"/>
                  <a:pt x="412" y="212"/>
                </a:cubicBezTo>
                <a:lnTo>
                  <a:pt x="33" y="212"/>
                </a:lnTo>
                <a:cubicBezTo>
                  <a:pt x="26" y="212"/>
                  <a:pt x="1" y="205"/>
                  <a:pt x="1" y="197"/>
                </a:cubicBezTo>
                <a:lnTo>
                  <a:pt x="1" y="15"/>
                </a:lnTo>
                <a:cubicBezTo>
                  <a:pt x="1" y="7"/>
                  <a:pt x="26" y="1"/>
                  <a:pt x="3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26"/>
          <p:cNvSpPr/>
          <p:nvPr/>
        </p:nvSpPr>
        <p:spPr>
          <a:xfrm>
            <a:off x="3657890" y="2847142"/>
            <a:ext cx="18110" cy="4528"/>
          </a:xfrm>
          <a:custGeom>
            <a:rect b="b" l="l" r="r" t="t"/>
            <a:pathLst>
              <a:path extrusionOk="0" h="42" w="168">
                <a:moveTo>
                  <a:pt x="168" y="16"/>
                </a:moveTo>
                <a:cubicBezTo>
                  <a:pt x="168" y="8"/>
                  <a:pt x="161" y="0"/>
                  <a:pt x="152" y="0"/>
                </a:cubicBezTo>
                <a:lnTo>
                  <a:pt x="16" y="0"/>
                </a:lnTo>
                <a:cubicBezTo>
                  <a:pt x="7" y="0"/>
                  <a:pt x="1" y="9"/>
                  <a:pt x="1" y="16"/>
                </a:cubicBezTo>
                <a:lnTo>
                  <a:pt x="1" y="26"/>
                </a:lnTo>
                <a:cubicBezTo>
                  <a:pt x="1" y="35"/>
                  <a:pt x="8" y="41"/>
                  <a:pt x="16" y="41"/>
                </a:cubicBezTo>
                <a:lnTo>
                  <a:pt x="152" y="41"/>
                </a:lnTo>
                <a:cubicBezTo>
                  <a:pt x="162" y="41"/>
                  <a:pt x="168" y="35"/>
                  <a:pt x="168" y="26"/>
                </a:cubicBezTo>
                <a:close/>
              </a:path>
            </a:pathLst>
          </a:custGeom>
          <a:solidFill>
            <a:srgbClr val="3681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26"/>
          <p:cNvSpPr/>
          <p:nvPr/>
        </p:nvSpPr>
        <p:spPr>
          <a:xfrm>
            <a:off x="3730438" y="2834099"/>
            <a:ext cx="14337" cy="32879"/>
          </a:xfrm>
          <a:custGeom>
            <a:rect b="b" l="l" r="r" t="t"/>
            <a:pathLst>
              <a:path extrusionOk="0" h="305" w="133">
                <a:moveTo>
                  <a:pt x="0" y="265"/>
                </a:moveTo>
                <a:cubicBezTo>
                  <a:pt x="0" y="305"/>
                  <a:pt x="40" y="294"/>
                  <a:pt x="80" y="294"/>
                </a:cubicBezTo>
                <a:lnTo>
                  <a:pt x="91" y="294"/>
                </a:lnTo>
                <a:cubicBezTo>
                  <a:pt x="132" y="294"/>
                  <a:pt x="126" y="304"/>
                  <a:pt x="126" y="265"/>
                </a:cubicBezTo>
                <a:lnTo>
                  <a:pt x="126" y="73"/>
                </a:lnTo>
                <a:cubicBezTo>
                  <a:pt x="126" y="33"/>
                  <a:pt x="132" y="1"/>
                  <a:pt x="91" y="1"/>
                </a:cubicBezTo>
                <a:lnTo>
                  <a:pt x="80" y="1"/>
                </a:lnTo>
                <a:cubicBezTo>
                  <a:pt x="39" y="1"/>
                  <a:pt x="0" y="34"/>
                  <a:pt x="0" y="73"/>
                </a:cubicBezTo>
                <a:close/>
              </a:path>
            </a:pathLst>
          </a:custGeom>
          <a:solidFill>
            <a:srgbClr val="3681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26"/>
          <p:cNvSpPr/>
          <p:nvPr/>
        </p:nvSpPr>
        <p:spPr>
          <a:xfrm>
            <a:off x="3667484" y="2861695"/>
            <a:ext cx="54007" cy="26950"/>
          </a:xfrm>
          <a:custGeom>
            <a:rect b="b" l="l" r="r" t="t"/>
            <a:pathLst>
              <a:path extrusionOk="0" h="250" w="501">
                <a:moveTo>
                  <a:pt x="500" y="249"/>
                </a:moveTo>
                <a:cubicBezTo>
                  <a:pt x="500" y="80"/>
                  <a:pt x="389" y="0"/>
                  <a:pt x="251" y="0"/>
                </a:cubicBezTo>
                <a:cubicBezTo>
                  <a:pt x="112" y="0"/>
                  <a:pt x="1" y="80"/>
                  <a:pt x="1" y="249"/>
                </a:cubicBezTo>
                <a:close/>
              </a:path>
            </a:pathLst>
          </a:custGeom>
          <a:solidFill>
            <a:srgbClr val="3681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26"/>
          <p:cNvSpPr/>
          <p:nvPr/>
        </p:nvSpPr>
        <p:spPr>
          <a:xfrm>
            <a:off x="3556991" y="2861695"/>
            <a:ext cx="53791" cy="26950"/>
          </a:xfrm>
          <a:custGeom>
            <a:rect b="b" l="l" r="r" t="t"/>
            <a:pathLst>
              <a:path extrusionOk="0" h="250" w="499">
                <a:moveTo>
                  <a:pt x="499" y="249"/>
                </a:moveTo>
                <a:cubicBezTo>
                  <a:pt x="499" y="80"/>
                  <a:pt x="387" y="0"/>
                  <a:pt x="249" y="0"/>
                </a:cubicBezTo>
                <a:cubicBezTo>
                  <a:pt x="111" y="0"/>
                  <a:pt x="1" y="80"/>
                  <a:pt x="1" y="249"/>
                </a:cubicBezTo>
                <a:close/>
              </a:path>
            </a:pathLst>
          </a:custGeom>
          <a:solidFill>
            <a:srgbClr val="3681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26"/>
          <p:cNvSpPr/>
          <p:nvPr/>
        </p:nvSpPr>
        <p:spPr>
          <a:xfrm>
            <a:off x="3674275" y="2871397"/>
            <a:ext cx="40101" cy="40209"/>
          </a:xfrm>
          <a:custGeom>
            <a:rect b="b" l="l" r="r" t="t"/>
            <a:pathLst>
              <a:path extrusionOk="0" h="373" w="372">
                <a:moveTo>
                  <a:pt x="0" y="188"/>
                </a:moveTo>
                <a:cubicBezTo>
                  <a:pt x="0" y="290"/>
                  <a:pt x="84" y="373"/>
                  <a:pt x="187" y="373"/>
                </a:cubicBezTo>
                <a:cubicBezTo>
                  <a:pt x="289" y="373"/>
                  <a:pt x="372" y="290"/>
                  <a:pt x="372" y="188"/>
                </a:cubicBezTo>
                <a:cubicBezTo>
                  <a:pt x="372" y="85"/>
                  <a:pt x="289" y="3"/>
                  <a:pt x="187" y="3"/>
                </a:cubicBezTo>
                <a:cubicBezTo>
                  <a:pt x="84" y="1"/>
                  <a:pt x="0" y="84"/>
                  <a:pt x="0" y="188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26"/>
          <p:cNvSpPr/>
          <p:nvPr/>
        </p:nvSpPr>
        <p:spPr>
          <a:xfrm>
            <a:off x="3679126" y="2876248"/>
            <a:ext cx="30614" cy="30723"/>
          </a:xfrm>
          <a:custGeom>
            <a:rect b="b" l="l" r="r" t="t"/>
            <a:pathLst>
              <a:path extrusionOk="0" h="285" w="284">
                <a:moveTo>
                  <a:pt x="0" y="143"/>
                </a:moveTo>
                <a:cubicBezTo>
                  <a:pt x="0" y="221"/>
                  <a:pt x="65" y="285"/>
                  <a:pt x="143" y="285"/>
                </a:cubicBezTo>
                <a:cubicBezTo>
                  <a:pt x="220" y="285"/>
                  <a:pt x="284" y="221"/>
                  <a:pt x="284" y="143"/>
                </a:cubicBezTo>
                <a:cubicBezTo>
                  <a:pt x="284" y="65"/>
                  <a:pt x="220" y="1"/>
                  <a:pt x="143" y="1"/>
                </a:cubicBezTo>
                <a:cubicBezTo>
                  <a:pt x="65" y="1"/>
                  <a:pt x="0" y="63"/>
                  <a:pt x="0" y="143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26"/>
          <p:cNvSpPr/>
          <p:nvPr/>
        </p:nvSpPr>
        <p:spPr>
          <a:xfrm>
            <a:off x="3563890" y="2871613"/>
            <a:ext cx="40101" cy="39994"/>
          </a:xfrm>
          <a:custGeom>
            <a:rect b="b" l="l" r="r" t="t"/>
            <a:pathLst>
              <a:path extrusionOk="0" h="371" w="372">
                <a:moveTo>
                  <a:pt x="0" y="186"/>
                </a:moveTo>
                <a:cubicBezTo>
                  <a:pt x="0" y="288"/>
                  <a:pt x="83" y="371"/>
                  <a:pt x="185" y="371"/>
                </a:cubicBezTo>
                <a:cubicBezTo>
                  <a:pt x="288" y="371"/>
                  <a:pt x="372" y="288"/>
                  <a:pt x="372" y="186"/>
                </a:cubicBezTo>
                <a:cubicBezTo>
                  <a:pt x="372" y="83"/>
                  <a:pt x="288" y="1"/>
                  <a:pt x="185" y="1"/>
                </a:cubicBezTo>
                <a:cubicBezTo>
                  <a:pt x="83" y="1"/>
                  <a:pt x="0" y="82"/>
                  <a:pt x="0" y="186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26"/>
          <p:cNvSpPr/>
          <p:nvPr/>
        </p:nvSpPr>
        <p:spPr>
          <a:xfrm>
            <a:off x="3568741" y="2876248"/>
            <a:ext cx="30614" cy="30723"/>
          </a:xfrm>
          <a:custGeom>
            <a:rect b="b" l="l" r="r" t="t"/>
            <a:pathLst>
              <a:path extrusionOk="0" h="285" w="284">
                <a:moveTo>
                  <a:pt x="0" y="143"/>
                </a:moveTo>
                <a:cubicBezTo>
                  <a:pt x="0" y="221"/>
                  <a:pt x="64" y="285"/>
                  <a:pt x="142" y="285"/>
                </a:cubicBezTo>
                <a:cubicBezTo>
                  <a:pt x="220" y="285"/>
                  <a:pt x="284" y="221"/>
                  <a:pt x="284" y="143"/>
                </a:cubicBezTo>
                <a:cubicBezTo>
                  <a:pt x="284" y="65"/>
                  <a:pt x="220" y="1"/>
                  <a:pt x="142" y="1"/>
                </a:cubicBezTo>
                <a:cubicBezTo>
                  <a:pt x="63" y="1"/>
                  <a:pt x="0" y="63"/>
                  <a:pt x="0" y="143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26"/>
          <p:cNvSpPr/>
          <p:nvPr/>
        </p:nvSpPr>
        <p:spPr>
          <a:xfrm>
            <a:off x="3617142" y="2818684"/>
            <a:ext cx="5066" cy="29106"/>
          </a:xfrm>
          <a:custGeom>
            <a:rect b="b" l="l" r="r" t="t"/>
            <a:pathLst>
              <a:path extrusionOk="0" h="270" w="47">
                <a:moveTo>
                  <a:pt x="0" y="270"/>
                </a:moveTo>
                <a:lnTo>
                  <a:pt x="42" y="270"/>
                </a:lnTo>
                <a:lnTo>
                  <a:pt x="46" y="0"/>
                </a:lnTo>
                <a:lnTo>
                  <a:pt x="0" y="17"/>
                </a:lnTo>
                <a:close/>
              </a:path>
            </a:pathLst>
          </a:custGeom>
          <a:solidFill>
            <a:srgbClr val="96D2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26"/>
          <p:cNvSpPr/>
          <p:nvPr/>
        </p:nvSpPr>
        <p:spPr>
          <a:xfrm>
            <a:off x="3616926" y="2838626"/>
            <a:ext cx="18218" cy="4528"/>
          </a:xfrm>
          <a:custGeom>
            <a:rect b="b" l="l" r="r" t="t"/>
            <a:pathLst>
              <a:path extrusionOk="0" h="42" w="169">
                <a:moveTo>
                  <a:pt x="168" y="11"/>
                </a:moveTo>
                <a:cubicBezTo>
                  <a:pt x="168" y="5"/>
                  <a:pt x="163" y="1"/>
                  <a:pt x="158" y="1"/>
                </a:cubicBezTo>
                <a:lnTo>
                  <a:pt x="10" y="1"/>
                </a:lnTo>
                <a:cubicBezTo>
                  <a:pt x="4" y="1"/>
                  <a:pt x="0" y="6"/>
                  <a:pt x="0" y="11"/>
                </a:cubicBezTo>
                <a:lnTo>
                  <a:pt x="0" y="31"/>
                </a:lnTo>
                <a:cubicBezTo>
                  <a:pt x="0" y="37"/>
                  <a:pt x="5" y="42"/>
                  <a:pt x="10" y="42"/>
                </a:cubicBezTo>
                <a:lnTo>
                  <a:pt x="158" y="42"/>
                </a:lnTo>
                <a:cubicBezTo>
                  <a:pt x="164" y="42"/>
                  <a:pt x="168" y="36"/>
                  <a:pt x="168" y="31"/>
                </a:cubicBezTo>
                <a:close/>
              </a:path>
            </a:pathLst>
          </a:custGeom>
          <a:solidFill>
            <a:srgbClr val="3681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26"/>
          <p:cNvSpPr/>
          <p:nvPr/>
        </p:nvSpPr>
        <p:spPr>
          <a:xfrm>
            <a:off x="3681282" y="2847142"/>
            <a:ext cx="18218" cy="4528"/>
          </a:xfrm>
          <a:custGeom>
            <a:rect b="b" l="l" r="r" t="t"/>
            <a:pathLst>
              <a:path extrusionOk="0" h="42" w="169">
                <a:moveTo>
                  <a:pt x="169" y="16"/>
                </a:moveTo>
                <a:cubicBezTo>
                  <a:pt x="169" y="8"/>
                  <a:pt x="160" y="0"/>
                  <a:pt x="153" y="0"/>
                </a:cubicBezTo>
                <a:lnTo>
                  <a:pt x="16" y="0"/>
                </a:lnTo>
                <a:cubicBezTo>
                  <a:pt x="7" y="0"/>
                  <a:pt x="1" y="9"/>
                  <a:pt x="1" y="16"/>
                </a:cubicBezTo>
                <a:lnTo>
                  <a:pt x="1" y="26"/>
                </a:lnTo>
                <a:cubicBezTo>
                  <a:pt x="1" y="35"/>
                  <a:pt x="8" y="41"/>
                  <a:pt x="16" y="41"/>
                </a:cubicBezTo>
                <a:lnTo>
                  <a:pt x="153" y="41"/>
                </a:lnTo>
                <a:cubicBezTo>
                  <a:pt x="162" y="41"/>
                  <a:pt x="169" y="35"/>
                  <a:pt x="169" y="26"/>
                </a:cubicBezTo>
                <a:close/>
              </a:path>
            </a:pathLst>
          </a:custGeom>
          <a:solidFill>
            <a:srgbClr val="3681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26"/>
          <p:cNvSpPr/>
          <p:nvPr/>
        </p:nvSpPr>
        <p:spPr>
          <a:xfrm>
            <a:off x="3541252" y="2852964"/>
            <a:ext cx="9378" cy="16278"/>
          </a:xfrm>
          <a:custGeom>
            <a:rect b="b" l="l" r="r" t="t"/>
            <a:pathLst>
              <a:path extrusionOk="0" h="151" w="87">
                <a:moveTo>
                  <a:pt x="70" y="1"/>
                </a:moveTo>
                <a:cubicBezTo>
                  <a:pt x="80" y="16"/>
                  <a:pt x="86" y="35"/>
                  <a:pt x="86" y="56"/>
                </a:cubicBezTo>
                <a:cubicBezTo>
                  <a:pt x="86" y="107"/>
                  <a:pt x="49" y="149"/>
                  <a:pt x="1" y="150"/>
                </a:cubicBezTo>
                <a:cubicBezTo>
                  <a:pt x="0" y="88"/>
                  <a:pt x="3" y="31"/>
                  <a:pt x="60" y="6"/>
                </a:cubicBezTo>
                <a:cubicBezTo>
                  <a:pt x="63" y="5"/>
                  <a:pt x="67" y="3"/>
                  <a:pt x="7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26"/>
          <p:cNvSpPr/>
          <p:nvPr/>
        </p:nvSpPr>
        <p:spPr>
          <a:xfrm>
            <a:off x="3684408" y="2360430"/>
            <a:ext cx="15846" cy="60368"/>
          </a:xfrm>
          <a:custGeom>
            <a:rect b="b" l="l" r="r" t="t"/>
            <a:pathLst>
              <a:path extrusionOk="0" h="560" w="147">
                <a:moveTo>
                  <a:pt x="147" y="0"/>
                </a:moveTo>
                <a:lnTo>
                  <a:pt x="0" y="0"/>
                </a:lnTo>
                <a:lnTo>
                  <a:pt x="0" y="519"/>
                </a:lnTo>
                <a:cubicBezTo>
                  <a:pt x="53" y="556"/>
                  <a:pt x="101" y="560"/>
                  <a:pt x="147" y="51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26"/>
          <p:cNvSpPr/>
          <p:nvPr/>
        </p:nvSpPr>
        <p:spPr>
          <a:xfrm>
            <a:off x="3636115" y="2264058"/>
            <a:ext cx="112325" cy="117933"/>
          </a:xfrm>
          <a:custGeom>
            <a:rect b="b" l="l" r="r" t="t"/>
            <a:pathLst>
              <a:path extrusionOk="0" h="1094" w="1042">
                <a:moveTo>
                  <a:pt x="521" y="1"/>
                </a:moveTo>
                <a:cubicBezTo>
                  <a:pt x="234" y="1"/>
                  <a:pt x="0" y="245"/>
                  <a:pt x="0" y="547"/>
                </a:cubicBezTo>
                <a:cubicBezTo>
                  <a:pt x="0" y="849"/>
                  <a:pt x="234" y="1094"/>
                  <a:pt x="521" y="1094"/>
                </a:cubicBezTo>
                <a:cubicBezTo>
                  <a:pt x="809" y="1094"/>
                  <a:pt x="1042" y="849"/>
                  <a:pt x="1042" y="547"/>
                </a:cubicBezTo>
                <a:cubicBezTo>
                  <a:pt x="1042" y="245"/>
                  <a:pt x="809" y="1"/>
                  <a:pt x="5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26"/>
          <p:cNvSpPr/>
          <p:nvPr/>
        </p:nvSpPr>
        <p:spPr>
          <a:xfrm>
            <a:off x="3623287" y="2211668"/>
            <a:ext cx="15199" cy="32663"/>
          </a:xfrm>
          <a:custGeom>
            <a:rect b="b" l="l" r="r" t="t"/>
            <a:pathLst>
              <a:path extrusionOk="0" h="303" w="141">
                <a:moveTo>
                  <a:pt x="141" y="1"/>
                </a:moveTo>
                <a:lnTo>
                  <a:pt x="1" y="1"/>
                </a:lnTo>
                <a:lnTo>
                  <a:pt x="1" y="281"/>
                </a:lnTo>
                <a:cubicBezTo>
                  <a:pt x="51" y="302"/>
                  <a:pt x="97" y="303"/>
                  <a:pt x="141" y="2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26"/>
          <p:cNvSpPr/>
          <p:nvPr/>
        </p:nvSpPr>
        <p:spPr>
          <a:xfrm>
            <a:off x="3587390" y="2062259"/>
            <a:ext cx="87532" cy="161053"/>
          </a:xfrm>
          <a:custGeom>
            <a:rect b="b" l="l" r="r" t="t"/>
            <a:pathLst>
              <a:path extrusionOk="0" h="1494" w="812">
                <a:moveTo>
                  <a:pt x="405" y="0"/>
                </a:moveTo>
                <a:cubicBezTo>
                  <a:pt x="146" y="413"/>
                  <a:pt x="1" y="874"/>
                  <a:pt x="0" y="1400"/>
                </a:cubicBezTo>
                <a:cubicBezTo>
                  <a:pt x="266" y="1484"/>
                  <a:pt x="535" y="1493"/>
                  <a:pt x="811" y="1400"/>
                </a:cubicBezTo>
                <a:cubicBezTo>
                  <a:pt x="785" y="935"/>
                  <a:pt x="630" y="467"/>
                  <a:pt x="40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26"/>
          <p:cNvSpPr/>
          <p:nvPr/>
        </p:nvSpPr>
        <p:spPr>
          <a:xfrm>
            <a:off x="5483020" y="3378268"/>
            <a:ext cx="15307" cy="32556"/>
          </a:xfrm>
          <a:custGeom>
            <a:rect b="b" l="l" r="r" t="t"/>
            <a:pathLst>
              <a:path extrusionOk="0" h="302" w="142">
                <a:moveTo>
                  <a:pt x="142" y="0"/>
                </a:moveTo>
                <a:lnTo>
                  <a:pt x="1" y="0"/>
                </a:lnTo>
                <a:lnTo>
                  <a:pt x="1" y="280"/>
                </a:lnTo>
                <a:cubicBezTo>
                  <a:pt x="51" y="301"/>
                  <a:pt x="97" y="302"/>
                  <a:pt x="142" y="28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26"/>
          <p:cNvSpPr/>
          <p:nvPr/>
        </p:nvSpPr>
        <p:spPr>
          <a:xfrm>
            <a:off x="5446908" y="3228751"/>
            <a:ext cx="87639" cy="161053"/>
          </a:xfrm>
          <a:custGeom>
            <a:rect b="b" l="l" r="r" t="t"/>
            <a:pathLst>
              <a:path extrusionOk="0" h="1494" w="813">
                <a:moveTo>
                  <a:pt x="406" y="1"/>
                </a:moveTo>
                <a:cubicBezTo>
                  <a:pt x="147" y="413"/>
                  <a:pt x="2" y="874"/>
                  <a:pt x="1" y="1400"/>
                </a:cubicBezTo>
                <a:cubicBezTo>
                  <a:pt x="267" y="1484"/>
                  <a:pt x="536" y="1493"/>
                  <a:pt x="812" y="1400"/>
                </a:cubicBezTo>
                <a:cubicBezTo>
                  <a:pt x="786" y="935"/>
                  <a:pt x="631" y="468"/>
                  <a:pt x="40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26"/>
          <p:cNvSpPr/>
          <p:nvPr/>
        </p:nvSpPr>
        <p:spPr>
          <a:xfrm>
            <a:off x="4787722" y="4042632"/>
            <a:ext cx="14121" cy="53469"/>
          </a:xfrm>
          <a:custGeom>
            <a:rect b="b" l="l" r="r" t="t"/>
            <a:pathLst>
              <a:path extrusionOk="0" h="496" w="131">
                <a:moveTo>
                  <a:pt x="130" y="1"/>
                </a:moveTo>
                <a:lnTo>
                  <a:pt x="0" y="1"/>
                </a:lnTo>
                <a:lnTo>
                  <a:pt x="0" y="460"/>
                </a:lnTo>
                <a:cubicBezTo>
                  <a:pt x="46" y="493"/>
                  <a:pt x="90" y="496"/>
                  <a:pt x="130" y="46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26"/>
          <p:cNvSpPr/>
          <p:nvPr/>
        </p:nvSpPr>
        <p:spPr>
          <a:xfrm>
            <a:off x="4754628" y="3932462"/>
            <a:ext cx="80094" cy="129144"/>
          </a:xfrm>
          <a:custGeom>
            <a:rect b="b" l="l" r="r" t="t"/>
            <a:pathLst>
              <a:path extrusionOk="0" h="1198" w="743">
                <a:moveTo>
                  <a:pt x="372" y="1"/>
                </a:moveTo>
                <a:cubicBezTo>
                  <a:pt x="167" y="1"/>
                  <a:pt x="0" y="269"/>
                  <a:pt x="0" y="599"/>
                </a:cubicBezTo>
                <a:cubicBezTo>
                  <a:pt x="0" y="930"/>
                  <a:pt x="167" y="1198"/>
                  <a:pt x="372" y="1198"/>
                </a:cubicBezTo>
                <a:cubicBezTo>
                  <a:pt x="577" y="1198"/>
                  <a:pt x="742" y="931"/>
                  <a:pt x="742" y="599"/>
                </a:cubicBezTo>
                <a:cubicBezTo>
                  <a:pt x="742" y="269"/>
                  <a:pt x="578" y="1"/>
                  <a:pt x="3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26"/>
          <p:cNvSpPr/>
          <p:nvPr/>
        </p:nvSpPr>
        <p:spPr>
          <a:xfrm>
            <a:off x="4920314" y="4065701"/>
            <a:ext cx="16062" cy="61015"/>
          </a:xfrm>
          <a:custGeom>
            <a:rect b="b" l="l" r="r" t="t"/>
            <a:pathLst>
              <a:path extrusionOk="0" h="566" w="149">
                <a:moveTo>
                  <a:pt x="149" y="1"/>
                </a:moveTo>
                <a:lnTo>
                  <a:pt x="0" y="1"/>
                </a:lnTo>
                <a:lnTo>
                  <a:pt x="0" y="524"/>
                </a:lnTo>
                <a:cubicBezTo>
                  <a:pt x="52" y="562"/>
                  <a:pt x="103" y="565"/>
                  <a:pt x="149" y="5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26"/>
          <p:cNvSpPr/>
          <p:nvPr/>
        </p:nvSpPr>
        <p:spPr>
          <a:xfrm>
            <a:off x="4871589" y="3968574"/>
            <a:ext cx="113403" cy="118688"/>
          </a:xfrm>
          <a:custGeom>
            <a:rect b="b" l="l" r="r" t="t"/>
            <a:pathLst>
              <a:path extrusionOk="0" h="1101" w="1052">
                <a:moveTo>
                  <a:pt x="526" y="0"/>
                </a:moveTo>
                <a:cubicBezTo>
                  <a:pt x="235" y="0"/>
                  <a:pt x="0" y="247"/>
                  <a:pt x="0" y="550"/>
                </a:cubicBezTo>
                <a:cubicBezTo>
                  <a:pt x="0" y="853"/>
                  <a:pt x="235" y="1100"/>
                  <a:pt x="526" y="1100"/>
                </a:cubicBezTo>
                <a:cubicBezTo>
                  <a:pt x="817" y="1100"/>
                  <a:pt x="1052" y="853"/>
                  <a:pt x="1052" y="550"/>
                </a:cubicBezTo>
                <a:cubicBezTo>
                  <a:pt x="1052" y="247"/>
                  <a:pt x="817" y="0"/>
                  <a:pt x="52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26"/>
          <p:cNvSpPr/>
          <p:nvPr/>
        </p:nvSpPr>
        <p:spPr>
          <a:xfrm>
            <a:off x="4879243" y="3414919"/>
            <a:ext cx="15307" cy="32663"/>
          </a:xfrm>
          <a:custGeom>
            <a:rect b="b" l="l" r="r" t="t"/>
            <a:pathLst>
              <a:path extrusionOk="0" h="303" w="142">
                <a:moveTo>
                  <a:pt x="142" y="1"/>
                </a:moveTo>
                <a:lnTo>
                  <a:pt x="1" y="1"/>
                </a:lnTo>
                <a:lnTo>
                  <a:pt x="1" y="281"/>
                </a:lnTo>
                <a:cubicBezTo>
                  <a:pt x="51" y="302"/>
                  <a:pt x="97" y="303"/>
                  <a:pt x="142" y="2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26"/>
          <p:cNvSpPr/>
          <p:nvPr/>
        </p:nvSpPr>
        <p:spPr>
          <a:xfrm>
            <a:off x="4843238" y="3265510"/>
            <a:ext cx="87639" cy="160945"/>
          </a:xfrm>
          <a:custGeom>
            <a:rect b="b" l="l" r="r" t="t"/>
            <a:pathLst>
              <a:path extrusionOk="0" h="1493" w="813">
                <a:moveTo>
                  <a:pt x="405" y="0"/>
                </a:moveTo>
                <a:cubicBezTo>
                  <a:pt x="147" y="412"/>
                  <a:pt x="1" y="874"/>
                  <a:pt x="0" y="1399"/>
                </a:cubicBezTo>
                <a:cubicBezTo>
                  <a:pt x="266" y="1484"/>
                  <a:pt x="536" y="1492"/>
                  <a:pt x="812" y="1399"/>
                </a:cubicBezTo>
                <a:cubicBezTo>
                  <a:pt x="787" y="934"/>
                  <a:pt x="630" y="467"/>
                  <a:pt x="40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26"/>
          <p:cNvSpPr/>
          <p:nvPr/>
        </p:nvSpPr>
        <p:spPr>
          <a:xfrm>
            <a:off x="3367050" y="3154369"/>
            <a:ext cx="139490" cy="37407"/>
          </a:xfrm>
          <a:custGeom>
            <a:rect b="b" l="l" r="r" t="t"/>
            <a:pathLst>
              <a:path extrusionOk="0" h="347" w="1294">
                <a:moveTo>
                  <a:pt x="1" y="0"/>
                </a:moveTo>
                <a:lnTo>
                  <a:pt x="1293" y="0"/>
                </a:lnTo>
                <a:lnTo>
                  <a:pt x="1293" y="347"/>
                </a:lnTo>
                <a:lnTo>
                  <a:pt x="1" y="34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26"/>
          <p:cNvSpPr/>
          <p:nvPr/>
        </p:nvSpPr>
        <p:spPr>
          <a:xfrm>
            <a:off x="3354977" y="3187140"/>
            <a:ext cx="163421" cy="292246"/>
          </a:xfrm>
          <a:custGeom>
            <a:rect b="b" l="l" r="r" t="t"/>
            <a:pathLst>
              <a:path extrusionOk="0" h="2711" w="1516">
                <a:moveTo>
                  <a:pt x="0" y="1"/>
                </a:moveTo>
                <a:lnTo>
                  <a:pt x="1516" y="1"/>
                </a:lnTo>
                <a:lnTo>
                  <a:pt x="1516" y="2710"/>
                </a:lnTo>
                <a:lnTo>
                  <a:pt x="0" y="27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26"/>
          <p:cNvSpPr/>
          <p:nvPr/>
        </p:nvSpPr>
        <p:spPr>
          <a:xfrm>
            <a:off x="3512147" y="3479383"/>
            <a:ext cx="323" cy="108"/>
          </a:xfrm>
          <a:custGeom>
            <a:rect b="b" l="l" r="r" t="t"/>
            <a:pathLst>
              <a:path extrusionOk="0" h="1" w="3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2" y="0"/>
                  <a:pt x="0" y="0"/>
                </a:cubicBezTo>
                <a:cubicBezTo>
                  <a:pt x="2" y="0"/>
                  <a:pt x="0" y="0"/>
                  <a:pt x="0" y="0"/>
                </a:cubicBezTo>
                <a:close/>
              </a:path>
            </a:pathLst>
          </a:custGeom>
          <a:solidFill>
            <a:srgbClr val="8F99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26"/>
          <p:cNvSpPr/>
          <p:nvPr/>
        </p:nvSpPr>
        <p:spPr>
          <a:xfrm>
            <a:off x="3384082" y="3479060"/>
            <a:ext cx="216" cy="431"/>
          </a:xfrm>
          <a:custGeom>
            <a:rect b="b" l="l" r="r" t="t"/>
            <a:pathLst>
              <a:path extrusionOk="0" h="4" w="2">
                <a:moveTo>
                  <a:pt x="0" y="3"/>
                </a:moveTo>
                <a:lnTo>
                  <a:pt x="0" y="3"/>
                </a:lnTo>
                <a:cubicBezTo>
                  <a:pt x="0" y="3"/>
                  <a:pt x="0" y="1"/>
                  <a:pt x="1" y="0"/>
                </a:cubicBezTo>
                <a:cubicBezTo>
                  <a:pt x="0" y="1"/>
                  <a:pt x="0" y="3"/>
                  <a:pt x="0" y="3"/>
                </a:cubicBezTo>
                <a:close/>
              </a:path>
            </a:pathLst>
          </a:custGeom>
          <a:solidFill>
            <a:srgbClr val="8F99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26"/>
          <p:cNvSpPr/>
          <p:nvPr/>
        </p:nvSpPr>
        <p:spPr>
          <a:xfrm>
            <a:off x="3392706" y="3441546"/>
            <a:ext cx="88502" cy="38053"/>
          </a:xfrm>
          <a:custGeom>
            <a:rect b="b" l="l" r="r" t="t"/>
            <a:pathLst>
              <a:path extrusionOk="0" h="353" w="821">
                <a:moveTo>
                  <a:pt x="0" y="0"/>
                </a:moveTo>
                <a:lnTo>
                  <a:pt x="821" y="0"/>
                </a:lnTo>
                <a:lnTo>
                  <a:pt x="821" y="352"/>
                </a:lnTo>
                <a:lnTo>
                  <a:pt x="0" y="35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26"/>
          <p:cNvSpPr/>
          <p:nvPr/>
        </p:nvSpPr>
        <p:spPr>
          <a:xfrm>
            <a:off x="3004094" y="3183691"/>
            <a:ext cx="133669" cy="34065"/>
          </a:xfrm>
          <a:custGeom>
            <a:rect b="b" l="l" r="r" t="t"/>
            <a:pathLst>
              <a:path extrusionOk="0" h="316" w="1240">
                <a:moveTo>
                  <a:pt x="0" y="0"/>
                </a:moveTo>
                <a:lnTo>
                  <a:pt x="1240" y="0"/>
                </a:lnTo>
                <a:lnTo>
                  <a:pt x="1240" y="315"/>
                </a:lnTo>
                <a:lnTo>
                  <a:pt x="0" y="31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26"/>
          <p:cNvSpPr/>
          <p:nvPr/>
        </p:nvSpPr>
        <p:spPr>
          <a:xfrm>
            <a:off x="3043548" y="3159112"/>
            <a:ext cx="54869" cy="31478"/>
          </a:xfrm>
          <a:custGeom>
            <a:rect b="b" l="l" r="r" t="t"/>
            <a:pathLst>
              <a:path extrusionOk="0" h="292" w="509">
                <a:moveTo>
                  <a:pt x="1" y="0"/>
                </a:moveTo>
                <a:lnTo>
                  <a:pt x="508" y="0"/>
                </a:lnTo>
                <a:lnTo>
                  <a:pt x="508" y="292"/>
                </a:lnTo>
                <a:lnTo>
                  <a:pt x="1" y="29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26"/>
          <p:cNvSpPr/>
          <p:nvPr/>
        </p:nvSpPr>
        <p:spPr>
          <a:xfrm>
            <a:off x="2992344" y="3213659"/>
            <a:ext cx="156845" cy="265943"/>
          </a:xfrm>
          <a:custGeom>
            <a:rect b="b" l="l" r="r" t="t"/>
            <a:pathLst>
              <a:path extrusionOk="0" h="2467" w="1455">
                <a:moveTo>
                  <a:pt x="1" y="0"/>
                </a:moveTo>
                <a:lnTo>
                  <a:pt x="1455" y="0"/>
                </a:lnTo>
                <a:lnTo>
                  <a:pt x="1455" y="2466"/>
                </a:lnTo>
                <a:lnTo>
                  <a:pt x="1" y="24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26"/>
          <p:cNvSpPr/>
          <p:nvPr/>
        </p:nvSpPr>
        <p:spPr>
          <a:xfrm>
            <a:off x="3143369" y="3479383"/>
            <a:ext cx="108" cy="108"/>
          </a:xfrm>
          <a:custGeom>
            <a:rect b="b" l="l" r="r" t="t"/>
            <a:pathLst>
              <a:path extrusionOk="0" h="1" w="1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8F99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26"/>
          <p:cNvSpPr/>
          <p:nvPr/>
        </p:nvSpPr>
        <p:spPr>
          <a:xfrm>
            <a:off x="3020372" y="3479060"/>
            <a:ext cx="216" cy="431"/>
          </a:xfrm>
          <a:custGeom>
            <a:rect b="b" l="l" r="r" t="t"/>
            <a:pathLst>
              <a:path extrusionOk="0" h="4" w="2">
                <a:moveTo>
                  <a:pt x="1" y="3"/>
                </a:moveTo>
                <a:lnTo>
                  <a:pt x="1" y="3"/>
                </a:lnTo>
                <a:cubicBezTo>
                  <a:pt x="1" y="3"/>
                  <a:pt x="1" y="1"/>
                  <a:pt x="2" y="0"/>
                </a:cubicBezTo>
                <a:close/>
              </a:path>
            </a:pathLst>
          </a:custGeom>
          <a:solidFill>
            <a:srgbClr val="8F99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26"/>
          <p:cNvSpPr/>
          <p:nvPr/>
        </p:nvSpPr>
        <p:spPr>
          <a:xfrm>
            <a:off x="3028456" y="3436263"/>
            <a:ext cx="85052" cy="43336"/>
          </a:xfrm>
          <a:custGeom>
            <a:rect b="b" l="l" r="r" t="t"/>
            <a:pathLst>
              <a:path extrusionOk="0" h="402" w="789">
                <a:moveTo>
                  <a:pt x="1" y="0"/>
                </a:moveTo>
                <a:lnTo>
                  <a:pt x="788" y="0"/>
                </a:lnTo>
                <a:lnTo>
                  <a:pt x="788" y="401"/>
                </a:lnTo>
                <a:lnTo>
                  <a:pt x="1" y="40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26"/>
          <p:cNvSpPr/>
          <p:nvPr/>
        </p:nvSpPr>
        <p:spPr>
          <a:xfrm>
            <a:off x="3004741" y="3402954"/>
            <a:ext cx="36543" cy="23177"/>
          </a:xfrm>
          <a:custGeom>
            <a:rect b="b" l="l" r="r" t="t"/>
            <a:pathLst>
              <a:path extrusionOk="0" h="215" w="339">
                <a:moveTo>
                  <a:pt x="1" y="0"/>
                </a:moveTo>
                <a:lnTo>
                  <a:pt x="338" y="0"/>
                </a:lnTo>
                <a:lnTo>
                  <a:pt x="338" y="214"/>
                </a:lnTo>
                <a:lnTo>
                  <a:pt x="1" y="21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26"/>
          <p:cNvSpPr/>
          <p:nvPr/>
        </p:nvSpPr>
        <p:spPr>
          <a:xfrm>
            <a:off x="3052603" y="3402954"/>
            <a:ext cx="36543" cy="23177"/>
          </a:xfrm>
          <a:custGeom>
            <a:rect b="b" l="l" r="r" t="t"/>
            <a:pathLst>
              <a:path extrusionOk="0" h="215" w="339">
                <a:moveTo>
                  <a:pt x="1" y="0"/>
                </a:moveTo>
                <a:lnTo>
                  <a:pt x="338" y="0"/>
                </a:lnTo>
                <a:lnTo>
                  <a:pt x="338" y="214"/>
                </a:lnTo>
                <a:lnTo>
                  <a:pt x="1" y="21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26"/>
          <p:cNvSpPr/>
          <p:nvPr/>
        </p:nvSpPr>
        <p:spPr>
          <a:xfrm>
            <a:off x="3100466" y="3402954"/>
            <a:ext cx="36543" cy="23177"/>
          </a:xfrm>
          <a:custGeom>
            <a:rect b="b" l="l" r="r" t="t"/>
            <a:pathLst>
              <a:path extrusionOk="0" h="215" w="339">
                <a:moveTo>
                  <a:pt x="1" y="0"/>
                </a:moveTo>
                <a:lnTo>
                  <a:pt x="338" y="0"/>
                </a:lnTo>
                <a:lnTo>
                  <a:pt x="338" y="214"/>
                </a:lnTo>
                <a:lnTo>
                  <a:pt x="1" y="21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26"/>
          <p:cNvSpPr/>
          <p:nvPr/>
        </p:nvSpPr>
        <p:spPr>
          <a:xfrm>
            <a:off x="3004741" y="3368781"/>
            <a:ext cx="36543" cy="23069"/>
          </a:xfrm>
          <a:custGeom>
            <a:rect b="b" l="l" r="r" t="t"/>
            <a:pathLst>
              <a:path extrusionOk="0" h="214" w="339">
                <a:moveTo>
                  <a:pt x="1" y="0"/>
                </a:moveTo>
                <a:lnTo>
                  <a:pt x="338" y="0"/>
                </a:lnTo>
                <a:lnTo>
                  <a:pt x="338" y="214"/>
                </a:lnTo>
                <a:lnTo>
                  <a:pt x="1" y="21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26"/>
          <p:cNvSpPr/>
          <p:nvPr/>
        </p:nvSpPr>
        <p:spPr>
          <a:xfrm>
            <a:off x="3052603" y="3368781"/>
            <a:ext cx="36543" cy="23069"/>
          </a:xfrm>
          <a:custGeom>
            <a:rect b="b" l="l" r="r" t="t"/>
            <a:pathLst>
              <a:path extrusionOk="0" h="214" w="339">
                <a:moveTo>
                  <a:pt x="1" y="0"/>
                </a:moveTo>
                <a:lnTo>
                  <a:pt x="338" y="0"/>
                </a:lnTo>
                <a:lnTo>
                  <a:pt x="338" y="214"/>
                </a:lnTo>
                <a:lnTo>
                  <a:pt x="1" y="21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26"/>
          <p:cNvSpPr/>
          <p:nvPr/>
        </p:nvSpPr>
        <p:spPr>
          <a:xfrm>
            <a:off x="3100466" y="3368781"/>
            <a:ext cx="36543" cy="23069"/>
          </a:xfrm>
          <a:custGeom>
            <a:rect b="b" l="l" r="r" t="t"/>
            <a:pathLst>
              <a:path extrusionOk="0" h="214" w="339">
                <a:moveTo>
                  <a:pt x="1" y="0"/>
                </a:moveTo>
                <a:lnTo>
                  <a:pt x="338" y="0"/>
                </a:lnTo>
                <a:lnTo>
                  <a:pt x="338" y="214"/>
                </a:lnTo>
                <a:lnTo>
                  <a:pt x="1" y="21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26"/>
          <p:cNvSpPr/>
          <p:nvPr/>
        </p:nvSpPr>
        <p:spPr>
          <a:xfrm>
            <a:off x="3004741" y="3334501"/>
            <a:ext cx="36543" cy="23177"/>
          </a:xfrm>
          <a:custGeom>
            <a:rect b="b" l="l" r="r" t="t"/>
            <a:pathLst>
              <a:path extrusionOk="0" h="215" w="339">
                <a:moveTo>
                  <a:pt x="1" y="1"/>
                </a:moveTo>
                <a:lnTo>
                  <a:pt x="338" y="1"/>
                </a:lnTo>
                <a:lnTo>
                  <a:pt x="338" y="215"/>
                </a:lnTo>
                <a:lnTo>
                  <a:pt x="1" y="21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26"/>
          <p:cNvSpPr/>
          <p:nvPr/>
        </p:nvSpPr>
        <p:spPr>
          <a:xfrm>
            <a:off x="3052603" y="3334501"/>
            <a:ext cx="36543" cy="23177"/>
          </a:xfrm>
          <a:custGeom>
            <a:rect b="b" l="l" r="r" t="t"/>
            <a:pathLst>
              <a:path extrusionOk="0" h="215" w="339">
                <a:moveTo>
                  <a:pt x="1" y="1"/>
                </a:moveTo>
                <a:lnTo>
                  <a:pt x="338" y="1"/>
                </a:lnTo>
                <a:lnTo>
                  <a:pt x="338" y="215"/>
                </a:lnTo>
                <a:lnTo>
                  <a:pt x="1" y="21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26"/>
          <p:cNvSpPr/>
          <p:nvPr/>
        </p:nvSpPr>
        <p:spPr>
          <a:xfrm>
            <a:off x="3100466" y="3334501"/>
            <a:ext cx="36543" cy="23177"/>
          </a:xfrm>
          <a:custGeom>
            <a:rect b="b" l="l" r="r" t="t"/>
            <a:pathLst>
              <a:path extrusionOk="0" h="215" w="339">
                <a:moveTo>
                  <a:pt x="1" y="1"/>
                </a:moveTo>
                <a:lnTo>
                  <a:pt x="338" y="1"/>
                </a:lnTo>
                <a:lnTo>
                  <a:pt x="338" y="215"/>
                </a:lnTo>
                <a:lnTo>
                  <a:pt x="1" y="21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26"/>
          <p:cNvSpPr/>
          <p:nvPr/>
        </p:nvSpPr>
        <p:spPr>
          <a:xfrm>
            <a:off x="3004741" y="3300329"/>
            <a:ext cx="36543" cy="23177"/>
          </a:xfrm>
          <a:custGeom>
            <a:rect b="b" l="l" r="r" t="t"/>
            <a:pathLst>
              <a:path extrusionOk="0" h="215" w="339">
                <a:moveTo>
                  <a:pt x="1" y="1"/>
                </a:moveTo>
                <a:lnTo>
                  <a:pt x="338" y="1"/>
                </a:lnTo>
                <a:lnTo>
                  <a:pt x="338" y="215"/>
                </a:lnTo>
                <a:lnTo>
                  <a:pt x="1" y="21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26"/>
          <p:cNvSpPr/>
          <p:nvPr/>
        </p:nvSpPr>
        <p:spPr>
          <a:xfrm>
            <a:off x="3052603" y="3300329"/>
            <a:ext cx="36543" cy="23177"/>
          </a:xfrm>
          <a:custGeom>
            <a:rect b="b" l="l" r="r" t="t"/>
            <a:pathLst>
              <a:path extrusionOk="0" h="215" w="339">
                <a:moveTo>
                  <a:pt x="1" y="1"/>
                </a:moveTo>
                <a:lnTo>
                  <a:pt x="338" y="1"/>
                </a:lnTo>
                <a:lnTo>
                  <a:pt x="338" y="215"/>
                </a:lnTo>
                <a:lnTo>
                  <a:pt x="1" y="21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26"/>
          <p:cNvSpPr/>
          <p:nvPr/>
        </p:nvSpPr>
        <p:spPr>
          <a:xfrm>
            <a:off x="3100466" y="3300329"/>
            <a:ext cx="36543" cy="23177"/>
          </a:xfrm>
          <a:custGeom>
            <a:rect b="b" l="l" r="r" t="t"/>
            <a:pathLst>
              <a:path extrusionOk="0" h="215" w="339">
                <a:moveTo>
                  <a:pt x="1" y="1"/>
                </a:moveTo>
                <a:lnTo>
                  <a:pt x="338" y="1"/>
                </a:lnTo>
                <a:lnTo>
                  <a:pt x="338" y="215"/>
                </a:lnTo>
                <a:lnTo>
                  <a:pt x="1" y="21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26"/>
          <p:cNvSpPr/>
          <p:nvPr/>
        </p:nvSpPr>
        <p:spPr>
          <a:xfrm>
            <a:off x="3004741" y="3266157"/>
            <a:ext cx="36543" cy="23177"/>
          </a:xfrm>
          <a:custGeom>
            <a:rect b="b" l="l" r="r" t="t"/>
            <a:pathLst>
              <a:path extrusionOk="0" h="215" w="339">
                <a:moveTo>
                  <a:pt x="1" y="1"/>
                </a:moveTo>
                <a:lnTo>
                  <a:pt x="338" y="1"/>
                </a:lnTo>
                <a:lnTo>
                  <a:pt x="338" y="214"/>
                </a:lnTo>
                <a:lnTo>
                  <a:pt x="1" y="21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26"/>
          <p:cNvSpPr/>
          <p:nvPr/>
        </p:nvSpPr>
        <p:spPr>
          <a:xfrm>
            <a:off x="3052603" y="3266157"/>
            <a:ext cx="36543" cy="23177"/>
          </a:xfrm>
          <a:custGeom>
            <a:rect b="b" l="l" r="r" t="t"/>
            <a:pathLst>
              <a:path extrusionOk="0" h="215" w="339">
                <a:moveTo>
                  <a:pt x="1" y="1"/>
                </a:moveTo>
                <a:lnTo>
                  <a:pt x="338" y="1"/>
                </a:lnTo>
                <a:lnTo>
                  <a:pt x="338" y="214"/>
                </a:lnTo>
                <a:lnTo>
                  <a:pt x="1" y="21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26"/>
          <p:cNvSpPr/>
          <p:nvPr/>
        </p:nvSpPr>
        <p:spPr>
          <a:xfrm>
            <a:off x="3100466" y="3266157"/>
            <a:ext cx="36543" cy="23177"/>
          </a:xfrm>
          <a:custGeom>
            <a:rect b="b" l="l" r="r" t="t"/>
            <a:pathLst>
              <a:path extrusionOk="0" h="215" w="339">
                <a:moveTo>
                  <a:pt x="1" y="1"/>
                </a:moveTo>
                <a:lnTo>
                  <a:pt x="338" y="1"/>
                </a:lnTo>
                <a:lnTo>
                  <a:pt x="338" y="214"/>
                </a:lnTo>
                <a:lnTo>
                  <a:pt x="1" y="21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26"/>
          <p:cNvSpPr/>
          <p:nvPr/>
        </p:nvSpPr>
        <p:spPr>
          <a:xfrm>
            <a:off x="3004741" y="3231985"/>
            <a:ext cx="36543" cy="23177"/>
          </a:xfrm>
          <a:custGeom>
            <a:rect b="b" l="l" r="r" t="t"/>
            <a:pathLst>
              <a:path extrusionOk="0" h="215" w="339">
                <a:moveTo>
                  <a:pt x="1" y="0"/>
                </a:moveTo>
                <a:lnTo>
                  <a:pt x="338" y="0"/>
                </a:lnTo>
                <a:lnTo>
                  <a:pt x="338" y="214"/>
                </a:lnTo>
                <a:lnTo>
                  <a:pt x="1" y="21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26"/>
          <p:cNvSpPr/>
          <p:nvPr/>
        </p:nvSpPr>
        <p:spPr>
          <a:xfrm>
            <a:off x="3052603" y="3231985"/>
            <a:ext cx="36543" cy="23177"/>
          </a:xfrm>
          <a:custGeom>
            <a:rect b="b" l="l" r="r" t="t"/>
            <a:pathLst>
              <a:path extrusionOk="0" h="215" w="339">
                <a:moveTo>
                  <a:pt x="1" y="0"/>
                </a:moveTo>
                <a:lnTo>
                  <a:pt x="338" y="0"/>
                </a:lnTo>
                <a:lnTo>
                  <a:pt x="338" y="214"/>
                </a:lnTo>
                <a:lnTo>
                  <a:pt x="1" y="21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26"/>
          <p:cNvSpPr/>
          <p:nvPr/>
        </p:nvSpPr>
        <p:spPr>
          <a:xfrm>
            <a:off x="3100466" y="3231985"/>
            <a:ext cx="36543" cy="23177"/>
          </a:xfrm>
          <a:custGeom>
            <a:rect b="b" l="l" r="r" t="t"/>
            <a:pathLst>
              <a:path extrusionOk="0" h="215" w="339">
                <a:moveTo>
                  <a:pt x="1" y="0"/>
                </a:moveTo>
                <a:lnTo>
                  <a:pt x="338" y="0"/>
                </a:lnTo>
                <a:lnTo>
                  <a:pt x="338" y="214"/>
                </a:lnTo>
                <a:lnTo>
                  <a:pt x="1" y="21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26"/>
          <p:cNvSpPr/>
          <p:nvPr/>
        </p:nvSpPr>
        <p:spPr>
          <a:xfrm>
            <a:off x="3015952" y="3190482"/>
            <a:ext cx="31908" cy="16062"/>
          </a:xfrm>
          <a:custGeom>
            <a:rect b="b" l="l" r="r" t="t"/>
            <a:pathLst>
              <a:path extrusionOk="0" h="149" w="296">
                <a:moveTo>
                  <a:pt x="1" y="1"/>
                </a:moveTo>
                <a:lnTo>
                  <a:pt x="296" y="1"/>
                </a:lnTo>
                <a:lnTo>
                  <a:pt x="296" y="149"/>
                </a:lnTo>
                <a:lnTo>
                  <a:pt x="1" y="14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26"/>
          <p:cNvSpPr/>
          <p:nvPr/>
        </p:nvSpPr>
        <p:spPr>
          <a:xfrm>
            <a:off x="3054975" y="3190482"/>
            <a:ext cx="31908" cy="16062"/>
          </a:xfrm>
          <a:custGeom>
            <a:rect b="b" l="l" r="r" t="t"/>
            <a:pathLst>
              <a:path extrusionOk="0" h="149" w="296">
                <a:moveTo>
                  <a:pt x="0" y="1"/>
                </a:moveTo>
                <a:lnTo>
                  <a:pt x="296" y="1"/>
                </a:lnTo>
                <a:lnTo>
                  <a:pt x="296" y="149"/>
                </a:lnTo>
                <a:lnTo>
                  <a:pt x="0" y="14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26"/>
          <p:cNvSpPr/>
          <p:nvPr/>
        </p:nvSpPr>
        <p:spPr>
          <a:xfrm>
            <a:off x="3093998" y="3190482"/>
            <a:ext cx="32016" cy="16062"/>
          </a:xfrm>
          <a:custGeom>
            <a:rect b="b" l="l" r="r" t="t"/>
            <a:pathLst>
              <a:path extrusionOk="0" h="149" w="297">
                <a:moveTo>
                  <a:pt x="0" y="1"/>
                </a:moveTo>
                <a:lnTo>
                  <a:pt x="296" y="1"/>
                </a:lnTo>
                <a:lnTo>
                  <a:pt x="296" y="149"/>
                </a:lnTo>
                <a:lnTo>
                  <a:pt x="0" y="14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26"/>
          <p:cNvSpPr/>
          <p:nvPr/>
        </p:nvSpPr>
        <p:spPr>
          <a:xfrm>
            <a:off x="3054975" y="3167736"/>
            <a:ext cx="31908" cy="16170"/>
          </a:xfrm>
          <a:custGeom>
            <a:rect b="b" l="l" r="r" t="t"/>
            <a:pathLst>
              <a:path extrusionOk="0" h="150" w="296">
                <a:moveTo>
                  <a:pt x="0" y="1"/>
                </a:moveTo>
                <a:lnTo>
                  <a:pt x="296" y="1"/>
                </a:lnTo>
                <a:lnTo>
                  <a:pt x="296" y="149"/>
                </a:lnTo>
                <a:lnTo>
                  <a:pt x="0" y="14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26"/>
          <p:cNvSpPr/>
          <p:nvPr/>
        </p:nvSpPr>
        <p:spPr>
          <a:xfrm>
            <a:off x="3186920" y="3256024"/>
            <a:ext cx="124506" cy="223577"/>
          </a:xfrm>
          <a:custGeom>
            <a:rect b="b" l="l" r="r" t="t"/>
            <a:pathLst>
              <a:path extrusionOk="0" h="2074" w="1155">
                <a:moveTo>
                  <a:pt x="1" y="0"/>
                </a:moveTo>
                <a:lnTo>
                  <a:pt x="1154" y="0"/>
                </a:lnTo>
                <a:lnTo>
                  <a:pt x="1154" y="2073"/>
                </a:lnTo>
                <a:lnTo>
                  <a:pt x="1" y="20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26"/>
          <p:cNvSpPr/>
          <p:nvPr/>
        </p:nvSpPr>
        <p:spPr>
          <a:xfrm>
            <a:off x="3186812" y="3200831"/>
            <a:ext cx="124614" cy="55301"/>
          </a:xfrm>
          <a:custGeom>
            <a:rect b="b" l="l" r="r" t="t"/>
            <a:pathLst>
              <a:path extrusionOk="0" h="513" w="1156">
                <a:moveTo>
                  <a:pt x="191" y="277"/>
                </a:moveTo>
                <a:cubicBezTo>
                  <a:pt x="247" y="115"/>
                  <a:pt x="399" y="1"/>
                  <a:pt x="578" y="1"/>
                </a:cubicBezTo>
                <a:cubicBezTo>
                  <a:pt x="757" y="1"/>
                  <a:pt x="910" y="115"/>
                  <a:pt x="966" y="277"/>
                </a:cubicBezTo>
                <a:lnTo>
                  <a:pt x="1155" y="277"/>
                </a:lnTo>
                <a:lnTo>
                  <a:pt x="1155" y="512"/>
                </a:lnTo>
                <a:lnTo>
                  <a:pt x="1" y="512"/>
                </a:lnTo>
                <a:lnTo>
                  <a:pt x="1" y="27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26"/>
          <p:cNvSpPr/>
          <p:nvPr/>
        </p:nvSpPr>
        <p:spPr>
          <a:xfrm>
            <a:off x="3215917" y="3211072"/>
            <a:ext cx="66619" cy="33418"/>
          </a:xfrm>
          <a:custGeom>
            <a:rect b="b" l="l" r="r" t="t"/>
            <a:pathLst>
              <a:path extrusionOk="0" h="310" w="618">
                <a:moveTo>
                  <a:pt x="1" y="310"/>
                </a:moveTo>
                <a:cubicBezTo>
                  <a:pt x="1" y="139"/>
                  <a:pt x="139" y="1"/>
                  <a:pt x="310" y="1"/>
                </a:cubicBezTo>
                <a:cubicBezTo>
                  <a:pt x="480" y="1"/>
                  <a:pt x="618" y="139"/>
                  <a:pt x="618" y="31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26"/>
          <p:cNvSpPr/>
          <p:nvPr/>
        </p:nvSpPr>
        <p:spPr>
          <a:xfrm>
            <a:off x="3223787" y="3441546"/>
            <a:ext cx="50557" cy="38053"/>
          </a:xfrm>
          <a:custGeom>
            <a:rect b="b" l="l" r="r" t="t"/>
            <a:pathLst>
              <a:path extrusionOk="0" h="353" w="469">
                <a:moveTo>
                  <a:pt x="1" y="0"/>
                </a:moveTo>
                <a:lnTo>
                  <a:pt x="468" y="0"/>
                </a:lnTo>
                <a:lnTo>
                  <a:pt x="468" y="352"/>
                </a:lnTo>
                <a:lnTo>
                  <a:pt x="1" y="35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26"/>
          <p:cNvSpPr/>
          <p:nvPr/>
        </p:nvSpPr>
        <p:spPr>
          <a:xfrm>
            <a:off x="3198885" y="3412440"/>
            <a:ext cx="43658" cy="20266"/>
          </a:xfrm>
          <a:custGeom>
            <a:rect b="b" l="l" r="r" t="t"/>
            <a:pathLst>
              <a:path extrusionOk="0" h="188" w="405">
                <a:moveTo>
                  <a:pt x="0" y="0"/>
                </a:moveTo>
                <a:lnTo>
                  <a:pt x="405" y="0"/>
                </a:lnTo>
                <a:lnTo>
                  <a:pt x="405" y="188"/>
                </a:lnTo>
                <a:lnTo>
                  <a:pt x="0" y="1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26"/>
          <p:cNvSpPr/>
          <p:nvPr/>
        </p:nvSpPr>
        <p:spPr>
          <a:xfrm>
            <a:off x="3258713" y="3412440"/>
            <a:ext cx="43766" cy="20266"/>
          </a:xfrm>
          <a:custGeom>
            <a:rect b="b" l="l" r="r" t="t"/>
            <a:pathLst>
              <a:path extrusionOk="0" h="188" w="406">
                <a:moveTo>
                  <a:pt x="1" y="0"/>
                </a:moveTo>
                <a:lnTo>
                  <a:pt x="405" y="0"/>
                </a:lnTo>
                <a:lnTo>
                  <a:pt x="405" y="188"/>
                </a:lnTo>
                <a:lnTo>
                  <a:pt x="1" y="1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26"/>
          <p:cNvSpPr/>
          <p:nvPr/>
        </p:nvSpPr>
        <p:spPr>
          <a:xfrm>
            <a:off x="3198885" y="3382364"/>
            <a:ext cx="43658" cy="20266"/>
          </a:xfrm>
          <a:custGeom>
            <a:rect b="b" l="l" r="r" t="t"/>
            <a:pathLst>
              <a:path extrusionOk="0" h="188" w="405">
                <a:moveTo>
                  <a:pt x="0" y="1"/>
                </a:moveTo>
                <a:lnTo>
                  <a:pt x="405" y="1"/>
                </a:lnTo>
                <a:lnTo>
                  <a:pt x="405" y="187"/>
                </a:lnTo>
                <a:lnTo>
                  <a:pt x="0" y="18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26"/>
          <p:cNvSpPr/>
          <p:nvPr/>
        </p:nvSpPr>
        <p:spPr>
          <a:xfrm>
            <a:off x="3258713" y="3382364"/>
            <a:ext cx="43766" cy="20266"/>
          </a:xfrm>
          <a:custGeom>
            <a:rect b="b" l="l" r="r" t="t"/>
            <a:pathLst>
              <a:path extrusionOk="0" h="188" w="406">
                <a:moveTo>
                  <a:pt x="1" y="1"/>
                </a:moveTo>
                <a:lnTo>
                  <a:pt x="405" y="1"/>
                </a:lnTo>
                <a:lnTo>
                  <a:pt x="405" y="187"/>
                </a:lnTo>
                <a:lnTo>
                  <a:pt x="1" y="18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26"/>
          <p:cNvSpPr/>
          <p:nvPr/>
        </p:nvSpPr>
        <p:spPr>
          <a:xfrm>
            <a:off x="3198885" y="3352504"/>
            <a:ext cx="43658" cy="20266"/>
          </a:xfrm>
          <a:custGeom>
            <a:rect b="b" l="l" r="r" t="t"/>
            <a:pathLst>
              <a:path extrusionOk="0" h="188" w="405">
                <a:moveTo>
                  <a:pt x="0" y="1"/>
                </a:moveTo>
                <a:lnTo>
                  <a:pt x="405" y="1"/>
                </a:lnTo>
                <a:lnTo>
                  <a:pt x="405" y="188"/>
                </a:lnTo>
                <a:lnTo>
                  <a:pt x="0" y="1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26"/>
          <p:cNvSpPr/>
          <p:nvPr/>
        </p:nvSpPr>
        <p:spPr>
          <a:xfrm>
            <a:off x="3258713" y="3352504"/>
            <a:ext cx="43766" cy="20266"/>
          </a:xfrm>
          <a:custGeom>
            <a:rect b="b" l="l" r="r" t="t"/>
            <a:pathLst>
              <a:path extrusionOk="0" h="188" w="406">
                <a:moveTo>
                  <a:pt x="1" y="1"/>
                </a:moveTo>
                <a:lnTo>
                  <a:pt x="405" y="1"/>
                </a:lnTo>
                <a:lnTo>
                  <a:pt x="405" y="188"/>
                </a:lnTo>
                <a:lnTo>
                  <a:pt x="1" y="1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26"/>
          <p:cNvSpPr/>
          <p:nvPr/>
        </p:nvSpPr>
        <p:spPr>
          <a:xfrm>
            <a:off x="3198885" y="3322428"/>
            <a:ext cx="43658" cy="20374"/>
          </a:xfrm>
          <a:custGeom>
            <a:rect b="b" l="l" r="r" t="t"/>
            <a:pathLst>
              <a:path extrusionOk="0" h="189" w="405">
                <a:moveTo>
                  <a:pt x="0" y="0"/>
                </a:moveTo>
                <a:lnTo>
                  <a:pt x="405" y="0"/>
                </a:lnTo>
                <a:lnTo>
                  <a:pt x="405" y="189"/>
                </a:lnTo>
                <a:lnTo>
                  <a:pt x="0" y="18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26"/>
          <p:cNvSpPr/>
          <p:nvPr/>
        </p:nvSpPr>
        <p:spPr>
          <a:xfrm>
            <a:off x="3258713" y="3322428"/>
            <a:ext cx="43766" cy="20374"/>
          </a:xfrm>
          <a:custGeom>
            <a:rect b="b" l="l" r="r" t="t"/>
            <a:pathLst>
              <a:path extrusionOk="0" h="189" w="406">
                <a:moveTo>
                  <a:pt x="1" y="0"/>
                </a:moveTo>
                <a:lnTo>
                  <a:pt x="405" y="0"/>
                </a:lnTo>
                <a:lnTo>
                  <a:pt x="405" y="189"/>
                </a:lnTo>
                <a:lnTo>
                  <a:pt x="1" y="18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26"/>
          <p:cNvSpPr/>
          <p:nvPr/>
        </p:nvSpPr>
        <p:spPr>
          <a:xfrm>
            <a:off x="3198885" y="3292567"/>
            <a:ext cx="43658" cy="20159"/>
          </a:xfrm>
          <a:custGeom>
            <a:rect b="b" l="l" r="r" t="t"/>
            <a:pathLst>
              <a:path extrusionOk="0" h="187" w="405">
                <a:moveTo>
                  <a:pt x="0" y="0"/>
                </a:moveTo>
                <a:lnTo>
                  <a:pt x="405" y="0"/>
                </a:lnTo>
                <a:lnTo>
                  <a:pt x="405" y="186"/>
                </a:lnTo>
                <a:lnTo>
                  <a:pt x="0" y="18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26"/>
          <p:cNvSpPr/>
          <p:nvPr/>
        </p:nvSpPr>
        <p:spPr>
          <a:xfrm>
            <a:off x="3258713" y="3292567"/>
            <a:ext cx="43766" cy="20159"/>
          </a:xfrm>
          <a:custGeom>
            <a:rect b="b" l="l" r="r" t="t"/>
            <a:pathLst>
              <a:path extrusionOk="0" h="187" w="406">
                <a:moveTo>
                  <a:pt x="1" y="0"/>
                </a:moveTo>
                <a:lnTo>
                  <a:pt x="405" y="0"/>
                </a:lnTo>
                <a:lnTo>
                  <a:pt x="405" y="186"/>
                </a:lnTo>
                <a:lnTo>
                  <a:pt x="1" y="18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26"/>
          <p:cNvSpPr/>
          <p:nvPr/>
        </p:nvSpPr>
        <p:spPr>
          <a:xfrm>
            <a:off x="3198885" y="3262384"/>
            <a:ext cx="43658" cy="20266"/>
          </a:xfrm>
          <a:custGeom>
            <a:rect b="b" l="l" r="r" t="t"/>
            <a:pathLst>
              <a:path extrusionOk="0" h="188" w="405">
                <a:moveTo>
                  <a:pt x="0" y="1"/>
                </a:moveTo>
                <a:lnTo>
                  <a:pt x="405" y="1"/>
                </a:lnTo>
                <a:lnTo>
                  <a:pt x="405" y="188"/>
                </a:lnTo>
                <a:lnTo>
                  <a:pt x="0" y="1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26"/>
          <p:cNvSpPr/>
          <p:nvPr/>
        </p:nvSpPr>
        <p:spPr>
          <a:xfrm>
            <a:off x="3258713" y="3262384"/>
            <a:ext cx="43766" cy="20266"/>
          </a:xfrm>
          <a:custGeom>
            <a:rect b="b" l="l" r="r" t="t"/>
            <a:pathLst>
              <a:path extrusionOk="0" h="188" w="406">
                <a:moveTo>
                  <a:pt x="1" y="1"/>
                </a:moveTo>
                <a:lnTo>
                  <a:pt x="405" y="1"/>
                </a:lnTo>
                <a:lnTo>
                  <a:pt x="405" y="188"/>
                </a:lnTo>
                <a:lnTo>
                  <a:pt x="1" y="1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26"/>
          <p:cNvSpPr/>
          <p:nvPr/>
        </p:nvSpPr>
        <p:spPr>
          <a:xfrm>
            <a:off x="3367805" y="3401121"/>
            <a:ext cx="37945" cy="31693"/>
          </a:xfrm>
          <a:custGeom>
            <a:rect b="b" l="l" r="r" t="t"/>
            <a:pathLst>
              <a:path extrusionOk="0" h="294" w="352">
                <a:moveTo>
                  <a:pt x="1" y="1"/>
                </a:moveTo>
                <a:lnTo>
                  <a:pt x="352" y="1"/>
                </a:lnTo>
                <a:lnTo>
                  <a:pt x="352" y="294"/>
                </a:lnTo>
                <a:lnTo>
                  <a:pt x="1" y="2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26"/>
          <p:cNvSpPr/>
          <p:nvPr/>
        </p:nvSpPr>
        <p:spPr>
          <a:xfrm>
            <a:off x="3417715" y="3401121"/>
            <a:ext cx="38053" cy="31693"/>
          </a:xfrm>
          <a:custGeom>
            <a:rect b="b" l="l" r="r" t="t"/>
            <a:pathLst>
              <a:path extrusionOk="0" h="294" w="353">
                <a:moveTo>
                  <a:pt x="0" y="1"/>
                </a:moveTo>
                <a:lnTo>
                  <a:pt x="352" y="1"/>
                </a:lnTo>
                <a:lnTo>
                  <a:pt x="352" y="294"/>
                </a:lnTo>
                <a:lnTo>
                  <a:pt x="0" y="2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26"/>
          <p:cNvSpPr/>
          <p:nvPr/>
        </p:nvSpPr>
        <p:spPr>
          <a:xfrm>
            <a:off x="3467626" y="3401121"/>
            <a:ext cx="37945" cy="31693"/>
          </a:xfrm>
          <a:custGeom>
            <a:rect b="b" l="l" r="r" t="t"/>
            <a:pathLst>
              <a:path extrusionOk="0" h="294" w="352">
                <a:moveTo>
                  <a:pt x="1" y="1"/>
                </a:moveTo>
                <a:lnTo>
                  <a:pt x="352" y="1"/>
                </a:lnTo>
                <a:lnTo>
                  <a:pt x="352" y="294"/>
                </a:lnTo>
                <a:lnTo>
                  <a:pt x="1" y="2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26"/>
          <p:cNvSpPr/>
          <p:nvPr/>
        </p:nvSpPr>
        <p:spPr>
          <a:xfrm>
            <a:off x="3367805" y="3354336"/>
            <a:ext cx="37945" cy="31585"/>
          </a:xfrm>
          <a:custGeom>
            <a:rect b="b" l="l" r="r" t="t"/>
            <a:pathLst>
              <a:path extrusionOk="0" h="293" w="352">
                <a:moveTo>
                  <a:pt x="1" y="0"/>
                </a:moveTo>
                <a:lnTo>
                  <a:pt x="352" y="0"/>
                </a:lnTo>
                <a:lnTo>
                  <a:pt x="352" y="293"/>
                </a:lnTo>
                <a:lnTo>
                  <a:pt x="1" y="29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26"/>
          <p:cNvSpPr/>
          <p:nvPr/>
        </p:nvSpPr>
        <p:spPr>
          <a:xfrm>
            <a:off x="3417715" y="3354336"/>
            <a:ext cx="38053" cy="31585"/>
          </a:xfrm>
          <a:custGeom>
            <a:rect b="b" l="l" r="r" t="t"/>
            <a:pathLst>
              <a:path extrusionOk="0" h="293" w="353">
                <a:moveTo>
                  <a:pt x="0" y="0"/>
                </a:moveTo>
                <a:lnTo>
                  <a:pt x="352" y="0"/>
                </a:lnTo>
                <a:lnTo>
                  <a:pt x="352" y="293"/>
                </a:lnTo>
                <a:lnTo>
                  <a:pt x="0" y="29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26"/>
          <p:cNvSpPr/>
          <p:nvPr/>
        </p:nvSpPr>
        <p:spPr>
          <a:xfrm>
            <a:off x="3467626" y="3354336"/>
            <a:ext cx="37945" cy="31585"/>
          </a:xfrm>
          <a:custGeom>
            <a:rect b="b" l="l" r="r" t="t"/>
            <a:pathLst>
              <a:path extrusionOk="0" h="293" w="352">
                <a:moveTo>
                  <a:pt x="1" y="0"/>
                </a:moveTo>
                <a:lnTo>
                  <a:pt x="352" y="0"/>
                </a:lnTo>
                <a:lnTo>
                  <a:pt x="352" y="293"/>
                </a:lnTo>
                <a:lnTo>
                  <a:pt x="1" y="29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26"/>
          <p:cNvSpPr/>
          <p:nvPr/>
        </p:nvSpPr>
        <p:spPr>
          <a:xfrm>
            <a:off x="3367805" y="3307552"/>
            <a:ext cx="37945" cy="31585"/>
          </a:xfrm>
          <a:custGeom>
            <a:rect b="b" l="l" r="r" t="t"/>
            <a:pathLst>
              <a:path extrusionOk="0" h="293" w="352">
                <a:moveTo>
                  <a:pt x="1" y="0"/>
                </a:moveTo>
                <a:lnTo>
                  <a:pt x="352" y="0"/>
                </a:lnTo>
                <a:lnTo>
                  <a:pt x="352" y="293"/>
                </a:lnTo>
                <a:lnTo>
                  <a:pt x="1" y="29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26"/>
          <p:cNvSpPr/>
          <p:nvPr/>
        </p:nvSpPr>
        <p:spPr>
          <a:xfrm>
            <a:off x="3467626" y="3307552"/>
            <a:ext cx="37945" cy="31585"/>
          </a:xfrm>
          <a:custGeom>
            <a:rect b="b" l="l" r="r" t="t"/>
            <a:pathLst>
              <a:path extrusionOk="0" h="293" w="352">
                <a:moveTo>
                  <a:pt x="1" y="0"/>
                </a:moveTo>
                <a:lnTo>
                  <a:pt x="352" y="0"/>
                </a:lnTo>
                <a:lnTo>
                  <a:pt x="352" y="293"/>
                </a:lnTo>
                <a:lnTo>
                  <a:pt x="1" y="29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26"/>
          <p:cNvSpPr/>
          <p:nvPr/>
        </p:nvSpPr>
        <p:spPr>
          <a:xfrm>
            <a:off x="3367805" y="3260659"/>
            <a:ext cx="37945" cy="31585"/>
          </a:xfrm>
          <a:custGeom>
            <a:rect b="b" l="l" r="r" t="t"/>
            <a:pathLst>
              <a:path extrusionOk="0" h="293" w="352">
                <a:moveTo>
                  <a:pt x="1" y="0"/>
                </a:moveTo>
                <a:lnTo>
                  <a:pt x="352" y="0"/>
                </a:lnTo>
                <a:lnTo>
                  <a:pt x="352" y="293"/>
                </a:lnTo>
                <a:lnTo>
                  <a:pt x="1" y="29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26"/>
          <p:cNvSpPr/>
          <p:nvPr/>
        </p:nvSpPr>
        <p:spPr>
          <a:xfrm>
            <a:off x="3417715" y="3260659"/>
            <a:ext cx="38053" cy="78371"/>
          </a:xfrm>
          <a:custGeom>
            <a:rect b="b" l="l" r="r" t="t"/>
            <a:pathLst>
              <a:path extrusionOk="0" h="727" w="353">
                <a:moveTo>
                  <a:pt x="0" y="0"/>
                </a:moveTo>
                <a:lnTo>
                  <a:pt x="352" y="0"/>
                </a:lnTo>
                <a:lnTo>
                  <a:pt x="352" y="727"/>
                </a:lnTo>
                <a:lnTo>
                  <a:pt x="0" y="7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26"/>
          <p:cNvSpPr/>
          <p:nvPr/>
        </p:nvSpPr>
        <p:spPr>
          <a:xfrm>
            <a:off x="3467626" y="3260659"/>
            <a:ext cx="37945" cy="31585"/>
          </a:xfrm>
          <a:custGeom>
            <a:rect b="b" l="l" r="r" t="t"/>
            <a:pathLst>
              <a:path extrusionOk="0" h="293" w="352">
                <a:moveTo>
                  <a:pt x="1" y="0"/>
                </a:moveTo>
                <a:lnTo>
                  <a:pt x="352" y="0"/>
                </a:lnTo>
                <a:lnTo>
                  <a:pt x="352" y="293"/>
                </a:lnTo>
                <a:lnTo>
                  <a:pt x="1" y="29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26"/>
          <p:cNvSpPr/>
          <p:nvPr/>
        </p:nvSpPr>
        <p:spPr>
          <a:xfrm>
            <a:off x="3367805" y="3213874"/>
            <a:ext cx="37945" cy="31693"/>
          </a:xfrm>
          <a:custGeom>
            <a:rect b="b" l="l" r="r" t="t"/>
            <a:pathLst>
              <a:path extrusionOk="0" h="294" w="352">
                <a:moveTo>
                  <a:pt x="1" y="1"/>
                </a:moveTo>
                <a:lnTo>
                  <a:pt x="352" y="1"/>
                </a:lnTo>
                <a:lnTo>
                  <a:pt x="352" y="293"/>
                </a:lnTo>
                <a:lnTo>
                  <a:pt x="1" y="29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26"/>
          <p:cNvSpPr/>
          <p:nvPr/>
        </p:nvSpPr>
        <p:spPr>
          <a:xfrm>
            <a:off x="3417715" y="3213874"/>
            <a:ext cx="38053" cy="31693"/>
          </a:xfrm>
          <a:custGeom>
            <a:rect b="b" l="l" r="r" t="t"/>
            <a:pathLst>
              <a:path extrusionOk="0" h="294" w="353">
                <a:moveTo>
                  <a:pt x="0" y="1"/>
                </a:moveTo>
                <a:lnTo>
                  <a:pt x="352" y="1"/>
                </a:lnTo>
                <a:lnTo>
                  <a:pt x="352" y="293"/>
                </a:lnTo>
                <a:lnTo>
                  <a:pt x="0" y="29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26"/>
          <p:cNvSpPr/>
          <p:nvPr/>
        </p:nvSpPr>
        <p:spPr>
          <a:xfrm>
            <a:off x="3467626" y="3213874"/>
            <a:ext cx="37945" cy="31693"/>
          </a:xfrm>
          <a:custGeom>
            <a:rect b="b" l="l" r="r" t="t"/>
            <a:pathLst>
              <a:path extrusionOk="0" h="294" w="352">
                <a:moveTo>
                  <a:pt x="1" y="1"/>
                </a:moveTo>
                <a:lnTo>
                  <a:pt x="352" y="1"/>
                </a:lnTo>
                <a:lnTo>
                  <a:pt x="352" y="293"/>
                </a:lnTo>
                <a:lnTo>
                  <a:pt x="1" y="29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26"/>
          <p:cNvSpPr/>
          <p:nvPr/>
        </p:nvSpPr>
        <p:spPr>
          <a:xfrm>
            <a:off x="3379447" y="3161807"/>
            <a:ext cx="33309" cy="17679"/>
          </a:xfrm>
          <a:custGeom>
            <a:rect b="b" l="l" r="r" t="t"/>
            <a:pathLst>
              <a:path extrusionOk="0" h="164" w="309">
                <a:moveTo>
                  <a:pt x="0" y="1"/>
                </a:moveTo>
                <a:lnTo>
                  <a:pt x="308" y="1"/>
                </a:lnTo>
                <a:lnTo>
                  <a:pt x="308" y="163"/>
                </a:lnTo>
                <a:lnTo>
                  <a:pt x="0" y="16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26"/>
          <p:cNvSpPr/>
          <p:nvPr/>
        </p:nvSpPr>
        <p:spPr>
          <a:xfrm>
            <a:off x="3419979" y="3161807"/>
            <a:ext cx="33417" cy="17679"/>
          </a:xfrm>
          <a:custGeom>
            <a:rect b="b" l="l" r="r" t="t"/>
            <a:pathLst>
              <a:path extrusionOk="0" h="164" w="310">
                <a:moveTo>
                  <a:pt x="1" y="1"/>
                </a:moveTo>
                <a:lnTo>
                  <a:pt x="310" y="1"/>
                </a:lnTo>
                <a:lnTo>
                  <a:pt x="310" y="163"/>
                </a:lnTo>
                <a:lnTo>
                  <a:pt x="1" y="16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26"/>
          <p:cNvSpPr/>
          <p:nvPr/>
        </p:nvSpPr>
        <p:spPr>
          <a:xfrm>
            <a:off x="3460727" y="3161807"/>
            <a:ext cx="33309" cy="17679"/>
          </a:xfrm>
          <a:custGeom>
            <a:rect b="b" l="l" r="r" t="t"/>
            <a:pathLst>
              <a:path extrusionOk="0" h="164" w="309">
                <a:moveTo>
                  <a:pt x="0" y="1"/>
                </a:moveTo>
                <a:lnTo>
                  <a:pt x="308" y="1"/>
                </a:lnTo>
                <a:lnTo>
                  <a:pt x="308" y="163"/>
                </a:lnTo>
                <a:lnTo>
                  <a:pt x="0" y="16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26"/>
          <p:cNvSpPr/>
          <p:nvPr/>
        </p:nvSpPr>
        <p:spPr>
          <a:xfrm>
            <a:off x="6106848" y="1570696"/>
            <a:ext cx="171614" cy="28136"/>
          </a:xfrm>
          <a:custGeom>
            <a:rect b="b" l="l" r="r" t="t"/>
            <a:pathLst>
              <a:path extrusionOk="0" h="261" w="1592">
                <a:moveTo>
                  <a:pt x="1" y="0"/>
                </a:moveTo>
                <a:lnTo>
                  <a:pt x="158" y="261"/>
                </a:lnTo>
                <a:lnTo>
                  <a:pt x="1348" y="261"/>
                </a:lnTo>
                <a:lnTo>
                  <a:pt x="159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26"/>
          <p:cNvSpPr/>
          <p:nvPr/>
        </p:nvSpPr>
        <p:spPr>
          <a:xfrm>
            <a:off x="6145655" y="1436163"/>
            <a:ext cx="79339" cy="135397"/>
          </a:xfrm>
          <a:custGeom>
            <a:rect b="b" l="l" r="r" t="t"/>
            <a:pathLst>
              <a:path extrusionOk="0" h="1256" w="736">
                <a:moveTo>
                  <a:pt x="1" y="1255"/>
                </a:moveTo>
                <a:lnTo>
                  <a:pt x="736" y="1255"/>
                </a:lnTo>
                <a:lnTo>
                  <a:pt x="736" y="1"/>
                </a:lnTo>
                <a:cubicBezTo>
                  <a:pt x="104" y="460"/>
                  <a:pt x="1" y="1255"/>
                  <a:pt x="1" y="1255"/>
                </a:cubicBezTo>
                <a:close/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26"/>
          <p:cNvSpPr/>
          <p:nvPr/>
        </p:nvSpPr>
        <p:spPr>
          <a:xfrm>
            <a:off x="4189658" y="2511241"/>
            <a:ext cx="118146" cy="81605"/>
          </a:xfrm>
          <a:custGeom>
            <a:rect b="b" l="l" r="r" t="t"/>
            <a:pathLst>
              <a:path extrusionOk="0" h="757" w="1096">
                <a:moveTo>
                  <a:pt x="1" y="1"/>
                </a:moveTo>
                <a:lnTo>
                  <a:pt x="1095" y="1"/>
                </a:lnTo>
                <a:lnTo>
                  <a:pt x="1095" y="757"/>
                </a:lnTo>
                <a:lnTo>
                  <a:pt x="1" y="75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26"/>
          <p:cNvSpPr/>
          <p:nvPr/>
        </p:nvSpPr>
        <p:spPr>
          <a:xfrm>
            <a:off x="4209277" y="2521051"/>
            <a:ext cx="29860" cy="29861"/>
          </a:xfrm>
          <a:custGeom>
            <a:rect b="b" l="l" r="r" t="t"/>
            <a:pathLst>
              <a:path extrusionOk="0" h="277" w="277">
                <a:moveTo>
                  <a:pt x="1" y="1"/>
                </a:moveTo>
                <a:lnTo>
                  <a:pt x="276" y="1"/>
                </a:lnTo>
                <a:lnTo>
                  <a:pt x="276" y="276"/>
                </a:lnTo>
                <a:lnTo>
                  <a:pt x="1" y="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26"/>
          <p:cNvSpPr/>
          <p:nvPr/>
        </p:nvSpPr>
        <p:spPr>
          <a:xfrm>
            <a:off x="4258757" y="2530861"/>
            <a:ext cx="29752" cy="61985"/>
          </a:xfrm>
          <a:custGeom>
            <a:rect b="b" l="l" r="r" t="t"/>
            <a:pathLst>
              <a:path extrusionOk="0" h="575" w="276">
                <a:moveTo>
                  <a:pt x="0" y="1"/>
                </a:moveTo>
                <a:lnTo>
                  <a:pt x="275" y="1"/>
                </a:lnTo>
                <a:lnTo>
                  <a:pt x="275" y="575"/>
                </a:lnTo>
                <a:lnTo>
                  <a:pt x="0" y="5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26"/>
          <p:cNvSpPr/>
          <p:nvPr/>
        </p:nvSpPr>
        <p:spPr>
          <a:xfrm>
            <a:off x="4169715" y="2442142"/>
            <a:ext cx="158031" cy="69208"/>
          </a:xfrm>
          <a:custGeom>
            <a:rect b="b" l="l" r="r" t="t"/>
            <a:pathLst>
              <a:path extrusionOk="0" h="642" w="1466">
                <a:moveTo>
                  <a:pt x="1283" y="642"/>
                </a:moveTo>
                <a:lnTo>
                  <a:pt x="183" y="642"/>
                </a:lnTo>
                <a:lnTo>
                  <a:pt x="183" y="641"/>
                </a:lnTo>
                <a:lnTo>
                  <a:pt x="0" y="641"/>
                </a:lnTo>
                <a:lnTo>
                  <a:pt x="275" y="183"/>
                </a:lnTo>
                <a:lnTo>
                  <a:pt x="733" y="183"/>
                </a:lnTo>
                <a:lnTo>
                  <a:pt x="733" y="0"/>
                </a:lnTo>
                <a:lnTo>
                  <a:pt x="1008" y="0"/>
                </a:lnTo>
                <a:lnTo>
                  <a:pt x="1008" y="183"/>
                </a:lnTo>
                <a:lnTo>
                  <a:pt x="1190" y="183"/>
                </a:lnTo>
                <a:lnTo>
                  <a:pt x="1466" y="641"/>
                </a:lnTo>
                <a:lnTo>
                  <a:pt x="1283" y="6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26"/>
          <p:cNvSpPr/>
          <p:nvPr/>
        </p:nvSpPr>
        <p:spPr>
          <a:xfrm>
            <a:off x="4800442" y="1390025"/>
            <a:ext cx="192311" cy="213228"/>
          </a:xfrm>
          <a:custGeom>
            <a:rect b="b" l="l" r="r" t="t"/>
            <a:pathLst>
              <a:path extrusionOk="0" h="1978" w="1784">
                <a:moveTo>
                  <a:pt x="892" y="0"/>
                </a:moveTo>
                <a:cubicBezTo>
                  <a:pt x="399" y="0"/>
                  <a:pt x="0" y="399"/>
                  <a:pt x="0" y="891"/>
                </a:cubicBezTo>
                <a:cubicBezTo>
                  <a:pt x="0" y="1301"/>
                  <a:pt x="347" y="1656"/>
                  <a:pt x="582" y="1978"/>
                </a:cubicBezTo>
                <a:lnTo>
                  <a:pt x="921" y="1978"/>
                </a:lnTo>
                <a:lnTo>
                  <a:pt x="959" y="1978"/>
                </a:lnTo>
                <a:lnTo>
                  <a:pt x="1202" y="1978"/>
                </a:lnTo>
                <a:cubicBezTo>
                  <a:pt x="1427" y="1669"/>
                  <a:pt x="1783" y="1294"/>
                  <a:pt x="1783" y="891"/>
                </a:cubicBezTo>
                <a:cubicBezTo>
                  <a:pt x="1783" y="399"/>
                  <a:pt x="1384" y="0"/>
                  <a:pt x="89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26"/>
          <p:cNvSpPr/>
          <p:nvPr/>
        </p:nvSpPr>
        <p:spPr>
          <a:xfrm>
            <a:off x="4825559" y="1390025"/>
            <a:ext cx="142077" cy="213228"/>
          </a:xfrm>
          <a:custGeom>
            <a:rect b="b" l="l" r="r" t="t"/>
            <a:pathLst>
              <a:path extrusionOk="0" h="1978" w="1318">
                <a:moveTo>
                  <a:pt x="659" y="0"/>
                </a:moveTo>
                <a:cubicBezTo>
                  <a:pt x="296" y="0"/>
                  <a:pt x="0" y="399"/>
                  <a:pt x="0" y="891"/>
                </a:cubicBezTo>
                <a:cubicBezTo>
                  <a:pt x="0" y="1301"/>
                  <a:pt x="256" y="1656"/>
                  <a:pt x="430" y="1978"/>
                </a:cubicBezTo>
                <a:lnTo>
                  <a:pt x="680" y="1978"/>
                </a:lnTo>
                <a:lnTo>
                  <a:pt x="707" y="1978"/>
                </a:lnTo>
                <a:lnTo>
                  <a:pt x="887" y="1978"/>
                </a:lnTo>
                <a:cubicBezTo>
                  <a:pt x="1054" y="1669"/>
                  <a:pt x="1316" y="1294"/>
                  <a:pt x="1316" y="891"/>
                </a:cubicBezTo>
                <a:cubicBezTo>
                  <a:pt x="1317" y="399"/>
                  <a:pt x="1023" y="0"/>
                  <a:pt x="65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26"/>
          <p:cNvSpPr/>
          <p:nvPr/>
        </p:nvSpPr>
        <p:spPr>
          <a:xfrm>
            <a:off x="4854449" y="1390025"/>
            <a:ext cx="84298" cy="213228"/>
          </a:xfrm>
          <a:custGeom>
            <a:rect b="b" l="l" r="r" t="t"/>
            <a:pathLst>
              <a:path extrusionOk="0" h="1978" w="782">
                <a:moveTo>
                  <a:pt x="391" y="0"/>
                </a:moveTo>
                <a:cubicBezTo>
                  <a:pt x="176" y="0"/>
                  <a:pt x="0" y="399"/>
                  <a:pt x="0" y="891"/>
                </a:cubicBezTo>
                <a:cubicBezTo>
                  <a:pt x="0" y="1301"/>
                  <a:pt x="152" y="1656"/>
                  <a:pt x="255" y="1978"/>
                </a:cubicBezTo>
                <a:lnTo>
                  <a:pt x="526" y="1978"/>
                </a:lnTo>
                <a:cubicBezTo>
                  <a:pt x="625" y="1669"/>
                  <a:pt x="780" y="1294"/>
                  <a:pt x="780" y="891"/>
                </a:cubicBezTo>
                <a:cubicBezTo>
                  <a:pt x="781" y="399"/>
                  <a:pt x="606" y="0"/>
                  <a:pt x="3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26"/>
          <p:cNvSpPr/>
          <p:nvPr/>
        </p:nvSpPr>
        <p:spPr>
          <a:xfrm>
            <a:off x="4881938" y="1390025"/>
            <a:ext cx="29321" cy="213228"/>
          </a:xfrm>
          <a:custGeom>
            <a:rect b="b" l="l" r="r" t="t"/>
            <a:pathLst>
              <a:path extrusionOk="0" h="1978" w="272">
                <a:moveTo>
                  <a:pt x="136" y="0"/>
                </a:moveTo>
                <a:cubicBezTo>
                  <a:pt x="61" y="0"/>
                  <a:pt x="0" y="399"/>
                  <a:pt x="0" y="891"/>
                </a:cubicBezTo>
                <a:cubicBezTo>
                  <a:pt x="0" y="1301"/>
                  <a:pt x="52" y="1656"/>
                  <a:pt x="88" y="1978"/>
                </a:cubicBezTo>
                <a:lnTo>
                  <a:pt x="139" y="1978"/>
                </a:lnTo>
                <a:lnTo>
                  <a:pt x="144" y="1978"/>
                </a:lnTo>
                <a:lnTo>
                  <a:pt x="182" y="1978"/>
                </a:lnTo>
                <a:cubicBezTo>
                  <a:pt x="216" y="1669"/>
                  <a:pt x="270" y="1294"/>
                  <a:pt x="270" y="891"/>
                </a:cubicBezTo>
                <a:cubicBezTo>
                  <a:pt x="271" y="399"/>
                  <a:pt x="211" y="0"/>
                  <a:pt x="13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26"/>
          <p:cNvSpPr/>
          <p:nvPr/>
        </p:nvSpPr>
        <p:spPr>
          <a:xfrm>
            <a:off x="4875039" y="1683777"/>
            <a:ext cx="42903" cy="34927"/>
          </a:xfrm>
          <a:custGeom>
            <a:rect b="b" l="l" r="r" t="t"/>
            <a:pathLst>
              <a:path extrusionOk="0" h="324" w="398">
                <a:moveTo>
                  <a:pt x="1" y="1"/>
                </a:moveTo>
                <a:lnTo>
                  <a:pt x="1" y="284"/>
                </a:lnTo>
                <a:cubicBezTo>
                  <a:pt x="1" y="305"/>
                  <a:pt x="14" y="323"/>
                  <a:pt x="31" y="323"/>
                </a:cubicBezTo>
                <a:lnTo>
                  <a:pt x="367" y="323"/>
                </a:lnTo>
                <a:cubicBezTo>
                  <a:pt x="384" y="323"/>
                  <a:pt x="398" y="307"/>
                  <a:pt x="398" y="284"/>
                </a:cubicBezTo>
                <a:lnTo>
                  <a:pt x="398" y="1"/>
                </a:lnTo>
                <a:lnTo>
                  <a:pt x="241" y="1"/>
                </a:lnTo>
                <a:lnTo>
                  <a:pt x="21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26"/>
          <p:cNvSpPr/>
          <p:nvPr/>
        </p:nvSpPr>
        <p:spPr>
          <a:xfrm>
            <a:off x="4863181" y="1628260"/>
            <a:ext cx="66942" cy="56056"/>
          </a:xfrm>
          <a:custGeom>
            <a:rect b="b" l="l" r="r" t="t"/>
            <a:pathLst>
              <a:path extrusionOk="0" h="520" w="621">
                <a:moveTo>
                  <a:pt x="295" y="4"/>
                </a:moveTo>
                <a:lnTo>
                  <a:pt x="295" y="517"/>
                </a:lnTo>
                <a:lnTo>
                  <a:pt x="327" y="517"/>
                </a:lnTo>
                <a:lnTo>
                  <a:pt x="327" y="4"/>
                </a:lnTo>
                <a:close/>
                <a:moveTo>
                  <a:pt x="32" y="0"/>
                </a:moveTo>
                <a:lnTo>
                  <a:pt x="0" y="6"/>
                </a:lnTo>
                <a:lnTo>
                  <a:pt x="112" y="520"/>
                </a:lnTo>
                <a:lnTo>
                  <a:pt x="133" y="515"/>
                </a:lnTo>
                <a:lnTo>
                  <a:pt x="32" y="0"/>
                </a:lnTo>
                <a:close/>
                <a:moveTo>
                  <a:pt x="589" y="0"/>
                </a:moveTo>
                <a:lnTo>
                  <a:pt x="486" y="517"/>
                </a:lnTo>
                <a:lnTo>
                  <a:pt x="510" y="520"/>
                </a:lnTo>
                <a:lnTo>
                  <a:pt x="620" y="6"/>
                </a:lnTo>
                <a:lnTo>
                  <a:pt x="5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26"/>
          <p:cNvSpPr/>
          <p:nvPr/>
        </p:nvSpPr>
        <p:spPr>
          <a:xfrm>
            <a:off x="4863181" y="1628260"/>
            <a:ext cx="33525" cy="56056"/>
          </a:xfrm>
          <a:custGeom>
            <a:rect b="b" l="l" r="r" t="t"/>
            <a:pathLst>
              <a:path extrusionOk="0" h="520" w="311">
                <a:moveTo>
                  <a:pt x="295" y="3"/>
                </a:moveTo>
                <a:lnTo>
                  <a:pt x="295" y="516"/>
                </a:lnTo>
                <a:lnTo>
                  <a:pt x="310" y="516"/>
                </a:lnTo>
                <a:lnTo>
                  <a:pt x="310" y="3"/>
                </a:lnTo>
                <a:close/>
                <a:moveTo>
                  <a:pt x="32" y="0"/>
                </a:moveTo>
                <a:lnTo>
                  <a:pt x="0" y="6"/>
                </a:lnTo>
                <a:lnTo>
                  <a:pt x="112" y="520"/>
                </a:lnTo>
                <a:lnTo>
                  <a:pt x="134" y="516"/>
                </a:lnTo>
                <a:lnTo>
                  <a:pt x="3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26"/>
          <p:cNvSpPr/>
          <p:nvPr/>
        </p:nvSpPr>
        <p:spPr>
          <a:xfrm>
            <a:off x="4889591" y="1683777"/>
            <a:ext cx="13906" cy="19404"/>
          </a:xfrm>
          <a:custGeom>
            <a:rect b="b" l="l" r="r" t="t"/>
            <a:pathLst>
              <a:path extrusionOk="0" h="180" w="129">
                <a:moveTo>
                  <a:pt x="76" y="1"/>
                </a:moveTo>
                <a:lnTo>
                  <a:pt x="56" y="1"/>
                </a:lnTo>
                <a:cubicBezTo>
                  <a:pt x="43" y="28"/>
                  <a:pt x="22" y="62"/>
                  <a:pt x="12" y="103"/>
                </a:cubicBezTo>
                <a:cubicBezTo>
                  <a:pt x="1" y="150"/>
                  <a:pt x="37" y="180"/>
                  <a:pt x="65" y="180"/>
                </a:cubicBezTo>
                <a:cubicBezTo>
                  <a:pt x="94" y="180"/>
                  <a:pt x="129" y="150"/>
                  <a:pt x="117" y="103"/>
                </a:cubicBezTo>
                <a:cubicBezTo>
                  <a:pt x="108" y="63"/>
                  <a:pt x="88" y="28"/>
                  <a:pt x="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26"/>
          <p:cNvSpPr/>
          <p:nvPr/>
        </p:nvSpPr>
        <p:spPr>
          <a:xfrm>
            <a:off x="4875039" y="1683777"/>
            <a:ext cx="7007" cy="19404"/>
          </a:xfrm>
          <a:custGeom>
            <a:rect b="b" l="l" r="r" t="t"/>
            <a:pathLst>
              <a:path extrusionOk="0" h="180" w="65">
                <a:moveTo>
                  <a:pt x="11" y="1"/>
                </a:moveTo>
                <a:lnTo>
                  <a:pt x="1" y="1"/>
                </a:lnTo>
                <a:lnTo>
                  <a:pt x="1" y="180"/>
                </a:lnTo>
                <a:cubicBezTo>
                  <a:pt x="29" y="180"/>
                  <a:pt x="64" y="150"/>
                  <a:pt x="53" y="103"/>
                </a:cubicBezTo>
                <a:cubicBezTo>
                  <a:pt x="44" y="63"/>
                  <a:pt x="23" y="28"/>
                  <a:pt x="11" y="1"/>
                </a:cubicBezTo>
                <a:close/>
              </a:path>
            </a:pathLst>
          </a:custGeom>
          <a:solidFill>
            <a:srgbClr val="96D2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26"/>
          <p:cNvSpPr/>
          <p:nvPr/>
        </p:nvSpPr>
        <p:spPr>
          <a:xfrm>
            <a:off x="4911259" y="1682914"/>
            <a:ext cx="7007" cy="20266"/>
          </a:xfrm>
          <a:custGeom>
            <a:rect b="b" l="l" r="r" t="t"/>
            <a:pathLst>
              <a:path extrusionOk="0" h="188" w="65">
                <a:moveTo>
                  <a:pt x="57" y="1"/>
                </a:moveTo>
                <a:lnTo>
                  <a:pt x="65" y="9"/>
                </a:lnTo>
                <a:lnTo>
                  <a:pt x="65" y="188"/>
                </a:lnTo>
                <a:cubicBezTo>
                  <a:pt x="35" y="188"/>
                  <a:pt x="0" y="158"/>
                  <a:pt x="13" y="111"/>
                </a:cubicBezTo>
                <a:cubicBezTo>
                  <a:pt x="20" y="71"/>
                  <a:pt x="44" y="30"/>
                  <a:pt x="5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26"/>
          <p:cNvSpPr/>
          <p:nvPr/>
        </p:nvSpPr>
        <p:spPr>
          <a:xfrm>
            <a:off x="4800442" y="1390025"/>
            <a:ext cx="96263" cy="213228"/>
          </a:xfrm>
          <a:custGeom>
            <a:rect b="b" l="l" r="r" t="t"/>
            <a:pathLst>
              <a:path extrusionOk="0" h="1978" w="893">
                <a:moveTo>
                  <a:pt x="892" y="0"/>
                </a:moveTo>
                <a:cubicBezTo>
                  <a:pt x="399" y="0"/>
                  <a:pt x="0" y="399"/>
                  <a:pt x="0" y="891"/>
                </a:cubicBezTo>
                <a:cubicBezTo>
                  <a:pt x="0" y="1301"/>
                  <a:pt x="347" y="1656"/>
                  <a:pt x="582" y="1978"/>
                </a:cubicBezTo>
                <a:lnTo>
                  <a:pt x="892" y="1978"/>
                </a:lnTo>
                <a:cubicBezTo>
                  <a:pt x="816" y="1319"/>
                  <a:pt x="824" y="659"/>
                  <a:pt x="89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26"/>
          <p:cNvSpPr/>
          <p:nvPr/>
        </p:nvSpPr>
        <p:spPr>
          <a:xfrm>
            <a:off x="4825559" y="1390025"/>
            <a:ext cx="71146" cy="213228"/>
          </a:xfrm>
          <a:custGeom>
            <a:rect b="b" l="l" r="r" t="t"/>
            <a:pathLst>
              <a:path extrusionOk="0" h="1978" w="660">
                <a:moveTo>
                  <a:pt x="659" y="0"/>
                </a:moveTo>
                <a:cubicBezTo>
                  <a:pt x="296" y="0"/>
                  <a:pt x="0" y="399"/>
                  <a:pt x="0" y="891"/>
                </a:cubicBezTo>
                <a:cubicBezTo>
                  <a:pt x="0" y="1301"/>
                  <a:pt x="256" y="1656"/>
                  <a:pt x="430" y="1978"/>
                </a:cubicBezTo>
                <a:lnTo>
                  <a:pt x="659" y="197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26"/>
          <p:cNvSpPr/>
          <p:nvPr/>
        </p:nvSpPr>
        <p:spPr>
          <a:xfrm>
            <a:off x="4854449" y="1390025"/>
            <a:ext cx="42257" cy="213228"/>
          </a:xfrm>
          <a:custGeom>
            <a:rect b="b" l="l" r="r" t="t"/>
            <a:pathLst>
              <a:path extrusionOk="0" h="1978" w="392">
                <a:moveTo>
                  <a:pt x="391" y="0"/>
                </a:moveTo>
                <a:cubicBezTo>
                  <a:pt x="176" y="0"/>
                  <a:pt x="0" y="399"/>
                  <a:pt x="0" y="891"/>
                </a:cubicBezTo>
                <a:cubicBezTo>
                  <a:pt x="0" y="1301"/>
                  <a:pt x="152" y="1656"/>
                  <a:pt x="255" y="1978"/>
                </a:cubicBezTo>
                <a:lnTo>
                  <a:pt x="391" y="1978"/>
                </a:lnTo>
                <a:cubicBezTo>
                  <a:pt x="229" y="1319"/>
                  <a:pt x="256" y="659"/>
                  <a:pt x="3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26"/>
          <p:cNvSpPr/>
          <p:nvPr/>
        </p:nvSpPr>
        <p:spPr>
          <a:xfrm>
            <a:off x="4881938" y="1390025"/>
            <a:ext cx="14768" cy="213228"/>
          </a:xfrm>
          <a:custGeom>
            <a:rect b="b" l="l" r="r" t="t"/>
            <a:pathLst>
              <a:path extrusionOk="0" h="1978" w="137">
                <a:moveTo>
                  <a:pt x="136" y="0"/>
                </a:moveTo>
                <a:cubicBezTo>
                  <a:pt x="61" y="0"/>
                  <a:pt x="0" y="399"/>
                  <a:pt x="0" y="891"/>
                </a:cubicBezTo>
                <a:cubicBezTo>
                  <a:pt x="0" y="1301"/>
                  <a:pt x="52" y="1656"/>
                  <a:pt x="88" y="1978"/>
                </a:cubicBezTo>
                <a:lnTo>
                  <a:pt x="136" y="197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26"/>
          <p:cNvSpPr/>
          <p:nvPr/>
        </p:nvSpPr>
        <p:spPr>
          <a:xfrm>
            <a:off x="4863181" y="1602820"/>
            <a:ext cx="33525" cy="26195"/>
          </a:xfrm>
          <a:custGeom>
            <a:rect b="b" l="l" r="r" t="t"/>
            <a:pathLst>
              <a:path extrusionOk="0" h="243" w="311">
                <a:moveTo>
                  <a:pt x="0" y="1"/>
                </a:moveTo>
                <a:lnTo>
                  <a:pt x="310" y="1"/>
                </a:lnTo>
                <a:lnTo>
                  <a:pt x="310" y="242"/>
                </a:lnTo>
                <a:lnTo>
                  <a:pt x="0" y="242"/>
                </a:lnTo>
                <a:close/>
              </a:path>
            </a:pathLst>
          </a:custGeom>
          <a:solidFill>
            <a:srgbClr val="3681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26"/>
          <p:cNvSpPr/>
          <p:nvPr/>
        </p:nvSpPr>
        <p:spPr>
          <a:xfrm>
            <a:off x="4875039" y="1683777"/>
            <a:ext cx="21452" cy="34927"/>
          </a:xfrm>
          <a:custGeom>
            <a:rect b="b" l="l" r="r" t="t"/>
            <a:pathLst>
              <a:path extrusionOk="0" h="324" w="199">
                <a:moveTo>
                  <a:pt x="1" y="1"/>
                </a:moveTo>
                <a:lnTo>
                  <a:pt x="1" y="284"/>
                </a:lnTo>
                <a:cubicBezTo>
                  <a:pt x="1" y="305"/>
                  <a:pt x="14" y="323"/>
                  <a:pt x="31" y="323"/>
                </a:cubicBezTo>
                <a:lnTo>
                  <a:pt x="198" y="323"/>
                </a:lnTo>
                <a:lnTo>
                  <a:pt x="198" y="180"/>
                </a:lnTo>
                <a:cubicBezTo>
                  <a:pt x="182" y="125"/>
                  <a:pt x="180" y="53"/>
                  <a:pt x="19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26"/>
          <p:cNvSpPr/>
          <p:nvPr/>
        </p:nvSpPr>
        <p:spPr>
          <a:xfrm>
            <a:off x="4875039" y="1680974"/>
            <a:ext cx="21667" cy="9271"/>
          </a:xfrm>
          <a:custGeom>
            <a:rect b="b" l="l" r="r" t="t"/>
            <a:pathLst>
              <a:path extrusionOk="0" h="86" w="201">
                <a:moveTo>
                  <a:pt x="200" y="0"/>
                </a:moveTo>
                <a:lnTo>
                  <a:pt x="188" y="19"/>
                </a:lnTo>
                <a:cubicBezTo>
                  <a:pt x="177" y="34"/>
                  <a:pt x="162" y="44"/>
                  <a:pt x="150" y="51"/>
                </a:cubicBezTo>
                <a:cubicBezTo>
                  <a:pt x="137" y="58"/>
                  <a:pt x="122" y="61"/>
                  <a:pt x="108" y="61"/>
                </a:cubicBezTo>
                <a:cubicBezTo>
                  <a:pt x="101" y="61"/>
                  <a:pt x="94" y="60"/>
                  <a:pt x="87" y="59"/>
                </a:cubicBezTo>
                <a:cubicBezTo>
                  <a:pt x="66" y="54"/>
                  <a:pt x="49" y="46"/>
                  <a:pt x="36" y="37"/>
                </a:cubicBezTo>
                <a:cubicBezTo>
                  <a:pt x="28" y="32"/>
                  <a:pt x="23" y="26"/>
                  <a:pt x="21" y="21"/>
                </a:cubicBezTo>
                <a:lnTo>
                  <a:pt x="1" y="32"/>
                </a:lnTo>
                <a:cubicBezTo>
                  <a:pt x="4" y="39"/>
                  <a:pt x="12" y="48"/>
                  <a:pt x="22" y="57"/>
                </a:cubicBezTo>
                <a:cubicBezTo>
                  <a:pt x="38" y="68"/>
                  <a:pt x="59" y="78"/>
                  <a:pt x="84" y="83"/>
                </a:cubicBezTo>
                <a:cubicBezTo>
                  <a:pt x="91" y="84"/>
                  <a:pt x="99" y="85"/>
                  <a:pt x="106" y="85"/>
                </a:cubicBezTo>
                <a:cubicBezTo>
                  <a:pt x="124" y="85"/>
                  <a:pt x="143" y="81"/>
                  <a:pt x="160" y="73"/>
                </a:cubicBezTo>
                <a:cubicBezTo>
                  <a:pt x="177" y="65"/>
                  <a:pt x="183" y="51"/>
                  <a:pt x="197" y="32"/>
                </a:cubicBezTo>
                <a:lnTo>
                  <a:pt x="200" y="27"/>
                </a:lnTo>
                <a:lnTo>
                  <a:pt x="20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26"/>
          <p:cNvSpPr/>
          <p:nvPr/>
        </p:nvSpPr>
        <p:spPr>
          <a:xfrm>
            <a:off x="4889591" y="1683777"/>
            <a:ext cx="7115" cy="19404"/>
          </a:xfrm>
          <a:custGeom>
            <a:rect b="b" l="l" r="r" t="t"/>
            <a:pathLst>
              <a:path extrusionOk="0" h="180" w="66">
                <a:moveTo>
                  <a:pt x="65" y="1"/>
                </a:moveTo>
                <a:lnTo>
                  <a:pt x="56" y="1"/>
                </a:lnTo>
                <a:cubicBezTo>
                  <a:pt x="43" y="28"/>
                  <a:pt x="22" y="62"/>
                  <a:pt x="12" y="103"/>
                </a:cubicBezTo>
                <a:cubicBezTo>
                  <a:pt x="1" y="150"/>
                  <a:pt x="36" y="180"/>
                  <a:pt x="65" y="18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26"/>
          <p:cNvSpPr/>
          <p:nvPr/>
        </p:nvSpPr>
        <p:spPr>
          <a:xfrm>
            <a:off x="4875039" y="1683130"/>
            <a:ext cx="7007" cy="20051"/>
          </a:xfrm>
          <a:custGeom>
            <a:rect b="b" l="l" r="r" t="t"/>
            <a:pathLst>
              <a:path extrusionOk="0" h="186" w="65">
                <a:moveTo>
                  <a:pt x="6" y="1"/>
                </a:moveTo>
                <a:lnTo>
                  <a:pt x="1" y="7"/>
                </a:lnTo>
                <a:lnTo>
                  <a:pt x="1" y="186"/>
                </a:lnTo>
                <a:cubicBezTo>
                  <a:pt x="29" y="186"/>
                  <a:pt x="64" y="156"/>
                  <a:pt x="53" y="109"/>
                </a:cubicBezTo>
                <a:cubicBezTo>
                  <a:pt x="44" y="69"/>
                  <a:pt x="18" y="28"/>
                  <a:pt x="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26"/>
          <p:cNvSpPr/>
          <p:nvPr/>
        </p:nvSpPr>
        <p:spPr>
          <a:xfrm>
            <a:off x="4896598" y="1680974"/>
            <a:ext cx="21560" cy="9271"/>
          </a:xfrm>
          <a:custGeom>
            <a:rect b="b" l="l" r="r" t="t"/>
            <a:pathLst>
              <a:path extrusionOk="0" h="86" w="200">
                <a:moveTo>
                  <a:pt x="0" y="0"/>
                </a:moveTo>
                <a:lnTo>
                  <a:pt x="0" y="27"/>
                </a:lnTo>
                <a:lnTo>
                  <a:pt x="2" y="32"/>
                </a:lnTo>
                <a:cubicBezTo>
                  <a:pt x="17" y="51"/>
                  <a:pt x="23" y="65"/>
                  <a:pt x="39" y="73"/>
                </a:cubicBezTo>
                <a:cubicBezTo>
                  <a:pt x="57" y="81"/>
                  <a:pt x="76" y="85"/>
                  <a:pt x="94" y="85"/>
                </a:cubicBezTo>
                <a:cubicBezTo>
                  <a:pt x="101" y="85"/>
                  <a:pt x="109" y="84"/>
                  <a:pt x="116" y="83"/>
                </a:cubicBezTo>
                <a:cubicBezTo>
                  <a:pt x="140" y="78"/>
                  <a:pt x="162" y="68"/>
                  <a:pt x="177" y="57"/>
                </a:cubicBezTo>
                <a:cubicBezTo>
                  <a:pt x="188" y="48"/>
                  <a:pt x="196" y="39"/>
                  <a:pt x="200" y="32"/>
                </a:cubicBezTo>
                <a:lnTo>
                  <a:pt x="179" y="21"/>
                </a:lnTo>
                <a:cubicBezTo>
                  <a:pt x="176" y="26"/>
                  <a:pt x="171" y="32"/>
                  <a:pt x="164" y="37"/>
                </a:cubicBezTo>
                <a:cubicBezTo>
                  <a:pt x="151" y="46"/>
                  <a:pt x="133" y="54"/>
                  <a:pt x="113" y="59"/>
                </a:cubicBezTo>
                <a:cubicBezTo>
                  <a:pt x="106" y="60"/>
                  <a:pt x="99" y="61"/>
                  <a:pt x="91" y="61"/>
                </a:cubicBezTo>
                <a:cubicBezTo>
                  <a:pt x="77" y="61"/>
                  <a:pt x="63" y="58"/>
                  <a:pt x="49" y="51"/>
                </a:cubicBezTo>
                <a:cubicBezTo>
                  <a:pt x="37" y="44"/>
                  <a:pt x="23" y="34"/>
                  <a:pt x="12" y="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26"/>
          <p:cNvSpPr/>
          <p:nvPr/>
        </p:nvSpPr>
        <p:spPr>
          <a:xfrm>
            <a:off x="4863181" y="1602820"/>
            <a:ext cx="66942" cy="26195"/>
          </a:xfrm>
          <a:custGeom>
            <a:rect b="b" l="l" r="r" t="t"/>
            <a:pathLst>
              <a:path extrusionOk="0" h="243" w="621">
                <a:moveTo>
                  <a:pt x="0" y="1"/>
                </a:moveTo>
                <a:lnTo>
                  <a:pt x="0" y="242"/>
                </a:lnTo>
                <a:lnTo>
                  <a:pt x="620" y="242"/>
                </a:lnTo>
                <a:lnTo>
                  <a:pt x="620" y="1"/>
                </a:lnTo>
                <a:lnTo>
                  <a:pt x="377" y="1"/>
                </a:lnTo>
                <a:lnTo>
                  <a:pt x="33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26"/>
          <p:cNvSpPr/>
          <p:nvPr/>
        </p:nvSpPr>
        <p:spPr>
          <a:xfrm>
            <a:off x="4308990" y="4245510"/>
            <a:ext cx="113511" cy="184446"/>
          </a:xfrm>
          <a:custGeom>
            <a:rect b="b" l="l" r="r" t="t"/>
            <a:pathLst>
              <a:path extrusionOk="0" h="1711" w="1053">
                <a:moveTo>
                  <a:pt x="1053" y="1710"/>
                </a:moveTo>
                <a:lnTo>
                  <a:pt x="1" y="1710"/>
                </a:lnTo>
                <a:lnTo>
                  <a:pt x="1" y="604"/>
                </a:lnTo>
                <a:lnTo>
                  <a:pt x="530" y="0"/>
                </a:lnTo>
                <a:lnTo>
                  <a:pt x="1053" y="60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26"/>
          <p:cNvSpPr/>
          <p:nvPr/>
        </p:nvSpPr>
        <p:spPr>
          <a:xfrm>
            <a:off x="4281933" y="4231711"/>
            <a:ext cx="167841" cy="99499"/>
          </a:xfrm>
          <a:custGeom>
            <a:rect b="b" l="l" r="r" t="t"/>
            <a:pathLst>
              <a:path extrusionOk="0" h="923" w="1557">
                <a:moveTo>
                  <a:pt x="1428" y="922"/>
                </a:moveTo>
                <a:lnTo>
                  <a:pt x="761" y="255"/>
                </a:lnTo>
                <a:lnTo>
                  <a:pt x="127" y="890"/>
                </a:lnTo>
                <a:lnTo>
                  <a:pt x="0" y="762"/>
                </a:lnTo>
                <a:lnTo>
                  <a:pt x="761" y="1"/>
                </a:lnTo>
                <a:lnTo>
                  <a:pt x="1556" y="7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26"/>
          <p:cNvSpPr/>
          <p:nvPr/>
        </p:nvSpPr>
        <p:spPr>
          <a:xfrm>
            <a:off x="4383695" y="4330347"/>
            <a:ext cx="17894" cy="17787"/>
          </a:xfrm>
          <a:custGeom>
            <a:rect b="b" l="l" r="r" t="t"/>
            <a:pathLst>
              <a:path extrusionOk="0" h="165" w="166">
                <a:moveTo>
                  <a:pt x="0" y="0"/>
                </a:moveTo>
                <a:lnTo>
                  <a:pt x="165" y="0"/>
                </a:lnTo>
                <a:lnTo>
                  <a:pt x="165" y="165"/>
                </a:lnTo>
                <a:lnTo>
                  <a:pt x="0" y="16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26"/>
          <p:cNvSpPr/>
          <p:nvPr/>
        </p:nvSpPr>
        <p:spPr>
          <a:xfrm>
            <a:off x="4329364" y="4330347"/>
            <a:ext cx="17787" cy="17787"/>
          </a:xfrm>
          <a:custGeom>
            <a:rect b="b" l="l" r="r" t="t"/>
            <a:pathLst>
              <a:path extrusionOk="0" h="165" w="165">
                <a:moveTo>
                  <a:pt x="0" y="0"/>
                </a:moveTo>
                <a:lnTo>
                  <a:pt x="165" y="0"/>
                </a:lnTo>
                <a:lnTo>
                  <a:pt x="165" y="165"/>
                </a:lnTo>
                <a:lnTo>
                  <a:pt x="0" y="16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26"/>
          <p:cNvSpPr/>
          <p:nvPr/>
        </p:nvSpPr>
        <p:spPr>
          <a:xfrm>
            <a:off x="4350385" y="4371203"/>
            <a:ext cx="30830" cy="58320"/>
          </a:xfrm>
          <a:custGeom>
            <a:rect b="b" l="l" r="r" t="t"/>
            <a:pathLst>
              <a:path extrusionOk="0" h="541" w="286">
                <a:moveTo>
                  <a:pt x="0" y="1"/>
                </a:moveTo>
                <a:lnTo>
                  <a:pt x="286" y="1"/>
                </a:lnTo>
                <a:lnTo>
                  <a:pt x="286" y="540"/>
                </a:lnTo>
                <a:lnTo>
                  <a:pt x="0" y="5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26"/>
          <p:cNvSpPr/>
          <p:nvPr/>
        </p:nvSpPr>
        <p:spPr>
          <a:xfrm>
            <a:off x="4356206" y="4286473"/>
            <a:ext cx="19404" cy="18003"/>
          </a:xfrm>
          <a:custGeom>
            <a:rect b="b" l="l" r="r" t="t"/>
            <a:pathLst>
              <a:path extrusionOk="0" h="167" w="180">
                <a:moveTo>
                  <a:pt x="180" y="83"/>
                </a:moveTo>
                <a:cubicBezTo>
                  <a:pt x="180" y="129"/>
                  <a:pt x="139" y="167"/>
                  <a:pt x="90" y="167"/>
                </a:cubicBezTo>
                <a:cubicBezTo>
                  <a:pt x="41" y="167"/>
                  <a:pt x="1" y="129"/>
                  <a:pt x="1" y="83"/>
                </a:cubicBezTo>
                <a:cubicBezTo>
                  <a:pt x="1" y="37"/>
                  <a:pt x="42" y="0"/>
                  <a:pt x="90" y="0"/>
                </a:cubicBezTo>
                <a:cubicBezTo>
                  <a:pt x="139" y="1"/>
                  <a:pt x="180" y="39"/>
                  <a:pt x="180" y="8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26"/>
          <p:cNvSpPr/>
          <p:nvPr/>
        </p:nvSpPr>
        <p:spPr>
          <a:xfrm>
            <a:off x="4821032" y="3241794"/>
            <a:ext cx="16062" cy="61015"/>
          </a:xfrm>
          <a:custGeom>
            <a:rect b="b" l="l" r="r" t="t"/>
            <a:pathLst>
              <a:path extrusionOk="0" h="566" w="149">
                <a:moveTo>
                  <a:pt x="149" y="0"/>
                </a:moveTo>
                <a:lnTo>
                  <a:pt x="0" y="0"/>
                </a:lnTo>
                <a:lnTo>
                  <a:pt x="0" y="524"/>
                </a:lnTo>
                <a:cubicBezTo>
                  <a:pt x="53" y="562"/>
                  <a:pt x="103" y="565"/>
                  <a:pt x="149" y="5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26"/>
          <p:cNvSpPr/>
          <p:nvPr/>
        </p:nvSpPr>
        <p:spPr>
          <a:xfrm>
            <a:off x="4772307" y="3144560"/>
            <a:ext cx="113403" cy="118688"/>
          </a:xfrm>
          <a:custGeom>
            <a:rect b="b" l="l" r="r" t="t"/>
            <a:pathLst>
              <a:path extrusionOk="0" h="1101" w="1052">
                <a:moveTo>
                  <a:pt x="526" y="1"/>
                </a:moveTo>
                <a:cubicBezTo>
                  <a:pt x="235" y="1"/>
                  <a:pt x="0" y="248"/>
                  <a:pt x="0" y="550"/>
                </a:cubicBezTo>
                <a:cubicBezTo>
                  <a:pt x="0" y="855"/>
                  <a:pt x="235" y="1101"/>
                  <a:pt x="526" y="1101"/>
                </a:cubicBezTo>
                <a:cubicBezTo>
                  <a:pt x="817" y="1101"/>
                  <a:pt x="1052" y="853"/>
                  <a:pt x="1052" y="550"/>
                </a:cubicBezTo>
                <a:cubicBezTo>
                  <a:pt x="1052" y="248"/>
                  <a:pt x="817" y="1"/>
                  <a:pt x="52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26"/>
          <p:cNvSpPr/>
          <p:nvPr/>
        </p:nvSpPr>
        <p:spPr>
          <a:xfrm>
            <a:off x="4919775" y="3122353"/>
            <a:ext cx="15307" cy="58751"/>
          </a:xfrm>
          <a:custGeom>
            <a:rect b="b" l="l" r="r" t="t"/>
            <a:pathLst>
              <a:path extrusionOk="0" h="545" w="142">
                <a:moveTo>
                  <a:pt x="141" y="0"/>
                </a:moveTo>
                <a:lnTo>
                  <a:pt x="0" y="0"/>
                </a:lnTo>
                <a:lnTo>
                  <a:pt x="0" y="505"/>
                </a:lnTo>
                <a:cubicBezTo>
                  <a:pt x="49" y="541"/>
                  <a:pt x="98" y="545"/>
                  <a:pt x="141" y="50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26"/>
          <p:cNvSpPr/>
          <p:nvPr/>
        </p:nvSpPr>
        <p:spPr>
          <a:xfrm>
            <a:off x="4883555" y="3001726"/>
            <a:ext cx="87747" cy="141326"/>
          </a:xfrm>
          <a:custGeom>
            <a:rect b="b" l="l" r="r" t="t"/>
            <a:pathLst>
              <a:path extrusionOk="0" h="1311" w="814">
                <a:moveTo>
                  <a:pt x="408" y="1"/>
                </a:moveTo>
                <a:cubicBezTo>
                  <a:pt x="184" y="1"/>
                  <a:pt x="1" y="294"/>
                  <a:pt x="1" y="656"/>
                </a:cubicBezTo>
                <a:cubicBezTo>
                  <a:pt x="1" y="1017"/>
                  <a:pt x="182" y="1311"/>
                  <a:pt x="408" y="1311"/>
                </a:cubicBezTo>
                <a:cubicBezTo>
                  <a:pt x="631" y="1311"/>
                  <a:pt x="814" y="1017"/>
                  <a:pt x="814" y="656"/>
                </a:cubicBezTo>
                <a:cubicBezTo>
                  <a:pt x="813" y="294"/>
                  <a:pt x="631" y="1"/>
                  <a:pt x="40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26"/>
          <p:cNvSpPr/>
          <p:nvPr/>
        </p:nvSpPr>
        <p:spPr>
          <a:xfrm>
            <a:off x="5488841" y="2096323"/>
            <a:ext cx="16170" cy="61015"/>
          </a:xfrm>
          <a:custGeom>
            <a:rect b="b" l="l" r="r" t="t"/>
            <a:pathLst>
              <a:path extrusionOk="0" h="566" w="150">
                <a:moveTo>
                  <a:pt x="149" y="1"/>
                </a:moveTo>
                <a:lnTo>
                  <a:pt x="1" y="1"/>
                </a:lnTo>
                <a:lnTo>
                  <a:pt x="1" y="524"/>
                </a:lnTo>
                <a:cubicBezTo>
                  <a:pt x="53" y="562"/>
                  <a:pt x="103" y="565"/>
                  <a:pt x="149" y="5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26"/>
          <p:cNvSpPr/>
          <p:nvPr/>
        </p:nvSpPr>
        <p:spPr>
          <a:xfrm>
            <a:off x="5440116" y="1998981"/>
            <a:ext cx="113511" cy="118688"/>
          </a:xfrm>
          <a:custGeom>
            <a:rect b="b" l="l" r="r" t="t"/>
            <a:pathLst>
              <a:path extrusionOk="0" h="1101" w="1053">
                <a:moveTo>
                  <a:pt x="526" y="0"/>
                </a:moveTo>
                <a:cubicBezTo>
                  <a:pt x="236" y="0"/>
                  <a:pt x="1" y="247"/>
                  <a:pt x="1" y="551"/>
                </a:cubicBezTo>
                <a:cubicBezTo>
                  <a:pt x="1" y="854"/>
                  <a:pt x="236" y="1100"/>
                  <a:pt x="526" y="1100"/>
                </a:cubicBezTo>
                <a:cubicBezTo>
                  <a:pt x="817" y="1100"/>
                  <a:pt x="1052" y="853"/>
                  <a:pt x="1052" y="551"/>
                </a:cubicBezTo>
                <a:cubicBezTo>
                  <a:pt x="1052" y="248"/>
                  <a:pt x="817" y="0"/>
                  <a:pt x="52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26"/>
          <p:cNvSpPr/>
          <p:nvPr/>
        </p:nvSpPr>
        <p:spPr>
          <a:xfrm>
            <a:off x="4548841" y="1744899"/>
            <a:ext cx="15307" cy="32663"/>
          </a:xfrm>
          <a:custGeom>
            <a:rect b="b" l="l" r="r" t="t"/>
            <a:pathLst>
              <a:path extrusionOk="0" h="303" w="142">
                <a:moveTo>
                  <a:pt x="141" y="1"/>
                </a:moveTo>
                <a:lnTo>
                  <a:pt x="0" y="1"/>
                </a:lnTo>
                <a:lnTo>
                  <a:pt x="0" y="280"/>
                </a:lnTo>
                <a:cubicBezTo>
                  <a:pt x="50" y="301"/>
                  <a:pt x="96" y="303"/>
                  <a:pt x="141" y="28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26"/>
          <p:cNvSpPr/>
          <p:nvPr/>
        </p:nvSpPr>
        <p:spPr>
          <a:xfrm>
            <a:off x="4512729" y="1595489"/>
            <a:ext cx="87532" cy="160945"/>
          </a:xfrm>
          <a:custGeom>
            <a:rect b="b" l="l" r="r" t="t"/>
            <a:pathLst>
              <a:path extrusionOk="0" h="1493" w="812">
                <a:moveTo>
                  <a:pt x="406" y="0"/>
                </a:moveTo>
                <a:cubicBezTo>
                  <a:pt x="147" y="412"/>
                  <a:pt x="2" y="873"/>
                  <a:pt x="1" y="1399"/>
                </a:cubicBezTo>
                <a:cubicBezTo>
                  <a:pt x="267" y="1484"/>
                  <a:pt x="536" y="1492"/>
                  <a:pt x="812" y="1399"/>
                </a:cubicBezTo>
                <a:cubicBezTo>
                  <a:pt x="786" y="933"/>
                  <a:pt x="631" y="467"/>
                  <a:pt x="40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26"/>
          <p:cNvSpPr/>
          <p:nvPr/>
        </p:nvSpPr>
        <p:spPr>
          <a:xfrm>
            <a:off x="4255846" y="1835881"/>
            <a:ext cx="28243" cy="84731"/>
          </a:xfrm>
          <a:custGeom>
            <a:rect b="b" l="l" r="r" t="t"/>
            <a:pathLst>
              <a:path extrusionOk="0" h="786" w="262">
                <a:moveTo>
                  <a:pt x="1" y="1"/>
                </a:moveTo>
                <a:lnTo>
                  <a:pt x="262" y="1"/>
                </a:lnTo>
                <a:lnTo>
                  <a:pt x="262" y="786"/>
                </a:lnTo>
                <a:lnTo>
                  <a:pt x="1" y="78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26"/>
          <p:cNvSpPr/>
          <p:nvPr/>
        </p:nvSpPr>
        <p:spPr>
          <a:xfrm>
            <a:off x="4185238" y="1808069"/>
            <a:ext cx="196191" cy="53900"/>
          </a:xfrm>
          <a:custGeom>
            <a:rect b="b" l="l" r="r" t="t"/>
            <a:pathLst>
              <a:path extrusionOk="0" h="500" w="1820">
                <a:moveTo>
                  <a:pt x="1" y="1"/>
                </a:moveTo>
                <a:lnTo>
                  <a:pt x="790" y="1"/>
                </a:lnTo>
                <a:lnTo>
                  <a:pt x="1579" y="1"/>
                </a:lnTo>
                <a:lnTo>
                  <a:pt x="1820" y="251"/>
                </a:lnTo>
                <a:lnTo>
                  <a:pt x="1579" y="499"/>
                </a:lnTo>
                <a:lnTo>
                  <a:pt x="1" y="499"/>
                </a:lnTo>
                <a:lnTo>
                  <a:pt x="1" y="49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26"/>
          <p:cNvSpPr/>
          <p:nvPr/>
        </p:nvSpPr>
        <p:spPr>
          <a:xfrm>
            <a:off x="3625658" y="2627448"/>
            <a:ext cx="28243" cy="84731"/>
          </a:xfrm>
          <a:custGeom>
            <a:rect b="b" l="l" r="r" t="t"/>
            <a:pathLst>
              <a:path extrusionOk="0" h="786" w="262">
                <a:moveTo>
                  <a:pt x="0" y="0"/>
                </a:moveTo>
                <a:lnTo>
                  <a:pt x="261" y="0"/>
                </a:lnTo>
                <a:lnTo>
                  <a:pt x="261" y="785"/>
                </a:lnTo>
                <a:lnTo>
                  <a:pt x="0" y="78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26"/>
          <p:cNvSpPr/>
          <p:nvPr/>
        </p:nvSpPr>
        <p:spPr>
          <a:xfrm>
            <a:off x="3555050" y="2599744"/>
            <a:ext cx="196299" cy="53684"/>
          </a:xfrm>
          <a:custGeom>
            <a:rect b="b" l="l" r="r" t="t"/>
            <a:pathLst>
              <a:path extrusionOk="0" h="498" w="1821">
                <a:moveTo>
                  <a:pt x="0" y="0"/>
                </a:moveTo>
                <a:lnTo>
                  <a:pt x="789" y="0"/>
                </a:lnTo>
                <a:lnTo>
                  <a:pt x="1579" y="0"/>
                </a:lnTo>
                <a:lnTo>
                  <a:pt x="1821" y="248"/>
                </a:lnTo>
                <a:lnTo>
                  <a:pt x="1579" y="498"/>
                </a:lnTo>
                <a:lnTo>
                  <a:pt x="0" y="498"/>
                </a:lnTo>
                <a:lnTo>
                  <a:pt x="0" y="498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26"/>
          <p:cNvSpPr/>
          <p:nvPr/>
        </p:nvSpPr>
        <p:spPr>
          <a:xfrm>
            <a:off x="5493908" y="2788608"/>
            <a:ext cx="28243" cy="84731"/>
          </a:xfrm>
          <a:custGeom>
            <a:rect b="b" l="l" r="r" t="t"/>
            <a:pathLst>
              <a:path extrusionOk="0" h="786" w="262">
                <a:moveTo>
                  <a:pt x="1" y="0"/>
                </a:moveTo>
                <a:lnTo>
                  <a:pt x="262" y="0"/>
                </a:lnTo>
                <a:lnTo>
                  <a:pt x="262" y="786"/>
                </a:lnTo>
                <a:lnTo>
                  <a:pt x="1" y="78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26"/>
          <p:cNvSpPr/>
          <p:nvPr/>
        </p:nvSpPr>
        <p:spPr>
          <a:xfrm>
            <a:off x="5423300" y="2760903"/>
            <a:ext cx="196191" cy="53684"/>
          </a:xfrm>
          <a:custGeom>
            <a:rect b="b" l="l" r="r" t="t"/>
            <a:pathLst>
              <a:path extrusionOk="0" h="498" w="1820">
                <a:moveTo>
                  <a:pt x="0" y="0"/>
                </a:moveTo>
                <a:lnTo>
                  <a:pt x="789" y="0"/>
                </a:lnTo>
                <a:lnTo>
                  <a:pt x="1578" y="0"/>
                </a:lnTo>
                <a:lnTo>
                  <a:pt x="1819" y="248"/>
                </a:lnTo>
                <a:lnTo>
                  <a:pt x="1578" y="498"/>
                </a:lnTo>
                <a:lnTo>
                  <a:pt x="0" y="498"/>
                </a:lnTo>
                <a:lnTo>
                  <a:pt x="0" y="498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26"/>
          <p:cNvSpPr/>
          <p:nvPr/>
        </p:nvSpPr>
        <p:spPr>
          <a:xfrm>
            <a:off x="5008493" y="2217274"/>
            <a:ext cx="208912" cy="171186"/>
          </a:xfrm>
          <a:custGeom>
            <a:rect b="b" l="l" r="r" t="t"/>
            <a:pathLst>
              <a:path extrusionOk="0" h="1588" w="1938">
                <a:moveTo>
                  <a:pt x="1" y="0"/>
                </a:moveTo>
                <a:lnTo>
                  <a:pt x="1938" y="0"/>
                </a:lnTo>
                <a:lnTo>
                  <a:pt x="1938" y="1588"/>
                </a:lnTo>
                <a:lnTo>
                  <a:pt x="1" y="1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26"/>
          <p:cNvSpPr/>
          <p:nvPr/>
        </p:nvSpPr>
        <p:spPr>
          <a:xfrm>
            <a:off x="5036305" y="2304267"/>
            <a:ext cx="17894" cy="17895"/>
          </a:xfrm>
          <a:custGeom>
            <a:rect b="b" l="l" r="r" t="t"/>
            <a:pathLst>
              <a:path extrusionOk="0" h="166" w="166">
                <a:moveTo>
                  <a:pt x="1" y="0"/>
                </a:moveTo>
                <a:lnTo>
                  <a:pt x="165" y="0"/>
                </a:lnTo>
                <a:lnTo>
                  <a:pt x="165" y="165"/>
                </a:lnTo>
                <a:lnTo>
                  <a:pt x="1" y="16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26"/>
          <p:cNvSpPr/>
          <p:nvPr/>
        </p:nvSpPr>
        <p:spPr>
          <a:xfrm>
            <a:off x="5063254" y="2304267"/>
            <a:ext cx="17894" cy="17895"/>
          </a:xfrm>
          <a:custGeom>
            <a:rect b="b" l="l" r="r" t="t"/>
            <a:pathLst>
              <a:path extrusionOk="0" h="166" w="166">
                <a:moveTo>
                  <a:pt x="0" y="0"/>
                </a:moveTo>
                <a:lnTo>
                  <a:pt x="165" y="0"/>
                </a:lnTo>
                <a:lnTo>
                  <a:pt x="165" y="165"/>
                </a:lnTo>
                <a:lnTo>
                  <a:pt x="0" y="16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26"/>
          <p:cNvSpPr/>
          <p:nvPr/>
        </p:nvSpPr>
        <p:spPr>
          <a:xfrm>
            <a:off x="5089988" y="2304267"/>
            <a:ext cx="18002" cy="17895"/>
          </a:xfrm>
          <a:custGeom>
            <a:rect b="b" l="l" r="r" t="t"/>
            <a:pathLst>
              <a:path extrusionOk="0" h="166" w="167">
                <a:moveTo>
                  <a:pt x="1" y="0"/>
                </a:moveTo>
                <a:lnTo>
                  <a:pt x="167" y="0"/>
                </a:lnTo>
                <a:lnTo>
                  <a:pt x="167" y="165"/>
                </a:lnTo>
                <a:lnTo>
                  <a:pt x="1" y="16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26"/>
          <p:cNvSpPr/>
          <p:nvPr/>
        </p:nvSpPr>
        <p:spPr>
          <a:xfrm>
            <a:off x="5116938" y="2304267"/>
            <a:ext cx="17894" cy="17895"/>
          </a:xfrm>
          <a:custGeom>
            <a:rect b="b" l="l" r="r" t="t"/>
            <a:pathLst>
              <a:path extrusionOk="0" h="166" w="166">
                <a:moveTo>
                  <a:pt x="1" y="0"/>
                </a:moveTo>
                <a:lnTo>
                  <a:pt x="165" y="0"/>
                </a:lnTo>
                <a:lnTo>
                  <a:pt x="165" y="165"/>
                </a:lnTo>
                <a:lnTo>
                  <a:pt x="1" y="16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26"/>
          <p:cNvSpPr/>
          <p:nvPr/>
        </p:nvSpPr>
        <p:spPr>
          <a:xfrm>
            <a:off x="5143995" y="2304267"/>
            <a:ext cx="18002" cy="17895"/>
          </a:xfrm>
          <a:custGeom>
            <a:rect b="b" l="l" r="r" t="t"/>
            <a:pathLst>
              <a:path extrusionOk="0" h="166" w="167">
                <a:moveTo>
                  <a:pt x="0" y="0"/>
                </a:moveTo>
                <a:lnTo>
                  <a:pt x="166" y="0"/>
                </a:lnTo>
                <a:lnTo>
                  <a:pt x="166" y="165"/>
                </a:lnTo>
                <a:lnTo>
                  <a:pt x="0" y="16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26"/>
          <p:cNvSpPr/>
          <p:nvPr/>
        </p:nvSpPr>
        <p:spPr>
          <a:xfrm>
            <a:off x="5170837" y="2304267"/>
            <a:ext cx="17894" cy="17895"/>
          </a:xfrm>
          <a:custGeom>
            <a:rect b="b" l="l" r="r" t="t"/>
            <a:pathLst>
              <a:path extrusionOk="0" h="166" w="166">
                <a:moveTo>
                  <a:pt x="1" y="0"/>
                </a:moveTo>
                <a:lnTo>
                  <a:pt x="166" y="0"/>
                </a:lnTo>
                <a:lnTo>
                  <a:pt x="166" y="165"/>
                </a:lnTo>
                <a:lnTo>
                  <a:pt x="1" y="16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26"/>
          <p:cNvSpPr/>
          <p:nvPr/>
        </p:nvSpPr>
        <p:spPr>
          <a:xfrm>
            <a:off x="5000300" y="2192480"/>
            <a:ext cx="227453" cy="92492"/>
          </a:xfrm>
          <a:custGeom>
            <a:rect b="b" l="l" r="r" t="t"/>
            <a:pathLst>
              <a:path extrusionOk="0" h="858" w="2110">
                <a:moveTo>
                  <a:pt x="2096" y="767"/>
                </a:moveTo>
                <a:lnTo>
                  <a:pt x="2096" y="1"/>
                </a:lnTo>
                <a:lnTo>
                  <a:pt x="0" y="1"/>
                </a:lnTo>
                <a:lnTo>
                  <a:pt x="0" y="777"/>
                </a:lnTo>
                <a:lnTo>
                  <a:pt x="1" y="777"/>
                </a:lnTo>
                <a:lnTo>
                  <a:pt x="0" y="788"/>
                </a:lnTo>
                <a:cubicBezTo>
                  <a:pt x="0" y="827"/>
                  <a:pt x="39" y="857"/>
                  <a:pt x="88" y="857"/>
                </a:cubicBezTo>
                <a:cubicBezTo>
                  <a:pt x="116" y="857"/>
                  <a:pt x="140" y="847"/>
                  <a:pt x="157" y="832"/>
                </a:cubicBezTo>
                <a:cubicBezTo>
                  <a:pt x="174" y="847"/>
                  <a:pt x="198" y="857"/>
                  <a:pt x="226" y="857"/>
                </a:cubicBezTo>
                <a:cubicBezTo>
                  <a:pt x="254" y="857"/>
                  <a:pt x="278" y="847"/>
                  <a:pt x="295" y="832"/>
                </a:cubicBezTo>
                <a:cubicBezTo>
                  <a:pt x="312" y="847"/>
                  <a:pt x="336" y="857"/>
                  <a:pt x="364" y="857"/>
                </a:cubicBezTo>
                <a:cubicBezTo>
                  <a:pt x="392" y="857"/>
                  <a:pt x="417" y="847"/>
                  <a:pt x="433" y="832"/>
                </a:cubicBezTo>
                <a:cubicBezTo>
                  <a:pt x="450" y="847"/>
                  <a:pt x="474" y="857"/>
                  <a:pt x="502" y="857"/>
                </a:cubicBezTo>
                <a:cubicBezTo>
                  <a:pt x="530" y="857"/>
                  <a:pt x="555" y="847"/>
                  <a:pt x="571" y="832"/>
                </a:cubicBezTo>
                <a:cubicBezTo>
                  <a:pt x="588" y="847"/>
                  <a:pt x="612" y="857"/>
                  <a:pt x="641" y="857"/>
                </a:cubicBezTo>
                <a:cubicBezTo>
                  <a:pt x="668" y="857"/>
                  <a:pt x="693" y="847"/>
                  <a:pt x="709" y="832"/>
                </a:cubicBezTo>
                <a:cubicBezTo>
                  <a:pt x="727" y="847"/>
                  <a:pt x="750" y="857"/>
                  <a:pt x="779" y="857"/>
                </a:cubicBezTo>
                <a:cubicBezTo>
                  <a:pt x="806" y="857"/>
                  <a:pt x="831" y="847"/>
                  <a:pt x="847" y="832"/>
                </a:cubicBezTo>
                <a:cubicBezTo>
                  <a:pt x="865" y="847"/>
                  <a:pt x="888" y="857"/>
                  <a:pt x="917" y="857"/>
                </a:cubicBezTo>
                <a:cubicBezTo>
                  <a:pt x="944" y="857"/>
                  <a:pt x="969" y="847"/>
                  <a:pt x="985" y="832"/>
                </a:cubicBezTo>
                <a:cubicBezTo>
                  <a:pt x="1003" y="847"/>
                  <a:pt x="1026" y="857"/>
                  <a:pt x="1055" y="857"/>
                </a:cubicBezTo>
                <a:cubicBezTo>
                  <a:pt x="1083" y="857"/>
                  <a:pt x="1107" y="847"/>
                  <a:pt x="1124" y="832"/>
                </a:cubicBezTo>
                <a:cubicBezTo>
                  <a:pt x="1141" y="847"/>
                  <a:pt x="1164" y="857"/>
                  <a:pt x="1193" y="857"/>
                </a:cubicBezTo>
                <a:cubicBezTo>
                  <a:pt x="1221" y="857"/>
                  <a:pt x="1245" y="847"/>
                  <a:pt x="1262" y="832"/>
                </a:cubicBezTo>
                <a:cubicBezTo>
                  <a:pt x="1279" y="847"/>
                  <a:pt x="1303" y="857"/>
                  <a:pt x="1331" y="857"/>
                </a:cubicBezTo>
                <a:cubicBezTo>
                  <a:pt x="1359" y="857"/>
                  <a:pt x="1383" y="847"/>
                  <a:pt x="1400" y="832"/>
                </a:cubicBezTo>
                <a:cubicBezTo>
                  <a:pt x="1417" y="847"/>
                  <a:pt x="1441" y="857"/>
                  <a:pt x="1469" y="857"/>
                </a:cubicBezTo>
                <a:cubicBezTo>
                  <a:pt x="1497" y="857"/>
                  <a:pt x="1522" y="847"/>
                  <a:pt x="1538" y="832"/>
                </a:cubicBezTo>
                <a:cubicBezTo>
                  <a:pt x="1555" y="847"/>
                  <a:pt x="1579" y="857"/>
                  <a:pt x="1608" y="857"/>
                </a:cubicBezTo>
                <a:cubicBezTo>
                  <a:pt x="1635" y="857"/>
                  <a:pt x="1660" y="847"/>
                  <a:pt x="1676" y="832"/>
                </a:cubicBezTo>
                <a:cubicBezTo>
                  <a:pt x="1693" y="847"/>
                  <a:pt x="1717" y="857"/>
                  <a:pt x="1746" y="857"/>
                </a:cubicBezTo>
                <a:cubicBezTo>
                  <a:pt x="1773" y="857"/>
                  <a:pt x="1798" y="847"/>
                  <a:pt x="1814" y="832"/>
                </a:cubicBezTo>
                <a:cubicBezTo>
                  <a:pt x="1832" y="847"/>
                  <a:pt x="1855" y="857"/>
                  <a:pt x="1884" y="857"/>
                </a:cubicBezTo>
                <a:cubicBezTo>
                  <a:pt x="1911" y="857"/>
                  <a:pt x="1936" y="847"/>
                  <a:pt x="1952" y="832"/>
                </a:cubicBezTo>
                <a:cubicBezTo>
                  <a:pt x="1970" y="847"/>
                  <a:pt x="1993" y="857"/>
                  <a:pt x="2022" y="857"/>
                </a:cubicBezTo>
                <a:cubicBezTo>
                  <a:pt x="2070" y="857"/>
                  <a:pt x="2110" y="827"/>
                  <a:pt x="2110" y="788"/>
                </a:cubicBezTo>
                <a:cubicBezTo>
                  <a:pt x="2100" y="780"/>
                  <a:pt x="2099" y="773"/>
                  <a:pt x="2096" y="76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26"/>
          <p:cNvSpPr/>
          <p:nvPr/>
        </p:nvSpPr>
        <p:spPr>
          <a:xfrm>
            <a:off x="5033394" y="2329816"/>
            <a:ext cx="55947" cy="57565"/>
          </a:xfrm>
          <a:custGeom>
            <a:rect b="b" l="l" r="r" t="t"/>
            <a:pathLst>
              <a:path extrusionOk="0" h="534" w="519">
                <a:moveTo>
                  <a:pt x="0" y="1"/>
                </a:moveTo>
                <a:lnTo>
                  <a:pt x="519" y="1"/>
                </a:lnTo>
                <a:lnTo>
                  <a:pt x="519" y="534"/>
                </a:lnTo>
                <a:lnTo>
                  <a:pt x="0" y="53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26"/>
          <p:cNvSpPr/>
          <p:nvPr/>
        </p:nvSpPr>
        <p:spPr>
          <a:xfrm>
            <a:off x="5132353" y="2329816"/>
            <a:ext cx="56162" cy="57565"/>
          </a:xfrm>
          <a:custGeom>
            <a:rect b="b" l="l" r="r" t="t"/>
            <a:pathLst>
              <a:path extrusionOk="0" h="534" w="521">
                <a:moveTo>
                  <a:pt x="1" y="1"/>
                </a:moveTo>
                <a:lnTo>
                  <a:pt x="521" y="1"/>
                </a:lnTo>
                <a:lnTo>
                  <a:pt x="521" y="534"/>
                </a:lnTo>
                <a:lnTo>
                  <a:pt x="1" y="53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26"/>
          <p:cNvSpPr/>
          <p:nvPr/>
        </p:nvSpPr>
        <p:spPr>
          <a:xfrm>
            <a:off x="5034795" y="2220400"/>
            <a:ext cx="28243" cy="38808"/>
          </a:xfrm>
          <a:custGeom>
            <a:rect b="b" l="l" r="r" t="t"/>
            <a:pathLst>
              <a:path extrusionOk="0" h="360" w="262">
                <a:moveTo>
                  <a:pt x="261" y="85"/>
                </a:moveTo>
                <a:cubicBezTo>
                  <a:pt x="261" y="39"/>
                  <a:pt x="203" y="1"/>
                  <a:pt x="131" y="1"/>
                </a:cubicBezTo>
                <a:cubicBezTo>
                  <a:pt x="60" y="1"/>
                  <a:pt x="0" y="39"/>
                  <a:pt x="0" y="85"/>
                </a:cubicBezTo>
                <a:lnTo>
                  <a:pt x="0" y="90"/>
                </a:lnTo>
                <a:lnTo>
                  <a:pt x="0" y="360"/>
                </a:lnTo>
                <a:lnTo>
                  <a:pt x="260" y="360"/>
                </a:lnTo>
                <a:lnTo>
                  <a:pt x="260" y="8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26"/>
          <p:cNvSpPr/>
          <p:nvPr/>
        </p:nvSpPr>
        <p:spPr>
          <a:xfrm>
            <a:off x="5102061" y="2220400"/>
            <a:ext cx="28243" cy="38808"/>
          </a:xfrm>
          <a:custGeom>
            <a:rect b="b" l="l" r="r" t="t"/>
            <a:pathLst>
              <a:path extrusionOk="0" h="360" w="262">
                <a:moveTo>
                  <a:pt x="261" y="85"/>
                </a:moveTo>
                <a:cubicBezTo>
                  <a:pt x="261" y="39"/>
                  <a:pt x="203" y="1"/>
                  <a:pt x="131" y="1"/>
                </a:cubicBezTo>
                <a:cubicBezTo>
                  <a:pt x="60" y="1"/>
                  <a:pt x="0" y="39"/>
                  <a:pt x="0" y="85"/>
                </a:cubicBezTo>
                <a:lnTo>
                  <a:pt x="0" y="90"/>
                </a:lnTo>
                <a:lnTo>
                  <a:pt x="0" y="360"/>
                </a:lnTo>
                <a:lnTo>
                  <a:pt x="260" y="360"/>
                </a:lnTo>
                <a:lnTo>
                  <a:pt x="260" y="8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26"/>
          <p:cNvSpPr/>
          <p:nvPr/>
        </p:nvSpPr>
        <p:spPr>
          <a:xfrm>
            <a:off x="5167926" y="2220400"/>
            <a:ext cx="28243" cy="38808"/>
          </a:xfrm>
          <a:custGeom>
            <a:rect b="b" l="l" r="r" t="t"/>
            <a:pathLst>
              <a:path extrusionOk="0" h="360" w="262">
                <a:moveTo>
                  <a:pt x="261" y="85"/>
                </a:moveTo>
                <a:cubicBezTo>
                  <a:pt x="261" y="39"/>
                  <a:pt x="202" y="1"/>
                  <a:pt x="130" y="1"/>
                </a:cubicBezTo>
                <a:cubicBezTo>
                  <a:pt x="59" y="1"/>
                  <a:pt x="0" y="39"/>
                  <a:pt x="0" y="85"/>
                </a:cubicBezTo>
                <a:lnTo>
                  <a:pt x="0" y="90"/>
                </a:lnTo>
                <a:lnTo>
                  <a:pt x="0" y="360"/>
                </a:lnTo>
                <a:lnTo>
                  <a:pt x="259" y="360"/>
                </a:lnTo>
                <a:lnTo>
                  <a:pt x="259" y="8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26"/>
          <p:cNvSpPr/>
          <p:nvPr/>
        </p:nvSpPr>
        <p:spPr>
          <a:xfrm>
            <a:off x="5358837" y="2072392"/>
            <a:ext cx="58750" cy="37946"/>
          </a:xfrm>
          <a:custGeom>
            <a:rect b="b" l="l" r="r" t="t"/>
            <a:pathLst>
              <a:path extrusionOk="0" h="352" w="545">
                <a:moveTo>
                  <a:pt x="0" y="1"/>
                </a:moveTo>
                <a:lnTo>
                  <a:pt x="545" y="1"/>
                </a:lnTo>
                <a:lnTo>
                  <a:pt x="545" y="352"/>
                </a:lnTo>
                <a:lnTo>
                  <a:pt x="0" y="35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26"/>
          <p:cNvSpPr/>
          <p:nvPr/>
        </p:nvSpPr>
        <p:spPr>
          <a:xfrm>
            <a:off x="5198864" y="2017738"/>
            <a:ext cx="168919" cy="138415"/>
          </a:xfrm>
          <a:custGeom>
            <a:rect b="b" l="l" r="r" t="t"/>
            <a:pathLst>
              <a:path extrusionOk="0" h="1284" w="1567">
                <a:moveTo>
                  <a:pt x="1" y="0"/>
                </a:moveTo>
                <a:lnTo>
                  <a:pt x="1566" y="0"/>
                </a:lnTo>
                <a:lnTo>
                  <a:pt x="1566" y="1283"/>
                </a:lnTo>
                <a:lnTo>
                  <a:pt x="1" y="12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26"/>
          <p:cNvSpPr/>
          <p:nvPr/>
        </p:nvSpPr>
        <p:spPr>
          <a:xfrm>
            <a:off x="5210722" y="2087807"/>
            <a:ext cx="14445" cy="41934"/>
          </a:xfrm>
          <a:custGeom>
            <a:rect b="b" l="l" r="r" t="t"/>
            <a:pathLst>
              <a:path extrusionOk="0" h="389" w="134">
                <a:moveTo>
                  <a:pt x="0" y="1"/>
                </a:moveTo>
                <a:lnTo>
                  <a:pt x="133" y="1"/>
                </a:lnTo>
                <a:lnTo>
                  <a:pt x="133" y="389"/>
                </a:lnTo>
                <a:lnTo>
                  <a:pt x="0" y="3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26"/>
          <p:cNvSpPr/>
          <p:nvPr/>
        </p:nvSpPr>
        <p:spPr>
          <a:xfrm>
            <a:off x="5233683" y="2087807"/>
            <a:ext cx="14445" cy="41934"/>
          </a:xfrm>
          <a:custGeom>
            <a:rect b="b" l="l" r="r" t="t"/>
            <a:pathLst>
              <a:path extrusionOk="0" h="389" w="134">
                <a:moveTo>
                  <a:pt x="0" y="1"/>
                </a:moveTo>
                <a:lnTo>
                  <a:pt x="133" y="1"/>
                </a:lnTo>
                <a:lnTo>
                  <a:pt x="133" y="389"/>
                </a:lnTo>
                <a:lnTo>
                  <a:pt x="0" y="3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26"/>
          <p:cNvSpPr/>
          <p:nvPr/>
        </p:nvSpPr>
        <p:spPr>
          <a:xfrm>
            <a:off x="5315825" y="2087807"/>
            <a:ext cx="14445" cy="41934"/>
          </a:xfrm>
          <a:custGeom>
            <a:rect b="b" l="l" r="r" t="t"/>
            <a:pathLst>
              <a:path extrusionOk="0" h="389" w="134">
                <a:moveTo>
                  <a:pt x="0" y="1"/>
                </a:moveTo>
                <a:lnTo>
                  <a:pt x="133" y="1"/>
                </a:lnTo>
                <a:lnTo>
                  <a:pt x="133" y="389"/>
                </a:lnTo>
                <a:lnTo>
                  <a:pt x="0" y="3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p26"/>
          <p:cNvSpPr/>
          <p:nvPr/>
        </p:nvSpPr>
        <p:spPr>
          <a:xfrm>
            <a:off x="5338571" y="2087807"/>
            <a:ext cx="14445" cy="41934"/>
          </a:xfrm>
          <a:custGeom>
            <a:rect b="b" l="l" r="r" t="t"/>
            <a:pathLst>
              <a:path extrusionOk="0" h="389" w="134">
                <a:moveTo>
                  <a:pt x="0" y="1"/>
                </a:moveTo>
                <a:lnTo>
                  <a:pt x="133" y="1"/>
                </a:lnTo>
                <a:lnTo>
                  <a:pt x="133" y="389"/>
                </a:lnTo>
                <a:lnTo>
                  <a:pt x="0" y="3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26"/>
          <p:cNvSpPr/>
          <p:nvPr/>
        </p:nvSpPr>
        <p:spPr>
          <a:xfrm>
            <a:off x="5191965" y="1997687"/>
            <a:ext cx="182932" cy="74490"/>
          </a:xfrm>
          <a:custGeom>
            <a:rect b="b" l="l" r="r" t="t"/>
            <a:pathLst>
              <a:path extrusionOk="0" h="691" w="1697">
                <a:moveTo>
                  <a:pt x="1694" y="620"/>
                </a:moveTo>
                <a:lnTo>
                  <a:pt x="1694" y="1"/>
                </a:lnTo>
                <a:lnTo>
                  <a:pt x="0" y="1"/>
                </a:lnTo>
                <a:lnTo>
                  <a:pt x="0" y="628"/>
                </a:lnTo>
                <a:lnTo>
                  <a:pt x="2" y="628"/>
                </a:lnTo>
                <a:lnTo>
                  <a:pt x="0" y="635"/>
                </a:lnTo>
                <a:cubicBezTo>
                  <a:pt x="0" y="666"/>
                  <a:pt x="33" y="690"/>
                  <a:pt x="72" y="690"/>
                </a:cubicBezTo>
                <a:cubicBezTo>
                  <a:pt x="96" y="690"/>
                  <a:pt x="115" y="682"/>
                  <a:pt x="127" y="670"/>
                </a:cubicBezTo>
                <a:cubicBezTo>
                  <a:pt x="141" y="682"/>
                  <a:pt x="161" y="690"/>
                  <a:pt x="183" y="690"/>
                </a:cubicBezTo>
                <a:cubicBezTo>
                  <a:pt x="205" y="690"/>
                  <a:pt x="224" y="682"/>
                  <a:pt x="238" y="670"/>
                </a:cubicBezTo>
                <a:cubicBezTo>
                  <a:pt x="250" y="682"/>
                  <a:pt x="271" y="690"/>
                  <a:pt x="292" y="690"/>
                </a:cubicBezTo>
                <a:cubicBezTo>
                  <a:pt x="316" y="690"/>
                  <a:pt x="335" y="682"/>
                  <a:pt x="347" y="670"/>
                </a:cubicBezTo>
                <a:cubicBezTo>
                  <a:pt x="361" y="682"/>
                  <a:pt x="381" y="690"/>
                  <a:pt x="402" y="690"/>
                </a:cubicBezTo>
                <a:cubicBezTo>
                  <a:pt x="425" y="690"/>
                  <a:pt x="444" y="682"/>
                  <a:pt x="458" y="670"/>
                </a:cubicBezTo>
                <a:cubicBezTo>
                  <a:pt x="470" y="682"/>
                  <a:pt x="490" y="690"/>
                  <a:pt x="512" y="690"/>
                </a:cubicBezTo>
                <a:cubicBezTo>
                  <a:pt x="536" y="690"/>
                  <a:pt x="555" y="682"/>
                  <a:pt x="567" y="670"/>
                </a:cubicBezTo>
                <a:cubicBezTo>
                  <a:pt x="581" y="682"/>
                  <a:pt x="601" y="690"/>
                  <a:pt x="622" y="690"/>
                </a:cubicBezTo>
                <a:cubicBezTo>
                  <a:pt x="645" y="690"/>
                  <a:pt x="664" y="682"/>
                  <a:pt x="678" y="670"/>
                </a:cubicBezTo>
                <a:cubicBezTo>
                  <a:pt x="690" y="682"/>
                  <a:pt x="710" y="690"/>
                  <a:pt x="732" y="690"/>
                </a:cubicBezTo>
                <a:cubicBezTo>
                  <a:pt x="755" y="690"/>
                  <a:pt x="775" y="682"/>
                  <a:pt x="787" y="670"/>
                </a:cubicBezTo>
                <a:cubicBezTo>
                  <a:pt x="801" y="682"/>
                  <a:pt x="821" y="690"/>
                  <a:pt x="842" y="690"/>
                </a:cubicBezTo>
                <a:cubicBezTo>
                  <a:pt x="864" y="690"/>
                  <a:pt x="884" y="682"/>
                  <a:pt x="898" y="670"/>
                </a:cubicBezTo>
                <a:cubicBezTo>
                  <a:pt x="910" y="682"/>
                  <a:pt x="930" y="690"/>
                  <a:pt x="952" y="690"/>
                </a:cubicBezTo>
                <a:cubicBezTo>
                  <a:pt x="975" y="690"/>
                  <a:pt x="995" y="682"/>
                  <a:pt x="1007" y="670"/>
                </a:cubicBezTo>
                <a:cubicBezTo>
                  <a:pt x="1021" y="682"/>
                  <a:pt x="1041" y="690"/>
                  <a:pt x="1062" y="690"/>
                </a:cubicBezTo>
                <a:cubicBezTo>
                  <a:pt x="1085" y="690"/>
                  <a:pt x="1104" y="682"/>
                  <a:pt x="1118" y="670"/>
                </a:cubicBezTo>
                <a:cubicBezTo>
                  <a:pt x="1130" y="682"/>
                  <a:pt x="1150" y="690"/>
                  <a:pt x="1172" y="690"/>
                </a:cubicBezTo>
                <a:cubicBezTo>
                  <a:pt x="1195" y="690"/>
                  <a:pt x="1215" y="682"/>
                  <a:pt x="1227" y="670"/>
                </a:cubicBezTo>
                <a:cubicBezTo>
                  <a:pt x="1240" y="682"/>
                  <a:pt x="1261" y="690"/>
                  <a:pt x="1282" y="690"/>
                </a:cubicBezTo>
                <a:cubicBezTo>
                  <a:pt x="1305" y="690"/>
                  <a:pt x="1324" y="682"/>
                  <a:pt x="1338" y="670"/>
                </a:cubicBezTo>
                <a:cubicBezTo>
                  <a:pt x="1350" y="682"/>
                  <a:pt x="1370" y="690"/>
                  <a:pt x="1392" y="690"/>
                </a:cubicBezTo>
                <a:cubicBezTo>
                  <a:pt x="1415" y="690"/>
                  <a:pt x="1435" y="682"/>
                  <a:pt x="1447" y="670"/>
                </a:cubicBezTo>
                <a:cubicBezTo>
                  <a:pt x="1460" y="682"/>
                  <a:pt x="1481" y="690"/>
                  <a:pt x="1502" y="690"/>
                </a:cubicBezTo>
                <a:cubicBezTo>
                  <a:pt x="1525" y="690"/>
                  <a:pt x="1544" y="682"/>
                  <a:pt x="1558" y="670"/>
                </a:cubicBezTo>
                <a:cubicBezTo>
                  <a:pt x="1570" y="682"/>
                  <a:pt x="1590" y="690"/>
                  <a:pt x="1612" y="690"/>
                </a:cubicBezTo>
                <a:cubicBezTo>
                  <a:pt x="1652" y="690"/>
                  <a:pt x="1684" y="666"/>
                  <a:pt x="1684" y="635"/>
                </a:cubicBezTo>
                <a:cubicBezTo>
                  <a:pt x="1697" y="630"/>
                  <a:pt x="1697" y="624"/>
                  <a:pt x="1694" y="62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26"/>
          <p:cNvSpPr/>
          <p:nvPr/>
        </p:nvSpPr>
        <p:spPr>
          <a:xfrm>
            <a:off x="5259662" y="2087807"/>
            <a:ext cx="45383" cy="67267"/>
          </a:xfrm>
          <a:custGeom>
            <a:rect b="b" l="l" r="r" t="t"/>
            <a:pathLst>
              <a:path extrusionOk="0" h="624" w="421">
                <a:moveTo>
                  <a:pt x="1" y="1"/>
                </a:moveTo>
                <a:lnTo>
                  <a:pt x="420" y="1"/>
                </a:lnTo>
                <a:lnTo>
                  <a:pt x="420" y="624"/>
                </a:lnTo>
                <a:lnTo>
                  <a:pt x="1" y="6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5" name="Google Shape;1855;p26"/>
          <p:cNvSpPr/>
          <p:nvPr/>
        </p:nvSpPr>
        <p:spPr>
          <a:xfrm>
            <a:off x="5220100" y="2020217"/>
            <a:ext cx="22745" cy="31478"/>
          </a:xfrm>
          <a:custGeom>
            <a:rect b="b" l="l" r="r" t="t"/>
            <a:pathLst>
              <a:path extrusionOk="0" h="292" w="211">
                <a:moveTo>
                  <a:pt x="210" y="68"/>
                </a:moveTo>
                <a:cubicBezTo>
                  <a:pt x="210" y="31"/>
                  <a:pt x="163" y="1"/>
                  <a:pt x="106" y="1"/>
                </a:cubicBezTo>
                <a:cubicBezTo>
                  <a:pt x="48" y="1"/>
                  <a:pt x="0" y="31"/>
                  <a:pt x="0" y="68"/>
                </a:cubicBezTo>
                <a:lnTo>
                  <a:pt x="0" y="72"/>
                </a:lnTo>
                <a:lnTo>
                  <a:pt x="0" y="291"/>
                </a:lnTo>
                <a:lnTo>
                  <a:pt x="210" y="291"/>
                </a:lnTo>
                <a:lnTo>
                  <a:pt x="210" y="7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26"/>
          <p:cNvSpPr/>
          <p:nvPr/>
        </p:nvSpPr>
        <p:spPr>
          <a:xfrm>
            <a:off x="5274431" y="2020217"/>
            <a:ext cx="22745" cy="31478"/>
          </a:xfrm>
          <a:custGeom>
            <a:rect b="b" l="l" r="r" t="t"/>
            <a:pathLst>
              <a:path extrusionOk="0" h="292" w="211">
                <a:moveTo>
                  <a:pt x="210" y="68"/>
                </a:moveTo>
                <a:cubicBezTo>
                  <a:pt x="210" y="31"/>
                  <a:pt x="163" y="1"/>
                  <a:pt x="105" y="1"/>
                </a:cubicBezTo>
                <a:cubicBezTo>
                  <a:pt x="47" y="1"/>
                  <a:pt x="1" y="31"/>
                  <a:pt x="1" y="68"/>
                </a:cubicBezTo>
                <a:lnTo>
                  <a:pt x="1" y="72"/>
                </a:lnTo>
                <a:lnTo>
                  <a:pt x="1" y="291"/>
                </a:lnTo>
                <a:lnTo>
                  <a:pt x="210" y="291"/>
                </a:lnTo>
                <a:lnTo>
                  <a:pt x="210" y="7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26"/>
          <p:cNvSpPr/>
          <p:nvPr/>
        </p:nvSpPr>
        <p:spPr>
          <a:xfrm>
            <a:off x="5327467" y="2020217"/>
            <a:ext cx="22745" cy="31478"/>
          </a:xfrm>
          <a:custGeom>
            <a:rect b="b" l="l" r="r" t="t"/>
            <a:pathLst>
              <a:path extrusionOk="0" h="292" w="211">
                <a:moveTo>
                  <a:pt x="211" y="68"/>
                </a:moveTo>
                <a:cubicBezTo>
                  <a:pt x="211" y="31"/>
                  <a:pt x="164" y="1"/>
                  <a:pt x="106" y="1"/>
                </a:cubicBezTo>
                <a:cubicBezTo>
                  <a:pt x="47" y="1"/>
                  <a:pt x="1" y="31"/>
                  <a:pt x="1" y="68"/>
                </a:cubicBezTo>
                <a:lnTo>
                  <a:pt x="1" y="72"/>
                </a:lnTo>
                <a:lnTo>
                  <a:pt x="1" y="291"/>
                </a:lnTo>
                <a:lnTo>
                  <a:pt x="211" y="291"/>
                </a:lnTo>
                <a:lnTo>
                  <a:pt x="211" y="7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26"/>
          <p:cNvSpPr/>
          <p:nvPr/>
        </p:nvSpPr>
        <p:spPr>
          <a:xfrm>
            <a:off x="5321970" y="1985506"/>
            <a:ext cx="12397" cy="18757"/>
          </a:xfrm>
          <a:custGeom>
            <a:rect b="b" l="l" r="r" t="t"/>
            <a:pathLst>
              <a:path extrusionOk="0" h="174" w="115">
                <a:moveTo>
                  <a:pt x="1" y="0"/>
                </a:moveTo>
                <a:lnTo>
                  <a:pt x="114" y="0"/>
                </a:lnTo>
                <a:lnTo>
                  <a:pt x="114" y="173"/>
                </a:lnTo>
                <a:lnTo>
                  <a:pt x="1" y="173"/>
                </a:lnTo>
                <a:close/>
              </a:path>
            </a:pathLst>
          </a:custGeom>
          <a:solidFill>
            <a:srgbClr val="3681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p26"/>
          <p:cNvSpPr/>
          <p:nvPr/>
        </p:nvSpPr>
        <p:spPr>
          <a:xfrm>
            <a:off x="5405405" y="2107426"/>
            <a:ext cx="11750" cy="48510"/>
          </a:xfrm>
          <a:custGeom>
            <a:rect b="b" l="l" r="r" t="t"/>
            <a:pathLst>
              <a:path extrusionOk="0" h="450" w="109">
                <a:moveTo>
                  <a:pt x="0" y="1"/>
                </a:moveTo>
                <a:lnTo>
                  <a:pt x="109" y="1"/>
                </a:lnTo>
                <a:lnTo>
                  <a:pt x="109" y="449"/>
                </a:lnTo>
                <a:lnTo>
                  <a:pt x="0" y="449"/>
                </a:lnTo>
                <a:close/>
              </a:path>
            </a:pathLst>
          </a:custGeom>
          <a:solidFill>
            <a:srgbClr val="96D2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26"/>
          <p:cNvSpPr/>
          <p:nvPr/>
        </p:nvSpPr>
        <p:spPr>
          <a:xfrm>
            <a:off x="5009032" y="1971600"/>
            <a:ext cx="121164" cy="184446"/>
          </a:xfrm>
          <a:custGeom>
            <a:rect b="b" l="l" r="r" t="t"/>
            <a:pathLst>
              <a:path extrusionOk="0" h="1711" w="1124">
                <a:moveTo>
                  <a:pt x="1123" y="1710"/>
                </a:moveTo>
                <a:lnTo>
                  <a:pt x="1" y="1710"/>
                </a:lnTo>
                <a:lnTo>
                  <a:pt x="1" y="604"/>
                </a:lnTo>
                <a:lnTo>
                  <a:pt x="565" y="0"/>
                </a:lnTo>
                <a:lnTo>
                  <a:pt x="1123" y="60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26"/>
          <p:cNvSpPr/>
          <p:nvPr/>
        </p:nvSpPr>
        <p:spPr>
          <a:xfrm>
            <a:off x="4980034" y="1957802"/>
            <a:ext cx="179267" cy="99607"/>
          </a:xfrm>
          <a:custGeom>
            <a:rect b="b" l="l" r="r" t="t"/>
            <a:pathLst>
              <a:path extrusionOk="0" h="924" w="1663">
                <a:moveTo>
                  <a:pt x="1526" y="923"/>
                </a:moveTo>
                <a:lnTo>
                  <a:pt x="813" y="256"/>
                </a:lnTo>
                <a:lnTo>
                  <a:pt x="137" y="889"/>
                </a:lnTo>
                <a:lnTo>
                  <a:pt x="1" y="763"/>
                </a:lnTo>
                <a:lnTo>
                  <a:pt x="813" y="0"/>
                </a:lnTo>
                <a:lnTo>
                  <a:pt x="1662" y="79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26"/>
          <p:cNvSpPr/>
          <p:nvPr/>
        </p:nvSpPr>
        <p:spPr>
          <a:xfrm>
            <a:off x="5088694" y="2056330"/>
            <a:ext cx="19080" cy="17895"/>
          </a:xfrm>
          <a:custGeom>
            <a:rect b="b" l="l" r="r" t="t"/>
            <a:pathLst>
              <a:path extrusionOk="0" h="166" w="177">
                <a:moveTo>
                  <a:pt x="1" y="0"/>
                </a:moveTo>
                <a:lnTo>
                  <a:pt x="177" y="0"/>
                </a:lnTo>
                <a:lnTo>
                  <a:pt x="177" y="166"/>
                </a:lnTo>
                <a:lnTo>
                  <a:pt x="1" y="16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26"/>
          <p:cNvSpPr/>
          <p:nvPr/>
        </p:nvSpPr>
        <p:spPr>
          <a:xfrm>
            <a:off x="5030699" y="2056330"/>
            <a:ext cx="19080" cy="17895"/>
          </a:xfrm>
          <a:custGeom>
            <a:rect b="b" l="l" r="r" t="t"/>
            <a:pathLst>
              <a:path extrusionOk="0" h="166" w="177">
                <a:moveTo>
                  <a:pt x="0" y="0"/>
                </a:moveTo>
                <a:lnTo>
                  <a:pt x="176" y="0"/>
                </a:lnTo>
                <a:lnTo>
                  <a:pt x="176" y="166"/>
                </a:lnTo>
                <a:lnTo>
                  <a:pt x="0" y="16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26"/>
          <p:cNvSpPr/>
          <p:nvPr/>
        </p:nvSpPr>
        <p:spPr>
          <a:xfrm>
            <a:off x="5053121" y="2097186"/>
            <a:ext cx="32986" cy="58320"/>
          </a:xfrm>
          <a:custGeom>
            <a:rect b="b" l="l" r="r" t="t"/>
            <a:pathLst>
              <a:path extrusionOk="0" h="541" w="306">
                <a:moveTo>
                  <a:pt x="0" y="1"/>
                </a:moveTo>
                <a:lnTo>
                  <a:pt x="305" y="1"/>
                </a:lnTo>
                <a:lnTo>
                  <a:pt x="305" y="541"/>
                </a:lnTo>
                <a:lnTo>
                  <a:pt x="0" y="54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26"/>
          <p:cNvSpPr/>
          <p:nvPr/>
        </p:nvSpPr>
        <p:spPr>
          <a:xfrm>
            <a:off x="5059266" y="2012563"/>
            <a:ext cx="20697" cy="18110"/>
          </a:xfrm>
          <a:custGeom>
            <a:rect b="b" l="l" r="r" t="t"/>
            <a:pathLst>
              <a:path extrusionOk="0" h="168" w="192">
                <a:moveTo>
                  <a:pt x="192" y="84"/>
                </a:moveTo>
                <a:cubicBezTo>
                  <a:pt x="192" y="130"/>
                  <a:pt x="149" y="168"/>
                  <a:pt x="96" y="168"/>
                </a:cubicBezTo>
                <a:cubicBezTo>
                  <a:pt x="42" y="168"/>
                  <a:pt x="0" y="130"/>
                  <a:pt x="0" y="84"/>
                </a:cubicBezTo>
                <a:cubicBezTo>
                  <a:pt x="0" y="38"/>
                  <a:pt x="43" y="1"/>
                  <a:pt x="96" y="1"/>
                </a:cubicBezTo>
                <a:cubicBezTo>
                  <a:pt x="150" y="1"/>
                  <a:pt x="192" y="38"/>
                  <a:pt x="192" y="8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26"/>
          <p:cNvSpPr/>
          <p:nvPr/>
        </p:nvSpPr>
        <p:spPr>
          <a:xfrm>
            <a:off x="4831811" y="2306747"/>
            <a:ext cx="118146" cy="81605"/>
          </a:xfrm>
          <a:custGeom>
            <a:rect b="b" l="l" r="r" t="t"/>
            <a:pathLst>
              <a:path extrusionOk="0" h="757" w="1096">
                <a:moveTo>
                  <a:pt x="1" y="1"/>
                </a:moveTo>
                <a:lnTo>
                  <a:pt x="1095" y="1"/>
                </a:lnTo>
                <a:lnTo>
                  <a:pt x="1095" y="757"/>
                </a:lnTo>
                <a:lnTo>
                  <a:pt x="1" y="757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26"/>
          <p:cNvSpPr/>
          <p:nvPr/>
        </p:nvSpPr>
        <p:spPr>
          <a:xfrm>
            <a:off x="4851539" y="2316556"/>
            <a:ext cx="29860" cy="29861"/>
          </a:xfrm>
          <a:custGeom>
            <a:rect b="b" l="l" r="r" t="t"/>
            <a:pathLst>
              <a:path extrusionOk="0" h="277" w="277">
                <a:moveTo>
                  <a:pt x="1" y="1"/>
                </a:moveTo>
                <a:lnTo>
                  <a:pt x="276" y="1"/>
                </a:lnTo>
                <a:lnTo>
                  <a:pt x="276" y="276"/>
                </a:lnTo>
                <a:lnTo>
                  <a:pt x="1" y="27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26"/>
          <p:cNvSpPr/>
          <p:nvPr/>
        </p:nvSpPr>
        <p:spPr>
          <a:xfrm>
            <a:off x="4901126" y="2326474"/>
            <a:ext cx="29752" cy="62093"/>
          </a:xfrm>
          <a:custGeom>
            <a:rect b="b" l="l" r="r" t="t"/>
            <a:pathLst>
              <a:path extrusionOk="0" h="576" w="276">
                <a:moveTo>
                  <a:pt x="0" y="1"/>
                </a:moveTo>
                <a:lnTo>
                  <a:pt x="275" y="1"/>
                </a:lnTo>
                <a:lnTo>
                  <a:pt x="275" y="576"/>
                </a:lnTo>
                <a:lnTo>
                  <a:pt x="0" y="57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26"/>
          <p:cNvSpPr/>
          <p:nvPr/>
        </p:nvSpPr>
        <p:spPr>
          <a:xfrm>
            <a:off x="4811869" y="2237648"/>
            <a:ext cx="158139" cy="69315"/>
          </a:xfrm>
          <a:custGeom>
            <a:rect b="b" l="l" r="r" t="t"/>
            <a:pathLst>
              <a:path extrusionOk="0" h="643" w="1467">
                <a:moveTo>
                  <a:pt x="1284" y="643"/>
                </a:moveTo>
                <a:lnTo>
                  <a:pt x="185" y="643"/>
                </a:lnTo>
                <a:lnTo>
                  <a:pt x="185" y="641"/>
                </a:lnTo>
                <a:lnTo>
                  <a:pt x="0" y="641"/>
                </a:lnTo>
                <a:lnTo>
                  <a:pt x="276" y="183"/>
                </a:lnTo>
                <a:lnTo>
                  <a:pt x="733" y="183"/>
                </a:lnTo>
                <a:lnTo>
                  <a:pt x="733" y="0"/>
                </a:lnTo>
                <a:lnTo>
                  <a:pt x="1008" y="0"/>
                </a:lnTo>
                <a:lnTo>
                  <a:pt x="1008" y="183"/>
                </a:lnTo>
                <a:lnTo>
                  <a:pt x="1191" y="183"/>
                </a:lnTo>
                <a:lnTo>
                  <a:pt x="1467" y="641"/>
                </a:lnTo>
                <a:lnTo>
                  <a:pt x="1284" y="64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26"/>
          <p:cNvSpPr/>
          <p:nvPr/>
        </p:nvSpPr>
        <p:spPr>
          <a:xfrm>
            <a:off x="4826098" y="2017738"/>
            <a:ext cx="120518" cy="138415"/>
          </a:xfrm>
          <a:custGeom>
            <a:rect b="b" l="l" r="r" t="t"/>
            <a:pathLst>
              <a:path extrusionOk="0" h="1284" w="1118">
                <a:moveTo>
                  <a:pt x="0" y="0"/>
                </a:moveTo>
                <a:lnTo>
                  <a:pt x="1118" y="0"/>
                </a:lnTo>
                <a:lnTo>
                  <a:pt x="1118" y="1283"/>
                </a:lnTo>
                <a:lnTo>
                  <a:pt x="0" y="12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26"/>
          <p:cNvSpPr/>
          <p:nvPr/>
        </p:nvSpPr>
        <p:spPr>
          <a:xfrm>
            <a:off x="4819415" y="1997687"/>
            <a:ext cx="133346" cy="74490"/>
          </a:xfrm>
          <a:custGeom>
            <a:rect b="b" l="l" r="r" t="t"/>
            <a:pathLst>
              <a:path extrusionOk="0" h="691" w="1237">
                <a:moveTo>
                  <a:pt x="1236" y="1"/>
                </a:moveTo>
                <a:lnTo>
                  <a:pt x="0" y="1"/>
                </a:lnTo>
                <a:lnTo>
                  <a:pt x="0" y="628"/>
                </a:lnTo>
                <a:lnTo>
                  <a:pt x="1" y="628"/>
                </a:lnTo>
                <a:lnTo>
                  <a:pt x="0" y="635"/>
                </a:lnTo>
                <a:cubicBezTo>
                  <a:pt x="0" y="666"/>
                  <a:pt x="32" y="690"/>
                  <a:pt x="72" y="690"/>
                </a:cubicBezTo>
                <a:cubicBezTo>
                  <a:pt x="94" y="690"/>
                  <a:pt x="114" y="682"/>
                  <a:pt x="126" y="670"/>
                </a:cubicBezTo>
                <a:cubicBezTo>
                  <a:pt x="139" y="682"/>
                  <a:pt x="160" y="690"/>
                  <a:pt x="181" y="690"/>
                </a:cubicBezTo>
                <a:cubicBezTo>
                  <a:pt x="205" y="690"/>
                  <a:pt x="223" y="682"/>
                  <a:pt x="236" y="670"/>
                </a:cubicBezTo>
                <a:cubicBezTo>
                  <a:pt x="249" y="682"/>
                  <a:pt x="269" y="690"/>
                  <a:pt x="292" y="690"/>
                </a:cubicBezTo>
                <a:cubicBezTo>
                  <a:pt x="314" y="690"/>
                  <a:pt x="334" y="682"/>
                  <a:pt x="346" y="670"/>
                </a:cubicBezTo>
                <a:cubicBezTo>
                  <a:pt x="359" y="682"/>
                  <a:pt x="380" y="690"/>
                  <a:pt x="401" y="690"/>
                </a:cubicBezTo>
                <a:cubicBezTo>
                  <a:pt x="425" y="690"/>
                  <a:pt x="443" y="682"/>
                  <a:pt x="456" y="670"/>
                </a:cubicBezTo>
                <a:cubicBezTo>
                  <a:pt x="469" y="682"/>
                  <a:pt x="489" y="690"/>
                  <a:pt x="512" y="690"/>
                </a:cubicBezTo>
                <a:cubicBezTo>
                  <a:pt x="533" y="690"/>
                  <a:pt x="554" y="682"/>
                  <a:pt x="566" y="670"/>
                </a:cubicBezTo>
                <a:cubicBezTo>
                  <a:pt x="579" y="682"/>
                  <a:pt x="600" y="690"/>
                  <a:pt x="621" y="690"/>
                </a:cubicBezTo>
                <a:cubicBezTo>
                  <a:pt x="645" y="690"/>
                  <a:pt x="663" y="682"/>
                  <a:pt x="676" y="670"/>
                </a:cubicBezTo>
                <a:cubicBezTo>
                  <a:pt x="689" y="682"/>
                  <a:pt x="709" y="690"/>
                  <a:pt x="732" y="690"/>
                </a:cubicBezTo>
                <a:cubicBezTo>
                  <a:pt x="754" y="690"/>
                  <a:pt x="774" y="682"/>
                  <a:pt x="786" y="670"/>
                </a:cubicBezTo>
                <a:cubicBezTo>
                  <a:pt x="799" y="682"/>
                  <a:pt x="820" y="690"/>
                  <a:pt x="841" y="690"/>
                </a:cubicBezTo>
                <a:cubicBezTo>
                  <a:pt x="865" y="690"/>
                  <a:pt x="883" y="682"/>
                  <a:pt x="896" y="670"/>
                </a:cubicBezTo>
                <a:cubicBezTo>
                  <a:pt x="909" y="682"/>
                  <a:pt x="929" y="690"/>
                  <a:pt x="952" y="690"/>
                </a:cubicBezTo>
                <a:cubicBezTo>
                  <a:pt x="974" y="690"/>
                  <a:pt x="994" y="682"/>
                  <a:pt x="1006" y="670"/>
                </a:cubicBezTo>
                <a:cubicBezTo>
                  <a:pt x="1019" y="682"/>
                  <a:pt x="1040" y="690"/>
                  <a:pt x="1061" y="690"/>
                </a:cubicBezTo>
                <a:cubicBezTo>
                  <a:pt x="1085" y="690"/>
                  <a:pt x="1103" y="682"/>
                  <a:pt x="1116" y="670"/>
                </a:cubicBezTo>
                <a:cubicBezTo>
                  <a:pt x="1129" y="682"/>
                  <a:pt x="1149" y="690"/>
                  <a:pt x="1172" y="690"/>
                </a:cubicBezTo>
                <a:cubicBezTo>
                  <a:pt x="1194" y="690"/>
                  <a:pt x="1214" y="682"/>
                  <a:pt x="1226" y="670"/>
                </a:cubicBezTo>
                <a:lnTo>
                  <a:pt x="122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26"/>
          <p:cNvSpPr/>
          <p:nvPr/>
        </p:nvSpPr>
        <p:spPr>
          <a:xfrm>
            <a:off x="4837956" y="2087807"/>
            <a:ext cx="14445" cy="41934"/>
          </a:xfrm>
          <a:custGeom>
            <a:rect b="b" l="l" r="r" t="t"/>
            <a:pathLst>
              <a:path extrusionOk="0" h="389" w="134">
                <a:moveTo>
                  <a:pt x="1" y="1"/>
                </a:moveTo>
                <a:lnTo>
                  <a:pt x="134" y="1"/>
                </a:lnTo>
                <a:lnTo>
                  <a:pt x="134" y="389"/>
                </a:lnTo>
                <a:lnTo>
                  <a:pt x="1" y="3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26"/>
          <p:cNvSpPr/>
          <p:nvPr/>
        </p:nvSpPr>
        <p:spPr>
          <a:xfrm>
            <a:off x="4860809" y="2087807"/>
            <a:ext cx="14445" cy="41934"/>
          </a:xfrm>
          <a:custGeom>
            <a:rect b="b" l="l" r="r" t="t"/>
            <a:pathLst>
              <a:path extrusionOk="0" h="389" w="134">
                <a:moveTo>
                  <a:pt x="1" y="1"/>
                </a:moveTo>
                <a:lnTo>
                  <a:pt x="134" y="1"/>
                </a:lnTo>
                <a:lnTo>
                  <a:pt x="134" y="389"/>
                </a:lnTo>
                <a:lnTo>
                  <a:pt x="1" y="3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26"/>
          <p:cNvSpPr/>
          <p:nvPr/>
        </p:nvSpPr>
        <p:spPr>
          <a:xfrm>
            <a:off x="4887004" y="2087807"/>
            <a:ext cx="45275" cy="67267"/>
          </a:xfrm>
          <a:custGeom>
            <a:rect b="b" l="l" r="r" t="t"/>
            <a:pathLst>
              <a:path extrusionOk="0" h="624" w="420">
                <a:moveTo>
                  <a:pt x="0" y="1"/>
                </a:moveTo>
                <a:lnTo>
                  <a:pt x="420" y="1"/>
                </a:lnTo>
                <a:lnTo>
                  <a:pt x="420" y="624"/>
                </a:lnTo>
                <a:lnTo>
                  <a:pt x="0" y="6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26"/>
          <p:cNvSpPr/>
          <p:nvPr/>
        </p:nvSpPr>
        <p:spPr>
          <a:xfrm>
            <a:off x="4847442" y="2020217"/>
            <a:ext cx="22745" cy="31478"/>
          </a:xfrm>
          <a:custGeom>
            <a:rect b="b" l="l" r="r" t="t"/>
            <a:pathLst>
              <a:path extrusionOk="0" h="292" w="211">
                <a:moveTo>
                  <a:pt x="211" y="68"/>
                </a:moveTo>
                <a:cubicBezTo>
                  <a:pt x="211" y="31"/>
                  <a:pt x="163" y="1"/>
                  <a:pt x="105" y="1"/>
                </a:cubicBezTo>
                <a:cubicBezTo>
                  <a:pt x="48" y="1"/>
                  <a:pt x="1" y="31"/>
                  <a:pt x="1" y="68"/>
                </a:cubicBezTo>
                <a:lnTo>
                  <a:pt x="1" y="72"/>
                </a:lnTo>
                <a:lnTo>
                  <a:pt x="1" y="291"/>
                </a:lnTo>
                <a:lnTo>
                  <a:pt x="211" y="291"/>
                </a:lnTo>
                <a:lnTo>
                  <a:pt x="211" y="7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26"/>
          <p:cNvSpPr/>
          <p:nvPr/>
        </p:nvSpPr>
        <p:spPr>
          <a:xfrm>
            <a:off x="4901772" y="2020217"/>
            <a:ext cx="22745" cy="31478"/>
          </a:xfrm>
          <a:custGeom>
            <a:rect b="b" l="l" r="r" t="t"/>
            <a:pathLst>
              <a:path extrusionOk="0" h="292" w="211">
                <a:moveTo>
                  <a:pt x="210" y="68"/>
                </a:moveTo>
                <a:cubicBezTo>
                  <a:pt x="210" y="31"/>
                  <a:pt x="163" y="1"/>
                  <a:pt x="106" y="1"/>
                </a:cubicBezTo>
                <a:cubicBezTo>
                  <a:pt x="46" y="1"/>
                  <a:pt x="0" y="31"/>
                  <a:pt x="0" y="68"/>
                </a:cubicBezTo>
                <a:lnTo>
                  <a:pt x="0" y="72"/>
                </a:lnTo>
                <a:lnTo>
                  <a:pt x="0" y="291"/>
                </a:lnTo>
                <a:lnTo>
                  <a:pt x="210" y="291"/>
                </a:lnTo>
                <a:lnTo>
                  <a:pt x="210" y="7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26"/>
          <p:cNvSpPr/>
          <p:nvPr/>
        </p:nvSpPr>
        <p:spPr>
          <a:xfrm>
            <a:off x="4835261" y="1985506"/>
            <a:ext cx="12397" cy="18757"/>
          </a:xfrm>
          <a:custGeom>
            <a:rect b="b" l="l" r="r" t="t"/>
            <a:pathLst>
              <a:path extrusionOk="0" h="174" w="115">
                <a:moveTo>
                  <a:pt x="0" y="0"/>
                </a:moveTo>
                <a:lnTo>
                  <a:pt x="115" y="0"/>
                </a:lnTo>
                <a:lnTo>
                  <a:pt x="115" y="173"/>
                </a:lnTo>
                <a:lnTo>
                  <a:pt x="0" y="173"/>
                </a:lnTo>
                <a:close/>
              </a:path>
            </a:pathLst>
          </a:custGeom>
          <a:solidFill>
            <a:srgbClr val="3681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26"/>
          <p:cNvSpPr/>
          <p:nvPr/>
        </p:nvSpPr>
        <p:spPr>
          <a:xfrm>
            <a:off x="5286720" y="2306747"/>
            <a:ext cx="118146" cy="81605"/>
          </a:xfrm>
          <a:custGeom>
            <a:rect b="b" l="l" r="r" t="t"/>
            <a:pathLst>
              <a:path extrusionOk="0" h="757" w="1096">
                <a:moveTo>
                  <a:pt x="0" y="1"/>
                </a:moveTo>
                <a:lnTo>
                  <a:pt x="1095" y="1"/>
                </a:lnTo>
                <a:lnTo>
                  <a:pt x="1095" y="757"/>
                </a:lnTo>
                <a:lnTo>
                  <a:pt x="0" y="757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26"/>
          <p:cNvSpPr/>
          <p:nvPr/>
        </p:nvSpPr>
        <p:spPr>
          <a:xfrm>
            <a:off x="5306447" y="2316556"/>
            <a:ext cx="29752" cy="29861"/>
          </a:xfrm>
          <a:custGeom>
            <a:rect b="b" l="l" r="r" t="t"/>
            <a:pathLst>
              <a:path extrusionOk="0" h="277" w="276">
                <a:moveTo>
                  <a:pt x="0" y="1"/>
                </a:moveTo>
                <a:lnTo>
                  <a:pt x="276" y="1"/>
                </a:lnTo>
                <a:lnTo>
                  <a:pt x="276" y="276"/>
                </a:lnTo>
                <a:lnTo>
                  <a:pt x="0" y="27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26"/>
          <p:cNvSpPr/>
          <p:nvPr/>
        </p:nvSpPr>
        <p:spPr>
          <a:xfrm>
            <a:off x="5355926" y="2326474"/>
            <a:ext cx="29752" cy="62093"/>
          </a:xfrm>
          <a:custGeom>
            <a:rect b="b" l="l" r="r" t="t"/>
            <a:pathLst>
              <a:path extrusionOk="0" h="576" w="276">
                <a:moveTo>
                  <a:pt x="1" y="1"/>
                </a:moveTo>
                <a:lnTo>
                  <a:pt x="275" y="1"/>
                </a:lnTo>
                <a:lnTo>
                  <a:pt x="275" y="576"/>
                </a:lnTo>
                <a:lnTo>
                  <a:pt x="1" y="57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26"/>
          <p:cNvSpPr/>
          <p:nvPr/>
        </p:nvSpPr>
        <p:spPr>
          <a:xfrm>
            <a:off x="5266777" y="2237648"/>
            <a:ext cx="158031" cy="69315"/>
          </a:xfrm>
          <a:custGeom>
            <a:rect b="b" l="l" r="r" t="t"/>
            <a:pathLst>
              <a:path extrusionOk="0" h="643" w="1466">
                <a:moveTo>
                  <a:pt x="1283" y="643"/>
                </a:moveTo>
                <a:lnTo>
                  <a:pt x="184" y="643"/>
                </a:lnTo>
                <a:lnTo>
                  <a:pt x="184" y="641"/>
                </a:lnTo>
                <a:lnTo>
                  <a:pt x="0" y="641"/>
                </a:lnTo>
                <a:lnTo>
                  <a:pt x="275" y="183"/>
                </a:lnTo>
                <a:lnTo>
                  <a:pt x="733" y="183"/>
                </a:lnTo>
                <a:lnTo>
                  <a:pt x="733" y="0"/>
                </a:lnTo>
                <a:lnTo>
                  <a:pt x="1008" y="0"/>
                </a:lnTo>
                <a:lnTo>
                  <a:pt x="1008" y="183"/>
                </a:lnTo>
                <a:lnTo>
                  <a:pt x="1191" y="183"/>
                </a:lnTo>
                <a:lnTo>
                  <a:pt x="1465" y="641"/>
                </a:lnTo>
                <a:lnTo>
                  <a:pt x="1283" y="64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26"/>
          <p:cNvSpPr/>
          <p:nvPr/>
        </p:nvSpPr>
        <p:spPr>
          <a:xfrm>
            <a:off x="3088284" y="1753415"/>
            <a:ext cx="15199" cy="32663"/>
          </a:xfrm>
          <a:custGeom>
            <a:rect b="b" l="l" r="r" t="t"/>
            <a:pathLst>
              <a:path extrusionOk="0" h="303" w="141">
                <a:moveTo>
                  <a:pt x="140" y="0"/>
                </a:moveTo>
                <a:lnTo>
                  <a:pt x="0" y="0"/>
                </a:lnTo>
                <a:lnTo>
                  <a:pt x="0" y="281"/>
                </a:lnTo>
                <a:cubicBezTo>
                  <a:pt x="49" y="301"/>
                  <a:pt x="95" y="302"/>
                  <a:pt x="140" y="2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26"/>
          <p:cNvSpPr/>
          <p:nvPr/>
        </p:nvSpPr>
        <p:spPr>
          <a:xfrm>
            <a:off x="3052064" y="1604006"/>
            <a:ext cx="87639" cy="160945"/>
          </a:xfrm>
          <a:custGeom>
            <a:rect b="b" l="l" r="r" t="t"/>
            <a:pathLst>
              <a:path extrusionOk="0" h="1493" w="813">
                <a:moveTo>
                  <a:pt x="406" y="0"/>
                </a:moveTo>
                <a:cubicBezTo>
                  <a:pt x="148" y="412"/>
                  <a:pt x="2" y="874"/>
                  <a:pt x="1" y="1400"/>
                </a:cubicBezTo>
                <a:cubicBezTo>
                  <a:pt x="267" y="1484"/>
                  <a:pt x="537" y="1493"/>
                  <a:pt x="813" y="1400"/>
                </a:cubicBezTo>
                <a:cubicBezTo>
                  <a:pt x="787" y="934"/>
                  <a:pt x="631" y="467"/>
                  <a:pt x="40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26"/>
          <p:cNvSpPr/>
          <p:nvPr/>
        </p:nvSpPr>
        <p:spPr>
          <a:xfrm>
            <a:off x="3059394" y="1308313"/>
            <a:ext cx="12397" cy="18757"/>
          </a:xfrm>
          <a:custGeom>
            <a:rect b="b" l="l" r="r" t="t"/>
            <a:pathLst>
              <a:path extrusionOk="0" h="174" w="115">
                <a:moveTo>
                  <a:pt x="0" y="1"/>
                </a:moveTo>
                <a:lnTo>
                  <a:pt x="115" y="1"/>
                </a:lnTo>
                <a:lnTo>
                  <a:pt x="115" y="174"/>
                </a:lnTo>
                <a:lnTo>
                  <a:pt x="0" y="174"/>
                </a:lnTo>
                <a:close/>
              </a:path>
            </a:pathLst>
          </a:custGeom>
          <a:solidFill>
            <a:srgbClr val="9E84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26"/>
          <p:cNvSpPr/>
          <p:nvPr/>
        </p:nvSpPr>
        <p:spPr>
          <a:xfrm>
            <a:off x="4645967" y="1820574"/>
            <a:ext cx="15415" cy="58643"/>
          </a:xfrm>
          <a:custGeom>
            <a:rect b="b" l="l" r="r" t="t"/>
            <a:pathLst>
              <a:path extrusionOk="0" h="544" w="143">
                <a:moveTo>
                  <a:pt x="143" y="1"/>
                </a:moveTo>
                <a:lnTo>
                  <a:pt x="1" y="1"/>
                </a:lnTo>
                <a:lnTo>
                  <a:pt x="1" y="504"/>
                </a:lnTo>
                <a:cubicBezTo>
                  <a:pt x="51" y="540"/>
                  <a:pt x="100" y="544"/>
                  <a:pt x="143" y="50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26"/>
          <p:cNvSpPr/>
          <p:nvPr/>
        </p:nvSpPr>
        <p:spPr>
          <a:xfrm>
            <a:off x="4609855" y="1699839"/>
            <a:ext cx="87747" cy="141218"/>
          </a:xfrm>
          <a:custGeom>
            <a:rect b="b" l="l" r="r" t="t"/>
            <a:pathLst>
              <a:path extrusionOk="0" h="1310" w="814">
                <a:moveTo>
                  <a:pt x="406" y="0"/>
                </a:moveTo>
                <a:cubicBezTo>
                  <a:pt x="182" y="0"/>
                  <a:pt x="0" y="293"/>
                  <a:pt x="0" y="655"/>
                </a:cubicBezTo>
                <a:cubicBezTo>
                  <a:pt x="0" y="1017"/>
                  <a:pt x="181" y="1310"/>
                  <a:pt x="406" y="1310"/>
                </a:cubicBezTo>
                <a:cubicBezTo>
                  <a:pt x="630" y="1310"/>
                  <a:pt x="813" y="1017"/>
                  <a:pt x="813" y="655"/>
                </a:cubicBezTo>
                <a:cubicBezTo>
                  <a:pt x="813" y="294"/>
                  <a:pt x="631" y="0"/>
                  <a:pt x="4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26"/>
          <p:cNvSpPr/>
          <p:nvPr/>
        </p:nvSpPr>
        <p:spPr>
          <a:xfrm>
            <a:off x="5270011" y="2850915"/>
            <a:ext cx="191125" cy="81712"/>
          </a:xfrm>
          <a:custGeom>
            <a:rect b="b" l="l" r="r" t="t"/>
            <a:pathLst>
              <a:path extrusionOk="0" h="758" w="1773">
                <a:moveTo>
                  <a:pt x="1266" y="0"/>
                </a:moveTo>
                <a:lnTo>
                  <a:pt x="882" y="0"/>
                </a:lnTo>
                <a:cubicBezTo>
                  <a:pt x="717" y="0"/>
                  <a:pt x="553" y="203"/>
                  <a:pt x="404" y="298"/>
                </a:cubicBezTo>
                <a:cubicBezTo>
                  <a:pt x="298" y="368"/>
                  <a:pt x="241" y="368"/>
                  <a:pt x="185" y="382"/>
                </a:cubicBezTo>
                <a:cubicBezTo>
                  <a:pt x="103" y="402"/>
                  <a:pt x="56" y="455"/>
                  <a:pt x="33" y="496"/>
                </a:cubicBezTo>
                <a:cubicBezTo>
                  <a:pt x="11" y="537"/>
                  <a:pt x="1" y="636"/>
                  <a:pt x="1" y="682"/>
                </a:cubicBezTo>
                <a:cubicBezTo>
                  <a:pt x="1" y="736"/>
                  <a:pt x="37" y="757"/>
                  <a:pt x="71" y="757"/>
                </a:cubicBezTo>
                <a:lnTo>
                  <a:pt x="1706" y="757"/>
                </a:lnTo>
                <a:cubicBezTo>
                  <a:pt x="1741" y="757"/>
                  <a:pt x="1760" y="715"/>
                  <a:pt x="1762" y="681"/>
                </a:cubicBezTo>
                <a:cubicBezTo>
                  <a:pt x="1767" y="625"/>
                  <a:pt x="1773" y="525"/>
                  <a:pt x="1762" y="470"/>
                </a:cubicBezTo>
                <a:cubicBezTo>
                  <a:pt x="1722" y="291"/>
                  <a:pt x="1579" y="0"/>
                  <a:pt x="126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26"/>
          <p:cNvSpPr/>
          <p:nvPr/>
        </p:nvSpPr>
        <p:spPr>
          <a:xfrm>
            <a:off x="5270011" y="2919583"/>
            <a:ext cx="190263" cy="13367"/>
          </a:xfrm>
          <a:custGeom>
            <a:rect b="b" l="l" r="r" t="t"/>
            <a:pathLst>
              <a:path extrusionOk="0" h="124" w="1765">
                <a:moveTo>
                  <a:pt x="1" y="47"/>
                </a:moveTo>
                <a:lnTo>
                  <a:pt x="1" y="24"/>
                </a:lnTo>
                <a:lnTo>
                  <a:pt x="1765" y="1"/>
                </a:lnTo>
                <a:cubicBezTo>
                  <a:pt x="1763" y="17"/>
                  <a:pt x="1762" y="32"/>
                  <a:pt x="1761" y="45"/>
                </a:cubicBezTo>
                <a:cubicBezTo>
                  <a:pt x="1758" y="79"/>
                  <a:pt x="1740" y="121"/>
                  <a:pt x="1705" y="121"/>
                </a:cubicBezTo>
                <a:lnTo>
                  <a:pt x="69" y="121"/>
                </a:lnTo>
                <a:cubicBezTo>
                  <a:pt x="37" y="123"/>
                  <a:pt x="1" y="100"/>
                  <a:pt x="1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26"/>
          <p:cNvSpPr/>
          <p:nvPr/>
        </p:nvSpPr>
        <p:spPr>
          <a:xfrm>
            <a:off x="5394194" y="2907510"/>
            <a:ext cx="50880" cy="25441"/>
          </a:xfrm>
          <a:custGeom>
            <a:rect b="b" l="l" r="r" t="t"/>
            <a:pathLst>
              <a:path extrusionOk="0" h="236" w="472">
                <a:moveTo>
                  <a:pt x="472" y="235"/>
                </a:moveTo>
                <a:cubicBezTo>
                  <a:pt x="472" y="67"/>
                  <a:pt x="367" y="0"/>
                  <a:pt x="236" y="0"/>
                </a:cubicBezTo>
                <a:cubicBezTo>
                  <a:pt x="106" y="0"/>
                  <a:pt x="1" y="67"/>
                  <a:pt x="1" y="235"/>
                </a:cubicBezTo>
                <a:close/>
              </a:path>
            </a:pathLst>
          </a:custGeom>
          <a:solidFill>
            <a:srgbClr val="508C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26"/>
          <p:cNvSpPr/>
          <p:nvPr/>
        </p:nvSpPr>
        <p:spPr>
          <a:xfrm>
            <a:off x="5399908" y="2913223"/>
            <a:ext cx="39777" cy="39778"/>
          </a:xfrm>
          <a:custGeom>
            <a:rect b="b" l="l" r="r" t="t"/>
            <a:pathLst>
              <a:path extrusionOk="0" h="369" w="369">
                <a:moveTo>
                  <a:pt x="0" y="184"/>
                </a:moveTo>
                <a:cubicBezTo>
                  <a:pt x="0" y="287"/>
                  <a:pt x="84" y="369"/>
                  <a:pt x="184" y="369"/>
                </a:cubicBezTo>
                <a:cubicBezTo>
                  <a:pt x="287" y="369"/>
                  <a:pt x="368" y="286"/>
                  <a:pt x="368" y="184"/>
                </a:cubicBezTo>
                <a:cubicBezTo>
                  <a:pt x="368" y="82"/>
                  <a:pt x="286" y="0"/>
                  <a:pt x="184" y="0"/>
                </a:cubicBezTo>
                <a:cubicBezTo>
                  <a:pt x="84" y="0"/>
                  <a:pt x="0" y="82"/>
                  <a:pt x="0" y="184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26"/>
          <p:cNvSpPr/>
          <p:nvPr/>
        </p:nvSpPr>
        <p:spPr>
          <a:xfrm>
            <a:off x="5406376" y="2919691"/>
            <a:ext cx="26842" cy="26842"/>
          </a:xfrm>
          <a:custGeom>
            <a:rect b="b" l="l" r="r" t="t"/>
            <a:pathLst>
              <a:path extrusionOk="0" h="249" w="249">
                <a:moveTo>
                  <a:pt x="0" y="124"/>
                </a:moveTo>
                <a:cubicBezTo>
                  <a:pt x="0" y="194"/>
                  <a:pt x="56" y="248"/>
                  <a:pt x="124" y="248"/>
                </a:cubicBezTo>
                <a:cubicBezTo>
                  <a:pt x="193" y="248"/>
                  <a:pt x="248" y="194"/>
                  <a:pt x="248" y="124"/>
                </a:cubicBezTo>
                <a:cubicBezTo>
                  <a:pt x="248" y="55"/>
                  <a:pt x="194" y="1"/>
                  <a:pt x="124" y="1"/>
                </a:cubicBezTo>
                <a:cubicBezTo>
                  <a:pt x="57" y="1"/>
                  <a:pt x="0" y="57"/>
                  <a:pt x="0" y="124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26"/>
          <p:cNvSpPr/>
          <p:nvPr/>
        </p:nvSpPr>
        <p:spPr>
          <a:xfrm>
            <a:off x="5287366" y="2907510"/>
            <a:ext cx="50880" cy="25441"/>
          </a:xfrm>
          <a:custGeom>
            <a:rect b="b" l="l" r="r" t="t"/>
            <a:pathLst>
              <a:path extrusionOk="0" h="236" w="472">
                <a:moveTo>
                  <a:pt x="471" y="235"/>
                </a:moveTo>
                <a:cubicBezTo>
                  <a:pt x="471" y="67"/>
                  <a:pt x="367" y="0"/>
                  <a:pt x="236" y="0"/>
                </a:cubicBezTo>
                <a:cubicBezTo>
                  <a:pt x="106" y="0"/>
                  <a:pt x="0" y="67"/>
                  <a:pt x="0" y="2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26"/>
          <p:cNvSpPr/>
          <p:nvPr/>
        </p:nvSpPr>
        <p:spPr>
          <a:xfrm>
            <a:off x="5293080" y="2913223"/>
            <a:ext cx="39777" cy="39778"/>
          </a:xfrm>
          <a:custGeom>
            <a:rect b="b" l="l" r="r" t="t"/>
            <a:pathLst>
              <a:path extrusionOk="0" h="369" w="369">
                <a:moveTo>
                  <a:pt x="369" y="184"/>
                </a:moveTo>
                <a:cubicBezTo>
                  <a:pt x="369" y="286"/>
                  <a:pt x="286" y="369"/>
                  <a:pt x="185" y="369"/>
                </a:cubicBezTo>
                <a:cubicBezTo>
                  <a:pt x="83" y="369"/>
                  <a:pt x="1" y="286"/>
                  <a:pt x="1" y="184"/>
                </a:cubicBezTo>
                <a:cubicBezTo>
                  <a:pt x="1" y="83"/>
                  <a:pt x="83" y="0"/>
                  <a:pt x="185" y="0"/>
                </a:cubicBezTo>
                <a:cubicBezTo>
                  <a:pt x="286" y="0"/>
                  <a:pt x="369" y="83"/>
                  <a:pt x="369" y="184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26"/>
          <p:cNvSpPr/>
          <p:nvPr/>
        </p:nvSpPr>
        <p:spPr>
          <a:xfrm>
            <a:off x="5299440" y="2919691"/>
            <a:ext cx="26949" cy="26842"/>
          </a:xfrm>
          <a:custGeom>
            <a:rect b="b" l="l" r="r" t="t"/>
            <a:pathLst>
              <a:path extrusionOk="0" h="249" w="250">
                <a:moveTo>
                  <a:pt x="1" y="124"/>
                </a:moveTo>
                <a:cubicBezTo>
                  <a:pt x="1" y="194"/>
                  <a:pt x="56" y="248"/>
                  <a:pt x="126" y="248"/>
                </a:cubicBezTo>
                <a:cubicBezTo>
                  <a:pt x="194" y="248"/>
                  <a:pt x="250" y="194"/>
                  <a:pt x="250" y="124"/>
                </a:cubicBezTo>
                <a:cubicBezTo>
                  <a:pt x="250" y="55"/>
                  <a:pt x="194" y="1"/>
                  <a:pt x="126" y="1"/>
                </a:cubicBezTo>
                <a:cubicBezTo>
                  <a:pt x="57" y="1"/>
                  <a:pt x="1" y="57"/>
                  <a:pt x="1" y="124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26"/>
          <p:cNvSpPr/>
          <p:nvPr/>
        </p:nvSpPr>
        <p:spPr>
          <a:xfrm>
            <a:off x="5324126" y="2855874"/>
            <a:ext cx="38699" cy="31478"/>
          </a:xfrm>
          <a:custGeom>
            <a:rect b="b" l="l" r="r" t="t"/>
            <a:pathLst>
              <a:path extrusionOk="0" h="292" w="359">
                <a:moveTo>
                  <a:pt x="358" y="0"/>
                </a:moveTo>
                <a:cubicBezTo>
                  <a:pt x="358" y="0"/>
                  <a:pt x="133" y="40"/>
                  <a:pt x="0" y="292"/>
                </a:cubicBezTo>
                <a:lnTo>
                  <a:pt x="358" y="2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26"/>
          <p:cNvSpPr/>
          <p:nvPr/>
        </p:nvSpPr>
        <p:spPr>
          <a:xfrm>
            <a:off x="5367245" y="2855874"/>
            <a:ext cx="40963" cy="31478"/>
          </a:xfrm>
          <a:custGeom>
            <a:rect b="b" l="l" r="r" t="t"/>
            <a:pathLst>
              <a:path extrusionOk="0" h="292" w="380">
                <a:moveTo>
                  <a:pt x="0" y="0"/>
                </a:moveTo>
                <a:lnTo>
                  <a:pt x="380" y="0"/>
                </a:lnTo>
                <a:lnTo>
                  <a:pt x="380" y="292"/>
                </a:lnTo>
                <a:lnTo>
                  <a:pt x="0" y="2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26"/>
          <p:cNvSpPr/>
          <p:nvPr/>
        </p:nvSpPr>
        <p:spPr>
          <a:xfrm>
            <a:off x="5412520" y="2855874"/>
            <a:ext cx="42903" cy="31478"/>
          </a:xfrm>
          <a:custGeom>
            <a:rect b="b" l="l" r="r" t="t"/>
            <a:pathLst>
              <a:path extrusionOk="0" h="292" w="398">
                <a:moveTo>
                  <a:pt x="1" y="0"/>
                </a:moveTo>
                <a:lnTo>
                  <a:pt x="1" y="292"/>
                </a:lnTo>
                <a:lnTo>
                  <a:pt x="287" y="292"/>
                </a:lnTo>
                <a:cubicBezTo>
                  <a:pt x="398" y="292"/>
                  <a:pt x="213" y="8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26"/>
          <p:cNvSpPr/>
          <p:nvPr/>
        </p:nvSpPr>
        <p:spPr>
          <a:xfrm>
            <a:off x="5359483" y="2890370"/>
            <a:ext cx="8516" cy="4204"/>
          </a:xfrm>
          <a:custGeom>
            <a:rect b="b" l="l" r="r" t="t"/>
            <a:pathLst>
              <a:path extrusionOk="0" h="39" w="79">
                <a:moveTo>
                  <a:pt x="1" y="24"/>
                </a:moveTo>
                <a:cubicBezTo>
                  <a:pt x="1" y="32"/>
                  <a:pt x="7" y="38"/>
                  <a:pt x="15" y="38"/>
                </a:cubicBezTo>
                <a:lnTo>
                  <a:pt x="65" y="38"/>
                </a:lnTo>
                <a:cubicBezTo>
                  <a:pt x="72" y="38"/>
                  <a:pt x="78" y="32"/>
                  <a:pt x="78" y="24"/>
                </a:cubicBezTo>
                <a:lnTo>
                  <a:pt x="78" y="14"/>
                </a:lnTo>
                <a:cubicBezTo>
                  <a:pt x="78" y="7"/>
                  <a:pt x="72" y="1"/>
                  <a:pt x="65" y="1"/>
                </a:cubicBezTo>
                <a:lnTo>
                  <a:pt x="15" y="1"/>
                </a:lnTo>
                <a:cubicBezTo>
                  <a:pt x="7" y="1"/>
                  <a:pt x="1" y="7"/>
                  <a:pt x="1" y="14"/>
                </a:cubicBezTo>
                <a:close/>
              </a:path>
            </a:pathLst>
          </a:custGeom>
          <a:solidFill>
            <a:srgbClr val="508C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26"/>
          <p:cNvSpPr/>
          <p:nvPr/>
        </p:nvSpPr>
        <p:spPr>
          <a:xfrm>
            <a:off x="5402064" y="2890370"/>
            <a:ext cx="8624" cy="4204"/>
          </a:xfrm>
          <a:custGeom>
            <a:rect b="b" l="l" r="r" t="t"/>
            <a:pathLst>
              <a:path extrusionOk="0" h="39" w="80">
                <a:moveTo>
                  <a:pt x="1" y="24"/>
                </a:moveTo>
                <a:cubicBezTo>
                  <a:pt x="1" y="32"/>
                  <a:pt x="8" y="38"/>
                  <a:pt x="15" y="38"/>
                </a:cubicBezTo>
                <a:lnTo>
                  <a:pt x="65" y="38"/>
                </a:lnTo>
                <a:cubicBezTo>
                  <a:pt x="72" y="38"/>
                  <a:pt x="79" y="32"/>
                  <a:pt x="79" y="24"/>
                </a:cubicBezTo>
                <a:lnTo>
                  <a:pt x="79" y="14"/>
                </a:lnTo>
                <a:cubicBezTo>
                  <a:pt x="79" y="7"/>
                  <a:pt x="72" y="1"/>
                  <a:pt x="65" y="1"/>
                </a:cubicBezTo>
                <a:lnTo>
                  <a:pt x="15" y="1"/>
                </a:lnTo>
                <a:cubicBezTo>
                  <a:pt x="8" y="1"/>
                  <a:pt x="1" y="7"/>
                  <a:pt x="1" y="14"/>
                </a:cubicBezTo>
                <a:close/>
              </a:path>
            </a:pathLst>
          </a:custGeom>
          <a:solidFill>
            <a:srgbClr val="508C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26"/>
          <p:cNvSpPr/>
          <p:nvPr/>
        </p:nvSpPr>
        <p:spPr>
          <a:xfrm>
            <a:off x="5319059" y="2883578"/>
            <a:ext cx="11642" cy="6899"/>
          </a:xfrm>
          <a:custGeom>
            <a:rect b="b" l="l" r="r" t="t"/>
            <a:pathLst>
              <a:path extrusionOk="0" h="64" w="108">
                <a:moveTo>
                  <a:pt x="2" y="45"/>
                </a:moveTo>
                <a:cubicBezTo>
                  <a:pt x="3" y="55"/>
                  <a:pt x="13" y="64"/>
                  <a:pt x="24" y="61"/>
                </a:cubicBezTo>
                <a:lnTo>
                  <a:pt x="89" y="52"/>
                </a:lnTo>
                <a:cubicBezTo>
                  <a:pt x="99" y="51"/>
                  <a:pt x="108" y="41"/>
                  <a:pt x="105" y="31"/>
                </a:cubicBezTo>
                <a:lnTo>
                  <a:pt x="104" y="18"/>
                </a:lnTo>
                <a:cubicBezTo>
                  <a:pt x="103" y="8"/>
                  <a:pt x="93" y="0"/>
                  <a:pt x="83" y="1"/>
                </a:cubicBezTo>
                <a:lnTo>
                  <a:pt x="17" y="10"/>
                </a:lnTo>
                <a:cubicBezTo>
                  <a:pt x="7" y="12"/>
                  <a:pt x="0" y="22"/>
                  <a:pt x="1" y="33"/>
                </a:cubicBezTo>
                <a:close/>
              </a:path>
            </a:pathLst>
          </a:custGeom>
          <a:solidFill>
            <a:srgbClr val="508C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26"/>
          <p:cNvSpPr/>
          <p:nvPr/>
        </p:nvSpPr>
        <p:spPr>
          <a:xfrm>
            <a:off x="5270765" y="2897808"/>
            <a:ext cx="12289" cy="17032"/>
          </a:xfrm>
          <a:custGeom>
            <a:rect b="b" l="l" r="r" t="t"/>
            <a:pathLst>
              <a:path extrusionOk="0" h="158" w="114">
                <a:moveTo>
                  <a:pt x="75" y="0"/>
                </a:moveTo>
                <a:cubicBezTo>
                  <a:pt x="98" y="14"/>
                  <a:pt x="114" y="42"/>
                  <a:pt x="114" y="73"/>
                </a:cubicBezTo>
                <a:cubicBezTo>
                  <a:pt x="114" y="119"/>
                  <a:pt x="80" y="158"/>
                  <a:pt x="36" y="158"/>
                </a:cubicBezTo>
                <a:cubicBezTo>
                  <a:pt x="23" y="158"/>
                  <a:pt x="11" y="154"/>
                  <a:pt x="1" y="148"/>
                </a:cubicBezTo>
                <a:cubicBezTo>
                  <a:pt x="6" y="116"/>
                  <a:pt x="14" y="83"/>
                  <a:pt x="24" y="62"/>
                </a:cubicBezTo>
                <a:cubicBezTo>
                  <a:pt x="36" y="42"/>
                  <a:pt x="52" y="21"/>
                  <a:pt x="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26"/>
          <p:cNvSpPr/>
          <p:nvPr/>
        </p:nvSpPr>
        <p:spPr>
          <a:xfrm>
            <a:off x="4309422" y="3868321"/>
            <a:ext cx="263673" cy="176469"/>
          </a:xfrm>
          <a:custGeom>
            <a:rect b="b" l="l" r="r" t="t"/>
            <a:pathLst>
              <a:path extrusionOk="0" h="1637" w="2446">
                <a:moveTo>
                  <a:pt x="1207" y="0"/>
                </a:moveTo>
                <a:cubicBezTo>
                  <a:pt x="1514" y="0"/>
                  <a:pt x="1769" y="160"/>
                  <a:pt x="1820" y="371"/>
                </a:cubicBezTo>
                <a:cubicBezTo>
                  <a:pt x="1854" y="365"/>
                  <a:pt x="1889" y="363"/>
                  <a:pt x="1925" y="363"/>
                </a:cubicBezTo>
                <a:cubicBezTo>
                  <a:pt x="2212" y="363"/>
                  <a:pt x="2445" y="532"/>
                  <a:pt x="2445" y="739"/>
                </a:cubicBezTo>
                <a:cubicBezTo>
                  <a:pt x="2445" y="917"/>
                  <a:pt x="2273" y="1066"/>
                  <a:pt x="2043" y="1105"/>
                </a:cubicBezTo>
                <a:cubicBezTo>
                  <a:pt x="2022" y="1401"/>
                  <a:pt x="1684" y="1636"/>
                  <a:pt x="1270" y="1636"/>
                </a:cubicBezTo>
                <a:cubicBezTo>
                  <a:pt x="889" y="1636"/>
                  <a:pt x="572" y="1437"/>
                  <a:pt x="506" y="1173"/>
                </a:cubicBezTo>
                <a:cubicBezTo>
                  <a:pt x="221" y="1144"/>
                  <a:pt x="1" y="967"/>
                  <a:pt x="1" y="753"/>
                </a:cubicBezTo>
                <a:cubicBezTo>
                  <a:pt x="1" y="519"/>
                  <a:pt x="263" y="330"/>
                  <a:pt x="587" y="330"/>
                </a:cubicBezTo>
                <a:lnTo>
                  <a:pt x="608" y="330"/>
                </a:lnTo>
                <a:cubicBezTo>
                  <a:pt x="679" y="139"/>
                  <a:pt x="921" y="0"/>
                  <a:pt x="120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26"/>
          <p:cNvSpPr/>
          <p:nvPr/>
        </p:nvSpPr>
        <p:spPr>
          <a:xfrm>
            <a:off x="2996117" y="2786991"/>
            <a:ext cx="15199" cy="32663"/>
          </a:xfrm>
          <a:custGeom>
            <a:rect b="b" l="l" r="r" t="t"/>
            <a:pathLst>
              <a:path extrusionOk="0" h="303" w="141">
                <a:moveTo>
                  <a:pt x="141" y="1"/>
                </a:moveTo>
                <a:lnTo>
                  <a:pt x="1" y="1"/>
                </a:lnTo>
                <a:lnTo>
                  <a:pt x="1" y="281"/>
                </a:lnTo>
                <a:cubicBezTo>
                  <a:pt x="50" y="302"/>
                  <a:pt x="96" y="303"/>
                  <a:pt x="141" y="2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4" name="Google Shape;1904;p26"/>
          <p:cNvSpPr/>
          <p:nvPr/>
        </p:nvSpPr>
        <p:spPr>
          <a:xfrm>
            <a:off x="2960112" y="2637581"/>
            <a:ext cx="87639" cy="161053"/>
          </a:xfrm>
          <a:custGeom>
            <a:rect b="b" l="l" r="r" t="t"/>
            <a:pathLst>
              <a:path extrusionOk="0" h="1494" w="813">
                <a:moveTo>
                  <a:pt x="406" y="0"/>
                </a:moveTo>
                <a:cubicBezTo>
                  <a:pt x="148" y="413"/>
                  <a:pt x="2" y="874"/>
                  <a:pt x="0" y="1400"/>
                </a:cubicBezTo>
                <a:cubicBezTo>
                  <a:pt x="266" y="1484"/>
                  <a:pt x="536" y="1493"/>
                  <a:pt x="813" y="1400"/>
                </a:cubicBezTo>
                <a:cubicBezTo>
                  <a:pt x="786" y="935"/>
                  <a:pt x="629" y="468"/>
                  <a:pt x="40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26"/>
          <p:cNvSpPr/>
          <p:nvPr/>
        </p:nvSpPr>
        <p:spPr>
          <a:xfrm>
            <a:off x="6088091" y="3363823"/>
            <a:ext cx="16062" cy="60476"/>
          </a:xfrm>
          <a:custGeom>
            <a:rect b="b" l="l" r="r" t="t"/>
            <a:pathLst>
              <a:path extrusionOk="0" h="561" w="149">
                <a:moveTo>
                  <a:pt x="148" y="0"/>
                </a:moveTo>
                <a:lnTo>
                  <a:pt x="1" y="0"/>
                </a:lnTo>
                <a:lnTo>
                  <a:pt x="1" y="520"/>
                </a:lnTo>
                <a:cubicBezTo>
                  <a:pt x="54" y="557"/>
                  <a:pt x="102" y="561"/>
                  <a:pt x="148" y="52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6" name="Google Shape;1906;p26"/>
          <p:cNvSpPr/>
          <p:nvPr/>
        </p:nvSpPr>
        <p:spPr>
          <a:xfrm>
            <a:off x="6039905" y="3267343"/>
            <a:ext cx="112325" cy="117933"/>
          </a:xfrm>
          <a:custGeom>
            <a:rect b="b" l="l" r="r" t="t"/>
            <a:pathLst>
              <a:path extrusionOk="0" h="1094" w="1042">
                <a:moveTo>
                  <a:pt x="521" y="1"/>
                </a:moveTo>
                <a:cubicBezTo>
                  <a:pt x="233" y="1"/>
                  <a:pt x="1" y="245"/>
                  <a:pt x="1" y="547"/>
                </a:cubicBezTo>
                <a:cubicBezTo>
                  <a:pt x="1" y="849"/>
                  <a:pt x="233" y="1094"/>
                  <a:pt x="521" y="1094"/>
                </a:cubicBezTo>
                <a:cubicBezTo>
                  <a:pt x="809" y="1094"/>
                  <a:pt x="1041" y="849"/>
                  <a:pt x="1041" y="547"/>
                </a:cubicBezTo>
                <a:cubicBezTo>
                  <a:pt x="1041" y="245"/>
                  <a:pt x="809" y="1"/>
                  <a:pt x="52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26"/>
          <p:cNvSpPr/>
          <p:nvPr/>
        </p:nvSpPr>
        <p:spPr>
          <a:xfrm>
            <a:off x="6035162" y="3569826"/>
            <a:ext cx="15307" cy="32663"/>
          </a:xfrm>
          <a:custGeom>
            <a:rect b="b" l="l" r="r" t="t"/>
            <a:pathLst>
              <a:path extrusionOk="0" h="303" w="142">
                <a:moveTo>
                  <a:pt x="142" y="0"/>
                </a:moveTo>
                <a:lnTo>
                  <a:pt x="1" y="0"/>
                </a:lnTo>
                <a:lnTo>
                  <a:pt x="1" y="280"/>
                </a:lnTo>
                <a:cubicBezTo>
                  <a:pt x="51" y="300"/>
                  <a:pt x="98" y="302"/>
                  <a:pt x="142" y="28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26"/>
          <p:cNvSpPr/>
          <p:nvPr/>
        </p:nvSpPr>
        <p:spPr>
          <a:xfrm>
            <a:off x="5999157" y="3420417"/>
            <a:ext cx="87639" cy="160945"/>
          </a:xfrm>
          <a:custGeom>
            <a:rect b="b" l="l" r="r" t="t"/>
            <a:pathLst>
              <a:path extrusionOk="0" h="1493" w="813">
                <a:moveTo>
                  <a:pt x="405" y="1"/>
                </a:moveTo>
                <a:cubicBezTo>
                  <a:pt x="147" y="412"/>
                  <a:pt x="1" y="874"/>
                  <a:pt x="0" y="1400"/>
                </a:cubicBezTo>
                <a:cubicBezTo>
                  <a:pt x="266" y="1485"/>
                  <a:pt x="536" y="1493"/>
                  <a:pt x="812" y="1400"/>
                </a:cubicBezTo>
                <a:cubicBezTo>
                  <a:pt x="787" y="933"/>
                  <a:pt x="630" y="467"/>
                  <a:pt x="40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26"/>
          <p:cNvSpPr txBox="1"/>
          <p:nvPr/>
        </p:nvSpPr>
        <p:spPr>
          <a:xfrm>
            <a:off x="368899" y="274858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10" name="Google Shape;1910;p26"/>
          <p:cNvSpPr txBox="1"/>
          <p:nvPr/>
        </p:nvSpPr>
        <p:spPr>
          <a:xfrm>
            <a:off x="368899" y="4158416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11" name="Google Shape;1911;p26"/>
          <p:cNvSpPr txBox="1"/>
          <p:nvPr/>
        </p:nvSpPr>
        <p:spPr>
          <a:xfrm>
            <a:off x="368899" y="133875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12" name="Google Shape;1912;p26"/>
          <p:cNvSpPr txBox="1"/>
          <p:nvPr/>
        </p:nvSpPr>
        <p:spPr>
          <a:xfrm>
            <a:off x="368899" y="102724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 sz="1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13" name="Google Shape;1913;p26"/>
          <p:cNvSpPr txBox="1"/>
          <p:nvPr/>
        </p:nvSpPr>
        <p:spPr>
          <a:xfrm>
            <a:off x="368899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14" name="Google Shape;1914;p26"/>
          <p:cNvSpPr txBox="1"/>
          <p:nvPr/>
        </p:nvSpPr>
        <p:spPr>
          <a:xfrm>
            <a:off x="368899" y="24195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15" name="Google Shape;1915;p26"/>
          <p:cNvSpPr txBox="1"/>
          <p:nvPr/>
        </p:nvSpPr>
        <p:spPr>
          <a:xfrm>
            <a:off x="6850111" y="1334023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16" name="Google Shape;1916;p26"/>
          <p:cNvSpPr txBox="1"/>
          <p:nvPr/>
        </p:nvSpPr>
        <p:spPr>
          <a:xfrm>
            <a:off x="7467811" y="101276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17" name="Google Shape;1917;p26"/>
          <p:cNvSpPr txBox="1"/>
          <p:nvPr/>
        </p:nvSpPr>
        <p:spPr>
          <a:xfrm>
            <a:off x="7467811" y="241229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 sz="1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18" name="Google Shape;1918;p26"/>
          <p:cNvSpPr txBox="1"/>
          <p:nvPr/>
        </p:nvSpPr>
        <p:spPr>
          <a:xfrm>
            <a:off x="7467811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NEPTUNE</a:t>
            </a:r>
            <a:endParaRPr b="1" sz="160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19" name="Google Shape;1919;p26"/>
          <p:cNvSpPr txBox="1"/>
          <p:nvPr/>
        </p:nvSpPr>
        <p:spPr>
          <a:xfrm>
            <a:off x="6789211" y="4106216"/>
            <a:ext cx="1987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planet from the Sun and the fourth-largest one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20" name="Google Shape;1920;p26"/>
          <p:cNvSpPr txBox="1"/>
          <p:nvPr/>
        </p:nvSpPr>
        <p:spPr>
          <a:xfrm>
            <a:off x="6789211" y="2748575"/>
            <a:ext cx="1987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27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26" name="Google Shape;1926;p27"/>
          <p:cNvSpPr/>
          <p:nvPr/>
        </p:nvSpPr>
        <p:spPr>
          <a:xfrm>
            <a:off x="684375" y="1161525"/>
            <a:ext cx="4069398" cy="3556564"/>
          </a:xfrm>
          <a:custGeom>
            <a:rect b="b" l="l" r="r" t="t"/>
            <a:pathLst>
              <a:path extrusionOk="0" h="35531" w="48402">
                <a:moveTo>
                  <a:pt x="72" y="0"/>
                </a:moveTo>
                <a:lnTo>
                  <a:pt x="0" y="35530"/>
                </a:lnTo>
                <a:lnTo>
                  <a:pt x="2994" y="30110"/>
                </a:lnTo>
                <a:cubicBezTo>
                  <a:pt x="3065" y="30020"/>
                  <a:pt x="3649" y="29312"/>
                  <a:pt x="4872" y="29312"/>
                </a:cubicBezTo>
                <a:lnTo>
                  <a:pt x="20653" y="29312"/>
                </a:lnTo>
                <a:cubicBezTo>
                  <a:pt x="21134" y="29312"/>
                  <a:pt x="48190" y="29315"/>
                  <a:pt x="48401" y="29315"/>
                </a:cubicBezTo>
                <a:lnTo>
                  <a:pt x="48401" y="5674"/>
                </a:lnTo>
                <a:cubicBezTo>
                  <a:pt x="48190" y="5674"/>
                  <a:pt x="21133" y="5679"/>
                  <a:pt x="20653" y="5679"/>
                </a:cubicBezTo>
                <a:lnTo>
                  <a:pt x="4872" y="5679"/>
                </a:lnTo>
                <a:cubicBezTo>
                  <a:pt x="3557" y="5679"/>
                  <a:pt x="3052" y="4937"/>
                  <a:pt x="2994" y="4850"/>
                </a:cubicBezTo>
                <a:lnTo>
                  <a:pt x="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27"/>
          <p:cNvSpPr/>
          <p:nvPr/>
        </p:nvSpPr>
        <p:spPr>
          <a:xfrm>
            <a:off x="684459" y="1824682"/>
            <a:ext cx="4388379" cy="2226369"/>
          </a:xfrm>
          <a:custGeom>
            <a:rect b="b" l="l" r="r" t="t"/>
            <a:pathLst>
              <a:path extrusionOk="0" h="22242" w="52196">
                <a:moveTo>
                  <a:pt x="0" y="0"/>
                </a:moveTo>
                <a:lnTo>
                  <a:pt x="0" y="22241"/>
                </a:lnTo>
                <a:cubicBezTo>
                  <a:pt x="0" y="22241"/>
                  <a:pt x="3423" y="18708"/>
                  <a:pt x="3559" y="18643"/>
                </a:cubicBezTo>
                <a:cubicBezTo>
                  <a:pt x="3821" y="18517"/>
                  <a:pt x="4390" y="18330"/>
                  <a:pt x="5459" y="18312"/>
                </a:cubicBezTo>
                <a:lnTo>
                  <a:pt x="23172" y="18312"/>
                </a:lnTo>
                <a:cubicBezTo>
                  <a:pt x="23711" y="18312"/>
                  <a:pt x="51958" y="18311"/>
                  <a:pt x="52195" y="18311"/>
                </a:cubicBezTo>
                <a:lnTo>
                  <a:pt x="52195" y="3551"/>
                </a:lnTo>
                <a:cubicBezTo>
                  <a:pt x="51958" y="3551"/>
                  <a:pt x="23711" y="3535"/>
                  <a:pt x="23172" y="3535"/>
                </a:cubicBezTo>
                <a:lnTo>
                  <a:pt x="5459" y="3535"/>
                </a:lnTo>
                <a:cubicBezTo>
                  <a:pt x="4492" y="3535"/>
                  <a:pt x="3855" y="3310"/>
                  <a:pt x="3559" y="3174"/>
                </a:cubicBezTo>
                <a:cubicBezTo>
                  <a:pt x="3432" y="3117"/>
                  <a:pt x="0" y="0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27"/>
          <p:cNvSpPr/>
          <p:nvPr/>
        </p:nvSpPr>
        <p:spPr>
          <a:xfrm>
            <a:off x="684375" y="2440292"/>
            <a:ext cx="4787987" cy="995269"/>
          </a:xfrm>
          <a:custGeom>
            <a:rect b="b" l="l" r="r" t="t"/>
            <a:pathLst>
              <a:path extrusionOk="0" h="9943" w="56949">
                <a:moveTo>
                  <a:pt x="0" y="1"/>
                </a:moveTo>
                <a:lnTo>
                  <a:pt x="0" y="9942"/>
                </a:lnTo>
                <a:lnTo>
                  <a:pt x="3559" y="8423"/>
                </a:lnTo>
                <a:cubicBezTo>
                  <a:pt x="3559" y="8423"/>
                  <a:pt x="3830" y="8162"/>
                  <a:pt x="5945" y="8162"/>
                </a:cubicBezTo>
                <a:lnTo>
                  <a:pt x="25251" y="8162"/>
                </a:lnTo>
                <a:cubicBezTo>
                  <a:pt x="25840" y="8162"/>
                  <a:pt x="56690" y="8160"/>
                  <a:pt x="56949" y="8160"/>
                </a:cubicBezTo>
                <a:lnTo>
                  <a:pt x="56949" y="1654"/>
                </a:lnTo>
                <a:cubicBezTo>
                  <a:pt x="56690" y="1654"/>
                  <a:pt x="25839" y="1639"/>
                  <a:pt x="25251" y="1639"/>
                </a:cubicBezTo>
                <a:lnTo>
                  <a:pt x="5945" y="1639"/>
                </a:lnTo>
                <a:cubicBezTo>
                  <a:pt x="3830" y="1639"/>
                  <a:pt x="3559" y="1416"/>
                  <a:pt x="3559" y="1416"/>
                </a:cubicBezTo>
                <a:lnTo>
                  <a:pt x="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27"/>
          <p:cNvSpPr/>
          <p:nvPr/>
        </p:nvSpPr>
        <p:spPr>
          <a:xfrm rot="-5400000">
            <a:off x="1783974" y="2772912"/>
            <a:ext cx="313729" cy="316698"/>
          </a:xfrm>
          <a:custGeom>
            <a:rect b="b" l="l" r="r" t="t"/>
            <a:pathLst>
              <a:path extrusionOk="0" h="3442" w="3410">
                <a:moveTo>
                  <a:pt x="1836" y="0"/>
                </a:moveTo>
                <a:cubicBezTo>
                  <a:pt x="1439" y="0"/>
                  <a:pt x="248" y="117"/>
                  <a:pt x="44" y="1504"/>
                </a:cubicBezTo>
                <a:cubicBezTo>
                  <a:pt x="44" y="1504"/>
                  <a:pt x="127" y="1119"/>
                  <a:pt x="203" y="1087"/>
                </a:cubicBezTo>
                <a:cubicBezTo>
                  <a:pt x="203" y="1087"/>
                  <a:pt x="222" y="1085"/>
                  <a:pt x="240" y="1085"/>
                </a:cubicBezTo>
                <a:cubicBezTo>
                  <a:pt x="258" y="1085"/>
                  <a:pt x="274" y="1087"/>
                  <a:pt x="274" y="1095"/>
                </a:cubicBezTo>
                <a:cubicBezTo>
                  <a:pt x="274" y="1110"/>
                  <a:pt x="262" y="1135"/>
                  <a:pt x="282" y="1159"/>
                </a:cubicBezTo>
                <a:cubicBezTo>
                  <a:pt x="302" y="1184"/>
                  <a:pt x="326" y="1210"/>
                  <a:pt x="326" y="1210"/>
                </a:cubicBezTo>
                <a:lnTo>
                  <a:pt x="293" y="1214"/>
                </a:lnTo>
                <a:lnTo>
                  <a:pt x="293" y="1214"/>
                </a:lnTo>
                <a:cubicBezTo>
                  <a:pt x="293" y="1212"/>
                  <a:pt x="293" y="1211"/>
                  <a:pt x="293" y="1211"/>
                </a:cubicBezTo>
                <a:lnTo>
                  <a:pt x="293" y="1211"/>
                </a:lnTo>
                <a:cubicBezTo>
                  <a:pt x="292" y="1211"/>
                  <a:pt x="293" y="1214"/>
                  <a:pt x="293" y="1214"/>
                </a:cubicBezTo>
                <a:lnTo>
                  <a:pt x="293" y="1214"/>
                </a:lnTo>
                <a:lnTo>
                  <a:pt x="293" y="1214"/>
                </a:lnTo>
                <a:cubicBezTo>
                  <a:pt x="294" y="1220"/>
                  <a:pt x="296" y="1234"/>
                  <a:pt x="301" y="1267"/>
                </a:cubicBezTo>
                <a:cubicBezTo>
                  <a:pt x="313" y="1342"/>
                  <a:pt x="305" y="1342"/>
                  <a:pt x="316" y="1370"/>
                </a:cubicBezTo>
                <a:cubicBezTo>
                  <a:pt x="328" y="1399"/>
                  <a:pt x="388" y="1430"/>
                  <a:pt x="352" y="1446"/>
                </a:cubicBezTo>
                <a:cubicBezTo>
                  <a:pt x="345" y="1449"/>
                  <a:pt x="340" y="1450"/>
                  <a:pt x="337" y="1450"/>
                </a:cubicBezTo>
                <a:cubicBezTo>
                  <a:pt x="328" y="1450"/>
                  <a:pt x="327" y="1444"/>
                  <a:pt x="325" y="1444"/>
                </a:cubicBezTo>
                <a:cubicBezTo>
                  <a:pt x="324" y="1444"/>
                  <a:pt x="322" y="1448"/>
                  <a:pt x="316" y="1461"/>
                </a:cubicBezTo>
                <a:cubicBezTo>
                  <a:pt x="301" y="1497"/>
                  <a:pt x="324" y="1564"/>
                  <a:pt x="324" y="1564"/>
                </a:cubicBezTo>
                <a:cubicBezTo>
                  <a:pt x="324" y="1564"/>
                  <a:pt x="316" y="1680"/>
                  <a:pt x="328" y="1691"/>
                </a:cubicBezTo>
                <a:cubicBezTo>
                  <a:pt x="339" y="1702"/>
                  <a:pt x="359" y="1702"/>
                  <a:pt x="356" y="1723"/>
                </a:cubicBezTo>
                <a:cubicBezTo>
                  <a:pt x="352" y="1743"/>
                  <a:pt x="321" y="1755"/>
                  <a:pt x="321" y="1755"/>
                </a:cubicBezTo>
                <a:lnTo>
                  <a:pt x="285" y="1691"/>
                </a:lnTo>
                <a:lnTo>
                  <a:pt x="241" y="1632"/>
                </a:lnTo>
                <a:cubicBezTo>
                  <a:pt x="241" y="1632"/>
                  <a:pt x="237" y="1619"/>
                  <a:pt x="231" y="1619"/>
                </a:cubicBezTo>
                <a:cubicBezTo>
                  <a:pt x="229" y="1619"/>
                  <a:pt x="226" y="1621"/>
                  <a:pt x="222" y="1629"/>
                </a:cubicBezTo>
                <a:cubicBezTo>
                  <a:pt x="210" y="1652"/>
                  <a:pt x="214" y="1665"/>
                  <a:pt x="210" y="1691"/>
                </a:cubicBezTo>
                <a:cubicBezTo>
                  <a:pt x="207" y="1719"/>
                  <a:pt x="154" y="1787"/>
                  <a:pt x="186" y="1803"/>
                </a:cubicBezTo>
                <a:cubicBezTo>
                  <a:pt x="218" y="1819"/>
                  <a:pt x="222" y="1823"/>
                  <a:pt x="241" y="1834"/>
                </a:cubicBezTo>
                <a:cubicBezTo>
                  <a:pt x="261" y="1846"/>
                  <a:pt x="285" y="1842"/>
                  <a:pt x="285" y="1870"/>
                </a:cubicBezTo>
                <a:cubicBezTo>
                  <a:pt x="285" y="1898"/>
                  <a:pt x="277" y="1927"/>
                  <a:pt x="277" y="1927"/>
                </a:cubicBezTo>
                <a:lnTo>
                  <a:pt x="225" y="1902"/>
                </a:lnTo>
                <a:lnTo>
                  <a:pt x="225" y="1902"/>
                </a:lnTo>
                <a:cubicBezTo>
                  <a:pt x="225" y="1902"/>
                  <a:pt x="229" y="1951"/>
                  <a:pt x="229" y="1969"/>
                </a:cubicBezTo>
                <a:cubicBezTo>
                  <a:pt x="229" y="1990"/>
                  <a:pt x="198" y="1994"/>
                  <a:pt x="225" y="2023"/>
                </a:cubicBezTo>
                <a:cubicBezTo>
                  <a:pt x="254" y="2050"/>
                  <a:pt x="254" y="2054"/>
                  <a:pt x="258" y="2082"/>
                </a:cubicBezTo>
                <a:cubicBezTo>
                  <a:pt x="261" y="2111"/>
                  <a:pt x="273" y="2151"/>
                  <a:pt x="269" y="2162"/>
                </a:cubicBezTo>
                <a:cubicBezTo>
                  <a:pt x="265" y="2173"/>
                  <a:pt x="261" y="2198"/>
                  <a:pt x="261" y="2209"/>
                </a:cubicBezTo>
                <a:cubicBezTo>
                  <a:pt x="261" y="2220"/>
                  <a:pt x="218" y="2281"/>
                  <a:pt x="225" y="2292"/>
                </a:cubicBezTo>
                <a:cubicBezTo>
                  <a:pt x="234" y="2304"/>
                  <a:pt x="229" y="2376"/>
                  <a:pt x="229" y="2376"/>
                </a:cubicBezTo>
                <a:cubicBezTo>
                  <a:pt x="229" y="2376"/>
                  <a:pt x="50" y="2181"/>
                  <a:pt x="42" y="1767"/>
                </a:cubicBezTo>
                <a:lnTo>
                  <a:pt x="42" y="1767"/>
                </a:lnTo>
                <a:cubicBezTo>
                  <a:pt x="42" y="1768"/>
                  <a:pt x="1" y="2691"/>
                  <a:pt x="901" y="3211"/>
                </a:cubicBezTo>
                <a:cubicBezTo>
                  <a:pt x="1169" y="3365"/>
                  <a:pt x="1460" y="3442"/>
                  <a:pt x="1747" y="3442"/>
                </a:cubicBezTo>
                <a:cubicBezTo>
                  <a:pt x="2423" y="3442"/>
                  <a:pt x="3077" y="3016"/>
                  <a:pt x="3360" y="2182"/>
                </a:cubicBezTo>
                <a:lnTo>
                  <a:pt x="3360" y="2182"/>
                </a:lnTo>
                <a:cubicBezTo>
                  <a:pt x="3360" y="2183"/>
                  <a:pt x="3032" y="3070"/>
                  <a:pt x="2181" y="3305"/>
                </a:cubicBezTo>
                <a:lnTo>
                  <a:pt x="2164" y="3298"/>
                </a:lnTo>
                <a:cubicBezTo>
                  <a:pt x="2189" y="3274"/>
                  <a:pt x="2176" y="3274"/>
                  <a:pt x="2216" y="3254"/>
                </a:cubicBezTo>
                <a:cubicBezTo>
                  <a:pt x="2256" y="3235"/>
                  <a:pt x="2249" y="3251"/>
                  <a:pt x="2277" y="3235"/>
                </a:cubicBezTo>
                <a:cubicBezTo>
                  <a:pt x="2305" y="3220"/>
                  <a:pt x="2285" y="3222"/>
                  <a:pt x="2313" y="3202"/>
                </a:cubicBezTo>
                <a:cubicBezTo>
                  <a:pt x="2341" y="3184"/>
                  <a:pt x="2337" y="3180"/>
                  <a:pt x="2353" y="3164"/>
                </a:cubicBezTo>
                <a:cubicBezTo>
                  <a:pt x="2368" y="3146"/>
                  <a:pt x="2420" y="3131"/>
                  <a:pt x="2435" y="3119"/>
                </a:cubicBezTo>
                <a:cubicBezTo>
                  <a:pt x="2451" y="3107"/>
                  <a:pt x="2456" y="3071"/>
                  <a:pt x="2460" y="3054"/>
                </a:cubicBezTo>
                <a:cubicBezTo>
                  <a:pt x="2464" y="3038"/>
                  <a:pt x="2485" y="3047"/>
                  <a:pt x="2464" y="3038"/>
                </a:cubicBezTo>
                <a:cubicBezTo>
                  <a:pt x="2462" y="3037"/>
                  <a:pt x="2460" y="3037"/>
                  <a:pt x="2458" y="3037"/>
                </a:cubicBezTo>
                <a:cubicBezTo>
                  <a:pt x="2437" y="3037"/>
                  <a:pt x="2411" y="3062"/>
                  <a:pt x="2411" y="3062"/>
                </a:cubicBezTo>
                <a:lnTo>
                  <a:pt x="2347" y="3062"/>
                </a:lnTo>
                <a:cubicBezTo>
                  <a:pt x="2347" y="3062"/>
                  <a:pt x="2288" y="3087"/>
                  <a:pt x="2272" y="3087"/>
                </a:cubicBezTo>
                <a:cubicBezTo>
                  <a:pt x="2256" y="3087"/>
                  <a:pt x="2211" y="3066"/>
                  <a:pt x="2211" y="3066"/>
                </a:cubicBezTo>
                <a:cubicBezTo>
                  <a:pt x="2211" y="3066"/>
                  <a:pt x="2164" y="3058"/>
                  <a:pt x="2155" y="3043"/>
                </a:cubicBezTo>
                <a:cubicBezTo>
                  <a:pt x="2148" y="3026"/>
                  <a:pt x="2132" y="2935"/>
                  <a:pt x="2132" y="2935"/>
                </a:cubicBezTo>
                <a:cubicBezTo>
                  <a:pt x="2132" y="2935"/>
                  <a:pt x="2163" y="2908"/>
                  <a:pt x="2191" y="2892"/>
                </a:cubicBezTo>
                <a:cubicBezTo>
                  <a:pt x="2220" y="2877"/>
                  <a:pt x="2227" y="2824"/>
                  <a:pt x="2239" y="2817"/>
                </a:cubicBezTo>
                <a:cubicBezTo>
                  <a:pt x="2241" y="2815"/>
                  <a:pt x="2244" y="2815"/>
                  <a:pt x="2247" y="2815"/>
                </a:cubicBezTo>
                <a:cubicBezTo>
                  <a:pt x="2253" y="2815"/>
                  <a:pt x="2261" y="2816"/>
                  <a:pt x="2270" y="2816"/>
                </a:cubicBezTo>
                <a:cubicBezTo>
                  <a:pt x="2281" y="2816"/>
                  <a:pt x="2293" y="2814"/>
                  <a:pt x="2307" y="2803"/>
                </a:cubicBezTo>
                <a:cubicBezTo>
                  <a:pt x="2338" y="2780"/>
                  <a:pt x="2331" y="2803"/>
                  <a:pt x="2359" y="2772"/>
                </a:cubicBezTo>
                <a:lnTo>
                  <a:pt x="2387" y="2740"/>
                </a:lnTo>
                <a:cubicBezTo>
                  <a:pt x="2387" y="2740"/>
                  <a:pt x="2404" y="2688"/>
                  <a:pt x="2385" y="2688"/>
                </a:cubicBezTo>
                <a:cubicBezTo>
                  <a:pt x="2382" y="2688"/>
                  <a:pt x="2378" y="2689"/>
                  <a:pt x="2372" y="2693"/>
                </a:cubicBezTo>
                <a:cubicBezTo>
                  <a:pt x="2358" y="2701"/>
                  <a:pt x="2344" y="2703"/>
                  <a:pt x="2331" y="2703"/>
                </a:cubicBezTo>
                <a:cubicBezTo>
                  <a:pt x="2318" y="2703"/>
                  <a:pt x="2307" y="2701"/>
                  <a:pt x="2298" y="2701"/>
                </a:cubicBezTo>
                <a:cubicBezTo>
                  <a:pt x="2290" y="2701"/>
                  <a:pt x="2285" y="2703"/>
                  <a:pt x="2283" y="2709"/>
                </a:cubicBezTo>
                <a:cubicBezTo>
                  <a:pt x="2280" y="2730"/>
                  <a:pt x="2295" y="2741"/>
                  <a:pt x="2260" y="2756"/>
                </a:cubicBezTo>
                <a:cubicBezTo>
                  <a:pt x="2225" y="2772"/>
                  <a:pt x="2208" y="2776"/>
                  <a:pt x="2197" y="2788"/>
                </a:cubicBezTo>
                <a:cubicBezTo>
                  <a:pt x="2185" y="2800"/>
                  <a:pt x="2133" y="2805"/>
                  <a:pt x="2128" y="2821"/>
                </a:cubicBezTo>
                <a:cubicBezTo>
                  <a:pt x="2126" y="2835"/>
                  <a:pt x="2128" y="2875"/>
                  <a:pt x="2111" y="2875"/>
                </a:cubicBezTo>
                <a:cubicBezTo>
                  <a:pt x="2110" y="2875"/>
                  <a:pt x="2109" y="2875"/>
                  <a:pt x="2108" y="2875"/>
                </a:cubicBezTo>
                <a:cubicBezTo>
                  <a:pt x="2096" y="2873"/>
                  <a:pt x="2080" y="2862"/>
                  <a:pt x="2067" y="2862"/>
                </a:cubicBezTo>
                <a:cubicBezTo>
                  <a:pt x="2061" y="2862"/>
                  <a:pt x="2055" y="2865"/>
                  <a:pt x="2052" y="2875"/>
                </a:cubicBezTo>
                <a:cubicBezTo>
                  <a:pt x="2045" y="2904"/>
                  <a:pt x="2033" y="2908"/>
                  <a:pt x="2036" y="2923"/>
                </a:cubicBezTo>
                <a:cubicBezTo>
                  <a:pt x="2040" y="2938"/>
                  <a:pt x="2033" y="2930"/>
                  <a:pt x="2045" y="2959"/>
                </a:cubicBezTo>
                <a:cubicBezTo>
                  <a:pt x="2056" y="2986"/>
                  <a:pt x="2056" y="3017"/>
                  <a:pt x="2056" y="3017"/>
                </a:cubicBezTo>
                <a:cubicBezTo>
                  <a:pt x="2056" y="3017"/>
                  <a:pt x="2027" y="3053"/>
                  <a:pt x="2016" y="3053"/>
                </a:cubicBezTo>
                <a:cubicBezTo>
                  <a:pt x="2005" y="3053"/>
                  <a:pt x="1937" y="3042"/>
                  <a:pt x="1937" y="3042"/>
                </a:cubicBezTo>
                <a:lnTo>
                  <a:pt x="1870" y="3006"/>
                </a:lnTo>
                <a:cubicBezTo>
                  <a:pt x="1870" y="3006"/>
                  <a:pt x="1860" y="3006"/>
                  <a:pt x="1846" y="3006"/>
                </a:cubicBezTo>
                <a:cubicBezTo>
                  <a:pt x="1811" y="3006"/>
                  <a:pt x="1750" y="3004"/>
                  <a:pt x="1750" y="2990"/>
                </a:cubicBezTo>
                <a:cubicBezTo>
                  <a:pt x="1750" y="2970"/>
                  <a:pt x="1698" y="2946"/>
                  <a:pt x="1691" y="2934"/>
                </a:cubicBezTo>
                <a:cubicBezTo>
                  <a:pt x="1682" y="2923"/>
                  <a:pt x="1604" y="2919"/>
                  <a:pt x="1604" y="2919"/>
                </a:cubicBezTo>
                <a:lnTo>
                  <a:pt x="1560" y="2883"/>
                </a:lnTo>
                <a:cubicBezTo>
                  <a:pt x="1560" y="2883"/>
                  <a:pt x="1533" y="2881"/>
                  <a:pt x="1510" y="2881"/>
                </a:cubicBezTo>
                <a:cubicBezTo>
                  <a:pt x="1499" y="2881"/>
                  <a:pt x="1489" y="2882"/>
                  <a:pt x="1484" y="2883"/>
                </a:cubicBezTo>
                <a:cubicBezTo>
                  <a:pt x="1473" y="2886"/>
                  <a:pt x="1440" y="2890"/>
                  <a:pt x="1409" y="2890"/>
                </a:cubicBezTo>
                <a:cubicBezTo>
                  <a:pt x="1396" y="2890"/>
                  <a:pt x="1383" y="2889"/>
                  <a:pt x="1373" y="2887"/>
                </a:cubicBezTo>
                <a:cubicBezTo>
                  <a:pt x="1341" y="2879"/>
                  <a:pt x="1309" y="2834"/>
                  <a:pt x="1309" y="2834"/>
                </a:cubicBezTo>
                <a:cubicBezTo>
                  <a:pt x="1309" y="2834"/>
                  <a:pt x="1274" y="2872"/>
                  <a:pt x="1256" y="2872"/>
                </a:cubicBezTo>
                <a:cubicBezTo>
                  <a:pt x="1251" y="2872"/>
                  <a:pt x="1247" y="2869"/>
                  <a:pt x="1245" y="2863"/>
                </a:cubicBezTo>
                <a:cubicBezTo>
                  <a:pt x="1237" y="2831"/>
                  <a:pt x="1190" y="2798"/>
                  <a:pt x="1177" y="2791"/>
                </a:cubicBezTo>
                <a:cubicBezTo>
                  <a:pt x="1166" y="2783"/>
                  <a:pt x="1141" y="2787"/>
                  <a:pt x="1138" y="2767"/>
                </a:cubicBezTo>
                <a:cubicBezTo>
                  <a:pt x="1134" y="2746"/>
                  <a:pt x="1130" y="2710"/>
                  <a:pt x="1118" y="2710"/>
                </a:cubicBezTo>
                <a:lnTo>
                  <a:pt x="1057" y="2710"/>
                </a:lnTo>
                <a:lnTo>
                  <a:pt x="965" y="2647"/>
                </a:lnTo>
                <a:lnTo>
                  <a:pt x="902" y="2571"/>
                </a:lnTo>
                <a:cubicBezTo>
                  <a:pt x="902" y="2571"/>
                  <a:pt x="895" y="2572"/>
                  <a:pt x="887" y="2572"/>
                </a:cubicBezTo>
                <a:cubicBezTo>
                  <a:pt x="874" y="2572"/>
                  <a:pt x="857" y="2570"/>
                  <a:pt x="855" y="2556"/>
                </a:cubicBezTo>
                <a:cubicBezTo>
                  <a:pt x="851" y="2532"/>
                  <a:pt x="819" y="2452"/>
                  <a:pt x="808" y="2440"/>
                </a:cubicBezTo>
                <a:cubicBezTo>
                  <a:pt x="796" y="2429"/>
                  <a:pt x="768" y="2369"/>
                  <a:pt x="768" y="2350"/>
                </a:cubicBezTo>
                <a:cubicBezTo>
                  <a:pt x="768" y="2344"/>
                  <a:pt x="763" y="2343"/>
                  <a:pt x="758" y="2343"/>
                </a:cubicBezTo>
                <a:cubicBezTo>
                  <a:pt x="752" y="2343"/>
                  <a:pt x="745" y="2345"/>
                  <a:pt x="743" y="2345"/>
                </a:cubicBezTo>
                <a:cubicBezTo>
                  <a:pt x="741" y="2345"/>
                  <a:pt x="746" y="2342"/>
                  <a:pt x="768" y="2330"/>
                </a:cubicBezTo>
                <a:cubicBezTo>
                  <a:pt x="824" y="2297"/>
                  <a:pt x="787" y="2321"/>
                  <a:pt x="851" y="2294"/>
                </a:cubicBezTo>
                <a:cubicBezTo>
                  <a:pt x="915" y="2265"/>
                  <a:pt x="866" y="2265"/>
                  <a:pt x="915" y="2265"/>
                </a:cubicBezTo>
                <a:cubicBezTo>
                  <a:pt x="946" y="2265"/>
                  <a:pt x="938" y="2267"/>
                  <a:pt x="941" y="2267"/>
                </a:cubicBezTo>
                <a:cubicBezTo>
                  <a:pt x="943" y="2267"/>
                  <a:pt x="948" y="2267"/>
                  <a:pt x="962" y="2265"/>
                </a:cubicBezTo>
                <a:cubicBezTo>
                  <a:pt x="968" y="2265"/>
                  <a:pt x="972" y="2264"/>
                  <a:pt x="976" y="2264"/>
                </a:cubicBezTo>
                <a:cubicBezTo>
                  <a:pt x="987" y="2264"/>
                  <a:pt x="988" y="2267"/>
                  <a:pt x="992" y="2267"/>
                </a:cubicBezTo>
                <a:cubicBezTo>
                  <a:pt x="996" y="2267"/>
                  <a:pt x="1002" y="2264"/>
                  <a:pt x="1027" y="2254"/>
                </a:cubicBezTo>
                <a:cubicBezTo>
                  <a:pt x="1078" y="2229"/>
                  <a:pt x="1062" y="2234"/>
                  <a:pt x="1094" y="2203"/>
                </a:cubicBezTo>
                <a:cubicBezTo>
                  <a:pt x="1118" y="2179"/>
                  <a:pt x="1106" y="2159"/>
                  <a:pt x="1120" y="2159"/>
                </a:cubicBezTo>
                <a:cubicBezTo>
                  <a:pt x="1125" y="2159"/>
                  <a:pt x="1132" y="2162"/>
                  <a:pt x="1145" y="2167"/>
                </a:cubicBezTo>
                <a:cubicBezTo>
                  <a:pt x="1196" y="2187"/>
                  <a:pt x="1145" y="2174"/>
                  <a:pt x="1196" y="2187"/>
                </a:cubicBezTo>
                <a:cubicBezTo>
                  <a:pt x="1248" y="2199"/>
                  <a:pt x="1257" y="2183"/>
                  <a:pt x="1279" y="2215"/>
                </a:cubicBezTo>
                <a:cubicBezTo>
                  <a:pt x="1302" y="2245"/>
                  <a:pt x="1307" y="2271"/>
                  <a:pt x="1332" y="2271"/>
                </a:cubicBezTo>
                <a:cubicBezTo>
                  <a:pt x="1335" y="2271"/>
                  <a:pt x="1337" y="2271"/>
                  <a:pt x="1340" y="2270"/>
                </a:cubicBezTo>
                <a:cubicBezTo>
                  <a:pt x="1371" y="2266"/>
                  <a:pt x="1383" y="2266"/>
                  <a:pt x="1403" y="2259"/>
                </a:cubicBezTo>
                <a:cubicBezTo>
                  <a:pt x="1424" y="2251"/>
                  <a:pt x="1454" y="2219"/>
                  <a:pt x="1468" y="2215"/>
                </a:cubicBezTo>
                <a:cubicBezTo>
                  <a:pt x="1479" y="2212"/>
                  <a:pt x="1472" y="2212"/>
                  <a:pt x="1507" y="2187"/>
                </a:cubicBezTo>
                <a:cubicBezTo>
                  <a:pt x="1543" y="2163"/>
                  <a:pt x="1564" y="2148"/>
                  <a:pt x="1564" y="2148"/>
                </a:cubicBezTo>
                <a:cubicBezTo>
                  <a:pt x="1564" y="2148"/>
                  <a:pt x="1647" y="2140"/>
                  <a:pt x="1678" y="2140"/>
                </a:cubicBezTo>
                <a:cubicBezTo>
                  <a:pt x="1699" y="2140"/>
                  <a:pt x="1683" y="2135"/>
                  <a:pt x="1686" y="2135"/>
                </a:cubicBezTo>
                <a:lnTo>
                  <a:pt x="1686" y="2135"/>
                </a:lnTo>
                <a:cubicBezTo>
                  <a:pt x="1687" y="2135"/>
                  <a:pt x="1693" y="2136"/>
                  <a:pt x="1710" y="2140"/>
                </a:cubicBezTo>
                <a:cubicBezTo>
                  <a:pt x="1761" y="2152"/>
                  <a:pt x="1794" y="2156"/>
                  <a:pt x="1794" y="2156"/>
                </a:cubicBezTo>
                <a:cubicBezTo>
                  <a:pt x="1794" y="2156"/>
                  <a:pt x="1833" y="2095"/>
                  <a:pt x="1830" y="2072"/>
                </a:cubicBezTo>
                <a:cubicBezTo>
                  <a:pt x="1826" y="2048"/>
                  <a:pt x="1790" y="2053"/>
                  <a:pt x="1817" y="2016"/>
                </a:cubicBezTo>
                <a:cubicBezTo>
                  <a:pt x="1846" y="1980"/>
                  <a:pt x="1866" y="1988"/>
                  <a:pt x="1873" y="1977"/>
                </a:cubicBezTo>
                <a:cubicBezTo>
                  <a:pt x="1881" y="1964"/>
                  <a:pt x="1884" y="1941"/>
                  <a:pt x="1869" y="1920"/>
                </a:cubicBezTo>
                <a:cubicBezTo>
                  <a:pt x="1852" y="1900"/>
                  <a:pt x="1852" y="1856"/>
                  <a:pt x="1837" y="1820"/>
                </a:cubicBezTo>
                <a:cubicBezTo>
                  <a:pt x="1822" y="1784"/>
                  <a:pt x="1826" y="1773"/>
                  <a:pt x="1826" y="1724"/>
                </a:cubicBezTo>
                <a:cubicBezTo>
                  <a:pt x="1826" y="1677"/>
                  <a:pt x="1810" y="1621"/>
                  <a:pt x="1830" y="1585"/>
                </a:cubicBezTo>
                <a:cubicBezTo>
                  <a:pt x="1848" y="1549"/>
                  <a:pt x="1822" y="1545"/>
                  <a:pt x="1861" y="1528"/>
                </a:cubicBezTo>
                <a:cubicBezTo>
                  <a:pt x="1901" y="1513"/>
                  <a:pt x="1897" y="1528"/>
                  <a:pt x="1918" y="1493"/>
                </a:cubicBezTo>
                <a:cubicBezTo>
                  <a:pt x="1938" y="1457"/>
                  <a:pt x="1922" y="1450"/>
                  <a:pt x="1958" y="1446"/>
                </a:cubicBezTo>
                <a:cubicBezTo>
                  <a:pt x="1961" y="1445"/>
                  <a:pt x="1964" y="1445"/>
                  <a:pt x="1967" y="1445"/>
                </a:cubicBezTo>
                <a:cubicBezTo>
                  <a:pt x="1980" y="1445"/>
                  <a:pt x="1986" y="1449"/>
                  <a:pt x="1992" y="1449"/>
                </a:cubicBezTo>
                <a:cubicBezTo>
                  <a:pt x="1997" y="1449"/>
                  <a:pt x="2003" y="1446"/>
                  <a:pt x="2017" y="1434"/>
                </a:cubicBezTo>
                <a:cubicBezTo>
                  <a:pt x="2026" y="1426"/>
                  <a:pt x="2029" y="1424"/>
                  <a:pt x="2029" y="1424"/>
                </a:cubicBezTo>
                <a:lnTo>
                  <a:pt x="2029" y="1424"/>
                </a:lnTo>
                <a:cubicBezTo>
                  <a:pt x="2030" y="1424"/>
                  <a:pt x="2027" y="1427"/>
                  <a:pt x="2027" y="1427"/>
                </a:cubicBezTo>
                <a:cubicBezTo>
                  <a:pt x="2027" y="1427"/>
                  <a:pt x="2031" y="1423"/>
                  <a:pt x="2050" y="1406"/>
                </a:cubicBezTo>
                <a:cubicBezTo>
                  <a:pt x="2085" y="1374"/>
                  <a:pt x="2072" y="1356"/>
                  <a:pt x="2079" y="1356"/>
                </a:cubicBezTo>
                <a:cubicBezTo>
                  <a:pt x="2081" y="1356"/>
                  <a:pt x="2086" y="1358"/>
                  <a:pt x="2097" y="1363"/>
                </a:cubicBezTo>
                <a:cubicBezTo>
                  <a:pt x="2137" y="1378"/>
                  <a:pt x="2112" y="1389"/>
                  <a:pt x="2160" y="1389"/>
                </a:cubicBezTo>
                <a:cubicBezTo>
                  <a:pt x="2197" y="1389"/>
                  <a:pt x="2166" y="1431"/>
                  <a:pt x="2192" y="1431"/>
                </a:cubicBezTo>
                <a:cubicBezTo>
                  <a:pt x="2200" y="1431"/>
                  <a:pt x="2213" y="1427"/>
                  <a:pt x="2236" y="1417"/>
                </a:cubicBezTo>
                <a:cubicBezTo>
                  <a:pt x="2290" y="1393"/>
                  <a:pt x="2307" y="1380"/>
                  <a:pt x="2324" y="1380"/>
                </a:cubicBezTo>
                <a:cubicBezTo>
                  <a:pt x="2338" y="1380"/>
                  <a:pt x="2352" y="1388"/>
                  <a:pt x="2383" y="1406"/>
                </a:cubicBezTo>
                <a:cubicBezTo>
                  <a:pt x="2455" y="1446"/>
                  <a:pt x="2479" y="1497"/>
                  <a:pt x="2495" y="1506"/>
                </a:cubicBezTo>
                <a:cubicBezTo>
                  <a:pt x="2510" y="1513"/>
                  <a:pt x="2549" y="1528"/>
                  <a:pt x="2562" y="1545"/>
                </a:cubicBezTo>
                <a:cubicBezTo>
                  <a:pt x="2574" y="1560"/>
                  <a:pt x="2587" y="1549"/>
                  <a:pt x="2582" y="1585"/>
                </a:cubicBezTo>
                <a:cubicBezTo>
                  <a:pt x="2578" y="1621"/>
                  <a:pt x="2593" y="1660"/>
                  <a:pt x="2618" y="1685"/>
                </a:cubicBezTo>
                <a:cubicBezTo>
                  <a:pt x="2641" y="1708"/>
                  <a:pt x="2677" y="1739"/>
                  <a:pt x="2681" y="1757"/>
                </a:cubicBezTo>
                <a:cubicBezTo>
                  <a:pt x="2685" y="1773"/>
                  <a:pt x="2677" y="1764"/>
                  <a:pt x="2685" y="1800"/>
                </a:cubicBezTo>
                <a:cubicBezTo>
                  <a:pt x="2692" y="1835"/>
                  <a:pt x="2696" y="1844"/>
                  <a:pt x="2696" y="1867"/>
                </a:cubicBezTo>
                <a:cubicBezTo>
                  <a:pt x="2696" y="1873"/>
                  <a:pt x="2696" y="1875"/>
                  <a:pt x="2695" y="1875"/>
                </a:cubicBezTo>
                <a:cubicBezTo>
                  <a:pt x="2695" y="1875"/>
                  <a:pt x="2694" y="1873"/>
                  <a:pt x="2694" y="1873"/>
                </a:cubicBezTo>
                <a:lnTo>
                  <a:pt x="2694" y="1873"/>
                </a:lnTo>
                <a:cubicBezTo>
                  <a:pt x="2694" y="1873"/>
                  <a:pt x="2695" y="1879"/>
                  <a:pt x="2700" y="1911"/>
                </a:cubicBezTo>
                <a:cubicBezTo>
                  <a:pt x="2712" y="1979"/>
                  <a:pt x="2712" y="1962"/>
                  <a:pt x="2712" y="1979"/>
                </a:cubicBezTo>
                <a:cubicBezTo>
                  <a:pt x="2712" y="1995"/>
                  <a:pt x="2708" y="1987"/>
                  <a:pt x="2705" y="2015"/>
                </a:cubicBezTo>
                <a:cubicBezTo>
                  <a:pt x="2700" y="2043"/>
                  <a:pt x="2761" y="2039"/>
                  <a:pt x="2700" y="2043"/>
                </a:cubicBezTo>
                <a:cubicBezTo>
                  <a:pt x="2697" y="2043"/>
                  <a:pt x="2694" y="2043"/>
                  <a:pt x="2691" y="2043"/>
                </a:cubicBezTo>
                <a:cubicBezTo>
                  <a:pt x="2664" y="2043"/>
                  <a:pt x="2645" y="2038"/>
                  <a:pt x="2632" y="2038"/>
                </a:cubicBezTo>
                <a:cubicBezTo>
                  <a:pt x="2618" y="2038"/>
                  <a:pt x="2611" y="2044"/>
                  <a:pt x="2609" y="2067"/>
                </a:cubicBezTo>
                <a:cubicBezTo>
                  <a:pt x="2607" y="2091"/>
                  <a:pt x="2606" y="2091"/>
                  <a:pt x="2606" y="2091"/>
                </a:cubicBezTo>
                <a:cubicBezTo>
                  <a:pt x="2605" y="2091"/>
                  <a:pt x="2605" y="2091"/>
                  <a:pt x="2605" y="2115"/>
                </a:cubicBezTo>
                <a:cubicBezTo>
                  <a:pt x="2605" y="2162"/>
                  <a:pt x="2598" y="2151"/>
                  <a:pt x="2585" y="2174"/>
                </a:cubicBezTo>
                <a:cubicBezTo>
                  <a:pt x="2574" y="2198"/>
                  <a:pt x="2557" y="2210"/>
                  <a:pt x="2557" y="2246"/>
                </a:cubicBezTo>
                <a:cubicBezTo>
                  <a:pt x="2557" y="2257"/>
                  <a:pt x="2552" y="2259"/>
                  <a:pt x="2547" y="2259"/>
                </a:cubicBezTo>
                <a:cubicBezTo>
                  <a:pt x="2542" y="2259"/>
                  <a:pt x="2537" y="2257"/>
                  <a:pt x="2535" y="2257"/>
                </a:cubicBezTo>
                <a:lnTo>
                  <a:pt x="2535" y="2257"/>
                </a:lnTo>
                <a:cubicBezTo>
                  <a:pt x="2533" y="2257"/>
                  <a:pt x="2537" y="2261"/>
                  <a:pt x="2557" y="2282"/>
                </a:cubicBezTo>
                <a:cubicBezTo>
                  <a:pt x="2571" y="2295"/>
                  <a:pt x="2581" y="2298"/>
                  <a:pt x="2589" y="2298"/>
                </a:cubicBezTo>
                <a:cubicBezTo>
                  <a:pt x="2601" y="2298"/>
                  <a:pt x="2607" y="2290"/>
                  <a:pt x="2610" y="2290"/>
                </a:cubicBezTo>
                <a:lnTo>
                  <a:pt x="2610" y="2290"/>
                </a:lnTo>
                <a:cubicBezTo>
                  <a:pt x="2613" y="2290"/>
                  <a:pt x="2612" y="2299"/>
                  <a:pt x="2609" y="2333"/>
                </a:cubicBezTo>
                <a:cubicBezTo>
                  <a:pt x="2602" y="2424"/>
                  <a:pt x="2582" y="2437"/>
                  <a:pt x="2589" y="2452"/>
                </a:cubicBezTo>
                <a:cubicBezTo>
                  <a:pt x="2597" y="2468"/>
                  <a:pt x="2582" y="2473"/>
                  <a:pt x="2600" y="2512"/>
                </a:cubicBezTo>
                <a:cubicBezTo>
                  <a:pt x="2620" y="2552"/>
                  <a:pt x="2620" y="2556"/>
                  <a:pt x="2612" y="2572"/>
                </a:cubicBezTo>
                <a:cubicBezTo>
                  <a:pt x="2604" y="2589"/>
                  <a:pt x="2568" y="2589"/>
                  <a:pt x="2604" y="2604"/>
                </a:cubicBezTo>
                <a:cubicBezTo>
                  <a:pt x="2626" y="2613"/>
                  <a:pt x="2630" y="2629"/>
                  <a:pt x="2635" y="2629"/>
                </a:cubicBezTo>
                <a:cubicBezTo>
                  <a:pt x="2638" y="2629"/>
                  <a:pt x="2642" y="2623"/>
                  <a:pt x="2651" y="2604"/>
                </a:cubicBezTo>
                <a:cubicBezTo>
                  <a:pt x="2676" y="2557"/>
                  <a:pt x="2648" y="2540"/>
                  <a:pt x="2680" y="2532"/>
                </a:cubicBezTo>
                <a:cubicBezTo>
                  <a:pt x="2682" y="2532"/>
                  <a:pt x="2684" y="2531"/>
                  <a:pt x="2686" y="2531"/>
                </a:cubicBezTo>
                <a:cubicBezTo>
                  <a:pt x="2702" y="2531"/>
                  <a:pt x="2705" y="2546"/>
                  <a:pt x="2707" y="2546"/>
                </a:cubicBezTo>
                <a:cubicBezTo>
                  <a:pt x="2708" y="2546"/>
                  <a:pt x="2709" y="2541"/>
                  <a:pt x="2712" y="2525"/>
                </a:cubicBezTo>
                <a:cubicBezTo>
                  <a:pt x="2720" y="2478"/>
                  <a:pt x="2720" y="2485"/>
                  <a:pt x="2732" y="2449"/>
                </a:cubicBezTo>
                <a:cubicBezTo>
                  <a:pt x="2743" y="2414"/>
                  <a:pt x="2696" y="2378"/>
                  <a:pt x="2732" y="2366"/>
                </a:cubicBezTo>
                <a:cubicBezTo>
                  <a:pt x="2756" y="2359"/>
                  <a:pt x="2737" y="2325"/>
                  <a:pt x="2740" y="2325"/>
                </a:cubicBezTo>
                <a:lnTo>
                  <a:pt x="2740" y="2325"/>
                </a:lnTo>
                <a:cubicBezTo>
                  <a:pt x="2741" y="2325"/>
                  <a:pt x="2748" y="2333"/>
                  <a:pt x="2768" y="2355"/>
                </a:cubicBezTo>
                <a:cubicBezTo>
                  <a:pt x="2827" y="2423"/>
                  <a:pt x="2851" y="2394"/>
                  <a:pt x="2840" y="2438"/>
                </a:cubicBezTo>
                <a:cubicBezTo>
                  <a:pt x="2828" y="2481"/>
                  <a:pt x="2788" y="2470"/>
                  <a:pt x="2812" y="2498"/>
                </a:cubicBezTo>
                <a:cubicBezTo>
                  <a:pt x="2828" y="2518"/>
                  <a:pt x="2841" y="2548"/>
                  <a:pt x="2859" y="2548"/>
                </a:cubicBezTo>
                <a:cubicBezTo>
                  <a:pt x="2867" y="2548"/>
                  <a:pt x="2876" y="2542"/>
                  <a:pt x="2887" y="2526"/>
                </a:cubicBezTo>
                <a:cubicBezTo>
                  <a:pt x="2922" y="2475"/>
                  <a:pt x="2907" y="2511"/>
                  <a:pt x="2931" y="2459"/>
                </a:cubicBezTo>
                <a:cubicBezTo>
                  <a:pt x="2955" y="2407"/>
                  <a:pt x="2839" y="2358"/>
                  <a:pt x="2855" y="2335"/>
                </a:cubicBezTo>
                <a:cubicBezTo>
                  <a:pt x="2870" y="2310"/>
                  <a:pt x="2882" y="2299"/>
                  <a:pt x="2875" y="2284"/>
                </a:cubicBezTo>
                <a:cubicBezTo>
                  <a:pt x="2868" y="2266"/>
                  <a:pt x="2824" y="2266"/>
                  <a:pt x="2793" y="2263"/>
                </a:cubicBezTo>
                <a:cubicBezTo>
                  <a:pt x="2790" y="2263"/>
                  <a:pt x="2789" y="2263"/>
                  <a:pt x="2787" y="2263"/>
                </a:cubicBezTo>
                <a:cubicBezTo>
                  <a:pt x="2773" y="2263"/>
                  <a:pt x="2765" y="2269"/>
                  <a:pt x="2763" y="2269"/>
                </a:cubicBezTo>
                <a:cubicBezTo>
                  <a:pt x="2761" y="2269"/>
                  <a:pt x="2766" y="2263"/>
                  <a:pt x="2777" y="2239"/>
                </a:cubicBezTo>
                <a:cubicBezTo>
                  <a:pt x="2783" y="2227"/>
                  <a:pt x="2786" y="2224"/>
                  <a:pt x="2789" y="2224"/>
                </a:cubicBezTo>
                <a:cubicBezTo>
                  <a:pt x="2794" y="2224"/>
                  <a:pt x="2796" y="2235"/>
                  <a:pt x="2802" y="2235"/>
                </a:cubicBezTo>
                <a:cubicBezTo>
                  <a:pt x="2807" y="2235"/>
                  <a:pt x="2816" y="2224"/>
                  <a:pt x="2833" y="2178"/>
                </a:cubicBezTo>
                <a:cubicBezTo>
                  <a:pt x="2876" y="2064"/>
                  <a:pt x="2865" y="2024"/>
                  <a:pt x="2849" y="2007"/>
                </a:cubicBezTo>
                <a:cubicBezTo>
                  <a:pt x="2833" y="1992"/>
                  <a:pt x="2838" y="1967"/>
                  <a:pt x="2824" y="1956"/>
                </a:cubicBezTo>
                <a:cubicBezTo>
                  <a:pt x="2823" y="1955"/>
                  <a:pt x="2821" y="1954"/>
                  <a:pt x="2820" y="1954"/>
                </a:cubicBezTo>
                <a:cubicBezTo>
                  <a:pt x="2812" y="1954"/>
                  <a:pt x="2802" y="1966"/>
                  <a:pt x="2801" y="1966"/>
                </a:cubicBezTo>
                <a:cubicBezTo>
                  <a:pt x="2800" y="1966"/>
                  <a:pt x="2803" y="1961"/>
                  <a:pt x="2813" y="1944"/>
                </a:cubicBezTo>
                <a:cubicBezTo>
                  <a:pt x="2841" y="1897"/>
                  <a:pt x="2797" y="1849"/>
                  <a:pt x="2797" y="1849"/>
                </a:cubicBezTo>
                <a:cubicBezTo>
                  <a:pt x="2797" y="1849"/>
                  <a:pt x="2804" y="1833"/>
                  <a:pt x="2788" y="1813"/>
                </a:cubicBezTo>
                <a:cubicBezTo>
                  <a:pt x="2773" y="1792"/>
                  <a:pt x="2761" y="1753"/>
                  <a:pt x="2768" y="1729"/>
                </a:cubicBezTo>
                <a:cubicBezTo>
                  <a:pt x="2774" y="1713"/>
                  <a:pt x="2767" y="1681"/>
                  <a:pt x="2784" y="1681"/>
                </a:cubicBezTo>
                <a:cubicBezTo>
                  <a:pt x="2790" y="1681"/>
                  <a:pt x="2800" y="1685"/>
                  <a:pt x="2815" y="1697"/>
                </a:cubicBezTo>
                <a:cubicBezTo>
                  <a:pt x="2870" y="1741"/>
                  <a:pt x="2840" y="1709"/>
                  <a:pt x="2866" y="1777"/>
                </a:cubicBezTo>
                <a:cubicBezTo>
                  <a:pt x="2887" y="1826"/>
                  <a:pt x="2895" y="1891"/>
                  <a:pt x="2904" y="1891"/>
                </a:cubicBezTo>
                <a:cubicBezTo>
                  <a:pt x="2908" y="1891"/>
                  <a:pt x="2912" y="1881"/>
                  <a:pt x="2917" y="1856"/>
                </a:cubicBezTo>
                <a:cubicBezTo>
                  <a:pt x="2923" y="1832"/>
                  <a:pt x="2927" y="1825"/>
                  <a:pt x="2931" y="1825"/>
                </a:cubicBezTo>
                <a:cubicBezTo>
                  <a:pt x="2937" y="1825"/>
                  <a:pt x="2943" y="1838"/>
                  <a:pt x="2953" y="1838"/>
                </a:cubicBezTo>
                <a:cubicBezTo>
                  <a:pt x="2962" y="1838"/>
                  <a:pt x="2974" y="1827"/>
                  <a:pt x="2993" y="1788"/>
                </a:cubicBezTo>
                <a:cubicBezTo>
                  <a:pt x="3043" y="1687"/>
                  <a:pt x="2990" y="1672"/>
                  <a:pt x="3028" y="1672"/>
                </a:cubicBezTo>
                <a:cubicBezTo>
                  <a:pt x="3033" y="1672"/>
                  <a:pt x="3040" y="1672"/>
                  <a:pt x="3049" y="1673"/>
                </a:cubicBezTo>
                <a:cubicBezTo>
                  <a:pt x="3060" y="1673"/>
                  <a:pt x="3068" y="1674"/>
                  <a:pt x="3076" y="1674"/>
                </a:cubicBezTo>
                <a:cubicBezTo>
                  <a:pt x="3126" y="1674"/>
                  <a:pt x="3129" y="1662"/>
                  <a:pt x="3125" y="1641"/>
                </a:cubicBezTo>
                <a:cubicBezTo>
                  <a:pt x="3121" y="1616"/>
                  <a:pt x="3105" y="1545"/>
                  <a:pt x="3101" y="1518"/>
                </a:cubicBezTo>
                <a:cubicBezTo>
                  <a:pt x="3096" y="1491"/>
                  <a:pt x="3073" y="1522"/>
                  <a:pt x="3105" y="1471"/>
                </a:cubicBezTo>
                <a:cubicBezTo>
                  <a:pt x="3128" y="1432"/>
                  <a:pt x="3108" y="1412"/>
                  <a:pt x="3116" y="1412"/>
                </a:cubicBezTo>
                <a:cubicBezTo>
                  <a:pt x="3118" y="1412"/>
                  <a:pt x="3124" y="1414"/>
                  <a:pt x="3136" y="1419"/>
                </a:cubicBezTo>
                <a:cubicBezTo>
                  <a:pt x="3183" y="1439"/>
                  <a:pt x="3192" y="1443"/>
                  <a:pt x="3219" y="1475"/>
                </a:cubicBezTo>
                <a:cubicBezTo>
                  <a:pt x="3248" y="1507"/>
                  <a:pt x="3351" y="1499"/>
                  <a:pt x="3311" y="1579"/>
                </a:cubicBezTo>
                <a:cubicBezTo>
                  <a:pt x="3272" y="1657"/>
                  <a:pt x="3284" y="1626"/>
                  <a:pt x="3280" y="1690"/>
                </a:cubicBezTo>
                <a:cubicBezTo>
                  <a:pt x="3275" y="1754"/>
                  <a:pt x="3288" y="1782"/>
                  <a:pt x="3299" y="1782"/>
                </a:cubicBezTo>
                <a:cubicBezTo>
                  <a:pt x="3310" y="1782"/>
                  <a:pt x="3346" y="1711"/>
                  <a:pt x="3346" y="1711"/>
                </a:cubicBezTo>
                <a:cubicBezTo>
                  <a:pt x="3346" y="1711"/>
                  <a:pt x="3341" y="1694"/>
                  <a:pt x="3346" y="1694"/>
                </a:cubicBezTo>
                <a:cubicBezTo>
                  <a:pt x="3347" y="1694"/>
                  <a:pt x="3348" y="1694"/>
                  <a:pt x="3350" y="1695"/>
                </a:cubicBezTo>
                <a:cubicBezTo>
                  <a:pt x="3361" y="1702"/>
                  <a:pt x="3386" y="1719"/>
                  <a:pt x="3386" y="1719"/>
                </a:cubicBezTo>
                <a:lnTo>
                  <a:pt x="3406" y="1695"/>
                </a:lnTo>
                <a:cubicBezTo>
                  <a:pt x="3410" y="1695"/>
                  <a:pt x="3410" y="1472"/>
                  <a:pt x="3397" y="1416"/>
                </a:cubicBezTo>
                <a:cubicBezTo>
                  <a:pt x="3397" y="1416"/>
                  <a:pt x="3323" y="832"/>
                  <a:pt x="2864" y="434"/>
                </a:cubicBezTo>
                <a:lnTo>
                  <a:pt x="2864" y="434"/>
                </a:lnTo>
                <a:cubicBezTo>
                  <a:pt x="2864" y="434"/>
                  <a:pt x="3181" y="740"/>
                  <a:pt x="3181" y="926"/>
                </a:cubicBezTo>
                <a:lnTo>
                  <a:pt x="3164" y="969"/>
                </a:lnTo>
                <a:cubicBezTo>
                  <a:pt x="3164" y="969"/>
                  <a:pt x="3149" y="962"/>
                  <a:pt x="3141" y="957"/>
                </a:cubicBezTo>
                <a:cubicBezTo>
                  <a:pt x="3135" y="950"/>
                  <a:pt x="3104" y="928"/>
                  <a:pt x="3095" y="928"/>
                </a:cubicBezTo>
                <a:cubicBezTo>
                  <a:pt x="3088" y="928"/>
                  <a:pt x="3063" y="930"/>
                  <a:pt x="3063" y="930"/>
                </a:cubicBezTo>
                <a:lnTo>
                  <a:pt x="3043" y="916"/>
                </a:lnTo>
                <a:cubicBezTo>
                  <a:pt x="3043" y="916"/>
                  <a:pt x="3037" y="902"/>
                  <a:pt x="3032" y="898"/>
                </a:cubicBezTo>
                <a:cubicBezTo>
                  <a:pt x="3025" y="894"/>
                  <a:pt x="3024" y="887"/>
                  <a:pt x="3009" y="887"/>
                </a:cubicBezTo>
                <a:cubicBezTo>
                  <a:pt x="2996" y="887"/>
                  <a:pt x="2978" y="890"/>
                  <a:pt x="2978" y="890"/>
                </a:cubicBezTo>
                <a:lnTo>
                  <a:pt x="2945" y="893"/>
                </a:lnTo>
                <a:lnTo>
                  <a:pt x="2925" y="883"/>
                </a:lnTo>
                <a:lnTo>
                  <a:pt x="2909" y="857"/>
                </a:lnTo>
                <a:cubicBezTo>
                  <a:pt x="2909" y="857"/>
                  <a:pt x="2902" y="828"/>
                  <a:pt x="2909" y="815"/>
                </a:cubicBezTo>
                <a:cubicBezTo>
                  <a:pt x="2915" y="803"/>
                  <a:pt x="2938" y="800"/>
                  <a:pt x="2938" y="800"/>
                </a:cubicBezTo>
                <a:lnTo>
                  <a:pt x="2960" y="833"/>
                </a:lnTo>
                <a:cubicBezTo>
                  <a:pt x="2960" y="833"/>
                  <a:pt x="2962" y="834"/>
                  <a:pt x="2964" y="834"/>
                </a:cubicBezTo>
                <a:cubicBezTo>
                  <a:pt x="2966" y="834"/>
                  <a:pt x="2969" y="832"/>
                  <a:pt x="2972" y="828"/>
                </a:cubicBezTo>
                <a:cubicBezTo>
                  <a:pt x="2977" y="817"/>
                  <a:pt x="2997" y="820"/>
                  <a:pt x="2993" y="802"/>
                </a:cubicBezTo>
                <a:cubicBezTo>
                  <a:pt x="2989" y="785"/>
                  <a:pt x="2966" y="756"/>
                  <a:pt x="2966" y="756"/>
                </a:cubicBezTo>
                <a:lnTo>
                  <a:pt x="2946" y="726"/>
                </a:lnTo>
                <a:cubicBezTo>
                  <a:pt x="2946" y="726"/>
                  <a:pt x="2922" y="718"/>
                  <a:pt x="2914" y="718"/>
                </a:cubicBezTo>
                <a:cubicBezTo>
                  <a:pt x="2911" y="718"/>
                  <a:pt x="2910" y="718"/>
                  <a:pt x="2910" y="719"/>
                </a:cubicBezTo>
                <a:cubicBezTo>
                  <a:pt x="2910" y="725"/>
                  <a:pt x="2900" y="741"/>
                  <a:pt x="2900" y="741"/>
                </a:cubicBezTo>
                <a:cubicBezTo>
                  <a:pt x="2900" y="741"/>
                  <a:pt x="2890" y="745"/>
                  <a:pt x="2881" y="745"/>
                </a:cubicBezTo>
                <a:cubicBezTo>
                  <a:pt x="2870" y="745"/>
                  <a:pt x="2851" y="734"/>
                  <a:pt x="2851" y="734"/>
                </a:cubicBezTo>
                <a:cubicBezTo>
                  <a:pt x="2851" y="734"/>
                  <a:pt x="2842" y="728"/>
                  <a:pt x="2845" y="709"/>
                </a:cubicBezTo>
                <a:cubicBezTo>
                  <a:pt x="2849" y="688"/>
                  <a:pt x="2853" y="670"/>
                  <a:pt x="2856" y="659"/>
                </a:cubicBezTo>
                <a:cubicBezTo>
                  <a:pt x="2860" y="648"/>
                  <a:pt x="2866" y="634"/>
                  <a:pt x="2863" y="623"/>
                </a:cubicBezTo>
                <a:cubicBezTo>
                  <a:pt x="2859" y="611"/>
                  <a:pt x="2855" y="607"/>
                  <a:pt x="2849" y="606"/>
                </a:cubicBezTo>
                <a:cubicBezTo>
                  <a:pt x="2843" y="603"/>
                  <a:pt x="2819" y="562"/>
                  <a:pt x="2819" y="562"/>
                </a:cubicBezTo>
                <a:cubicBezTo>
                  <a:pt x="2819" y="562"/>
                  <a:pt x="2813" y="547"/>
                  <a:pt x="2805" y="547"/>
                </a:cubicBezTo>
                <a:cubicBezTo>
                  <a:pt x="2798" y="547"/>
                  <a:pt x="2767" y="536"/>
                  <a:pt x="2767" y="536"/>
                </a:cubicBezTo>
                <a:cubicBezTo>
                  <a:pt x="2767" y="536"/>
                  <a:pt x="2753" y="522"/>
                  <a:pt x="2746" y="496"/>
                </a:cubicBezTo>
                <a:cubicBezTo>
                  <a:pt x="2740" y="471"/>
                  <a:pt x="2732" y="464"/>
                  <a:pt x="2732" y="464"/>
                </a:cubicBezTo>
                <a:lnTo>
                  <a:pt x="2702" y="450"/>
                </a:lnTo>
                <a:cubicBezTo>
                  <a:pt x="2702" y="450"/>
                  <a:pt x="2689" y="432"/>
                  <a:pt x="2671" y="417"/>
                </a:cubicBezTo>
                <a:cubicBezTo>
                  <a:pt x="2653" y="403"/>
                  <a:pt x="2624" y="361"/>
                  <a:pt x="2621" y="356"/>
                </a:cubicBezTo>
                <a:cubicBezTo>
                  <a:pt x="2619" y="350"/>
                  <a:pt x="2602" y="334"/>
                  <a:pt x="2586" y="327"/>
                </a:cubicBezTo>
                <a:cubicBezTo>
                  <a:pt x="2569" y="321"/>
                  <a:pt x="2546" y="324"/>
                  <a:pt x="2538" y="317"/>
                </a:cubicBezTo>
                <a:cubicBezTo>
                  <a:pt x="2531" y="311"/>
                  <a:pt x="2509" y="304"/>
                  <a:pt x="2492" y="302"/>
                </a:cubicBezTo>
                <a:cubicBezTo>
                  <a:pt x="2476" y="300"/>
                  <a:pt x="2456" y="290"/>
                  <a:pt x="2450" y="281"/>
                </a:cubicBezTo>
                <a:cubicBezTo>
                  <a:pt x="2444" y="274"/>
                  <a:pt x="2432" y="263"/>
                  <a:pt x="2430" y="256"/>
                </a:cubicBezTo>
                <a:cubicBezTo>
                  <a:pt x="2428" y="250"/>
                  <a:pt x="2416" y="214"/>
                  <a:pt x="2409" y="202"/>
                </a:cubicBezTo>
                <a:cubicBezTo>
                  <a:pt x="2401" y="191"/>
                  <a:pt x="2380" y="184"/>
                  <a:pt x="2375" y="184"/>
                </a:cubicBezTo>
                <a:cubicBezTo>
                  <a:pt x="2369" y="184"/>
                  <a:pt x="2357" y="202"/>
                  <a:pt x="2357" y="209"/>
                </a:cubicBezTo>
                <a:cubicBezTo>
                  <a:pt x="2357" y="215"/>
                  <a:pt x="2349" y="233"/>
                  <a:pt x="2349" y="233"/>
                </a:cubicBezTo>
                <a:cubicBezTo>
                  <a:pt x="2349" y="233"/>
                  <a:pt x="2318" y="235"/>
                  <a:pt x="2313" y="235"/>
                </a:cubicBezTo>
                <a:cubicBezTo>
                  <a:pt x="2309" y="235"/>
                  <a:pt x="2294" y="230"/>
                  <a:pt x="2285" y="230"/>
                </a:cubicBezTo>
                <a:cubicBezTo>
                  <a:pt x="2280" y="230"/>
                  <a:pt x="2277" y="231"/>
                  <a:pt x="2277" y="235"/>
                </a:cubicBezTo>
                <a:cubicBezTo>
                  <a:pt x="2277" y="247"/>
                  <a:pt x="2274" y="265"/>
                  <a:pt x="2274" y="265"/>
                </a:cubicBezTo>
                <a:lnTo>
                  <a:pt x="2266" y="297"/>
                </a:lnTo>
                <a:lnTo>
                  <a:pt x="2248" y="325"/>
                </a:lnTo>
                <a:lnTo>
                  <a:pt x="2236" y="341"/>
                </a:lnTo>
                <a:cubicBezTo>
                  <a:pt x="2236" y="341"/>
                  <a:pt x="2219" y="336"/>
                  <a:pt x="2212" y="332"/>
                </a:cubicBezTo>
                <a:cubicBezTo>
                  <a:pt x="2207" y="329"/>
                  <a:pt x="2192" y="320"/>
                  <a:pt x="2194" y="315"/>
                </a:cubicBezTo>
                <a:cubicBezTo>
                  <a:pt x="2197" y="309"/>
                  <a:pt x="2197" y="311"/>
                  <a:pt x="2209" y="305"/>
                </a:cubicBezTo>
                <a:cubicBezTo>
                  <a:pt x="2224" y="299"/>
                  <a:pt x="2229" y="301"/>
                  <a:pt x="2234" y="286"/>
                </a:cubicBezTo>
                <a:cubicBezTo>
                  <a:pt x="2238" y="273"/>
                  <a:pt x="2224" y="259"/>
                  <a:pt x="2228" y="253"/>
                </a:cubicBezTo>
                <a:cubicBezTo>
                  <a:pt x="2231" y="245"/>
                  <a:pt x="2231" y="237"/>
                  <a:pt x="2241" y="227"/>
                </a:cubicBezTo>
                <a:cubicBezTo>
                  <a:pt x="2249" y="219"/>
                  <a:pt x="2240" y="216"/>
                  <a:pt x="2244" y="216"/>
                </a:cubicBezTo>
                <a:cubicBezTo>
                  <a:pt x="2245" y="216"/>
                  <a:pt x="2247" y="216"/>
                  <a:pt x="2251" y="217"/>
                </a:cubicBezTo>
                <a:cubicBezTo>
                  <a:pt x="2266" y="218"/>
                  <a:pt x="2274" y="224"/>
                  <a:pt x="2281" y="224"/>
                </a:cubicBezTo>
                <a:cubicBezTo>
                  <a:pt x="2282" y="224"/>
                  <a:pt x="2284" y="224"/>
                  <a:pt x="2285" y="223"/>
                </a:cubicBezTo>
                <a:cubicBezTo>
                  <a:pt x="2292" y="219"/>
                  <a:pt x="2311" y="208"/>
                  <a:pt x="2311" y="198"/>
                </a:cubicBezTo>
                <a:cubicBezTo>
                  <a:pt x="2311" y="196"/>
                  <a:pt x="2309" y="196"/>
                  <a:pt x="2308" y="196"/>
                </a:cubicBezTo>
                <a:cubicBezTo>
                  <a:pt x="2306" y="196"/>
                  <a:pt x="2304" y="197"/>
                  <a:pt x="2304" y="197"/>
                </a:cubicBezTo>
                <a:cubicBezTo>
                  <a:pt x="2303" y="197"/>
                  <a:pt x="2305" y="196"/>
                  <a:pt x="2311" y="191"/>
                </a:cubicBezTo>
                <a:cubicBezTo>
                  <a:pt x="2327" y="179"/>
                  <a:pt x="2332" y="171"/>
                  <a:pt x="2331" y="166"/>
                </a:cubicBezTo>
                <a:cubicBezTo>
                  <a:pt x="2328" y="158"/>
                  <a:pt x="2327" y="151"/>
                  <a:pt x="2337" y="151"/>
                </a:cubicBezTo>
                <a:cubicBezTo>
                  <a:pt x="2347" y="151"/>
                  <a:pt x="2367" y="157"/>
                  <a:pt x="2377" y="157"/>
                </a:cubicBezTo>
                <a:cubicBezTo>
                  <a:pt x="2387" y="157"/>
                  <a:pt x="2403" y="164"/>
                  <a:pt x="2410" y="164"/>
                </a:cubicBezTo>
                <a:cubicBezTo>
                  <a:pt x="2418" y="164"/>
                  <a:pt x="2466" y="172"/>
                  <a:pt x="2466" y="172"/>
                </a:cubicBezTo>
                <a:cubicBezTo>
                  <a:pt x="2466" y="172"/>
                  <a:pt x="2362" y="120"/>
                  <a:pt x="2282" y="100"/>
                </a:cubicBezTo>
                <a:lnTo>
                  <a:pt x="2282" y="100"/>
                </a:lnTo>
                <a:cubicBezTo>
                  <a:pt x="2282" y="100"/>
                  <a:pt x="2285" y="121"/>
                  <a:pt x="2272" y="121"/>
                </a:cubicBezTo>
                <a:cubicBezTo>
                  <a:pt x="2262" y="121"/>
                  <a:pt x="2252" y="124"/>
                  <a:pt x="2242" y="124"/>
                </a:cubicBezTo>
                <a:cubicBezTo>
                  <a:pt x="2239" y="124"/>
                  <a:pt x="2236" y="123"/>
                  <a:pt x="2233" y="123"/>
                </a:cubicBezTo>
                <a:cubicBezTo>
                  <a:pt x="2220" y="121"/>
                  <a:pt x="2223" y="121"/>
                  <a:pt x="2179" y="121"/>
                </a:cubicBezTo>
                <a:cubicBezTo>
                  <a:pt x="2145" y="121"/>
                  <a:pt x="2132" y="127"/>
                  <a:pt x="2120" y="127"/>
                </a:cubicBezTo>
                <a:cubicBezTo>
                  <a:pt x="2118" y="127"/>
                  <a:pt x="2115" y="127"/>
                  <a:pt x="2112" y="126"/>
                </a:cubicBezTo>
                <a:cubicBezTo>
                  <a:pt x="2100" y="121"/>
                  <a:pt x="2080" y="112"/>
                  <a:pt x="2065" y="110"/>
                </a:cubicBezTo>
                <a:cubicBezTo>
                  <a:pt x="2063" y="110"/>
                  <a:pt x="2062" y="110"/>
                  <a:pt x="2060" y="110"/>
                </a:cubicBezTo>
                <a:cubicBezTo>
                  <a:pt x="2042" y="110"/>
                  <a:pt x="2009" y="121"/>
                  <a:pt x="2001" y="126"/>
                </a:cubicBezTo>
                <a:cubicBezTo>
                  <a:pt x="1993" y="131"/>
                  <a:pt x="1990" y="131"/>
                  <a:pt x="1983" y="138"/>
                </a:cubicBezTo>
                <a:cubicBezTo>
                  <a:pt x="1982" y="139"/>
                  <a:pt x="1979" y="140"/>
                  <a:pt x="1977" y="140"/>
                </a:cubicBezTo>
                <a:cubicBezTo>
                  <a:pt x="1970" y="140"/>
                  <a:pt x="1963" y="137"/>
                  <a:pt x="1961" y="137"/>
                </a:cubicBezTo>
                <a:lnTo>
                  <a:pt x="1961" y="137"/>
                </a:lnTo>
                <a:cubicBezTo>
                  <a:pt x="1960" y="137"/>
                  <a:pt x="1964" y="139"/>
                  <a:pt x="1975" y="146"/>
                </a:cubicBezTo>
                <a:cubicBezTo>
                  <a:pt x="2008" y="168"/>
                  <a:pt x="2020" y="176"/>
                  <a:pt x="2020" y="176"/>
                </a:cubicBezTo>
                <a:lnTo>
                  <a:pt x="2036" y="188"/>
                </a:lnTo>
                <a:cubicBezTo>
                  <a:pt x="2036" y="188"/>
                  <a:pt x="2057" y="188"/>
                  <a:pt x="2052" y="215"/>
                </a:cubicBezTo>
                <a:cubicBezTo>
                  <a:pt x="2047" y="242"/>
                  <a:pt x="2052" y="244"/>
                  <a:pt x="2042" y="253"/>
                </a:cubicBezTo>
                <a:cubicBezTo>
                  <a:pt x="2040" y="254"/>
                  <a:pt x="2037" y="254"/>
                  <a:pt x="2035" y="254"/>
                </a:cubicBezTo>
                <a:cubicBezTo>
                  <a:pt x="2026" y="254"/>
                  <a:pt x="2016" y="250"/>
                  <a:pt x="2009" y="250"/>
                </a:cubicBezTo>
                <a:cubicBezTo>
                  <a:pt x="2006" y="250"/>
                  <a:pt x="2003" y="251"/>
                  <a:pt x="2003" y="255"/>
                </a:cubicBezTo>
                <a:cubicBezTo>
                  <a:pt x="2000" y="268"/>
                  <a:pt x="2019" y="307"/>
                  <a:pt x="2015" y="319"/>
                </a:cubicBezTo>
                <a:cubicBezTo>
                  <a:pt x="2013" y="329"/>
                  <a:pt x="2010" y="343"/>
                  <a:pt x="1990" y="348"/>
                </a:cubicBezTo>
                <a:cubicBezTo>
                  <a:pt x="1973" y="353"/>
                  <a:pt x="1946" y="361"/>
                  <a:pt x="1941" y="372"/>
                </a:cubicBezTo>
                <a:cubicBezTo>
                  <a:pt x="1936" y="383"/>
                  <a:pt x="1912" y="380"/>
                  <a:pt x="1896" y="386"/>
                </a:cubicBezTo>
                <a:cubicBezTo>
                  <a:pt x="1881" y="391"/>
                  <a:pt x="1870" y="428"/>
                  <a:pt x="1870" y="435"/>
                </a:cubicBezTo>
                <a:cubicBezTo>
                  <a:pt x="1870" y="443"/>
                  <a:pt x="1864" y="480"/>
                  <a:pt x="1859" y="491"/>
                </a:cubicBezTo>
                <a:cubicBezTo>
                  <a:pt x="1854" y="501"/>
                  <a:pt x="1835" y="491"/>
                  <a:pt x="1830" y="511"/>
                </a:cubicBezTo>
                <a:cubicBezTo>
                  <a:pt x="1825" y="534"/>
                  <a:pt x="1783" y="539"/>
                  <a:pt x="1783" y="539"/>
                </a:cubicBezTo>
                <a:cubicBezTo>
                  <a:pt x="1783" y="539"/>
                  <a:pt x="1762" y="543"/>
                  <a:pt x="1747" y="543"/>
                </a:cubicBezTo>
                <a:cubicBezTo>
                  <a:pt x="1742" y="543"/>
                  <a:pt x="1737" y="542"/>
                  <a:pt x="1735" y="541"/>
                </a:cubicBezTo>
                <a:cubicBezTo>
                  <a:pt x="1731" y="540"/>
                  <a:pt x="1728" y="539"/>
                  <a:pt x="1724" y="539"/>
                </a:cubicBezTo>
                <a:cubicBezTo>
                  <a:pt x="1714" y="539"/>
                  <a:pt x="1705" y="543"/>
                  <a:pt x="1703" y="551"/>
                </a:cubicBezTo>
                <a:cubicBezTo>
                  <a:pt x="1701" y="565"/>
                  <a:pt x="1696" y="598"/>
                  <a:pt x="1696" y="598"/>
                </a:cubicBezTo>
                <a:cubicBezTo>
                  <a:pt x="1696" y="598"/>
                  <a:pt x="1687" y="593"/>
                  <a:pt x="1678" y="593"/>
                </a:cubicBezTo>
                <a:cubicBezTo>
                  <a:pt x="1670" y="593"/>
                  <a:pt x="1662" y="596"/>
                  <a:pt x="1658" y="609"/>
                </a:cubicBezTo>
                <a:cubicBezTo>
                  <a:pt x="1648" y="638"/>
                  <a:pt x="1636" y="668"/>
                  <a:pt x="1631" y="675"/>
                </a:cubicBezTo>
                <a:cubicBezTo>
                  <a:pt x="1630" y="676"/>
                  <a:pt x="1629" y="677"/>
                  <a:pt x="1628" y="677"/>
                </a:cubicBezTo>
                <a:cubicBezTo>
                  <a:pt x="1624" y="677"/>
                  <a:pt x="1617" y="673"/>
                  <a:pt x="1612" y="673"/>
                </a:cubicBezTo>
                <a:cubicBezTo>
                  <a:pt x="1607" y="673"/>
                  <a:pt x="1603" y="677"/>
                  <a:pt x="1605" y="693"/>
                </a:cubicBezTo>
                <a:cubicBezTo>
                  <a:pt x="1607" y="726"/>
                  <a:pt x="1612" y="759"/>
                  <a:pt x="1599" y="774"/>
                </a:cubicBezTo>
                <a:cubicBezTo>
                  <a:pt x="1586" y="790"/>
                  <a:pt x="1568" y="776"/>
                  <a:pt x="1543" y="818"/>
                </a:cubicBezTo>
                <a:cubicBezTo>
                  <a:pt x="1519" y="861"/>
                  <a:pt x="1511" y="874"/>
                  <a:pt x="1506" y="885"/>
                </a:cubicBezTo>
                <a:cubicBezTo>
                  <a:pt x="1502" y="894"/>
                  <a:pt x="1503" y="913"/>
                  <a:pt x="1480" y="913"/>
                </a:cubicBezTo>
                <a:cubicBezTo>
                  <a:pt x="1478" y="913"/>
                  <a:pt x="1475" y="913"/>
                  <a:pt x="1472" y="913"/>
                </a:cubicBezTo>
                <a:cubicBezTo>
                  <a:pt x="1440" y="907"/>
                  <a:pt x="1419" y="902"/>
                  <a:pt x="1405" y="885"/>
                </a:cubicBezTo>
                <a:cubicBezTo>
                  <a:pt x="1392" y="870"/>
                  <a:pt x="1349" y="848"/>
                  <a:pt x="1336" y="838"/>
                </a:cubicBezTo>
                <a:cubicBezTo>
                  <a:pt x="1327" y="831"/>
                  <a:pt x="1312" y="823"/>
                  <a:pt x="1297" y="823"/>
                </a:cubicBezTo>
                <a:cubicBezTo>
                  <a:pt x="1290" y="823"/>
                  <a:pt x="1284" y="824"/>
                  <a:pt x="1277" y="828"/>
                </a:cubicBezTo>
                <a:cubicBezTo>
                  <a:pt x="1256" y="838"/>
                  <a:pt x="1232" y="852"/>
                  <a:pt x="1220" y="852"/>
                </a:cubicBezTo>
                <a:cubicBezTo>
                  <a:pt x="1212" y="852"/>
                  <a:pt x="1197" y="854"/>
                  <a:pt x="1181" y="854"/>
                </a:cubicBezTo>
                <a:cubicBezTo>
                  <a:pt x="1169" y="854"/>
                  <a:pt x="1157" y="853"/>
                  <a:pt x="1150" y="849"/>
                </a:cubicBezTo>
                <a:cubicBezTo>
                  <a:pt x="1135" y="842"/>
                  <a:pt x="1105" y="827"/>
                  <a:pt x="1105" y="827"/>
                </a:cubicBezTo>
                <a:cubicBezTo>
                  <a:pt x="1105" y="827"/>
                  <a:pt x="1093" y="842"/>
                  <a:pt x="1078" y="842"/>
                </a:cubicBezTo>
                <a:cubicBezTo>
                  <a:pt x="1073" y="842"/>
                  <a:pt x="1067" y="840"/>
                  <a:pt x="1061" y="834"/>
                </a:cubicBezTo>
                <a:cubicBezTo>
                  <a:pt x="1039" y="813"/>
                  <a:pt x="1016" y="782"/>
                  <a:pt x="1011" y="765"/>
                </a:cubicBezTo>
                <a:cubicBezTo>
                  <a:pt x="1006" y="749"/>
                  <a:pt x="976" y="716"/>
                  <a:pt x="976" y="716"/>
                </a:cubicBezTo>
                <a:cubicBezTo>
                  <a:pt x="976" y="716"/>
                  <a:pt x="947" y="717"/>
                  <a:pt x="923" y="717"/>
                </a:cubicBezTo>
                <a:cubicBezTo>
                  <a:pt x="912" y="717"/>
                  <a:pt x="902" y="717"/>
                  <a:pt x="898" y="716"/>
                </a:cubicBezTo>
                <a:cubicBezTo>
                  <a:pt x="886" y="714"/>
                  <a:pt x="807" y="670"/>
                  <a:pt x="769" y="670"/>
                </a:cubicBezTo>
                <a:cubicBezTo>
                  <a:pt x="762" y="670"/>
                  <a:pt x="757" y="671"/>
                  <a:pt x="753" y="674"/>
                </a:cubicBezTo>
                <a:cubicBezTo>
                  <a:pt x="736" y="690"/>
                  <a:pt x="718" y="696"/>
                  <a:pt x="702" y="696"/>
                </a:cubicBezTo>
                <a:cubicBezTo>
                  <a:pt x="697" y="696"/>
                  <a:pt x="691" y="695"/>
                  <a:pt x="687" y="694"/>
                </a:cubicBezTo>
                <a:cubicBezTo>
                  <a:pt x="670" y="688"/>
                  <a:pt x="675" y="680"/>
                  <a:pt x="660" y="674"/>
                </a:cubicBezTo>
                <a:cubicBezTo>
                  <a:pt x="651" y="670"/>
                  <a:pt x="655" y="645"/>
                  <a:pt x="639" y="645"/>
                </a:cubicBezTo>
                <a:cubicBezTo>
                  <a:pt x="635" y="645"/>
                  <a:pt x="629" y="647"/>
                  <a:pt x="620" y="653"/>
                </a:cubicBezTo>
                <a:cubicBezTo>
                  <a:pt x="583" y="677"/>
                  <a:pt x="576" y="689"/>
                  <a:pt x="554" y="700"/>
                </a:cubicBezTo>
                <a:cubicBezTo>
                  <a:pt x="533" y="710"/>
                  <a:pt x="525" y="708"/>
                  <a:pt x="505" y="724"/>
                </a:cubicBezTo>
                <a:cubicBezTo>
                  <a:pt x="482" y="741"/>
                  <a:pt x="462" y="749"/>
                  <a:pt x="446" y="766"/>
                </a:cubicBezTo>
                <a:cubicBezTo>
                  <a:pt x="430" y="785"/>
                  <a:pt x="420" y="806"/>
                  <a:pt x="402" y="806"/>
                </a:cubicBezTo>
                <a:cubicBezTo>
                  <a:pt x="391" y="806"/>
                  <a:pt x="370" y="822"/>
                  <a:pt x="364" y="822"/>
                </a:cubicBezTo>
                <a:cubicBezTo>
                  <a:pt x="360" y="822"/>
                  <a:pt x="361" y="816"/>
                  <a:pt x="373" y="798"/>
                </a:cubicBezTo>
                <a:cubicBezTo>
                  <a:pt x="404" y="751"/>
                  <a:pt x="375" y="793"/>
                  <a:pt x="425" y="731"/>
                </a:cubicBezTo>
                <a:cubicBezTo>
                  <a:pt x="475" y="670"/>
                  <a:pt x="455" y="655"/>
                  <a:pt x="486" y="628"/>
                </a:cubicBezTo>
                <a:cubicBezTo>
                  <a:pt x="496" y="620"/>
                  <a:pt x="492" y="618"/>
                  <a:pt x="485" y="618"/>
                </a:cubicBezTo>
                <a:cubicBezTo>
                  <a:pt x="481" y="618"/>
                  <a:pt x="476" y="619"/>
                  <a:pt x="474" y="619"/>
                </a:cubicBezTo>
                <a:cubicBezTo>
                  <a:pt x="469" y="619"/>
                  <a:pt x="477" y="615"/>
                  <a:pt x="538" y="591"/>
                </a:cubicBezTo>
                <a:cubicBezTo>
                  <a:pt x="670" y="541"/>
                  <a:pt x="655" y="527"/>
                  <a:pt x="685" y="515"/>
                </a:cubicBezTo>
                <a:cubicBezTo>
                  <a:pt x="714" y="501"/>
                  <a:pt x="682" y="511"/>
                  <a:pt x="748" y="475"/>
                </a:cubicBezTo>
                <a:cubicBezTo>
                  <a:pt x="815" y="438"/>
                  <a:pt x="773" y="469"/>
                  <a:pt x="815" y="438"/>
                </a:cubicBezTo>
                <a:cubicBezTo>
                  <a:pt x="858" y="406"/>
                  <a:pt x="798" y="403"/>
                  <a:pt x="876" y="388"/>
                </a:cubicBezTo>
                <a:cubicBezTo>
                  <a:pt x="953" y="372"/>
                  <a:pt x="904" y="368"/>
                  <a:pt x="991" y="348"/>
                </a:cubicBezTo>
                <a:cubicBezTo>
                  <a:pt x="1015" y="342"/>
                  <a:pt x="1033" y="341"/>
                  <a:pt x="1047" y="341"/>
                </a:cubicBezTo>
                <a:cubicBezTo>
                  <a:pt x="1059" y="341"/>
                  <a:pt x="1069" y="342"/>
                  <a:pt x="1077" y="342"/>
                </a:cubicBezTo>
                <a:cubicBezTo>
                  <a:pt x="1092" y="342"/>
                  <a:pt x="1104" y="338"/>
                  <a:pt x="1124" y="316"/>
                </a:cubicBezTo>
                <a:cubicBezTo>
                  <a:pt x="1166" y="269"/>
                  <a:pt x="1145" y="271"/>
                  <a:pt x="1173" y="255"/>
                </a:cubicBezTo>
                <a:cubicBezTo>
                  <a:pt x="1202" y="238"/>
                  <a:pt x="1176" y="260"/>
                  <a:pt x="1250" y="218"/>
                </a:cubicBezTo>
                <a:cubicBezTo>
                  <a:pt x="1322" y="177"/>
                  <a:pt x="1352" y="119"/>
                  <a:pt x="1471" y="119"/>
                </a:cubicBezTo>
                <a:cubicBezTo>
                  <a:pt x="1474" y="119"/>
                  <a:pt x="1477" y="119"/>
                  <a:pt x="1480" y="120"/>
                </a:cubicBezTo>
                <a:cubicBezTo>
                  <a:pt x="1607" y="122"/>
                  <a:pt x="1628" y="122"/>
                  <a:pt x="1628" y="122"/>
                </a:cubicBezTo>
                <a:cubicBezTo>
                  <a:pt x="1628" y="122"/>
                  <a:pt x="1665" y="75"/>
                  <a:pt x="1722" y="75"/>
                </a:cubicBezTo>
                <a:cubicBezTo>
                  <a:pt x="1732" y="75"/>
                  <a:pt x="1742" y="77"/>
                  <a:pt x="1753" y="80"/>
                </a:cubicBezTo>
                <a:cubicBezTo>
                  <a:pt x="1807" y="95"/>
                  <a:pt x="1808" y="104"/>
                  <a:pt x="1815" y="104"/>
                </a:cubicBezTo>
                <a:cubicBezTo>
                  <a:pt x="1817" y="104"/>
                  <a:pt x="1820" y="103"/>
                  <a:pt x="1827" y="100"/>
                </a:cubicBezTo>
                <a:cubicBezTo>
                  <a:pt x="1851" y="92"/>
                  <a:pt x="1845" y="85"/>
                  <a:pt x="1874" y="63"/>
                </a:cubicBezTo>
                <a:cubicBezTo>
                  <a:pt x="1903" y="41"/>
                  <a:pt x="1899" y="39"/>
                  <a:pt x="1919" y="34"/>
                </a:cubicBezTo>
                <a:cubicBezTo>
                  <a:pt x="1938" y="28"/>
                  <a:pt x="1978" y="20"/>
                  <a:pt x="1978" y="20"/>
                </a:cubicBezTo>
                <a:lnTo>
                  <a:pt x="1965" y="5"/>
                </a:lnTo>
                <a:cubicBezTo>
                  <a:pt x="1965" y="5"/>
                  <a:pt x="1917" y="0"/>
                  <a:pt x="1836" y="0"/>
                </a:cubicBezTo>
                <a:close/>
              </a:path>
            </a:pathLst>
          </a:custGeom>
          <a:solidFill>
            <a:srgbClr val="FFF9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0" name="Google Shape;1930;p27"/>
          <p:cNvGrpSpPr/>
          <p:nvPr/>
        </p:nvGrpSpPr>
        <p:grpSpPr>
          <a:xfrm rot="-5400000">
            <a:off x="1800680" y="2291577"/>
            <a:ext cx="280317" cy="204256"/>
            <a:chOff x="2553826" y="2258105"/>
            <a:chExt cx="372366" cy="271364"/>
          </a:xfrm>
        </p:grpSpPr>
        <p:sp>
          <p:nvSpPr>
            <p:cNvPr id="1931" name="Google Shape;1931;p27"/>
            <p:cNvSpPr/>
            <p:nvPr/>
          </p:nvSpPr>
          <p:spPr>
            <a:xfrm>
              <a:off x="2553826" y="2270718"/>
              <a:ext cx="23223" cy="258752"/>
            </a:xfrm>
            <a:custGeom>
              <a:rect b="b" l="l" r="r" t="t"/>
              <a:pathLst>
                <a:path extrusionOk="0" h="2585" w="232">
                  <a:moveTo>
                    <a:pt x="70" y="1"/>
                  </a:moveTo>
                  <a:cubicBezTo>
                    <a:pt x="24" y="1"/>
                    <a:pt x="0" y="463"/>
                    <a:pt x="17" y="910"/>
                  </a:cubicBezTo>
                  <a:cubicBezTo>
                    <a:pt x="34" y="1400"/>
                    <a:pt x="17" y="1614"/>
                    <a:pt x="29" y="1910"/>
                  </a:cubicBezTo>
                  <a:cubicBezTo>
                    <a:pt x="40" y="2152"/>
                    <a:pt x="71" y="2585"/>
                    <a:pt x="92" y="2585"/>
                  </a:cubicBezTo>
                  <a:cubicBezTo>
                    <a:pt x="96" y="2585"/>
                    <a:pt x="100" y="2566"/>
                    <a:pt x="104" y="2522"/>
                  </a:cubicBezTo>
                  <a:cubicBezTo>
                    <a:pt x="121" y="2272"/>
                    <a:pt x="171" y="2026"/>
                    <a:pt x="171" y="1892"/>
                  </a:cubicBezTo>
                  <a:cubicBezTo>
                    <a:pt x="171" y="1756"/>
                    <a:pt x="180" y="1450"/>
                    <a:pt x="157" y="1348"/>
                  </a:cubicBezTo>
                  <a:cubicBezTo>
                    <a:pt x="133" y="1246"/>
                    <a:pt x="232" y="988"/>
                    <a:pt x="133" y="590"/>
                  </a:cubicBezTo>
                  <a:lnTo>
                    <a:pt x="133" y="565"/>
                  </a:lnTo>
                  <a:cubicBezTo>
                    <a:pt x="135" y="467"/>
                    <a:pt x="131" y="104"/>
                    <a:pt x="84" y="15"/>
                  </a:cubicBezTo>
                  <a:cubicBezTo>
                    <a:pt x="79" y="5"/>
                    <a:pt x="75" y="1"/>
                    <a:pt x="70" y="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27"/>
            <p:cNvSpPr/>
            <p:nvPr/>
          </p:nvSpPr>
          <p:spPr>
            <a:xfrm>
              <a:off x="2564137" y="2324971"/>
              <a:ext cx="18518" cy="114311"/>
            </a:xfrm>
            <a:custGeom>
              <a:rect b="b" l="l" r="r" t="t"/>
              <a:pathLst>
                <a:path extrusionOk="0" h="1142" w="185">
                  <a:moveTo>
                    <a:pt x="15" y="1"/>
                  </a:moveTo>
                  <a:cubicBezTo>
                    <a:pt x="15" y="1"/>
                    <a:pt x="33" y="194"/>
                    <a:pt x="28" y="294"/>
                  </a:cubicBezTo>
                  <a:cubicBezTo>
                    <a:pt x="23" y="395"/>
                    <a:pt x="61" y="427"/>
                    <a:pt x="54" y="511"/>
                  </a:cubicBezTo>
                  <a:cubicBezTo>
                    <a:pt x="47" y="595"/>
                    <a:pt x="1" y="729"/>
                    <a:pt x="7" y="846"/>
                  </a:cubicBezTo>
                  <a:cubicBezTo>
                    <a:pt x="15" y="962"/>
                    <a:pt x="47" y="1034"/>
                    <a:pt x="30" y="1110"/>
                  </a:cubicBezTo>
                  <a:cubicBezTo>
                    <a:pt x="25" y="1132"/>
                    <a:pt x="26" y="1142"/>
                    <a:pt x="29" y="1142"/>
                  </a:cubicBezTo>
                  <a:cubicBezTo>
                    <a:pt x="36" y="1142"/>
                    <a:pt x="57" y="1089"/>
                    <a:pt x="56" y="1016"/>
                  </a:cubicBezTo>
                  <a:cubicBezTo>
                    <a:pt x="53" y="911"/>
                    <a:pt x="51" y="815"/>
                    <a:pt x="114" y="767"/>
                  </a:cubicBezTo>
                  <a:cubicBezTo>
                    <a:pt x="177" y="718"/>
                    <a:pt x="185" y="353"/>
                    <a:pt x="185" y="353"/>
                  </a:cubicBezTo>
                  <a:lnTo>
                    <a:pt x="185" y="353"/>
                  </a:lnTo>
                  <a:cubicBezTo>
                    <a:pt x="185" y="353"/>
                    <a:pt x="182" y="353"/>
                    <a:pt x="176" y="353"/>
                  </a:cubicBezTo>
                  <a:cubicBezTo>
                    <a:pt x="149" y="353"/>
                    <a:pt x="71" y="341"/>
                    <a:pt x="59" y="194"/>
                  </a:cubicBezTo>
                  <a:cubicBezTo>
                    <a:pt x="46" y="17"/>
                    <a:pt x="15" y="1"/>
                    <a:pt x="15" y="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27"/>
            <p:cNvSpPr/>
            <p:nvPr/>
          </p:nvSpPr>
          <p:spPr>
            <a:xfrm>
              <a:off x="2679951" y="2380726"/>
              <a:ext cx="33232" cy="62661"/>
            </a:xfrm>
            <a:custGeom>
              <a:rect b="b" l="l" r="r" t="t"/>
              <a:pathLst>
                <a:path extrusionOk="0" h="626" w="332">
                  <a:moveTo>
                    <a:pt x="0" y="0"/>
                  </a:moveTo>
                  <a:cubicBezTo>
                    <a:pt x="0" y="0"/>
                    <a:pt x="62" y="83"/>
                    <a:pt x="81" y="180"/>
                  </a:cubicBezTo>
                  <a:cubicBezTo>
                    <a:pt x="97" y="276"/>
                    <a:pt x="215" y="558"/>
                    <a:pt x="328" y="625"/>
                  </a:cubicBezTo>
                  <a:lnTo>
                    <a:pt x="332" y="602"/>
                  </a:lnTo>
                  <a:cubicBezTo>
                    <a:pt x="332" y="602"/>
                    <a:pt x="134" y="446"/>
                    <a:pt x="114" y="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27"/>
            <p:cNvSpPr/>
            <p:nvPr/>
          </p:nvSpPr>
          <p:spPr>
            <a:xfrm>
              <a:off x="2699371" y="2426371"/>
              <a:ext cx="18118" cy="9810"/>
            </a:xfrm>
            <a:custGeom>
              <a:rect b="b" l="l" r="r" t="t"/>
              <a:pathLst>
                <a:path extrusionOk="0" h="98" w="18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6" y="8"/>
                    <a:pt x="27" y="29"/>
                  </a:cubicBezTo>
                  <a:lnTo>
                    <a:pt x="27" y="29"/>
                  </a:lnTo>
                  <a:cubicBezTo>
                    <a:pt x="26" y="28"/>
                    <a:pt x="26" y="27"/>
                    <a:pt x="26" y="27"/>
                  </a:cubicBezTo>
                  <a:cubicBezTo>
                    <a:pt x="27" y="26"/>
                    <a:pt x="1" y="1"/>
                    <a:pt x="0" y="1"/>
                  </a:cubicBezTo>
                  <a:close/>
                  <a:moveTo>
                    <a:pt x="27" y="29"/>
                  </a:moveTo>
                  <a:cubicBezTo>
                    <a:pt x="29" y="36"/>
                    <a:pt x="41" y="64"/>
                    <a:pt x="41" y="64"/>
                  </a:cubicBezTo>
                  <a:cubicBezTo>
                    <a:pt x="41" y="64"/>
                    <a:pt x="110" y="97"/>
                    <a:pt x="155" y="97"/>
                  </a:cubicBezTo>
                  <a:cubicBezTo>
                    <a:pt x="165" y="97"/>
                    <a:pt x="174" y="95"/>
                    <a:pt x="181" y="92"/>
                  </a:cubicBezTo>
                  <a:lnTo>
                    <a:pt x="181" y="92"/>
                  </a:lnTo>
                  <a:cubicBezTo>
                    <a:pt x="181" y="92"/>
                    <a:pt x="180" y="92"/>
                    <a:pt x="180" y="92"/>
                  </a:cubicBezTo>
                  <a:cubicBezTo>
                    <a:pt x="175" y="92"/>
                    <a:pt x="87" y="91"/>
                    <a:pt x="28" y="30"/>
                  </a:cubicBezTo>
                  <a:cubicBezTo>
                    <a:pt x="28" y="30"/>
                    <a:pt x="27" y="29"/>
                    <a:pt x="27" y="29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27"/>
            <p:cNvSpPr/>
            <p:nvPr/>
          </p:nvSpPr>
          <p:spPr>
            <a:xfrm>
              <a:off x="2569542" y="2360306"/>
              <a:ext cx="209904" cy="69768"/>
            </a:xfrm>
            <a:custGeom>
              <a:rect b="b" l="l" r="r" t="t"/>
              <a:pathLst>
                <a:path extrusionOk="0" h="697" w="2097">
                  <a:moveTo>
                    <a:pt x="221" y="0"/>
                  </a:moveTo>
                  <a:cubicBezTo>
                    <a:pt x="81" y="0"/>
                    <a:pt x="0" y="9"/>
                    <a:pt x="0" y="9"/>
                  </a:cubicBezTo>
                  <a:lnTo>
                    <a:pt x="0" y="452"/>
                  </a:lnTo>
                  <a:cubicBezTo>
                    <a:pt x="0" y="452"/>
                    <a:pt x="368" y="269"/>
                    <a:pt x="753" y="269"/>
                  </a:cubicBezTo>
                  <a:cubicBezTo>
                    <a:pt x="777" y="269"/>
                    <a:pt x="801" y="269"/>
                    <a:pt x="825" y="271"/>
                  </a:cubicBezTo>
                  <a:cubicBezTo>
                    <a:pt x="1234" y="294"/>
                    <a:pt x="1630" y="627"/>
                    <a:pt x="1922" y="696"/>
                  </a:cubicBezTo>
                  <a:lnTo>
                    <a:pt x="1934" y="579"/>
                  </a:lnTo>
                  <a:cubicBezTo>
                    <a:pt x="1934" y="579"/>
                    <a:pt x="1497" y="417"/>
                    <a:pt x="1391" y="312"/>
                  </a:cubicBezTo>
                  <a:lnTo>
                    <a:pt x="1391" y="312"/>
                  </a:lnTo>
                  <a:cubicBezTo>
                    <a:pt x="1391" y="312"/>
                    <a:pt x="1583" y="341"/>
                    <a:pt x="1754" y="341"/>
                  </a:cubicBezTo>
                  <a:cubicBezTo>
                    <a:pt x="1820" y="341"/>
                    <a:pt x="1884" y="336"/>
                    <a:pt x="1931" y="324"/>
                  </a:cubicBezTo>
                  <a:cubicBezTo>
                    <a:pt x="2097" y="279"/>
                    <a:pt x="1825" y="171"/>
                    <a:pt x="1825" y="171"/>
                  </a:cubicBezTo>
                  <a:cubicBezTo>
                    <a:pt x="1825" y="171"/>
                    <a:pt x="1819" y="196"/>
                    <a:pt x="1713" y="196"/>
                  </a:cubicBezTo>
                  <a:cubicBezTo>
                    <a:pt x="1620" y="196"/>
                    <a:pt x="1451" y="177"/>
                    <a:pt x="1141" y="107"/>
                  </a:cubicBezTo>
                  <a:cubicBezTo>
                    <a:pt x="751" y="18"/>
                    <a:pt x="424" y="0"/>
                    <a:pt x="221" y="0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27"/>
            <p:cNvSpPr/>
            <p:nvPr/>
          </p:nvSpPr>
          <p:spPr>
            <a:xfrm>
              <a:off x="2644817" y="2366612"/>
              <a:ext cx="106604" cy="57356"/>
            </a:xfrm>
            <a:custGeom>
              <a:rect b="b" l="l" r="r" t="t"/>
              <a:pathLst>
                <a:path extrusionOk="0" h="573" w="106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321" y="71"/>
                    <a:pt x="463" y="224"/>
                  </a:cubicBezTo>
                  <a:cubicBezTo>
                    <a:pt x="602" y="378"/>
                    <a:pt x="1058" y="573"/>
                    <a:pt x="1058" y="573"/>
                  </a:cubicBezTo>
                  <a:cubicBezTo>
                    <a:pt x="1058" y="573"/>
                    <a:pt x="1062" y="530"/>
                    <a:pt x="1064" y="470"/>
                  </a:cubicBezTo>
                  <a:cubicBezTo>
                    <a:pt x="926" y="413"/>
                    <a:pt x="708" y="318"/>
                    <a:pt x="636" y="247"/>
                  </a:cubicBezTo>
                  <a:lnTo>
                    <a:pt x="636" y="247"/>
                  </a:lnTo>
                  <a:cubicBezTo>
                    <a:pt x="637" y="247"/>
                    <a:pt x="828" y="276"/>
                    <a:pt x="997" y="276"/>
                  </a:cubicBezTo>
                  <a:cubicBezTo>
                    <a:pt x="1020" y="276"/>
                    <a:pt x="1043" y="275"/>
                    <a:pt x="1064" y="274"/>
                  </a:cubicBezTo>
                  <a:cubicBezTo>
                    <a:pt x="1061" y="205"/>
                    <a:pt x="1050" y="153"/>
                    <a:pt x="1026" y="153"/>
                  </a:cubicBezTo>
                  <a:cubicBezTo>
                    <a:pt x="1024" y="153"/>
                    <a:pt x="1023" y="153"/>
                    <a:pt x="1021" y="153"/>
                  </a:cubicBezTo>
                  <a:cubicBezTo>
                    <a:pt x="1010" y="157"/>
                    <a:pt x="994" y="158"/>
                    <a:pt x="973" y="158"/>
                  </a:cubicBezTo>
                  <a:cubicBezTo>
                    <a:pt x="860" y="158"/>
                    <a:pt x="626" y="115"/>
                    <a:pt x="511" y="93"/>
                  </a:cubicBezTo>
                  <a:cubicBezTo>
                    <a:pt x="377" y="6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27"/>
            <p:cNvSpPr/>
            <p:nvPr/>
          </p:nvSpPr>
          <p:spPr>
            <a:xfrm>
              <a:off x="2633005" y="2302849"/>
              <a:ext cx="63462" cy="64463"/>
            </a:xfrm>
            <a:custGeom>
              <a:rect b="b" l="l" r="r" t="t"/>
              <a:pathLst>
                <a:path extrusionOk="0" h="644" w="634">
                  <a:moveTo>
                    <a:pt x="634" y="1"/>
                  </a:moveTo>
                  <a:lnTo>
                    <a:pt x="634" y="1"/>
                  </a:lnTo>
                  <a:cubicBezTo>
                    <a:pt x="470" y="39"/>
                    <a:pt x="222" y="341"/>
                    <a:pt x="166" y="453"/>
                  </a:cubicBezTo>
                  <a:cubicBezTo>
                    <a:pt x="110" y="564"/>
                    <a:pt x="0" y="643"/>
                    <a:pt x="0" y="643"/>
                  </a:cubicBezTo>
                  <a:lnTo>
                    <a:pt x="153" y="643"/>
                  </a:lnTo>
                  <a:cubicBezTo>
                    <a:pt x="330" y="146"/>
                    <a:pt x="628" y="28"/>
                    <a:pt x="628" y="28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27"/>
            <p:cNvSpPr/>
            <p:nvPr/>
          </p:nvSpPr>
          <p:spPr>
            <a:xfrm>
              <a:off x="2652224" y="2324771"/>
              <a:ext cx="60759" cy="16616"/>
            </a:xfrm>
            <a:custGeom>
              <a:rect b="b" l="l" r="r" t="t"/>
              <a:pathLst>
                <a:path extrusionOk="0" h="166" w="607">
                  <a:moveTo>
                    <a:pt x="360" y="0"/>
                  </a:moveTo>
                  <a:cubicBezTo>
                    <a:pt x="263" y="0"/>
                    <a:pt x="177" y="13"/>
                    <a:pt x="177" y="13"/>
                  </a:cubicBezTo>
                  <a:cubicBezTo>
                    <a:pt x="177" y="13"/>
                    <a:pt x="105" y="100"/>
                    <a:pt x="100" y="110"/>
                  </a:cubicBezTo>
                  <a:lnTo>
                    <a:pt x="100" y="110"/>
                  </a:lnTo>
                  <a:cubicBezTo>
                    <a:pt x="103" y="109"/>
                    <a:pt x="105" y="107"/>
                    <a:pt x="108" y="106"/>
                  </a:cubicBezTo>
                  <a:cubicBezTo>
                    <a:pt x="210" y="50"/>
                    <a:pt x="318" y="35"/>
                    <a:pt x="407" y="35"/>
                  </a:cubicBezTo>
                  <a:cubicBezTo>
                    <a:pt x="522" y="35"/>
                    <a:pt x="606" y="61"/>
                    <a:pt x="606" y="61"/>
                  </a:cubicBezTo>
                  <a:cubicBezTo>
                    <a:pt x="562" y="13"/>
                    <a:pt x="456" y="0"/>
                    <a:pt x="360" y="0"/>
                  </a:cubicBezTo>
                  <a:close/>
                  <a:moveTo>
                    <a:pt x="100" y="110"/>
                  </a:moveTo>
                  <a:cubicBezTo>
                    <a:pt x="24" y="152"/>
                    <a:pt x="0" y="166"/>
                    <a:pt x="2" y="166"/>
                  </a:cubicBezTo>
                  <a:cubicBezTo>
                    <a:pt x="5" y="166"/>
                    <a:pt x="100" y="115"/>
                    <a:pt x="100" y="111"/>
                  </a:cubicBezTo>
                  <a:cubicBezTo>
                    <a:pt x="100" y="111"/>
                    <a:pt x="100" y="111"/>
                    <a:pt x="100" y="110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27"/>
            <p:cNvSpPr/>
            <p:nvPr/>
          </p:nvSpPr>
          <p:spPr>
            <a:xfrm>
              <a:off x="2680452" y="2258105"/>
              <a:ext cx="72471" cy="102500"/>
            </a:xfrm>
            <a:custGeom>
              <a:rect b="b" l="l" r="r" t="t"/>
              <a:pathLst>
                <a:path extrusionOk="0" h="1024" w="724">
                  <a:moveTo>
                    <a:pt x="252" y="0"/>
                  </a:moveTo>
                  <a:cubicBezTo>
                    <a:pt x="164" y="0"/>
                    <a:pt x="92" y="72"/>
                    <a:pt x="92" y="161"/>
                  </a:cubicBezTo>
                  <a:cubicBezTo>
                    <a:pt x="92" y="184"/>
                    <a:pt x="97" y="205"/>
                    <a:pt x="106" y="225"/>
                  </a:cubicBezTo>
                  <a:cubicBezTo>
                    <a:pt x="52" y="243"/>
                    <a:pt x="13" y="292"/>
                    <a:pt x="13" y="351"/>
                  </a:cubicBezTo>
                  <a:cubicBezTo>
                    <a:pt x="13" y="376"/>
                    <a:pt x="21" y="398"/>
                    <a:pt x="32" y="418"/>
                  </a:cubicBezTo>
                  <a:cubicBezTo>
                    <a:pt x="11" y="459"/>
                    <a:pt x="0" y="506"/>
                    <a:pt x="0" y="555"/>
                  </a:cubicBezTo>
                  <a:cubicBezTo>
                    <a:pt x="0" y="644"/>
                    <a:pt x="38" y="725"/>
                    <a:pt x="99" y="781"/>
                  </a:cubicBezTo>
                  <a:cubicBezTo>
                    <a:pt x="84" y="806"/>
                    <a:pt x="75" y="834"/>
                    <a:pt x="75" y="865"/>
                  </a:cubicBezTo>
                  <a:cubicBezTo>
                    <a:pt x="75" y="954"/>
                    <a:pt x="146" y="1024"/>
                    <a:pt x="233" y="1024"/>
                  </a:cubicBezTo>
                  <a:cubicBezTo>
                    <a:pt x="266" y="1023"/>
                    <a:pt x="297" y="1012"/>
                    <a:pt x="322" y="996"/>
                  </a:cubicBezTo>
                  <a:cubicBezTo>
                    <a:pt x="332" y="998"/>
                    <a:pt x="339" y="1000"/>
                    <a:pt x="348" y="1000"/>
                  </a:cubicBezTo>
                  <a:cubicBezTo>
                    <a:pt x="394" y="1000"/>
                    <a:pt x="431" y="962"/>
                    <a:pt x="431" y="916"/>
                  </a:cubicBezTo>
                  <a:cubicBezTo>
                    <a:pt x="431" y="909"/>
                    <a:pt x="430" y="901"/>
                    <a:pt x="429" y="895"/>
                  </a:cubicBezTo>
                  <a:cubicBezTo>
                    <a:pt x="466" y="873"/>
                    <a:pt x="493" y="837"/>
                    <a:pt x="506" y="795"/>
                  </a:cubicBezTo>
                  <a:cubicBezTo>
                    <a:pt x="513" y="796"/>
                    <a:pt x="521" y="798"/>
                    <a:pt x="529" y="798"/>
                  </a:cubicBezTo>
                  <a:cubicBezTo>
                    <a:pt x="584" y="798"/>
                    <a:pt x="629" y="753"/>
                    <a:pt x="629" y="698"/>
                  </a:cubicBezTo>
                  <a:lnTo>
                    <a:pt x="629" y="690"/>
                  </a:lnTo>
                  <a:cubicBezTo>
                    <a:pt x="684" y="666"/>
                    <a:pt x="724" y="609"/>
                    <a:pt x="724" y="545"/>
                  </a:cubicBezTo>
                  <a:cubicBezTo>
                    <a:pt x="724" y="459"/>
                    <a:pt x="656" y="389"/>
                    <a:pt x="571" y="386"/>
                  </a:cubicBezTo>
                  <a:lnTo>
                    <a:pt x="571" y="382"/>
                  </a:lnTo>
                  <a:cubicBezTo>
                    <a:pt x="571" y="338"/>
                    <a:pt x="537" y="302"/>
                    <a:pt x="493" y="300"/>
                  </a:cubicBezTo>
                  <a:cubicBezTo>
                    <a:pt x="498" y="287"/>
                    <a:pt x="501" y="274"/>
                    <a:pt x="501" y="259"/>
                  </a:cubicBezTo>
                  <a:cubicBezTo>
                    <a:pt x="501" y="204"/>
                    <a:pt x="463" y="157"/>
                    <a:pt x="410" y="146"/>
                  </a:cubicBezTo>
                  <a:cubicBezTo>
                    <a:pt x="402" y="64"/>
                    <a:pt x="335" y="0"/>
                    <a:pt x="252" y="0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27"/>
            <p:cNvSpPr/>
            <p:nvPr/>
          </p:nvSpPr>
          <p:spPr>
            <a:xfrm>
              <a:off x="2681553" y="2259607"/>
              <a:ext cx="69868" cy="98996"/>
            </a:xfrm>
            <a:custGeom>
              <a:rect b="b" l="l" r="r" t="t"/>
              <a:pathLst>
                <a:path extrusionOk="0" h="989" w="698">
                  <a:moveTo>
                    <a:pt x="242" y="1"/>
                  </a:moveTo>
                  <a:cubicBezTo>
                    <a:pt x="157" y="1"/>
                    <a:pt x="88" y="70"/>
                    <a:pt x="88" y="154"/>
                  </a:cubicBezTo>
                  <a:cubicBezTo>
                    <a:pt x="88" y="176"/>
                    <a:pt x="92" y="196"/>
                    <a:pt x="102" y="216"/>
                  </a:cubicBezTo>
                  <a:cubicBezTo>
                    <a:pt x="51" y="232"/>
                    <a:pt x="14" y="280"/>
                    <a:pt x="14" y="337"/>
                  </a:cubicBezTo>
                  <a:cubicBezTo>
                    <a:pt x="14" y="362"/>
                    <a:pt x="20" y="383"/>
                    <a:pt x="31" y="403"/>
                  </a:cubicBezTo>
                  <a:cubicBezTo>
                    <a:pt x="11" y="443"/>
                    <a:pt x="0" y="487"/>
                    <a:pt x="0" y="535"/>
                  </a:cubicBezTo>
                  <a:cubicBezTo>
                    <a:pt x="0" y="622"/>
                    <a:pt x="37" y="700"/>
                    <a:pt x="97" y="753"/>
                  </a:cubicBezTo>
                  <a:cubicBezTo>
                    <a:pt x="82" y="777"/>
                    <a:pt x="73" y="806"/>
                    <a:pt x="73" y="835"/>
                  </a:cubicBezTo>
                  <a:cubicBezTo>
                    <a:pt x="73" y="920"/>
                    <a:pt x="143" y="988"/>
                    <a:pt x="227" y="988"/>
                  </a:cubicBezTo>
                  <a:cubicBezTo>
                    <a:pt x="229" y="988"/>
                    <a:pt x="232" y="988"/>
                    <a:pt x="235" y="988"/>
                  </a:cubicBezTo>
                  <a:cubicBezTo>
                    <a:pt x="263" y="988"/>
                    <a:pt x="290" y="980"/>
                    <a:pt x="312" y="965"/>
                  </a:cubicBezTo>
                  <a:cubicBezTo>
                    <a:pt x="321" y="967"/>
                    <a:pt x="329" y="968"/>
                    <a:pt x="337" y="968"/>
                  </a:cubicBezTo>
                  <a:cubicBezTo>
                    <a:pt x="380" y="968"/>
                    <a:pt x="418" y="932"/>
                    <a:pt x="418" y="889"/>
                  </a:cubicBezTo>
                  <a:cubicBezTo>
                    <a:pt x="418" y="881"/>
                    <a:pt x="416" y="875"/>
                    <a:pt x="414" y="867"/>
                  </a:cubicBezTo>
                  <a:cubicBezTo>
                    <a:pt x="451" y="847"/>
                    <a:pt x="477" y="812"/>
                    <a:pt x="487" y="770"/>
                  </a:cubicBezTo>
                  <a:cubicBezTo>
                    <a:pt x="496" y="771"/>
                    <a:pt x="503" y="772"/>
                    <a:pt x="511" y="772"/>
                  </a:cubicBezTo>
                  <a:cubicBezTo>
                    <a:pt x="564" y="772"/>
                    <a:pt x="606" y="729"/>
                    <a:pt x="606" y="676"/>
                  </a:cubicBezTo>
                  <a:lnTo>
                    <a:pt x="606" y="669"/>
                  </a:lnTo>
                  <a:cubicBezTo>
                    <a:pt x="660" y="644"/>
                    <a:pt x="697" y="590"/>
                    <a:pt x="697" y="528"/>
                  </a:cubicBezTo>
                  <a:cubicBezTo>
                    <a:pt x="697" y="445"/>
                    <a:pt x="632" y="378"/>
                    <a:pt x="550" y="374"/>
                  </a:cubicBezTo>
                  <a:lnTo>
                    <a:pt x="550" y="371"/>
                  </a:lnTo>
                  <a:cubicBezTo>
                    <a:pt x="550" y="328"/>
                    <a:pt x="517" y="292"/>
                    <a:pt x="475" y="291"/>
                  </a:cubicBezTo>
                  <a:cubicBezTo>
                    <a:pt x="480" y="279"/>
                    <a:pt x="482" y="266"/>
                    <a:pt x="482" y="251"/>
                  </a:cubicBezTo>
                  <a:cubicBezTo>
                    <a:pt x="482" y="198"/>
                    <a:pt x="445" y="153"/>
                    <a:pt x="395" y="142"/>
                  </a:cubicBezTo>
                  <a:cubicBezTo>
                    <a:pt x="388" y="62"/>
                    <a:pt x="323" y="1"/>
                    <a:pt x="242" y="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27"/>
            <p:cNvSpPr/>
            <p:nvPr/>
          </p:nvSpPr>
          <p:spPr>
            <a:xfrm>
              <a:off x="2686758" y="2264712"/>
              <a:ext cx="63562" cy="90188"/>
            </a:xfrm>
            <a:custGeom>
              <a:rect b="b" l="l" r="r" t="t"/>
              <a:pathLst>
                <a:path extrusionOk="0" h="901" w="635">
                  <a:moveTo>
                    <a:pt x="221" y="1"/>
                  </a:moveTo>
                  <a:cubicBezTo>
                    <a:pt x="144" y="1"/>
                    <a:pt x="81" y="64"/>
                    <a:pt x="81" y="142"/>
                  </a:cubicBezTo>
                  <a:cubicBezTo>
                    <a:pt x="81" y="162"/>
                    <a:pt x="85" y="180"/>
                    <a:pt x="93" y="198"/>
                  </a:cubicBezTo>
                  <a:cubicBezTo>
                    <a:pt x="46" y="214"/>
                    <a:pt x="13" y="257"/>
                    <a:pt x="13" y="310"/>
                  </a:cubicBezTo>
                  <a:cubicBezTo>
                    <a:pt x="13" y="331"/>
                    <a:pt x="18" y="351"/>
                    <a:pt x="29" y="368"/>
                  </a:cubicBezTo>
                  <a:cubicBezTo>
                    <a:pt x="11" y="404"/>
                    <a:pt x="1" y="445"/>
                    <a:pt x="1" y="487"/>
                  </a:cubicBezTo>
                  <a:cubicBezTo>
                    <a:pt x="1" y="567"/>
                    <a:pt x="34" y="637"/>
                    <a:pt x="88" y="687"/>
                  </a:cubicBezTo>
                  <a:cubicBezTo>
                    <a:pt x="75" y="709"/>
                    <a:pt x="66" y="735"/>
                    <a:pt x="66" y="761"/>
                  </a:cubicBezTo>
                  <a:cubicBezTo>
                    <a:pt x="66" y="838"/>
                    <a:pt x="128" y="900"/>
                    <a:pt x="205" y="900"/>
                  </a:cubicBezTo>
                  <a:cubicBezTo>
                    <a:pt x="207" y="900"/>
                    <a:pt x="208" y="900"/>
                    <a:pt x="210" y="900"/>
                  </a:cubicBezTo>
                  <a:cubicBezTo>
                    <a:pt x="234" y="900"/>
                    <a:pt x="261" y="892"/>
                    <a:pt x="281" y="878"/>
                  </a:cubicBezTo>
                  <a:cubicBezTo>
                    <a:pt x="289" y="880"/>
                    <a:pt x="296" y="881"/>
                    <a:pt x="304" y="881"/>
                  </a:cubicBezTo>
                  <a:cubicBezTo>
                    <a:pt x="343" y="881"/>
                    <a:pt x="377" y="849"/>
                    <a:pt x="377" y="808"/>
                  </a:cubicBezTo>
                  <a:cubicBezTo>
                    <a:pt x="377" y="802"/>
                    <a:pt x="376" y="796"/>
                    <a:pt x="374" y="789"/>
                  </a:cubicBezTo>
                  <a:cubicBezTo>
                    <a:pt x="408" y="771"/>
                    <a:pt x="432" y="740"/>
                    <a:pt x="443" y="701"/>
                  </a:cubicBezTo>
                  <a:cubicBezTo>
                    <a:pt x="450" y="702"/>
                    <a:pt x="456" y="704"/>
                    <a:pt x="464" y="704"/>
                  </a:cubicBezTo>
                  <a:cubicBezTo>
                    <a:pt x="512" y="704"/>
                    <a:pt x="552" y="664"/>
                    <a:pt x="552" y="615"/>
                  </a:cubicBezTo>
                  <a:lnTo>
                    <a:pt x="552" y="609"/>
                  </a:lnTo>
                  <a:cubicBezTo>
                    <a:pt x="600" y="587"/>
                    <a:pt x="635" y="537"/>
                    <a:pt x="635" y="481"/>
                  </a:cubicBezTo>
                  <a:cubicBezTo>
                    <a:pt x="635" y="405"/>
                    <a:pt x="577" y="344"/>
                    <a:pt x="502" y="342"/>
                  </a:cubicBezTo>
                  <a:lnTo>
                    <a:pt x="502" y="339"/>
                  </a:lnTo>
                  <a:cubicBezTo>
                    <a:pt x="502" y="300"/>
                    <a:pt x="471" y="267"/>
                    <a:pt x="433" y="265"/>
                  </a:cubicBezTo>
                  <a:cubicBezTo>
                    <a:pt x="437" y="254"/>
                    <a:pt x="440" y="241"/>
                    <a:pt x="440" y="229"/>
                  </a:cubicBezTo>
                  <a:cubicBezTo>
                    <a:pt x="440" y="180"/>
                    <a:pt x="405" y="139"/>
                    <a:pt x="361" y="129"/>
                  </a:cubicBezTo>
                  <a:cubicBezTo>
                    <a:pt x="354" y="57"/>
                    <a:pt x="293" y="1"/>
                    <a:pt x="221" y="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7"/>
            <p:cNvSpPr/>
            <p:nvPr/>
          </p:nvSpPr>
          <p:spPr>
            <a:xfrm>
              <a:off x="2743915" y="2259807"/>
              <a:ext cx="182278" cy="257451"/>
            </a:xfrm>
            <a:custGeom>
              <a:rect b="b" l="l" r="r" t="t"/>
              <a:pathLst>
                <a:path extrusionOk="0" h="2572" w="1821">
                  <a:moveTo>
                    <a:pt x="634" y="1"/>
                  </a:moveTo>
                  <a:cubicBezTo>
                    <a:pt x="414" y="1"/>
                    <a:pt x="233" y="180"/>
                    <a:pt x="233" y="401"/>
                  </a:cubicBezTo>
                  <a:cubicBezTo>
                    <a:pt x="233" y="458"/>
                    <a:pt x="245" y="512"/>
                    <a:pt x="267" y="561"/>
                  </a:cubicBezTo>
                  <a:cubicBezTo>
                    <a:pt x="132" y="602"/>
                    <a:pt x="35" y="728"/>
                    <a:pt x="35" y="878"/>
                  </a:cubicBezTo>
                  <a:cubicBezTo>
                    <a:pt x="35" y="939"/>
                    <a:pt x="52" y="996"/>
                    <a:pt x="81" y="1047"/>
                  </a:cubicBezTo>
                  <a:cubicBezTo>
                    <a:pt x="30" y="1150"/>
                    <a:pt x="1" y="1266"/>
                    <a:pt x="1" y="1389"/>
                  </a:cubicBezTo>
                  <a:cubicBezTo>
                    <a:pt x="1" y="1614"/>
                    <a:pt x="97" y="1817"/>
                    <a:pt x="251" y="1957"/>
                  </a:cubicBezTo>
                  <a:cubicBezTo>
                    <a:pt x="212" y="2019"/>
                    <a:pt x="190" y="2091"/>
                    <a:pt x="190" y="2171"/>
                  </a:cubicBezTo>
                  <a:cubicBezTo>
                    <a:pt x="190" y="2392"/>
                    <a:pt x="369" y="2571"/>
                    <a:pt x="590" y="2571"/>
                  </a:cubicBezTo>
                  <a:cubicBezTo>
                    <a:pt x="673" y="2569"/>
                    <a:pt x="749" y="2543"/>
                    <a:pt x="815" y="2499"/>
                  </a:cubicBezTo>
                  <a:cubicBezTo>
                    <a:pt x="835" y="2508"/>
                    <a:pt x="857" y="2511"/>
                    <a:pt x="880" y="2511"/>
                  </a:cubicBezTo>
                  <a:cubicBezTo>
                    <a:pt x="994" y="2511"/>
                    <a:pt x="1087" y="2418"/>
                    <a:pt x="1087" y="2304"/>
                  </a:cubicBezTo>
                  <a:cubicBezTo>
                    <a:pt x="1087" y="2285"/>
                    <a:pt x="1085" y="2265"/>
                    <a:pt x="1080" y="2248"/>
                  </a:cubicBezTo>
                  <a:cubicBezTo>
                    <a:pt x="1174" y="2196"/>
                    <a:pt x="1245" y="2105"/>
                    <a:pt x="1273" y="1997"/>
                  </a:cubicBezTo>
                  <a:cubicBezTo>
                    <a:pt x="1292" y="2002"/>
                    <a:pt x="1312" y="2004"/>
                    <a:pt x="1333" y="2004"/>
                  </a:cubicBezTo>
                  <a:cubicBezTo>
                    <a:pt x="1471" y="2004"/>
                    <a:pt x="1583" y="1892"/>
                    <a:pt x="1583" y="1754"/>
                  </a:cubicBezTo>
                  <a:cubicBezTo>
                    <a:pt x="1583" y="1746"/>
                    <a:pt x="1583" y="1739"/>
                    <a:pt x="1582" y="1733"/>
                  </a:cubicBezTo>
                  <a:cubicBezTo>
                    <a:pt x="1722" y="1671"/>
                    <a:pt x="1821" y="1532"/>
                    <a:pt x="1821" y="1369"/>
                  </a:cubicBezTo>
                  <a:cubicBezTo>
                    <a:pt x="1821" y="1154"/>
                    <a:pt x="1652" y="980"/>
                    <a:pt x="1439" y="970"/>
                  </a:cubicBezTo>
                  <a:lnTo>
                    <a:pt x="1439" y="960"/>
                  </a:lnTo>
                  <a:cubicBezTo>
                    <a:pt x="1439" y="848"/>
                    <a:pt x="1352" y="759"/>
                    <a:pt x="1243" y="753"/>
                  </a:cubicBezTo>
                  <a:cubicBezTo>
                    <a:pt x="1254" y="720"/>
                    <a:pt x="1260" y="687"/>
                    <a:pt x="1260" y="652"/>
                  </a:cubicBezTo>
                  <a:cubicBezTo>
                    <a:pt x="1260" y="510"/>
                    <a:pt x="1162" y="395"/>
                    <a:pt x="1031" y="365"/>
                  </a:cubicBezTo>
                  <a:cubicBezTo>
                    <a:pt x="1013" y="161"/>
                    <a:pt x="842" y="1"/>
                    <a:pt x="634" y="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7"/>
            <p:cNvSpPr/>
            <p:nvPr/>
          </p:nvSpPr>
          <p:spPr>
            <a:xfrm>
              <a:off x="2747018" y="2264011"/>
              <a:ext cx="175971" cy="248642"/>
            </a:xfrm>
            <a:custGeom>
              <a:rect b="b" l="l" r="r" t="t"/>
              <a:pathLst>
                <a:path extrusionOk="0" h="2484" w="1758">
                  <a:moveTo>
                    <a:pt x="610" y="1"/>
                  </a:moveTo>
                  <a:cubicBezTo>
                    <a:pt x="396" y="1"/>
                    <a:pt x="224" y="173"/>
                    <a:pt x="224" y="387"/>
                  </a:cubicBezTo>
                  <a:cubicBezTo>
                    <a:pt x="224" y="442"/>
                    <a:pt x="236" y="494"/>
                    <a:pt x="256" y="541"/>
                  </a:cubicBezTo>
                  <a:cubicBezTo>
                    <a:pt x="127" y="584"/>
                    <a:pt x="32" y="704"/>
                    <a:pt x="32" y="848"/>
                  </a:cubicBezTo>
                  <a:cubicBezTo>
                    <a:pt x="32" y="907"/>
                    <a:pt x="48" y="964"/>
                    <a:pt x="77" y="1012"/>
                  </a:cubicBezTo>
                  <a:cubicBezTo>
                    <a:pt x="27" y="1112"/>
                    <a:pt x="0" y="1225"/>
                    <a:pt x="0" y="1342"/>
                  </a:cubicBezTo>
                  <a:cubicBezTo>
                    <a:pt x="0" y="1559"/>
                    <a:pt x="93" y="1756"/>
                    <a:pt x="242" y="1891"/>
                  </a:cubicBezTo>
                  <a:cubicBezTo>
                    <a:pt x="205" y="1951"/>
                    <a:pt x="181" y="2022"/>
                    <a:pt x="181" y="2096"/>
                  </a:cubicBezTo>
                  <a:cubicBezTo>
                    <a:pt x="181" y="2309"/>
                    <a:pt x="354" y="2483"/>
                    <a:pt x="568" y="2483"/>
                  </a:cubicBezTo>
                  <a:cubicBezTo>
                    <a:pt x="650" y="2483"/>
                    <a:pt x="726" y="2459"/>
                    <a:pt x="787" y="2417"/>
                  </a:cubicBezTo>
                  <a:cubicBezTo>
                    <a:pt x="807" y="2423"/>
                    <a:pt x="828" y="2427"/>
                    <a:pt x="849" y="2427"/>
                  </a:cubicBezTo>
                  <a:cubicBezTo>
                    <a:pt x="959" y="2427"/>
                    <a:pt x="1050" y="2337"/>
                    <a:pt x="1050" y="2226"/>
                  </a:cubicBezTo>
                  <a:cubicBezTo>
                    <a:pt x="1050" y="2207"/>
                    <a:pt x="1048" y="2189"/>
                    <a:pt x="1043" y="2172"/>
                  </a:cubicBezTo>
                  <a:cubicBezTo>
                    <a:pt x="1135" y="2121"/>
                    <a:pt x="1202" y="2034"/>
                    <a:pt x="1229" y="1930"/>
                  </a:cubicBezTo>
                  <a:cubicBezTo>
                    <a:pt x="1248" y="1935"/>
                    <a:pt x="1268" y="1937"/>
                    <a:pt x="1288" y="1937"/>
                  </a:cubicBezTo>
                  <a:cubicBezTo>
                    <a:pt x="1422" y="1937"/>
                    <a:pt x="1530" y="1828"/>
                    <a:pt x="1530" y="1694"/>
                  </a:cubicBezTo>
                  <a:cubicBezTo>
                    <a:pt x="1530" y="1688"/>
                    <a:pt x="1530" y="1681"/>
                    <a:pt x="1529" y="1675"/>
                  </a:cubicBezTo>
                  <a:cubicBezTo>
                    <a:pt x="1664" y="1614"/>
                    <a:pt x="1757" y="1479"/>
                    <a:pt x="1757" y="1322"/>
                  </a:cubicBezTo>
                  <a:cubicBezTo>
                    <a:pt x="1757" y="1115"/>
                    <a:pt x="1593" y="946"/>
                    <a:pt x="1389" y="937"/>
                  </a:cubicBezTo>
                  <a:lnTo>
                    <a:pt x="1389" y="927"/>
                  </a:lnTo>
                  <a:cubicBezTo>
                    <a:pt x="1389" y="819"/>
                    <a:pt x="1305" y="732"/>
                    <a:pt x="1198" y="727"/>
                  </a:cubicBezTo>
                  <a:cubicBezTo>
                    <a:pt x="1210" y="697"/>
                    <a:pt x="1217" y="663"/>
                    <a:pt x="1217" y="628"/>
                  </a:cubicBezTo>
                  <a:cubicBezTo>
                    <a:pt x="1217" y="493"/>
                    <a:pt x="1122" y="380"/>
                    <a:pt x="995" y="352"/>
                  </a:cubicBezTo>
                  <a:cubicBezTo>
                    <a:pt x="977" y="155"/>
                    <a:pt x="813" y="1"/>
                    <a:pt x="610" y="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7"/>
            <p:cNvSpPr/>
            <p:nvPr/>
          </p:nvSpPr>
          <p:spPr>
            <a:xfrm>
              <a:off x="2759831" y="2276924"/>
              <a:ext cx="159956" cy="226320"/>
            </a:xfrm>
            <a:custGeom>
              <a:rect b="b" l="l" r="r" t="t"/>
              <a:pathLst>
                <a:path extrusionOk="0" h="2261" w="1598">
                  <a:moveTo>
                    <a:pt x="555" y="1"/>
                  </a:moveTo>
                  <a:cubicBezTo>
                    <a:pt x="360" y="1"/>
                    <a:pt x="203" y="158"/>
                    <a:pt x="203" y="353"/>
                  </a:cubicBezTo>
                  <a:cubicBezTo>
                    <a:pt x="203" y="403"/>
                    <a:pt x="215" y="451"/>
                    <a:pt x="232" y="493"/>
                  </a:cubicBezTo>
                  <a:cubicBezTo>
                    <a:pt x="115" y="531"/>
                    <a:pt x="29" y="641"/>
                    <a:pt x="29" y="772"/>
                  </a:cubicBezTo>
                  <a:cubicBezTo>
                    <a:pt x="29" y="827"/>
                    <a:pt x="44" y="877"/>
                    <a:pt x="70" y="921"/>
                  </a:cubicBezTo>
                  <a:cubicBezTo>
                    <a:pt x="26" y="1012"/>
                    <a:pt x="0" y="1114"/>
                    <a:pt x="0" y="1222"/>
                  </a:cubicBezTo>
                  <a:cubicBezTo>
                    <a:pt x="0" y="1419"/>
                    <a:pt x="84" y="1598"/>
                    <a:pt x="220" y="1723"/>
                  </a:cubicBezTo>
                  <a:cubicBezTo>
                    <a:pt x="185" y="1776"/>
                    <a:pt x="166" y="1840"/>
                    <a:pt x="166" y="1909"/>
                  </a:cubicBezTo>
                  <a:cubicBezTo>
                    <a:pt x="166" y="2103"/>
                    <a:pt x="323" y="2261"/>
                    <a:pt x="518" y="2261"/>
                  </a:cubicBezTo>
                  <a:cubicBezTo>
                    <a:pt x="587" y="2261"/>
                    <a:pt x="655" y="2239"/>
                    <a:pt x="711" y="2201"/>
                  </a:cubicBezTo>
                  <a:cubicBezTo>
                    <a:pt x="729" y="2207"/>
                    <a:pt x="748" y="2210"/>
                    <a:pt x="769" y="2210"/>
                  </a:cubicBezTo>
                  <a:cubicBezTo>
                    <a:pt x="870" y="2210"/>
                    <a:pt x="952" y="2128"/>
                    <a:pt x="952" y="2028"/>
                  </a:cubicBezTo>
                  <a:cubicBezTo>
                    <a:pt x="952" y="2011"/>
                    <a:pt x="949" y="1995"/>
                    <a:pt x="945" y="1980"/>
                  </a:cubicBezTo>
                  <a:cubicBezTo>
                    <a:pt x="1028" y="1934"/>
                    <a:pt x="1091" y="1853"/>
                    <a:pt x="1115" y="1759"/>
                  </a:cubicBezTo>
                  <a:cubicBezTo>
                    <a:pt x="1133" y="1762"/>
                    <a:pt x="1149" y="1765"/>
                    <a:pt x="1169" y="1765"/>
                  </a:cubicBezTo>
                  <a:cubicBezTo>
                    <a:pt x="1290" y="1765"/>
                    <a:pt x="1390" y="1666"/>
                    <a:pt x="1390" y="1544"/>
                  </a:cubicBezTo>
                  <a:cubicBezTo>
                    <a:pt x="1390" y="1539"/>
                    <a:pt x="1390" y="1531"/>
                    <a:pt x="1389" y="1525"/>
                  </a:cubicBezTo>
                  <a:cubicBezTo>
                    <a:pt x="1511" y="1470"/>
                    <a:pt x="1597" y="1347"/>
                    <a:pt x="1597" y="1204"/>
                  </a:cubicBezTo>
                  <a:cubicBezTo>
                    <a:pt x="1597" y="1015"/>
                    <a:pt x="1449" y="861"/>
                    <a:pt x="1262" y="853"/>
                  </a:cubicBezTo>
                  <a:lnTo>
                    <a:pt x="1262" y="844"/>
                  </a:lnTo>
                  <a:cubicBezTo>
                    <a:pt x="1262" y="747"/>
                    <a:pt x="1185" y="666"/>
                    <a:pt x="1090" y="662"/>
                  </a:cubicBezTo>
                  <a:cubicBezTo>
                    <a:pt x="1100" y="634"/>
                    <a:pt x="1106" y="603"/>
                    <a:pt x="1106" y="573"/>
                  </a:cubicBezTo>
                  <a:cubicBezTo>
                    <a:pt x="1106" y="450"/>
                    <a:pt x="1020" y="348"/>
                    <a:pt x="906" y="321"/>
                  </a:cubicBezTo>
                  <a:cubicBezTo>
                    <a:pt x="888" y="142"/>
                    <a:pt x="739" y="1"/>
                    <a:pt x="555" y="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7"/>
            <p:cNvSpPr/>
            <p:nvPr/>
          </p:nvSpPr>
          <p:spPr>
            <a:xfrm>
              <a:off x="2699871" y="2413959"/>
              <a:ext cx="44243" cy="62361"/>
            </a:xfrm>
            <a:custGeom>
              <a:rect b="b" l="l" r="r" t="t"/>
              <a:pathLst>
                <a:path extrusionOk="0" h="623" w="442">
                  <a:moveTo>
                    <a:pt x="154" y="1"/>
                  </a:moveTo>
                  <a:cubicBezTo>
                    <a:pt x="100" y="1"/>
                    <a:pt x="57" y="44"/>
                    <a:pt x="57" y="98"/>
                  </a:cubicBezTo>
                  <a:cubicBezTo>
                    <a:pt x="57" y="111"/>
                    <a:pt x="59" y="125"/>
                    <a:pt x="64" y="136"/>
                  </a:cubicBezTo>
                  <a:cubicBezTo>
                    <a:pt x="32" y="146"/>
                    <a:pt x="8" y="177"/>
                    <a:pt x="8" y="213"/>
                  </a:cubicBezTo>
                  <a:cubicBezTo>
                    <a:pt x="8" y="228"/>
                    <a:pt x="12" y="241"/>
                    <a:pt x="20" y="253"/>
                  </a:cubicBezTo>
                  <a:cubicBezTo>
                    <a:pt x="7" y="278"/>
                    <a:pt x="1" y="306"/>
                    <a:pt x="1" y="336"/>
                  </a:cubicBezTo>
                  <a:cubicBezTo>
                    <a:pt x="1" y="392"/>
                    <a:pt x="23" y="441"/>
                    <a:pt x="61" y="474"/>
                  </a:cubicBezTo>
                  <a:cubicBezTo>
                    <a:pt x="52" y="490"/>
                    <a:pt x="46" y="507"/>
                    <a:pt x="46" y="526"/>
                  </a:cubicBezTo>
                  <a:cubicBezTo>
                    <a:pt x="46" y="580"/>
                    <a:pt x="89" y="623"/>
                    <a:pt x="143" y="623"/>
                  </a:cubicBezTo>
                  <a:cubicBezTo>
                    <a:pt x="165" y="621"/>
                    <a:pt x="184" y="615"/>
                    <a:pt x="199" y="604"/>
                  </a:cubicBezTo>
                  <a:cubicBezTo>
                    <a:pt x="204" y="605"/>
                    <a:pt x="209" y="606"/>
                    <a:pt x="214" y="606"/>
                  </a:cubicBezTo>
                  <a:cubicBezTo>
                    <a:pt x="241" y="606"/>
                    <a:pt x="263" y="585"/>
                    <a:pt x="263" y="556"/>
                  </a:cubicBezTo>
                  <a:cubicBezTo>
                    <a:pt x="263" y="551"/>
                    <a:pt x="262" y="548"/>
                    <a:pt x="262" y="544"/>
                  </a:cubicBezTo>
                  <a:cubicBezTo>
                    <a:pt x="286" y="531"/>
                    <a:pt x="302" y="509"/>
                    <a:pt x="309" y="483"/>
                  </a:cubicBezTo>
                  <a:cubicBezTo>
                    <a:pt x="314" y="484"/>
                    <a:pt x="318" y="485"/>
                    <a:pt x="324" y="485"/>
                  </a:cubicBezTo>
                  <a:cubicBezTo>
                    <a:pt x="358" y="485"/>
                    <a:pt x="384" y="458"/>
                    <a:pt x="384" y="423"/>
                  </a:cubicBezTo>
                  <a:lnTo>
                    <a:pt x="384" y="418"/>
                  </a:lnTo>
                  <a:cubicBezTo>
                    <a:pt x="417" y="403"/>
                    <a:pt x="442" y="370"/>
                    <a:pt x="442" y="330"/>
                  </a:cubicBezTo>
                  <a:cubicBezTo>
                    <a:pt x="442" y="279"/>
                    <a:pt x="401" y="236"/>
                    <a:pt x="349" y="234"/>
                  </a:cubicBezTo>
                  <a:lnTo>
                    <a:pt x="349" y="233"/>
                  </a:lnTo>
                  <a:cubicBezTo>
                    <a:pt x="349" y="205"/>
                    <a:pt x="328" y="183"/>
                    <a:pt x="302" y="182"/>
                  </a:cubicBezTo>
                  <a:cubicBezTo>
                    <a:pt x="304" y="174"/>
                    <a:pt x="306" y="165"/>
                    <a:pt x="306" y="157"/>
                  </a:cubicBezTo>
                  <a:cubicBezTo>
                    <a:pt x="306" y="124"/>
                    <a:pt x="282" y="95"/>
                    <a:pt x="251" y="89"/>
                  </a:cubicBezTo>
                  <a:cubicBezTo>
                    <a:pt x="246" y="39"/>
                    <a:pt x="205" y="1"/>
                    <a:pt x="154" y="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27"/>
            <p:cNvSpPr/>
            <p:nvPr/>
          </p:nvSpPr>
          <p:spPr>
            <a:xfrm>
              <a:off x="2700672" y="2414559"/>
              <a:ext cx="42842" cy="60359"/>
            </a:xfrm>
            <a:custGeom>
              <a:rect b="b" l="l" r="r" t="t"/>
              <a:pathLst>
                <a:path extrusionOk="0" h="603" w="428">
                  <a:moveTo>
                    <a:pt x="150" y="1"/>
                  </a:moveTo>
                  <a:cubicBezTo>
                    <a:pt x="99" y="1"/>
                    <a:pt x="56" y="43"/>
                    <a:pt x="56" y="94"/>
                  </a:cubicBezTo>
                  <a:cubicBezTo>
                    <a:pt x="56" y="107"/>
                    <a:pt x="59" y="120"/>
                    <a:pt x="64" y="131"/>
                  </a:cubicBezTo>
                  <a:cubicBezTo>
                    <a:pt x="33" y="141"/>
                    <a:pt x="10" y="171"/>
                    <a:pt x="10" y="206"/>
                  </a:cubicBezTo>
                  <a:cubicBezTo>
                    <a:pt x="10" y="220"/>
                    <a:pt x="14" y="233"/>
                    <a:pt x="20" y="245"/>
                  </a:cubicBezTo>
                  <a:cubicBezTo>
                    <a:pt x="9" y="269"/>
                    <a:pt x="1" y="298"/>
                    <a:pt x="1" y="325"/>
                  </a:cubicBezTo>
                  <a:cubicBezTo>
                    <a:pt x="1" y="378"/>
                    <a:pt x="24" y="426"/>
                    <a:pt x="60" y="458"/>
                  </a:cubicBezTo>
                  <a:cubicBezTo>
                    <a:pt x="51" y="473"/>
                    <a:pt x="45" y="489"/>
                    <a:pt x="45" y="508"/>
                  </a:cubicBezTo>
                  <a:cubicBezTo>
                    <a:pt x="45" y="560"/>
                    <a:pt x="87" y="602"/>
                    <a:pt x="138" y="602"/>
                  </a:cubicBezTo>
                  <a:cubicBezTo>
                    <a:pt x="141" y="602"/>
                    <a:pt x="145" y="602"/>
                    <a:pt x="148" y="602"/>
                  </a:cubicBezTo>
                  <a:cubicBezTo>
                    <a:pt x="165" y="602"/>
                    <a:pt x="179" y="597"/>
                    <a:pt x="192" y="588"/>
                  </a:cubicBezTo>
                  <a:cubicBezTo>
                    <a:pt x="197" y="589"/>
                    <a:pt x="202" y="590"/>
                    <a:pt x="207" y="590"/>
                  </a:cubicBezTo>
                  <a:cubicBezTo>
                    <a:pt x="234" y="590"/>
                    <a:pt x="255" y="569"/>
                    <a:pt x="255" y="542"/>
                  </a:cubicBezTo>
                  <a:cubicBezTo>
                    <a:pt x="255" y="538"/>
                    <a:pt x="254" y="533"/>
                    <a:pt x="253" y="529"/>
                  </a:cubicBezTo>
                  <a:cubicBezTo>
                    <a:pt x="276" y="518"/>
                    <a:pt x="293" y="496"/>
                    <a:pt x="299" y="471"/>
                  </a:cubicBezTo>
                  <a:cubicBezTo>
                    <a:pt x="304" y="472"/>
                    <a:pt x="309" y="472"/>
                    <a:pt x="314" y="472"/>
                  </a:cubicBezTo>
                  <a:cubicBezTo>
                    <a:pt x="346" y="472"/>
                    <a:pt x="372" y="446"/>
                    <a:pt x="372" y="412"/>
                  </a:cubicBezTo>
                  <a:lnTo>
                    <a:pt x="372" y="407"/>
                  </a:lnTo>
                  <a:cubicBezTo>
                    <a:pt x="406" y="394"/>
                    <a:pt x="427" y="360"/>
                    <a:pt x="427" y="322"/>
                  </a:cubicBezTo>
                  <a:cubicBezTo>
                    <a:pt x="427" y="272"/>
                    <a:pt x="387" y="231"/>
                    <a:pt x="337" y="228"/>
                  </a:cubicBezTo>
                  <a:lnTo>
                    <a:pt x="337" y="226"/>
                  </a:lnTo>
                  <a:cubicBezTo>
                    <a:pt x="337" y="200"/>
                    <a:pt x="317" y="179"/>
                    <a:pt x="291" y="177"/>
                  </a:cubicBezTo>
                  <a:cubicBezTo>
                    <a:pt x="294" y="170"/>
                    <a:pt x="296" y="162"/>
                    <a:pt x="296" y="153"/>
                  </a:cubicBezTo>
                  <a:cubicBezTo>
                    <a:pt x="296" y="120"/>
                    <a:pt x="274" y="93"/>
                    <a:pt x="243" y="85"/>
                  </a:cubicBezTo>
                  <a:cubicBezTo>
                    <a:pt x="239" y="38"/>
                    <a:pt x="198" y="1"/>
                    <a:pt x="150" y="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27"/>
            <p:cNvSpPr/>
            <p:nvPr/>
          </p:nvSpPr>
          <p:spPr>
            <a:xfrm>
              <a:off x="2703975" y="2417763"/>
              <a:ext cx="38738" cy="55054"/>
            </a:xfrm>
            <a:custGeom>
              <a:rect b="b" l="l" r="r" t="t"/>
              <a:pathLst>
                <a:path extrusionOk="0" h="550" w="387">
                  <a:moveTo>
                    <a:pt x="133" y="1"/>
                  </a:moveTo>
                  <a:cubicBezTo>
                    <a:pt x="86" y="1"/>
                    <a:pt x="48" y="39"/>
                    <a:pt x="48" y="87"/>
                  </a:cubicBezTo>
                  <a:cubicBezTo>
                    <a:pt x="48" y="99"/>
                    <a:pt x="51" y="111"/>
                    <a:pt x="56" y="121"/>
                  </a:cubicBezTo>
                  <a:cubicBezTo>
                    <a:pt x="27" y="130"/>
                    <a:pt x="7" y="157"/>
                    <a:pt x="7" y="189"/>
                  </a:cubicBezTo>
                  <a:cubicBezTo>
                    <a:pt x="7" y="201"/>
                    <a:pt x="11" y="214"/>
                    <a:pt x="17" y="225"/>
                  </a:cubicBezTo>
                  <a:cubicBezTo>
                    <a:pt x="7" y="246"/>
                    <a:pt x="0" y="272"/>
                    <a:pt x="0" y="297"/>
                  </a:cubicBezTo>
                  <a:cubicBezTo>
                    <a:pt x="0" y="344"/>
                    <a:pt x="21" y="388"/>
                    <a:pt x="53" y="419"/>
                  </a:cubicBezTo>
                  <a:cubicBezTo>
                    <a:pt x="43" y="431"/>
                    <a:pt x="40" y="447"/>
                    <a:pt x="40" y="464"/>
                  </a:cubicBezTo>
                  <a:cubicBezTo>
                    <a:pt x="40" y="511"/>
                    <a:pt x="78" y="549"/>
                    <a:pt x="125" y="549"/>
                  </a:cubicBezTo>
                  <a:cubicBezTo>
                    <a:pt x="141" y="549"/>
                    <a:pt x="158" y="544"/>
                    <a:pt x="170" y="536"/>
                  </a:cubicBezTo>
                  <a:cubicBezTo>
                    <a:pt x="175" y="537"/>
                    <a:pt x="181" y="538"/>
                    <a:pt x="185" y="538"/>
                  </a:cubicBezTo>
                  <a:cubicBezTo>
                    <a:pt x="209" y="538"/>
                    <a:pt x="230" y="517"/>
                    <a:pt x="230" y="493"/>
                  </a:cubicBezTo>
                  <a:cubicBezTo>
                    <a:pt x="230" y="490"/>
                    <a:pt x="228" y="486"/>
                    <a:pt x="228" y="482"/>
                  </a:cubicBezTo>
                  <a:cubicBezTo>
                    <a:pt x="248" y="470"/>
                    <a:pt x="263" y="451"/>
                    <a:pt x="269" y="428"/>
                  </a:cubicBezTo>
                  <a:cubicBezTo>
                    <a:pt x="273" y="429"/>
                    <a:pt x="278" y="429"/>
                    <a:pt x="282" y="429"/>
                  </a:cubicBezTo>
                  <a:cubicBezTo>
                    <a:pt x="312" y="429"/>
                    <a:pt x="335" y="405"/>
                    <a:pt x="335" y="375"/>
                  </a:cubicBezTo>
                  <a:lnTo>
                    <a:pt x="335" y="370"/>
                  </a:lnTo>
                  <a:cubicBezTo>
                    <a:pt x="366" y="358"/>
                    <a:pt x="386" y="327"/>
                    <a:pt x="386" y="292"/>
                  </a:cubicBezTo>
                  <a:cubicBezTo>
                    <a:pt x="386" y="246"/>
                    <a:pt x="350" y="209"/>
                    <a:pt x="304" y="208"/>
                  </a:cubicBezTo>
                  <a:lnTo>
                    <a:pt x="304" y="205"/>
                  </a:lnTo>
                  <a:cubicBezTo>
                    <a:pt x="304" y="183"/>
                    <a:pt x="286" y="163"/>
                    <a:pt x="262" y="162"/>
                  </a:cubicBezTo>
                  <a:cubicBezTo>
                    <a:pt x="265" y="155"/>
                    <a:pt x="266" y="148"/>
                    <a:pt x="266" y="140"/>
                  </a:cubicBezTo>
                  <a:cubicBezTo>
                    <a:pt x="266" y="111"/>
                    <a:pt x="246" y="86"/>
                    <a:pt x="217" y="78"/>
                  </a:cubicBezTo>
                  <a:cubicBezTo>
                    <a:pt x="214" y="35"/>
                    <a:pt x="176" y="1"/>
                    <a:pt x="133" y="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7"/>
            <p:cNvSpPr/>
            <p:nvPr/>
          </p:nvSpPr>
          <p:spPr>
            <a:xfrm>
              <a:off x="2574147" y="2373119"/>
              <a:ext cx="109507" cy="23223"/>
            </a:xfrm>
            <a:custGeom>
              <a:rect b="b" l="l" r="r" t="t"/>
              <a:pathLst>
                <a:path extrusionOk="0" h="232" w="1094">
                  <a:moveTo>
                    <a:pt x="393" y="1"/>
                  </a:moveTo>
                  <a:cubicBezTo>
                    <a:pt x="299" y="1"/>
                    <a:pt x="211" y="6"/>
                    <a:pt x="153" y="17"/>
                  </a:cubicBezTo>
                  <a:cubicBezTo>
                    <a:pt x="0" y="46"/>
                    <a:pt x="259" y="38"/>
                    <a:pt x="197" y="104"/>
                  </a:cubicBezTo>
                  <a:cubicBezTo>
                    <a:pt x="133" y="169"/>
                    <a:pt x="20" y="175"/>
                    <a:pt x="26" y="232"/>
                  </a:cubicBezTo>
                  <a:cubicBezTo>
                    <a:pt x="26" y="232"/>
                    <a:pt x="249" y="119"/>
                    <a:pt x="598" y="119"/>
                  </a:cubicBezTo>
                  <a:cubicBezTo>
                    <a:pt x="744" y="119"/>
                    <a:pt x="912" y="139"/>
                    <a:pt x="1094" y="195"/>
                  </a:cubicBezTo>
                  <a:cubicBezTo>
                    <a:pt x="1094" y="195"/>
                    <a:pt x="976" y="95"/>
                    <a:pt x="811" y="46"/>
                  </a:cubicBezTo>
                  <a:cubicBezTo>
                    <a:pt x="710" y="15"/>
                    <a:pt x="543" y="1"/>
                    <a:pt x="393" y="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7"/>
            <p:cNvSpPr/>
            <p:nvPr/>
          </p:nvSpPr>
          <p:spPr>
            <a:xfrm>
              <a:off x="2566639" y="2449794"/>
              <a:ext cx="6707" cy="40840"/>
            </a:xfrm>
            <a:custGeom>
              <a:rect b="b" l="l" r="r" t="t"/>
              <a:pathLst>
                <a:path extrusionOk="0" h="408" w="67">
                  <a:moveTo>
                    <a:pt x="10" y="0"/>
                  </a:moveTo>
                  <a:cubicBezTo>
                    <a:pt x="9" y="0"/>
                    <a:pt x="8" y="4"/>
                    <a:pt x="11" y="12"/>
                  </a:cubicBezTo>
                  <a:cubicBezTo>
                    <a:pt x="17" y="38"/>
                    <a:pt x="5" y="64"/>
                    <a:pt x="2" y="105"/>
                  </a:cubicBezTo>
                  <a:cubicBezTo>
                    <a:pt x="0" y="147"/>
                    <a:pt x="17" y="196"/>
                    <a:pt x="19" y="226"/>
                  </a:cubicBezTo>
                  <a:cubicBezTo>
                    <a:pt x="22" y="255"/>
                    <a:pt x="9" y="267"/>
                    <a:pt x="11" y="303"/>
                  </a:cubicBezTo>
                  <a:cubicBezTo>
                    <a:pt x="12" y="339"/>
                    <a:pt x="5" y="407"/>
                    <a:pt x="5" y="407"/>
                  </a:cubicBezTo>
                  <a:cubicBezTo>
                    <a:pt x="5" y="407"/>
                    <a:pt x="17" y="402"/>
                    <a:pt x="22" y="339"/>
                  </a:cubicBezTo>
                  <a:cubicBezTo>
                    <a:pt x="26" y="287"/>
                    <a:pt x="53" y="282"/>
                    <a:pt x="63" y="282"/>
                  </a:cubicBezTo>
                  <a:cubicBezTo>
                    <a:pt x="66" y="282"/>
                    <a:pt x="67" y="282"/>
                    <a:pt x="67" y="282"/>
                  </a:cubicBezTo>
                  <a:cubicBezTo>
                    <a:pt x="67" y="282"/>
                    <a:pt x="64" y="151"/>
                    <a:pt x="39" y="134"/>
                  </a:cubicBezTo>
                  <a:cubicBezTo>
                    <a:pt x="18" y="116"/>
                    <a:pt x="19" y="83"/>
                    <a:pt x="19" y="45"/>
                  </a:cubicBezTo>
                  <a:cubicBezTo>
                    <a:pt x="20" y="19"/>
                    <a:pt x="12" y="0"/>
                    <a:pt x="10" y="0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7"/>
            <p:cNvSpPr/>
            <p:nvPr/>
          </p:nvSpPr>
          <p:spPr>
            <a:xfrm>
              <a:off x="2608080" y="2448293"/>
              <a:ext cx="11912" cy="22322"/>
            </a:xfrm>
            <a:custGeom>
              <a:rect b="b" l="l" r="r" t="t"/>
              <a:pathLst>
                <a:path extrusionOk="0" h="223" w="119">
                  <a:moveTo>
                    <a:pt x="116" y="1"/>
                  </a:moveTo>
                  <a:cubicBezTo>
                    <a:pt x="75" y="24"/>
                    <a:pt x="35" y="124"/>
                    <a:pt x="28" y="159"/>
                  </a:cubicBezTo>
                  <a:cubicBezTo>
                    <a:pt x="23" y="193"/>
                    <a:pt x="1" y="223"/>
                    <a:pt x="1" y="223"/>
                  </a:cubicBezTo>
                  <a:lnTo>
                    <a:pt x="42" y="211"/>
                  </a:lnTo>
                  <a:cubicBezTo>
                    <a:pt x="48" y="64"/>
                    <a:pt x="118" y="9"/>
                    <a:pt x="118" y="9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7"/>
            <p:cNvSpPr/>
            <p:nvPr/>
          </p:nvSpPr>
          <p:spPr>
            <a:xfrm>
              <a:off x="2614887" y="2450895"/>
              <a:ext cx="6606" cy="3503"/>
            </a:xfrm>
            <a:custGeom>
              <a:rect b="b" l="l" r="r" t="t"/>
              <a:pathLst>
                <a:path extrusionOk="0" h="35" w="66">
                  <a:moveTo>
                    <a:pt x="56" y="0"/>
                  </a:moveTo>
                  <a:cubicBezTo>
                    <a:pt x="39" y="0"/>
                    <a:pt x="15" y="11"/>
                    <a:pt x="15" y="11"/>
                  </a:cubicBezTo>
                  <a:cubicBezTo>
                    <a:pt x="15" y="11"/>
                    <a:pt x="11" y="21"/>
                    <a:pt x="10" y="25"/>
                  </a:cubicBezTo>
                  <a:lnTo>
                    <a:pt x="10" y="25"/>
                  </a:lnTo>
                  <a:cubicBezTo>
                    <a:pt x="10" y="24"/>
                    <a:pt x="10" y="24"/>
                    <a:pt x="11" y="24"/>
                  </a:cubicBezTo>
                  <a:cubicBezTo>
                    <a:pt x="32" y="2"/>
                    <a:pt x="66" y="2"/>
                    <a:pt x="66" y="2"/>
                  </a:cubicBezTo>
                  <a:cubicBezTo>
                    <a:pt x="63" y="1"/>
                    <a:pt x="60" y="0"/>
                    <a:pt x="56" y="0"/>
                  </a:cubicBezTo>
                  <a:close/>
                  <a:moveTo>
                    <a:pt x="10" y="25"/>
                  </a:moveTo>
                  <a:cubicBezTo>
                    <a:pt x="3" y="32"/>
                    <a:pt x="1" y="35"/>
                    <a:pt x="1" y="35"/>
                  </a:cubicBezTo>
                  <a:cubicBezTo>
                    <a:pt x="1" y="35"/>
                    <a:pt x="10" y="26"/>
                    <a:pt x="10" y="26"/>
                  </a:cubicBezTo>
                  <a:cubicBezTo>
                    <a:pt x="10" y="25"/>
                    <a:pt x="10" y="25"/>
                    <a:pt x="10" y="25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27"/>
            <p:cNvSpPr/>
            <p:nvPr/>
          </p:nvSpPr>
          <p:spPr>
            <a:xfrm>
              <a:off x="2568641" y="2453197"/>
              <a:ext cx="74873" cy="24924"/>
            </a:xfrm>
            <a:custGeom>
              <a:rect b="b" l="l" r="r" t="t"/>
              <a:pathLst>
                <a:path extrusionOk="0" h="249" w="748">
                  <a:moveTo>
                    <a:pt x="684" y="1"/>
                  </a:moveTo>
                  <a:cubicBezTo>
                    <a:pt x="581" y="25"/>
                    <a:pt x="441" y="144"/>
                    <a:pt x="294" y="153"/>
                  </a:cubicBezTo>
                  <a:cubicBezTo>
                    <a:pt x="287" y="154"/>
                    <a:pt x="279" y="154"/>
                    <a:pt x="271" y="154"/>
                  </a:cubicBezTo>
                  <a:cubicBezTo>
                    <a:pt x="132" y="154"/>
                    <a:pt x="1" y="88"/>
                    <a:pt x="1" y="88"/>
                  </a:cubicBezTo>
                  <a:lnTo>
                    <a:pt x="1" y="245"/>
                  </a:lnTo>
                  <a:cubicBezTo>
                    <a:pt x="1" y="245"/>
                    <a:pt x="29" y="248"/>
                    <a:pt x="78" y="248"/>
                  </a:cubicBezTo>
                  <a:cubicBezTo>
                    <a:pt x="150" y="248"/>
                    <a:pt x="267" y="242"/>
                    <a:pt x="407" y="209"/>
                  </a:cubicBezTo>
                  <a:cubicBezTo>
                    <a:pt x="517" y="185"/>
                    <a:pt x="578" y="178"/>
                    <a:pt x="611" y="178"/>
                  </a:cubicBezTo>
                  <a:cubicBezTo>
                    <a:pt x="649" y="178"/>
                    <a:pt x="652" y="187"/>
                    <a:pt x="652" y="187"/>
                  </a:cubicBezTo>
                  <a:cubicBezTo>
                    <a:pt x="652" y="187"/>
                    <a:pt x="748" y="148"/>
                    <a:pt x="688" y="136"/>
                  </a:cubicBezTo>
                  <a:cubicBezTo>
                    <a:pt x="670" y="131"/>
                    <a:pt x="646" y="129"/>
                    <a:pt x="620" y="129"/>
                  </a:cubicBezTo>
                  <a:cubicBezTo>
                    <a:pt x="561" y="129"/>
                    <a:pt x="495" y="139"/>
                    <a:pt x="495" y="139"/>
                  </a:cubicBezTo>
                  <a:cubicBezTo>
                    <a:pt x="534" y="101"/>
                    <a:pt x="689" y="44"/>
                    <a:pt x="689" y="44"/>
                  </a:cubicBezTo>
                  <a:lnTo>
                    <a:pt x="684" y="1"/>
                  </a:ln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27"/>
            <p:cNvSpPr/>
            <p:nvPr/>
          </p:nvSpPr>
          <p:spPr>
            <a:xfrm>
              <a:off x="2595468" y="2455299"/>
              <a:ext cx="38037" cy="20420"/>
            </a:xfrm>
            <a:custGeom>
              <a:rect b="b" l="l" r="r" t="t"/>
              <a:pathLst>
                <a:path extrusionOk="0" h="204" w="380">
                  <a:moveTo>
                    <a:pt x="376" y="0"/>
                  </a:moveTo>
                  <a:cubicBezTo>
                    <a:pt x="376" y="0"/>
                    <a:pt x="215" y="70"/>
                    <a:pt x="165" y="125"/>
                  </a:cubicBezTo>
                  <a:cubicBezTo>
                    <a:pt x="116" y="179"/>
                    <a:pt x="1" y="204"/>
                    <a:pt x="1" y="204"/>
                  </a:cubicBezTo>
                  <a:cubicBezTo>
                    <a:pt x="1" y="204"/>
                    <a:pt x="134" y="179"/>
                    <a:pt x="182" y="171"/>
                  </a:cubicBezTo>
                  <a:cubicBezTo>
                    <a:pt x="223" y="163"/>
                    <a:pt x="308" y="147"/>
                    <a:pt x="348" y="147"/>
                  </a:cubicBezTo>
                  <a:cubicBezTo>
                    <a:pt x="355" y="147"/>
                    <a:pt x="360" y="147"/>
                    <a:pt x="364" y="148"/>
                  </a:cubicBezTo>
                  <a:cubicBezTo>
                    <a:pt x="365" y="149"/>
                    <a:pt x="366" y="149"/>
                    <a:pt x="367" y="149"/>
                  </a:cubicBezTo>
                  <a:cubicBezTo>
                    <a:pt x="375" y="149"/>
                    <a:pt x="379" y="130"/>
                    <a:pt x="379" y="108"/>
                  </a:cubicBezTo>
                  <a:cubicBezTo>
                    <a:pt x="372" y="107"/>
                    <a:pt x="365" y="107"/>
                    <a:pt x="357" y="107"/>
                  </a:cubicBezTo>
                  <a:cubicBezTo>
                    <a:pt x="297" y="107"/>
                    <a:pt x="227" y="117"/>
                    <a:pt x="227" y="117"/>
                  </a:cubicBezTo>
                  <a:cubicBezTo>
                    <a:pt x="252" y="91"/>
                    <a:pt x="331" y="56"/>
                    <a:pt x="379" y="38"/>
                  </a:cubicBezTo>
                  <a:cubicBezTo>
                    <a:pt x="378" y="15"/>
                    <a:pt x="376" y="0"/>
                    <a:pt x="376" y="0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7"/>
            <p:cNvSpPr/>
            <p:nvPr/>
          </p:nvSpPr>
          <p:spPr>
            <a:xfrm>
              <a:off x="2591264" y="2475319"/>
              <a:ext cx="22722" cy="23022"/>
            </a:xfrm>
            <a:custGeom>
              <a:rect b="b" l="l" r="r" t="t"/>
              <a:pathLst>
                <a:path extrusionOk="0" h="230" w="227">
                  <a:moveTo>
                    <a:pt x="1" y="1"/>
                  </a:moveTo>
                  <a:cubicBezTo>
                    <a:pt x="1" y="1"/>
                    <a:pt x="41" y="29"/>
                    <a:pt x="59" y="69"/>
                  </a:cubicBezTo>
                  <a:cubicBezTo>
                    <a:pt x="80" y="109"/>
                    <a:pt x="169" y="217"/>
                    <a:pt x="226" y="230"/>
                  </a:cubicBezTo>
                  <a:lnTo>
                    <a:pt x="223" y="220"/>
                  </a:lnTo>
                  <a:cubicBezTo>
                    <a:pt x="223" y="220"/>
                    <a:pt x="118" y="178"/>
                    <a:pt x="54" y="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7"/>
            <p:cNvSpPr/>
            <p:nvPr/>
          </p:nvSpPr>
          <p:spPr>
            <a:xfrm>
              <a:off x="2598070" y="2484728"/>
              <a:ext cx="21721" cy="5906"/>
            </a:xfrm>
            <a:custGeom>
              <a:rect b="b" l="l" r="r" t="t"/>
              <a:pathLst>
                <a:path extrusionOk="0" h="59" w="217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9" y="6"/>
                    <a:pt x="36" y="21"/>
                  </a:cubicBezTo>
                  <a:lnTo>
                    <a:pt x="36" y="21"/>
                  </a:lnTo>
                  <a:cubicBezTo>
                    <a:pt x="36" y="20"/>
                    <a:pt x="36" y="20"/>
                    <a:pt x="36" y="20"/>
                  </a:cubicBezTo>
                  <a:cubicBezTo>
                    <a:pt x="36" y="19"/>
                    <a:pt x="2" y="1"/>
                    <a:pt x="1" y="1"/>
                  </a:cubicBezTo>
                  <a:close/>
                  <a:moveTo>
                    <a:pt x="36" y="21"/>
                  </a:moveTo>
                  <a:cubicBezTo>
                    <a:pt x="39" y="25"/>
                    <a:pt x="63" y="54"/>
                    <a:pt x="63" y="54"/>
                  </a:cubicBezTo>
                  <a:cubicBezTo>
                    <a:pt x="63" y="54"/>
                    <a:pt x="94" y="58"/>
                    <a:pt x="129" y="58"/>
                  </a:cubicBezTo>
                  <a:cubicBezTo>
                    <a:pt x="163" y="58"/>
                    <a:pt x="201" y="54"/>
                    <a:pt x="216" y="38"/>
                  </a:cubicBezTo>
                  <a:lnTo>
                    <a:pt x="216" y="38"/>
                  </a:lnTo>
                  <a:cubicBezTo>
                    <a:pt x="216" y="38"/>
                    <a:pt x="186" y="47"/>
                    <a:pt x="144" y="47"/>
                  </a:cubicBezTo>
                  <a:cubicBezTo>
                    <a:pt x="113" y="47"/>
                    <a:pt x="75" y="42"/>
                    <a:pt x="39" y="22"/>
                  </a:cubicBezTo>
                  <a:cubicBezTo>
                    <a:pt x="38" y="22"/>
                    <a:pt x="37" y="21"/>
                    <a:pt x="36" y="2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27"/>
            <p:cNvSpPr/>
            <p:nvPr/>
          </p:nvSpPr>
          <p:spPr>
            <a:xfrm>
              <a:off x="2608180" y="2477722"/>
              <a:ext cx="25825" cy="36736"/>
            </a:xfrm>
            <a:custGeom>
              <a:rect b="b" l="l" r="r" t="t"/>
              <a:pathLst>
                <a:path extrusionOk="0" h="367" w="258">
                  <a:moveTo>
                    <a:pt x="84" y="0"/>
                  </a:moveTo>
                  <a:cubicBezTo>
                    <a:pt x="53" y="0"/>
                    <a:pt x="27" y="26"/>
                    <a:pt x="27" y="56"/>
                  </a:cubicBezTo>
                  <a:cubicBezTo>
                    <a:pt x="27" y="68"/>
                    <a:pt x="31" y="78"/>
                    <a:pt x="37" y="87"/>
                  </a:cubicBezTo>
                  <a:cubicBezTo>
                    <a:pt x="15" y="108"/>
                    <a:pt x="1" y="136"/>
                    <a:pt x="1" y="168"/>
                  </a:cubicBezTo>
                  <a:cubicBezTo>
                    <a:pt x="1" y="184"/>
                    <a:pt x="4" y="203"/>
                    <a:pt x="12" y="216"/>
                  </a:cubicBezTo>
                  <a:cubicBezTo>
                    <a:pt x="8" y="224"/>
                    <a:pt x="6" y="231"/>
                    <a:pt x="6" y="241"/>
                  </a:cubicBezTo>
                  <a:cubicBezTo>
                    <a:pt x="6" y="261"/>
                    <a:pt x="20" y="280"/>
                    <a:pt x="39" y="286"/>
                  </a:cubicBezTo>
                  <a:cubicBezTo>
                    <a:pt x="36" y="293"/>
                    <a:pt x="34" y="301"/>
                    <a:pt x="34" y="308"/>
                  </a:cubicBezTo>
                  <a:cubicBezTo>
                    <a:pt x="34" y="341"/>
                    <a:pt x="59" y="366"/>
                    <a:pt x="90" y="366"/>
                  </a:cubicBezTo>
                  <a:cubicBezTo>
                    <a:pt x="119" y="366"/>
                    <a:pt x="144" y="343"/>
                    <a:pt x="146" y="315"/>
                  </a:cubicBezTo>
                  <a:cubicBezTo>
                    <a:pt x="164" y="311"/>
                    <a:pt x="179" y="295"/>
                    <a:pt x="179" y="274"/>
                  </a:cubicBezTo>
                  <a:cubicBezTo>
                    <a:pt x="179" y="269"/>
                    <a:pt x="177" y="265"/>
                    <a:pt x="176" y="260"/>
                  </a:cubicBezTo>
                  <a:cubicBezTo>
                    <a:pt x="191" y="259"/>
                    <a:pt x="204" y="246"/>
                    <a:pt x="204" y="230"/>
                  </a:cubicBezTo>
                  <a:lnTo>
                    <a:pt x="204" y="229"/>
                  </a:lnTo>
                  <a:cubicBezTo>
                    <a:pt x="233" y="227"/>
                    <a:pt x="258" y="204"/>
                    <a:pt x="258" y="173"/>
                  </a:cubicBezTo>
                  <a:cubicBezTo>
                    <a:pt x="258" y="149"/>
                    <a:pt x="245" y="129"/>
                    <a:pt x="225" y="121"/>
                  </a:cubicBezTo>
                  <a:lnTo>
                    <a:pt x="225" y="118"/>
                  </a:lnTo>
                  <a:cubicBezTo>
                    <a:pt x="225" y="98"/>
                    <a:pt x="210" y="82"/>
                    <a:pt x="189" y="82"/>
                  </a:cubicBezTo>
                  <a:cubicBezTo>
                    <a:pt x="186" y="82"/>
                    <a:pt x="183" y="82"/>
                    <a:pt x="180" y="83"/>
                  </a:cubicBezTo>
                  <a:cubicBezTo>
                    <a:pt x="176" y="68"/>
                    <a:pt x="167" y="55"/>
                    <a:pt x="153" y="47"/>
                  </a:cubicBezTo>
                  <a:cubicBezTo>
                    <a:pt x="154" y="45"/>
                    <a:pt x="154" y="42"/>
                    <a:pt x="154" y="40"/>
                  </a:cubicBezTo>
                  <a:cubicBezTo>
                    <a:pt x="154" y="23"/>
                    <a:pt x="140" y="10"/>
                    <a:pt x="125" y="10"/>
                  </a:cubicBezTo>
                  <a:cubicBezTo>
                    <a:pt x="123" y="10"/>
                    <a:pt x="118" y="10"/>
                    <a:pt x="115" y="11"/>
                  </a:cubicBezTo>
                  <a:cubicBezTo>
                    <a:pt x="105" y="5"/>
                    <a:pt x="95" y="1"/>
                    <a:pt x="84" y="0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27"/>
            <p:cNvSpPr/>
            <p:nvPr/>
          </p:nvSpPr>
          <p:spPr>
            <a:xfrm>
              <a:off x="2608280" y="2478322"/>
              <a:ext cx="25225" cy="35435"/>
            </a:xfrm>
            <a:custGeom>
              <a:rect b="b" l="l" r="r" t="t"/>
              <a:pathLst>
                <a:path extrusionOk="0" h="354" w="252">
                  <a:moveTo>
                    <a:pt x="82" y="0"/>
                  </a:moveTo>
                  <a:cubicBezTo>
                    <a:pt x="51" y="0"/>
                    <a:pt x="26" y="26"/>
                    <a:pt x="26" y="56"/>
                  </a:cubicBezTo>
                  <a:cubicBezTo>
                    <a:pt x="26" y="66"/>
                    <a:pt x="30" y="76"/>
                    <a:pt x="36" y="85"/>
                  </a:cubicBezTo>
                  <a:cubicBezTo>
                    <a:pt x="14" y="105"/>
                    <a:pt x="1" y="132"/>
                    <a:pt x="1" y="163"/>
                  </a:cubicBezTo>
                  <a:cubicBezTo>
                    <a:pt x="1" y="181"/>
                    <a:pt x="5" y="197"/>
                    <a:pt x="12" y="210"/>
                  </a:cubicBezTo>
                  <a:cubicBezTo>
                    <a:pt x="9" y="217"/>
                    <a:pt x="6" y="225"/>
                    <a:pt x="6" y="234"/>
                  </a:cubicBezTo>
                  <a:cubicBezTo>
                    <a:pt x="6" y="254"/>
                    <a:pt x="20" y="271"/>
                    <a:pt x="38" y="277"/>
                  </a:cubicBezTo>
                  <a:cubicBezTo>
                    <a:pt x="36" y="284"/>
                    <a:pt x="35" y="291"/>
                    <a:pt x="35" y="299"/>
                  </a:cubicBezTo>
                  <a:cubicBezTo>
                    <a:pt x="35" y="330"/>
                    <a:pt x="58" y="353"/>
                    <a:pt x="89" y="353"/>
                  </a:cubicBezTo>
                  <a:cubicBezTo>
                    <a:pt x="117" y="353"/>
                    <a:pt x="140" y="332"/>
                    <a:pt x="143" y="304"/>
                  </a:cubicBezTo>
                  <a:cubicBezTo>
                    <a:pt x="160" y="300"/>
                    <a:pt x="175" y="284"/>
                    <a:pt x="175" y="264"/>
                  </a:cubicBezTo>
                  <a:cubicBezTo>
                    <a:pt x="175" y="259"/>
                    <a:pt x="174" y="254"/>
                    <a:pt x="173" y="250"/>
                  </a:cubicBezTo>
                  <a:cubicBezTo>
                    <a:pt x="188" y="249"/>
                    <a:pt x="199" y="238"/>
                    <a:pt x="199" y="221"/>
                  </a:cubicBezTo>
                  <a:lnTo>
                    <a:pt x="199" y="220"/>
                  </a:lnTo>
                  <a:cubicBezTo>
                    <a:pt x="229" y="219"/>
                    <a:pt x="251" y="195"/>
                    <a:pt x="251" y="166"/>
                  </a:cubicBezTo>
                  <a:cubicBezTo>
                    <a:pt x="251" y="144"/>
                    <a:pt x="239" y="125"/>
                    <a:pt x="220" y="116"/>
                  </a:cubicBezTo>
                  <a:lnTo>
                    <a:pt x="220" y="113"/>
                  </a:lnTo>
                  <a:cubicBezTo>
                    <a:pt x="220" y="93"/>
                    <a:pt x="204" y="79"/>
                    <a:pt x="185" y="79"/>
                  </a:cubicBezTo>
                  <a:cubicBezTo>
                    <a:pt x="183" y="79"/>
                    <a:pt x="179" y="79"/>
                    <a:pt x="176" y="80"/>
                  </a:cubicBezTo>
                  <a:cubicBezTo>
                    <a:pt x="174" y="66"/>
                    <a:pt x="163" y="54"/>
                    <a:pt x="150" y="45"/>
                  </a:cubicBezTo>
                  <a:cubicBezTo>
                    <a:pt x="152" y="42"/>
                    <a:pt x="152" y="40"/>
                    <a:pt x="152" y="38"/>
                  </a:cubicBezTo>
                  <a:cubicBezTo>
                    <a:pt x="152" y="23"/>
                    <a:pt x="139" y="10"/>
                    <a:pt x="124" y="10"/>
                  </a:cubicBezTo>
                  <a:cubicBezTo>
                    <a:pt x="119" y="10"/>
                    <a:pt x="117" y="10"/>
                    <a:pt x="114" y="11"/>
                  </a:cubicBezTo>
                  <a:cubicBezTo>
                    <a:pt x="106" y="5"/>
                    <a:pt x="96" y="2"/>
                    <a:pt x="82" y="0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27"/>
            <p:cNvSpPr/>
            <p:nvPr/>
          </p:nvSpPr>
          <p:spPr>
            <a:xfrm>
              <a:off x="2610382" y="2479523"/>
              <a:ext cx="22722" cy="32131"/>
            </a:xfrm>
            <a:custGeom>
              <a:rect b="b" l="l" r="r" t="t"/>
              <a:pathLst>
                <a:path extrusionOk="0" h="321" w="227">
                  <a:moveTo>
                    <a:pt x="73" y="1"/>
                  </a:moveTo>
                  <a:cubicBezTo>
                    <a:pt x="46" y="1"/>
                    <a:pt x="23" y="22"/>
                    <a:pt x="23" y="50"/>
                  </a:cubicBezTo>
                  <a:cubicBezTo>
                    <a:pt x="23" y="60"/>
                    <a:pt x="26" y="69"/>
                    <a:pt x="31" y="77"/>
                  </a:cubicBezTo>
                  <a:cubicBezTo>
                    <a:pt x="12" y="94"/>
                    <a:pt x="0" y="119"/>
                    <a:pt x="0" y="147"/>
                  </a:cubicBezTo>
                  <a:cubicBezTo>
                    <a:pt x="0" y="162"/>
                    <a:pt x="4" y="178"/>
                    <a:pt x="11" y="191"/>
                  </a:cubicBezTo>
                  <a:cubicBezTo>
                    <a:pt x="6" y="196"/>
                    <a:pt x="5" y="203"/>
                    <a:pt x="5" y="211"/>
                  </a:cubicBezTo>
                  <a:cubicBezTo>
                    <a:pt x="5" y="231"/>
                    <a:pt x="17" y="246"/>
                    <a:pt x="33" y="251"/>
                  </a:cubicBezTo>
                  <a:cubicBezTo>
                    <a:pt x="31" y="257"/>
                    <a:pt x="30" y="265"/>
                    <a:pt x="30" y="272"/>
                  </a:cubicBezTo>
                  <a:cubicBezTo>
                    <a:pt x="30" y="299"/>
                    <a:pt x="52" y="321"/>
                    <a:pt x="80" y="321"/>
                  </a:cubicBezTo>
                  <a:cubicBezTo>
                    <a:pt x="106" y="321"/>
                    <a:pt x="127" y="302"/>
                    <a:pt x="129" y="277"/>
                  </a:cubicBezTo>
                  <a:cubicBezTo>
                    <a:pt x="145" y="273"/>
                    <a:pt x="158" y="258"/>
                    <a:pt x="158" y="241"/>
                  </a:cubicBezTo>
                  <a:cubicBezTo>
                    <a:pt x="158" y="236"/>
                    <a:pt x="157" y="232"/>
                    <a:pt x="155" y="228"/>
                  </a:cubicBezTo>
                  <a:cubicBezTo>
                    <a:pt x="169" y="228"/>
                    <a:pt x="179" y="216"/>
                    <a:pt x="179" y="202"/>
                  </a:cubicBezTo>
                  <a:lnTo>
                    <a:pt x="179" y="201"/>
                  </a:lnTo>
                  <a:cubicBezTo>
                    <a:pt x="205" y="200"/>
                    <a:pt x="226" y="178"/>
                    <a:pt x="226" y="151"/>
                  </a:cubicBezTo>
                  <a:cubicBezTo>
                    <a:pt x="226" y="131"/>
                    <a:pt x="215" y="113"/>
                    <a:pt x="198" y="105"/>
                  </a:cubicBezTo>
                  <a:lnTo>
                    <a:pt x="198" y="103"/>
                  </a:lnTo>
                  <a:cubicBezTo>
                    <a:pt x="198" y="86"/>
                    <a:pt x="182" y="71"/>
                    <a:pt x="165" y="71"/>
                  </a:cubicBezTo>
                  <a:cubicBezTo>
                    <a:pt x="163" y="71"/>
                    <a:pt x="160" y="73"/>
                    <a:pt x="158" y="73"/>
                  </a:cubicBezTo>
                  <a:cubicBezTo>
                    <a:pt x="154" y="60"/>
                    <a:pt x="145" y="49"/>
                    <a:pt x="133" y="43"/>
                  </a:cubicBezTo>
                  <a:cubicBezTo>
                    <a:pt x="134" y="42"/>
                    <a:pt x="134" y="38"/>
                    <a:pt x="134" y="36"/>
                  </a:cubicBezTo>
                  <a:cubicBezTo>
                    <a:pt x="134" y="22"/>
                    <a:pt x="123" y="11"/>
                    <a:pt x="109" y="11"/>
                  </a:cubicBezTo>
                  <a:cubicBezTo>
                    <a:pt x="107" y="11"/>
                    <a:pt x="104" y="11"/>
                    <a:pt x="102" y="12"/>
                  </a:cubicBezTo>
                  <a:cubicBezTo>
                    <a:pt x="93" y="7"/>
                    <a:pt x="83" y="3"/>
                    <a:pt x="73" y="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7"/>
            <p:cNvSpPr/>
            <p:nvPr/>
          </p:nvSpPr>
          <p:spPr>
            <a:xfrm>
              <a:off x="2630803" y="2421967"/>
              <a:ext cx="65063" cy="91990"/>
            </a:xfrm>
            <a:custGeom>
              <a:rect b="b" l="l" r="r" t="t"/>
              <a:pathLst>
                <a:path extrusionOk="0" h="919" w="650">
                  <a:moveTo>
                    <a:pt x="212" y="1"/>
                  </a:moveTo>
                  <a:cubicBezTo>
                    <a:pt x="133" y="1"/>
                    <a:pt x="68" y="65"/>
                    <a:pt x="68" y="144"/>
                  </a:cubicBezTo>
                  <a:cubicBezTo>
                    <a:pt x="68" y="170"/>
                    <a:pt x="77" y="198"/>
                    <a:pt x="90" y="220"/>
                  </a:cubicBezTo>
                  <a:cubicBezTo>
                    <a:pt x="36" y="270"/>
                    <a:pt x="1" y="342"/>
                    <a:pt x="1" y="422"/>
                  </a:cubicBezTo>
                  <a:cubicBezTo>
                    <a:pt x="1" y="466"/>
                    <a:pt x="12" y="507"/>
                    <a:pt x="31" y="545"/>
                  </a:cubicBezTo>
                  <a:cubicBezTo>
                    <a:pt x="20" y="562"/>
                    <a:pt x="13" y="583"/>
                    <a:pt x="13" y="604"/>
                  </a:cubicBezTo>
                  <a:cubicBezTo>
                    <a:pt x="13" y="657"/>
                    <a:pt x="48" y="701"/>
                    <a:pt x="97" y="717"/>
                  </a:cubicBezTo>
                  <a:cubicBezTo>
                    <a:pt x="89" y="735"/>
                    <a:pt x="84" y="755"/>
                    <a:pt x="84" y="775"/>
                  </a:cubicBezTo>
                  <a:cubicBezTo>
                    <a:pt x="84" y="854"/>
                    <a:pt x="148" y="918"/>
                    <a:pt x="227" y="918"/>
                  </a:cubicBezTo>
                  <a:cubicBezTo>
                    <a:pt x="302" y="918"/>
                    <a:pt x="363" y="860"/>
                    <a:pt x="369" y="787"/>
                  </a:cubicBezTo>
                  <a:cubicBezTo>
                    <a:pt x="415" y="776"/>
                    <a:pt x="450" y="735"/>
                    <a:pt x="450" y="685"/>
                  </a:cubicBezTo>
                  <a:cubicBezTo>
                    <a:pt x="450" y="673"/>
                    <a:pt x="447" y="661"/>
                    <a:pt x="443" y="649"/>
                  </a:cubicBezTo>
                  <a:cubicBezTo>
                    <a:pt x="483" y="647"/>
                    <a:pt x="514" y="614"/>
                    <a:pt x="514" y="576"/>
                  </a:cubicBezTo>
                  <a:lnTo>
                    <a:pt x="514" y="571"/>
                  </a:lnTo>
                  <a:cubicBezTo>
                    <a:pt x="589" y="567"/>
                    <a:pt x="650" y="506"/>
                    <a:pt x="650" y="429"/>
                  </a:cubicBezTo>
                  <a:cubicBezTo>
                    <a:pt x="650" y="371"/>
                    <a:pt x="615" y="321"/>
                    <a:pt x="565" y="299"/>
                  </a:cubicBezTo>
                  <a:lnTo>
                    <a:pt x="565" y="291"/>
                  </a:lnTo>
                  <a:cubicBezTo>
                    <a:pt x="565" y="241"/>
                    <a:pt x="524" y="202"/>
                    <a:pt x="476" y="202"/>
                  </a:cubicBezTo>
                  <a:cubicBezTo>
                    <a:pt x="467" y="202"/>
                    <a:pt x="461" y="203"/>
                    <a:pt x="453" y="204"/>
                  </a:cubicBezTo>
                  <a:cubicBezTo>
                    <a:pt x="445" y="166"/>
                    <a:pt x="419" y="134"/>
                    <a:pt x="386" y="115"/>
                  </a:cubicBezTo>
                  <a:cubicBezTo>
                    <a:pt x="388" y="108"/>
                    <a:pt x="389" y="102"/>
                    <a:pt x="389" y="96"/>
                  </a:cubicBezTo>
                  <a:cubicBezTo>
                    <a:pt x="389" y="55"/>
                    <a:pt x="355" y="21"/>
                    <a:pt x="314" y="21"/>
                  </a:cubicBezTo>
                  <a:cubicBezTo>
                    <a:pt x="307" y="21"/>
                    <a:pt x="299" y="23"/>
                    <a:pt x="291" y="25"/>
                  </a:cubicBezTo>
                  <a:cubicBezTo>
                    <a:pt x="268" y="10"/>
                    <a:pt x="240" y="1"/>
                    <a:pt x="212" y="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7"/>
            <p:cNvSpPr/>
            <p:nvPr/>
          </p:nvSpPr>
          <p:spPr>
            <a:xfrm>
              <a:off x="2632104" y="2423468"/>
              <a:ext cx="62761" cy="88686"/>
            </a:xfrm>
            <a:custGeom>
              <a:rect b="b" l="l" r="r" t="t"/>
              <a:pathLst>
                <a:path extrusionOk="0" h="886" w="627">
                  <a:moveTo>
                    <a:pt x="203" y="1"/>
                  </a:moveTo>
                  <a:cubicBezTo>
                    <a:pt x="126" y="1"/>
                    <a:pt x="65" y="62"/>
                    <a:pt x="65" y="139"/>
                  </a:cubicBezTo>
                  <a:cubicBezTo>
                    <a:pt x="65" y="167"/>
                    <a:pt x="74" y="190"/>
                    <a:pt x="86" y="213"/>
                  </a:cubicBezTo>
                  <a:cubicBezTo>
                    <a:pt x="34" y="261"/>
                    <a:pt x="0" y="330"/>
                    <a:pt x="0" y="408"/>
                  </a:cubicBezTo>
                  <a:cubicBezTo>
                    <a:pt x="0" y="450"/>
                    <a:pt x="11" y="490"/>
                    <a:pt x="29" y="526"/>
                  </a:cubicBezTo>
                  <a:cubicBezTo>
                    <a:pt x="19" y="543"/>
                    <a:pt x="12" y="563"/>
                    <a:pt x="12" y="584"/>
                  </a:cubicBezTo>
                  <a:cubicBezTo>
                    <a:pt x="12" y="635"/>
                    <a:pt x="45" y="679"/>
                    <a:pt x="91" y="694"/>
                  </a:cubicBezTo>
                  <a:cubicBezTo>
                    <a:pt x="84" y="710"/>
                    <a:pt x="80" y="727"/>
                    <a:pt x="80" y="748"/>
                  </a:cubicBezTo>
                  <a:cubicBezTo>
                    <a:pt x="80" y="825"/>
                    <a:pt x="142" y="886"/>
                    <a:pt x="218" y="886"/>
                  </a:cubicBezTo>
                  <a:cubicBezTo>
                    <a:pt x="290" y="886"/>
                    <a:pt x="349" y="832"/>
                    <a:pt x="355" y="761"/>
                  </a:cubicBezTo>
                  <a:cubicBezTo>
                    <a:pt x="400" y="751"/>
                    <a:pt x="433" y="711"/>
                    <a:pt x="433" y="663"/>
                  </a:cubicBezTo>
                  <a:cubicBezTo>
                    <a:pt x="433" y="651"/>
                    <a:pt x="431" y="639"/>
                    <a:pt x="427" y="628"/>
                  </a:cubicBezTo>
                  <a:cubicBezTo>
                    <a:pt x="464" y="625"/>
                    <a:pt x="494" y="594"/>
                    <a:pt x="494" y="556"/>
                  </a:cubicBezTo>
                  <a:lnTo>
                    <a:pt x="494" y="552"/>
                  </a:lnTo>
                  <a:cubicBezTo>
                    <a:pt x="569" y="548"/>
                    <a:pt x="626" y="489"/>
                    <a:pt x="626" y="414"/>
                  </a:cubicBezTo>
                  <a:cubicBezTo>
                    <a:pt x="626" y="358"/>
                    <a:pt x="593" y="311"/>
                    <a:pt x="545" y="289"/>
                  </a:cubicBezTo>
                  <a:lnTo>
                    <a:pt x="545" y="281"/>
                  </a:lnTo>
                  <a:cubicBezTo>
                    <a:pt x="545" y="234"/>
                    <a:pt x="506" y="195"/>
                    <a:pt x="458" y="195"/>
                  </a:cubicBezTo>
                  <a:cubicBezTo>
                    <a:pt x="451" y="195"/>
                    <a:pt x="443" y="197"/>
                    <a:pt x="437" y="198"/>
                  </a:cubicBezTo>
                  <a:cubicBezTo>
                    <a:pt x="428" y="162"/>
                    <a:pt x="403" y="129"/>
                    <a:pt x="371" y="111"/>
                  </a:cubicBezTo>
                  <a:cubicBezTo>
                    <a:pt x="372" y="106"/>
                    <a:pt x="373" y="100"/>
                    <a:pt x="373" y="92"/>
                  </a:cubicBezTo>
                  <a:cubicBezTo>
                    <a:pt x="373" y="54"/>
                    <a:pt x="341" y="21"/>
                    <a:pt x="301" y="21"/>
                  </a:cubicBezTo>
                  <a:cubicBezTo>
                    <a:pt x="294" y="21"/>
                    <a:pt x="286" y="23"/>
                    <a:pt x="280" y="25"/>
                  </a:cubicBezTo>
                  <a:cubicBezTo>
                    <a:pt x="257" y="10"/>
                    <a:pt x="229" y="1"/>
                    <a:pt x="203" y="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7"/>
            <p:cNvSpPr/>
            <p:nvPr/>
          </p:nvSpPr>
          <p:spPr>
            <a:xfrm>
              <a:off x="2636308" y="2426972"/>
              <a:ext cx="57156" cy="80478"/>
            </a:xfrm>
            <a:custGeom>
              <a:rect b="b" l="l" r="r" t="t"/>
              <a:pathLst>
                <a:path extrusionOk="0" h="804" w="571">
                  <a:moveTo>
                    <a:pt x="184" y="1"/>
                  </a:moveTo>
                  <a:cubicBezTo>
                    <a:pt x="115" y="1"/>
                    <a:pt x="58" y="57"/>
                    <a:pt x="58" y="127"/>
                  </a:cubicBezTo>
                  <a:cubicBezTo>
                    <a:pt x="58" y="150"/>
                    <a:pt x="67" y="174"/>
                    <a:pt x="78" y="193"/>
                  </a:cubicBezTo>
                  <a:cubicBezTo>
                    <a:pt x="29" y="236"/>
                    <a:pt x="0" y="300"/>
                    <a:pt x="0" y="370"/>
                  </a:cubicBezTo>
                  <a:cubicBezTo>
                    <a:pt x="0" y="409"/>
                    <a:pt x="10" y="446"/>
                    <a:pt x="26" y="478"/>
                  </a:cubicBezTo>
                  <a:cubicBezTo>
                    <a:pt x="17" y="493"/>
                    <a:pt x="11" y="511"/>
                    <a:pt x="11" y="531"/>
                  </a:cubicBezTo>
                  <a:cubicBezTo>
                    <a:pt x="11" y="577"/>
                    <a:pt x="42" y="616"/>
                    <a:pt x="84" y="629"/>
                  </a:cubicBezTo>
                  <a:cubicBezTo>
                    <a:pt x="78" y="643"/>
                    <a:pt x="74" y="661"/>
                    <a:pt x="74" y="679"/>
                  </a:cubicBezTo>
                  <a:cubicBezTo>
                    <a:pt x="74" y="748"/>
                    <a:pt x="130" y="804"/>
                    <a:pt x="200" y="804"/>
                  </a:cubicBezTo>
                  <a:cubicBezTo>
                    <a:pt x="266" y="804"/>
                    <a:pt x="318" y="754"/>
                    <a:pt x="324" y="690"/>
                  </a:cubicBezTo>
                  <a:cubicBezTo>
                    <a:pt x="365" y="681"/>
                    <a:pt x="396" y="644"/>
                    <a:pt x="396" y="600"/>
                  </a:cubicBezTo>
                  <a:cubicBezTo>
                    <a:pt x="396" y="589"/>
                    <a:pt x="394" y="579"/>
                    <a:pt x="390" y="569"/>
                  </a:cubicBezTo>
                  <a:cubicBezTo>
                    <a:pt x="425" y="567"/>
                    <a:pt x="451" y="538"/>
                    <a:pt x="451" y="502"/>
                  </a:cubicBezTo>
                  <a:lnTo>
                    <a:pt x="451" y="500"/>
                  </a:lnTo>
                  <a:cubicBezTo>
                    <a:pt x="518" y="497"/>
                    <a:pt x="570" y="442"/>
                    <a:pt x="570" y="374"/>
                  </a:cubicBezTo>
                  <a:cubicBezTo>
                    <a:pt x="570" y="324"/>
                    <a:pt x="539" y="280"/>
                    <a:pt x="496" y="261"/>
                  </a:cubicBezTo>
                  <a:lnTo>
                    <a:pt x="496" y="254"/>
                  </a:lnTo>
                  <a:cubicBezTo>
                    <a:pt x="496" y="211"/>
                    <a:pt x="462" y="176"/>
                    <a:pt x="418" y="176"/>
                  </a:cubicBezTo>
                  <a:cubicBezTo>
                    <a:pt x="411" y="176"/>
                    <a:pt x="405" y="178"/>
                    <a:pt x="399" y="179"/>
                  </a:cubicBezTo>
                  <a:cubicBezTo>
                    <a:pt x="391" y="145"/>
                    <a:pt x="368" y="117"/>
                    <a:pt x="339" y="101"/>
                  </a:cubicBezTo>
                  <a:cubicBezTo>
                    <a:pt x="340" y="94"/>
                    <a:pt x="341" y="89"/>
                    <a:pt x="341" y="83"/>
                  </a:cubicBezTo>
                  <a:cubicBezTo>
                    <a:pt x="341" y="47"/>
                    <a:pt x="312" y="17"/>
                    <a:pt x="276" y="17"/>
                  </a:cubicBezTo>
                  <a:cubicBezTo>
                    <a:pt x="268" y="17"/>
                    <a:pt x="262" y="20"/>
                    <a:pt x="256" y="21"/>
                  </a:cubicBezTo>
                  <a:cubicBezTo>
                    <a:pt x="235" y="9"/>
                    <a:pt x="211" y="1"/>
                    <a:pt x="184" y="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7"/>
            <p:cNvSpPr/>
            <p:nvPr/>
          </p:nvSpPr>
          <p:spPr>
            <a:xfrm>
              <a:off x="2615087" y="2436381"/>
              <a:ext cx="15815" cy="22422"/>
            </a:xfrm>
            <a:custGeom>
              <a:rect b="b" l="l" r="r" t="t"/>
              <a:pathLst>
                <a:path extrusionOk="0" h="224" w="158">
                  <a:moveTo>
                    <a:pt x="51" y="1"/>
                  </a:moveTo>
                  <a:cubicBezTo>
                    <a:pt x="33" y="1"/>
                    <a:pt x="18" y="16"/>
                    <a:pt x="18" y="36"/>
                  </a:cubicBezTo>
                  <a:cubicBezTo>
                    <a:pt x="18" y="42"/>
                    <a:pt x="20" y="49"/>
                    <a:pt x="23" y="54"/>
                  </a:cubicBezTo>
                  <a:cubicBezTo>
                    <a:pt x="9" y="66"/>
                    <a:pt x="0" y="85"/>
                    <a:pt x="0" y="103"/>
                  </a:cubicBezTo>
                  <a:cubicBezTo>
                    <a:pt x="0" y="113"/>
                    <a:pt x="2" y="124"/>
                    <a:pt x="8" y="133"/>
                  </a:cubicBezTo>
                  <a:cubicBezTo>
                    <a:pt x="4" y="137"/>
                    <a:pt x="3" y="142"/>
                    <a:pt x="3" y="147"/>
                  </a:cubicBezTo>
                  <a:cubicBezTo>
                    <a:pt x="3" y="159"/>
                    <a:pt x="13" y="172"/>
                    <a:pt x="24" y="175"/>
                  </a:cubicBezTo>
                  <a:cubicBezTo>
                    <a:pt x="23" y="179"/>
                    <a:pt x="21" y="184"/>
                    <a:pt x="21" y="189"/>
                  </a:cubicBezTo>
                  <a:cubicBezTo>
                    <a:pt x="21" y="209"/>
                    <a:pt x="36" y="224"/>
                    <a:pt x="56" y="224"/>
                  </a:cubicBezTo>
                  <a:cubicBezTo>
                    <a:pt x="74" y="224"/>
                    <a:pt x="89" y="210"/>
                    <a:pt x="90" y="192"/>
                  </a:cubicBezTo>
                  <a:cubicBezTo>
                    <a:pt x="101" y="189"/>
                    <a:pt x="110" y="179"/>
                    <a:pt x="110" y="168"/>
                  </a:cubicBezTo>
                  <a:cubicBezTo>
                    <a:pt x="110" y="165"/>
                    <a:pt x="110" y="161"/>
                    <a:pt x="108" y="158"/>
                  </a:cubicBezTo>
                  <a:cubicBezTo>
                    <a:pt x="117" y="158"/>
                    <a:pt x="125" y="151"/>
                    <a:pt x="125" y="141"/>
                  </a:cubicBezTo>
                  <a:lnTo>
                    <a:pt x="125" y="139"/>
                  </a:lnTo>
                  <a:cubicBezTo>
                    <a:pt x="144" y="138"/>
                    <a:pt x="158" y="124"/>
                    <a:pt x="158" y="105"/>
                  </a:cubicBezTo>
                  <a:cubicBezTo>
                    <a:pt x="158" y="91"/>
                    <a:pt x="151" y="78"/>
                    <a:pt x="137" y="72"/>
                  </a:cubicBezTo>
                  <a:lnTo>
                    <a:pt x="137" y="71"/>
                  </a:lnTo>
                  <a:cubicBezTo>
                    <a:pt x="137" y="59"/>
                    <a:pt x="127" y="50"/>
                    <a:pt x="116" y="50"/>
                  </a:cubicBezTo>
                  <a:cubicBezTo>
                    <a:pt x="114" y="50"/>
                    <a:pt x="113" y="50"/>
                    <a:pt x="111" y="51"/>
                  </a:cubicBezTo>
                  <a:cubicBezTo>
                    <a:pt x="108" y="42"/>
                    <a:pt x="102" y="35"/>
                    <a:pt x="94" y="29"/>
                  </a:cubicBezTo>
                  <a:lnTo>
                    <a:pt x="94" y="25"/>
                  </a:lnTo>
                  <a:cubicBezTo>
                    <a:pt x="94" y="15"/>
                    <a:pt x="86" y="8"/>
                    <a:pt x="76" y="8"/>
                  </a:cubicBezTo>
                  <a:cubicBezTo>
                    <a:pt x="75" y="8"/>
                    <a:pt x="74" y="8"/>
                    <a:pt x="71" y="9"/>
                  </a:cubicBezTo>
                  <a:cubicBezTo>
                    <a:pt x="66" y="5"/>
                    <a:pt x="60" y="3"/>
                    <a:pt x="51" y="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27"/>
            <p:cNvSpPr/>
            <p:nvPr/>
          </p:nvSpPr>
          <p:spPr>
            <a:xfrm>
              <a:off x="2615387" y="2436881"/>
              <a:ext cx="15315" cy="21721"/>
            </a:xfrm>
            <a:custGeom>
              <a:rect b="b" l="l" r="r" t="t"/>
              <a:pathLst>
                <a:path extrusionOk="0" h="217" w="153">
                  <a:moveTo>
                    <a:pt x="48" y="1"/>
                  </a:moveTo>
                  <a:cubicBezTo>
                    <a:pt x="31" y="1"/>
                    <a:pt x="16" y="17"/>
                    <a:pt x="16" y="35"/>
                  </a:cubicBezTo>
                  <a:cubicBezTo>
                    <a:pt x="16" y="41"/>
                    <a:pt x="17" y="47"/>
                    <a:pt x="21" y="52"/>
                  </a:cubicBezTo>
                  <a:cubicBezTo>
                    <a:pt x="8" y="64"/>
                    <a:pt x="0" y="82"/>
                    <a:pt x="0" y="100"/>
                  </a:cubicBezTo>
                  <a:cubicBezTo>
                    <a:pt x="0" y="111"/>
                    <a:pt x="2" y="121"/>
                    <a:pt x="7" y="129"/>
                  </a:cubicBezTo>
                  <a:cubicBezTo>
                    <a:pt x="5" y="133"/>
                    <a:pt x="2" y="138"/>
                    <a:pt x="2" y="143"/>
                  </a:cubicBezTo>
                  <a:cubicBezTo>
                    <a:pt x="2" y="156"/>
                    <a:pt x="11" y="167"/>
                    <a:pt x="22" y="171"/>
                  </a:cubicBezTo>
                  <a:cubicBezTo>
                    <a:pt x="21" y="174"/>
                    <a:pt x="20" y="178"/>
                    <a:pt x="20" y="183"/>
                  </a:cubicBezTo>
                  <a:cubicBezTo>
                    <a:pt x="20" y="201"/>
                    <a:pt x="33" y="217"/>
                    <a:pt x="53" y="217"/>
                  </a:cubicBezTo>
                  <a:cubicBezTo>
                    <a:pt x="71" y="217"/>
                    <a:pt x="84" y="203"/>
                    <a:pt x="86" y="186"/>
                  </a:cubicBezTo>
                  <a:cubicBezTo>
                    <a:pt x="98" y="183"/>
                    <a:pt x="105" y="173"/>
                    <a:pt x="105" y="162"/>
                  </a:cubicBezTo>
                  <a:cubicBezTo>
                    <a:pt x="105" y="159"/>
                    <a:pt x="105" y="156"/>
                    <a:pt x="104" y="153"/>
                  </a:cubicBezTo>
                  <a:cubicBezTo>
                    <a:pt x="113" y="152"/>
                    <a:pt x="120" y="145"/>
                    <a:pt x="120" y="136"/>
                  </a:cubicBezTo>
                  <a:lnTo>
                    <a:pt x="120" y="135"/>
                  </a:lnTo>
                  <a:cubicBezTo>
                    <a:pt x="139" y="133"/>
                    <a:pt x="153" y="120"/>
                    <a:pt x="153" y="101"/>
                  </a:cubicBezTo>
                  <a:cubicBezTo>
                    <a:pt x="153" y="87"/>
                    <a:pt x="144" y="76"/>
                    <a:pt x="132" y="71"/>
                  </a:cubicBezTo>
                  <a:lnTo>
                    <a:pt x="132" y="69"/>
                  </a:lnTo>
                  <a:cubicBezTo>
                    <a:pt x="132" y="58"/>
                    <a:pt x="123" y="49"/>
                    <a:pt x="111" y="49"/>
                  </a:cubicBezTo>
                  <a:lnTo>
                    <a:pt x="107" y="49"/>
                  </a:lnTo>
                  <a:cubicBezTo>
                    <a:pt x="104" y="40"/>
                    <a:pt x="98" y="33"/>
                    <a:pt x="89" y="29"/>
                  </a:cubicBezTo>
                  <a:cubicBezTo>
                    <a:pt x="91" y="26"/>
                    <a:pt x="91" y="24"/>
                    <a:pt x="91" y="23"/>
                  </a:cubicBezTo>
                  <a:cubicBezTo>
                    <a:pt x="91" y="13"/>
                    <a:pt x="83" y="5"/>
                    <a:pt x="73" y="5"/>
                  </a:cubicBezTo>
                  <a:cubicBezTo>
                    <a:pt x="72" y="5"/>
                    <a:pt x="71" y="7"/>
                    <a:pt x="68" y="7"/>
                  </a:cubicBezTo>
                  <a:cubicBezTo>
                    <a:pt x="64" y="4"/>
                    <a:pt x="57" y="2"/>
                    <a:pt x="48" y="1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27"/>
            <p:cNvSpPr/>
            <p:nvPr/>
          </p:nvSpPr>
          <p:spPr>
            <a:xfrm>
              <a:off x="2616388" y="2437582"/>
              <a:ext cx="14014" cy="19719"/>
            </a:xfrm>
            <a:custGeom>
              <a:rect b="b" l="l" r="r" t="t"/>
              <a:pathLst>
                <a:path extrusionOk="0" h="197" w="140">
                  <a:moveTo>
                    <a:pt x="44" y="0"/>
                  </a:moveTo>
                  <a:cubicBezTo>
                    <a:pt x="27" y="0"/>
                    <a:pt x="15" y="13"/>
                    <a:pt x="15" y="31"/>
                  </a:cubicBezTo>
                  <a:cubicBezTo>
                    <a:pt x="15" y="37"/>
                    <a:pt x="16" y="42"/>
                    <a:pt x="20" y="47"/>
                  </a:cubicBezTo>
                  <a:cubicBezTo>
                    <a:pt x="8" y="57"/>
                    <a:pt x="1" y="73"/>
                    <a:pt x="1" y="90"/>
                  </a:cubicBezTo>
                  <a:cubicBezTo>
                    <a:pt x="1" y="99"/>
                    <a:pt x="3" y="109"/>
                    <a:pt x="7" y="116"/>
                  </a:cubicBezTo>
                  <a:cubicBezTo>
                    <a:pt x="5" y="120"/>
                    <a:pt x="3" y="124"/>
                    <a:pt x="3" y="129"/>
                  </a:cubicBezTo>
                  <a:cubicBezTo>
                    <a:pt x="3" y="140"/>
                    <a:pt x="11" y="150"/>
                    <a:pt x="21" y="154"/>
                  </a:cubicBezTo>
                  <a:cubicBezTo>
                    <a:pt x="20" y="157"/>
                    <a:pt x="18" y="161"/>
                    <a:pt x="18" y="166"/>
                  </a:cubicBezTo>
                  <a:cubicBezTo>
                    <a:pt x="18" y="182"/>
                    <a:pt x="32" y="197"/>
                    <a:pt x="49" y="197"/>
                  </a:cubicBezTo>
                  <a:cubicBezTo>
                    <a:pt x="64" y="197"/>
                    <a:pt x="77" y="184"/>
                    <a:pt x="78" y="169"/>
                  </a:cubicBezTo>
                  <a:cubicBezTo>
                    <a:pt x="89" y="166"/>
                    <a:pt x="97" y="157"/>
                    <a:pt x="97" y="146"/>
                  </a:cubicBezTo>
                  <a:cubicBezTo>
                    <a:pt x="97" y="144"/>
                    <a:pt x="97" y="141"/>
                    <a:pt x="95" y="139"/>
                  </a:cubicBezTo>
                  <a:cubicBezTo>
                    <a:pt x="104" y="139"/>
                    <a:pt x="110" y="133"/>
                    <a:pt x="110" y="124"/>
                  </a:cubicBezTo>
                  <a:lnTo>
                    <a:pt x="110" y="123"/>
                  </a:lnTo>
                  <a:cubicBezTo>
                    <a:pt x="128" y="123"/>
                    <a:pt x="140" y="110"/>
                    <a:pt x="140" y="93"/>
                  </a:cubicBezTo>
                  <a:cubicBezTo>
                    <a:pt x="140" y="80"/>
                    <a:pt x="133" y="70"/>
                    <a:pt x="122" y="65"/>
                  </a:cubicBezTo>
                  <a:lnTo>
                    <a:pt x="122" y="64"/>
                  </a:lnTo>
                  <a:cubicBezTo>
                    <a:pt x="122" y="53"/>
                    <a:pt x="113" y="44"/>
                    <a:pt x="103" y="44"/>
                  </a:cubicBezTo>
                  <a:lnTo>
                    <a:pt x="98" y="44"/>
                  </a:lnTo>
                  <a:cubicBezTo>
                    <a:pt x="97" y="37"/>
                    <a:pt x="92" y="29"/>
                    <a:pt x="84" y="26"/>
                  </a:cubicBezTo>
                  <a:lnTo>
                    <a:pt x="84" y="22"/>
                  </a:lnTo>
                  <a:cubicBezTo>
                    <a:pt x="84" y="13"/>
                    <a:pt x="77" y="6"/>
                    <a:pt x="68" y="6"/>
                  </a:cubicBezTo>
                  <a:cubicBezTo>
                    <a:pt x="67" y="6"/>
                    <a:pt x="64" y="7"/>
                    <a:pt x="63" y="7"/>
                  </a:cubicBezTo>
                  <a:cubicBezTo>
                    <a:pt x="58" y="5"/>
                    <a:pt x="53" y="2"/>
                    <a:pt x="44" y="0"/>
                  </a:cubicBez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5" name="Google Shape;1965;p27"/>
          <p:cNvGrpSpPr/>
          <p:nvPr/>
        </p:nvGrpSpPr>
        <p:grpSpPr>
          <a:xfrm>
            <a:off x="1805283" y="3325827"/>
            <a:ext cx="271112" cy="274373"/>
            <a:chOff x="2584307" y="3294423"/>
            <a:chExt cx="333225" cy="337233"/>
          </a:xfrm>
        </p:grpSpPr>
        <p:sp>
          <p:nvSpPr>
            <p:cNvPr id="1966" name="Google Shape;1966;p27"/>
            <p:cNvSpPr/>
            <p:nvPr/>
          </p:nvSpPr>
          <p:spPr>
            <a:xfrm>
              <a:off x="2609429" y="3362192"/>
              <a:ext cx="20019" cy="254648"/>
            </a:xfrm>
            <a:custGeom>
              <a:rect b="b" l="l" r="r" t="t"/>
              <a:pathLst>
                <a:path extrusionOk="0" h="2544" w="200">
                  <a:moveTo>
                    <a:pt x="1" y="0"/>
                  </a:moveTo>
                  <a:lnTo>
                    <a:pt x="1" y="2544"/>
                  </a:lnTo>
                  <a:lnTo>
                    <a:pt x="199" y="2544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67" name="Google Shape;1967;p27"/>
            <p:cNvGrpSpPr/>
            <p:nvPr/>
          </p:nvGrpSpPr>
          <p:grpSpPr>
            <a:xfrm rot="-5400000">
              <a:off x="2582303" y="3296427"/>
              <a:ext cx="337233" cy="333225"/>
              <a:chOff x="2554928" y="3295227"/>
              <a:chExt cx="337233" cy="333225"/>
            </a:xfrm>
          </p:grpSpPr>
          <p:sp>
            <p:nvSpPr>
              <p:cNvPr id="1968" name="Google Shape;1968;p27"/>
              <p:cNvSpPr/>
              <p:nvPr/>
            </p:nvSpPr>
            <p:spPr>
              <a:xfrm>
                <a:off x="2645818" y="3302134"/>
                <a:ext cx="20220" cy="41941"/>
              </a:xfrm>
              <a:custGeom>
                <a:rect b="b" l="l" r="r" t="t"/>
                <a:pathLst>
                  <a:path extrusionOk="0" h="419" w="202">
                    <a:moveTo>
                      <a:pt x="28" y="1"/>
                    </a:moveTo>
                    <a:lnTo>
                      <a:pt x="0" y="10"/>
                    </a:lnTo>
                    <a:lnTo>
                      <a:pt x="144" y="418"/>
                    </a:lnTo>
                    <a:lnTo>
                      <a:pt x="202" y="398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rgbClr val="FFF9D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69" name="Google Shape;1969;p27"/>
              <p:cNvGrpSpPr/>
              <p:nvPr/>
            </p:nvGrpSpPr>
            <p:grpSpPr>
              <a:xfrm>
                <a:off x="2554928" y="3295227"/>
                <a:ext cx="337233" cy="333225"/>
                <a:chOff x="2554928" y="3295227"/>
                <a:chExt cx="337233" cy="333225"/>
              </a:xfrm>
            </p:grpSpPr>
            <p:sp>
              <p:nvSpPr>
                <p:cNvPr id="1970" name="Google Shape;1970;p27"/>
                <p:cNvSpPr/>
                <p:nvPr/>
              </p:nvSpPr>
              <p:spPr>
                <a:xfrm>
                  <a:off x="2560633" y="3433663"/>
                  <a:ext cx="151748" cy="109407"/>
                </a:xfrm>
                <a:custGeom>
                  <a:rect b="b" l="l" r="r" t="t"/>
                  <a:pathLst>
                    <a:path extrusionOk="0" h="1093" w="1516">
                      <a:moveTo>
                        <a:pt x="0" y="1"/>
                      </a:moveTo>
                      <a:lnTo>
                        <a:pt x="0" y="537"/>
                      </a:lnTo>
                      <a:lnTo>
                        <a:pt x="0" y="557"/>
                      </a:lnTo>
                      <a:lnTo>
                        <a:pt x="0" y="1092"/>
                      </a:lnTo>
                      <a:lnTo>
                        <a:pt x="73" y="1092"/>
                      </a:lnTo>
                      <a:cubicBezTo>
                        <a:pt x="416" y="1092"/>
                        <a:pt x="546" y="1035"/>
                        <a:pt x="715" y="941"/>
                      </a:cubicBezTo>
                      <a:cubicBezTo>
                        <a:pt x="882" y="846"/>
                        <a:pt x="1099" y="825"/>
                        <a:pt x="1099" y="825"/>
                      </a:cubicBezTo>
                      <a:lnTo>
                        <a:pt x="1515" y="825"/>
                      </a:lnTo>
                      <a:lnTo>
                        <a:pt x="1515" y="564"/>
                      </a:lnTo>
                      <a:lnTo>
                        <a:pt x="1515" y="528"/>
                      </a:lnTo>
                      <a:lnTo>
                        <a:pt x="1515" y="267"/>
                      </a:lnTo>
                      <a:lnTo>
                        <a:pt x="1099" y="267"/>
                      </a:lnTo>
                      <a:cubicBezTo>
                        <a:pt x="1099" y="267"/>
                        <a:pt x="884" y="246"/>
                        <a:pt x="715" y="151"/>
                      </a:cubicBezTo>
                      <a:cubicBezTo>
                        <a:pt x="547" y="57"/>
                        <a:pt x="418" y="1"/>
                        <a:pt x="73" y="1"/>
                      </a:cubicBezTo>
                      <a:close/>
                    </a:path>
                  </a:pathLst>
                </a:custGeom>
                <a:solidFill>
                  <a:srgbClr val="FFF9D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1" name="Google Shape;1971;p27"/>
                <p:cNvSpPr/>
                <p:nvPr/>
              </p:nvSpPr>
              <p:spPr>
                <a:xfrm>
                  <a:off x="2586859" y="3382513"/>
                  <a:ext cx="102900" cy="73872"/>
                </a:xfrm>
                <a:custGeom>
                  <a:rect b="b" l="l" r="r" t="t"/>
                  <a:pathLst>
                    <a:path extrusionOk="0" h="738" w="1028">
                      <a:moveTo>
                        <a:pt x="1" y="0"/>
                      </a:moveTo>
                      <a:lnTo>
                        <a:pt x="1" y="362"/>
                      </a:lnTo>
                      <a:lnTo>
                        <a:pt x="1" y="376"/>
                      </a:lnTo>
                      <a:lnTo>
                        <a:pt x="1" y="738"/>
                      </a:lnTo>
                      <a:lnTo>
                        <a:pt x="51" y="738"/>
                      </a:lnTo>
                      <a:cubicBezTo>
                        <a:pt x="54" y="738"/>
                        <a:pt x="57" y="738"/>
                        <a:pt x="60" y="738"/>
                      </a:cubicBezTo>
                      <a:cubicBezTo>
                        <a:pt x="287" y="738"/>
                        <a:pt x="374" y="700"/>
                        <a:pt x="485" y="636"/>
                      </a:cubicBezTo>
                      <a:cubicBezTo>
                        <a:pt x="599" y="573"/>
                        <a:pt x="745" y="559"/>
                        <a:pt x="745" y="559"/>
                      </a:cubicBezTo>
                      <a:lnTo>
                        <a:pt x="1027" y="559"/>
                      </a:lnTo>
                      <a:lnTo>
                        <a:pt x="1027" y="381"/>
                      </a:lnTo>
                      <a:lnTo>
                        <a:pt x="1027" y="357"/>
                      </a:lnTo>
                      <a:lnTo>
                        <a:pt x="1027" y="180"/>
                      </a:lnTo>
                      <a:lnTo>
                        <a:pt x="745" y="180"/>
                      </a:lnTo>
                      <a:cubicBezTo>
                        <a:pt x="745" y="180"/>
                        <a:pt x="599" y="166"/>
                        <a:pt x="485" y="102"/>
                      </a:cubicBezTo>
                      <a:cubicBezTo>
                        <a:pt x="372" y="40"/>
                        <a:pt x="284" y="0"/>
                        <a:pt x="51" y="0"/>
                      </a:cubicBezTo>
                      <a:close/>
                    </a:path>
                  </a:pathLst>
                </a:custGeom>
                <a:solidFill>
                  <a:srgbClr val="FFF9D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2" name="Google Shape;1972;p27"/>
                <p:cNvSpPr/>
                <p:nvPr/>
              </p:nvSpPr>
              <p:spPr>
                <a:xfrm>
                  <a:off x="2586859" y="3520249"/>
                  <a:ext cx="102900" cy="73872"/>
                </a:xfrm>
                <a:custGeom>
                  <a:rect b="b" l="l" r="r" t="t"/>
                  <a:pathLst>
                    <a:path extrusionOk="0" h="738" w="1028">
                      <a:moveTo>
                        <a:pt x="1" y="0"/>
                      </a:moveTo>
                      <a:lnTo>
                        <a:pt x="1" y="362"/>
                      </a:lnTo>
                      <a:lnTo>
                        <a:pt x="1" y="376"/>
                      </a:lnTo>
                      <a:lnTo>
                        <a:pt x="1" y="738"/>
                      </a:lnTo>
                      <a:lnTo>
                        <a:pt x="51" y="738"/>
                      </a:lnTo>
                      <a:cubicBezTo>
                        <a:pt x="284" y="737"/>
                        <a:pt x="372" y="698"/>
                        <a:pt x="485" y="636"/>
                      </a:cubicBezTo>
                      <a:cubicBezTo>
                        <a:pt x="599" y="572"/>
                        <a:pt x="745" y="558"/>
                        <a:pt x="745" y="558"/>
                      </a:cubicBezTo>
                      <a:lnTo>
                        <a:pt x="1027" y="558"/>
                      </a:lnTo>
                      <a:lnTo>
                        <a:pt x="1027" y="381"/>
                      </a:lnTo>
                      <a:lnTo>
                        <a:pt x="1027" y="357"/>
                      </a:lnTo>
                      <a:lnTo>
                        <a:pt x="1027" y="180"/>
                      </a:lnTo>
                      <a:lnTo>
                        <a:pt x="745" y="180"/>
                      </a:lnTo>
                      <a:cubicBezTo>
                        <a:pt x="745" y="180"/>
                        <a:pt x="599" y="166"/>
                        <a:pt x="485" y="103"/>
                      </a:cubicBezTo>
                      <a:cubicBezTo>
                        <a:pt x="372" y="38"/>
                        <a:pt x="284" y="0"/>
                        <a:pt x="51" y="0"/>
                      </a:cubicBezTo>
                      <a:close/>
                    </a:path>
                  </a:pathLst>
                </a:custGeom>
                <a:solidFill>
                  <a:srgbClr val="FFF9D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3" name="Google Shape;1973;p27"/>
                <p:cNvSpPr/>
                <p:nvPr/>
              </p:nvSpPr>
              <p:spPr>
                <a:xfrm>
                  <a:off x="2554928" y="3295227"/>
                  <a:ext cx="37436" cy="333225"/>
                </a:xfrm>
                <a:custGeom>
                  <a:rect b="b" l="l" r="r" t="t"/>
                  <a:pathLst>
                    <a:path extrusionOk="0" h="3329" w="374">
                      <a:moveTo>
                        <a:pt x="1" y="0"/>
                      </a:moveTo>
                      <a:lnTo>
                        <a:pt x="1" y="3329"/>
                      </a:lnTo>
                      <a:lnTo>
                        <a:pt x="373" y="3329"/>
                      </a:lnTo>
                      <a:lnTo>
                        <a:pt x="373" y="0"/>
                      </a:lnTo>
                      <a:close/>
                    </a:path>
                  </a:pathLst>
                </a:custGeom>
                <a:solidFill>
                  <a:srgbClr val="FFF9D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4" name="Google Shape;1974;p27"/>
                <p:cNvSpPr/>
                <p:nvPr/>
              </p:nvSpPr>
              <p:spPr>
                <a:xfrm>
                  <a:off x="2568441" y="3359490"/>
                  <a:ext cx="147644" cy="17317"/>
                </a:xfrm>
                <a:custGeom>
                  <a:rect b="b" l="l" r="r" t="t"/>
                  <a:pathLst>
                    <a:path extrusionOk="0" h="173" w="1475">
                      <a:moveTo>
                        <a:pt x="1" y="1"/>
                      </a:moveTo>
                      <a:lnTo>
                        <a:pt x="1" y="173"/>
                      </a:lnTo>
                      <a:lnTo>
                        <a:pt x="1474" y="124"/>
                      </a:lnTo>
                      <a:lnTo>
                        <a:pt x="1474" y="5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FF9D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5" name="Google Shape;1975;p27"/>
                <p:cNvSpPr/>
                <p:nvPr/>
              </p:nvSpPr>
              <p:spPr>
                <a:xfrm>
                  <a:off x="2712183" y="3362894"/>
                  <a:ext cx="75073" cy="9609"/>
                </a:xfrm>
                <a:custGeom>
                  <a:rect b="b" l="l" r="r" t="t"/>
                  <a:pathLst>
                    <a:path extrusionOk="0" h="96" w="750">
                      <a:moveTo>
                        <a:pt x="0" y="1"/>
                      </a:moveTo>
                      <a:lnTo>
                        <a:pt x="0" y="96"/>
                      </a:lnTo>
                      <a:lnTo>
                        <a:pt x="749" y="72"/>
                      </a:lnTo>
                      <a:lnTo>
                        <a:pt x="749" y="26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9D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6" name="Google Shape;1976;p27"/>
                <p:cNvSpPr/>
                <p:nvPr/>
              </p:nvSpPr>
              <p:spPr>
                <a:xfrm>
                  <a:off x="2682454" y="3361092"/>
                  <a:ext cx="37937" cy="67966"/>
                </a:xfrm>
                <a:custGeom>
                  <a:rect b="b" l="l" r="r" t="t"/>
                  <a:pathLst>
                    <a:path extrusionOk="0" h="679" w="379">
                      <a:moveTo>
                        <a:pt x="286" y="0"/>
                      </a:moveTo>
                      <a:lnTo>
                        <a:pt x="1" y="659"/>
                      </a:lnTo>
                      <a:lnTo>
                        <a:pt x="44" y="679"/>
                      </a:lnTo>
                      <a:lnTo>
                        <a:pt x="378" y="39"/>
                      </a:lnTo>
                      <a:lnTo>
                        <a:pt x="286" y="0"/>
                      </a:lnTo>
                      <a:close/>
                    </a:path>
                  </a:pathLst>
                </a:custGeom>
                <a:solidFill>
                  <a:srgbClr val="FFF9D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7" name="Google Shape;1977;p27"/>
                <p:cNvSpPr/>
                <p:nvPr/>
              </p:nvSpPr>
              <p:spPr>
                <a:xfrm>
                  <a:off x="2685957" y="3305537"/>
                  <a:ext cx="33433" cy="69368"/>
                </a:xfrm>
                <a:custGeom>
                  <a:rect b="b" l="l" r="r" t="t"/>
                  <a:pathLst>
                    <a:path extrusionOk="0" h="693" w="334">
                      <a:moveTo>
                        <a:pt x="46" y="1"/>
                      </a:moveTo>
                      <a:lnTo>
                        <a:pt x="0" y="15"/>
                      </a:lnTo>
                      <a:lnTo>
                        <a:pt x="239" y="692"/>
                      </a:lnTo>
                      <a:lnTo>
                        <a:pt x="334" y="657"/>
                      </a:lnTo>
                      <a:lnTo>
                        <a:pt x="46" y="1"/>
                      </a:lnTo>
                      <a:close/>
                    </a:path>
                  </a:pathLst>
                </a:custGeom>
                <a:solidFill>
                  <a:srgbClr val="FFF9D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8" name="Google Shape;1978;p27"/>
                <p:cNvSpPr/>
                <p:nvPr/>
              </p:nvSpPr>
              <p:spPr>
                <a:xfrm>
                  <a:off x="2574947" y="3334866"/>
                  <a:ext cx="89087" cy="10410"/>
                </a:xfrm>
                <a:custGeom>
                  <a:rect b="b" l="l" r="r" t="t"/>
                  <a:pathLst>
                    <a:path extrusionOk="0" h="104" w="890">
                      <a:moveTo>
                        <a:pt x="0" y="0"/>
                      </a:moveTo>
                      <a:lnTo>
                        <a:pt x="0" y="104"/>
                      </a:lnTo>
                      <a:lnTo>
                        <a:pt x="889" y="73"/>
                      </a:lnTo>
                      <a:lnTo>
                        <a:pt x="889" y="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9D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9" name="Google Shape;1979;p27"/>
                <p:cNvSpPr/>
                <p:nvPr/>
              </p:nvSpPr>
              <p:spPr>
                <a:xfrm>
                  <a:off x="2661533" y="3336768"/>
                  <a:ext cx="45544" cy="5806"/>
                </a:xfrm>
                <a:custGeom>
                  <a:rect b="b" l="l" r="r" t="t"/>
                  <a:pathLst>
                    <a:path extrusionOk="0" h="58" w="455">
                      <a:moveTo>
                        <a:pt x="1" y="1"/>
                      </a:moveTo>
                      <a:lnTo>
                        <a:pt x="1" y="58"/>
                      </a:lnTo>
                      <a:lnTo>
                        <a:pt x="454" y="44"/>
                      </a:lnTo>
                      <a:lnTo>
                        <a:pt x="454" y="1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FF9D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0" name="Google Shape;1980;p27"/>
                <p:cNvSpPr/>
                <p:nvPr/>
              </p:nvSpPr>
              <p:spPr>
                <a:xfrm>
                  <a:off x="2643615" y="3335567"/>
                  <a:ext cx="22922" cy="41040"/>
                </a:xfrm>
                <a:custGeom>
                  <a:rect b="b" l="l" r="r" t="t"/>
                  <a:pathLst>
                    <a:path extrusionOk="0" h="410" w="229">
                      <a:moveTo>
                        <a:pt x="174" y="0"/>
                      </a:moveTo>
                      <a:lnTo>
                        <a:pt x="1" y="398"/>
                      </a:lnTo>
                      <a:lnTo>
                        <a:pt x="26" y="410"/>
                      </a:lnTo>
                      <a:lnTo>
                        <a:pt x="229" y="25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solidFill>
                  <a:srgbClr val="FFF9D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1" name="Google Shape;1981;p27"/>
                <p:cNvSpPr/>
                <p:nvPr/>
              </p:nvSpPr>
              <p:spPr>
                <a:xfrm>
                  <a:off x="2693265" y="3517846"/>
                  <a:ext cx="79377" cy="62461"/>
                </a:xfrm>
                <a:custGeom>
                  <a:rect b="b" l="l" r="r" t="t"/>
                  <a:pathLst>
                    <a:path extrusionOk="0" h="624" w="793">
                      <a:moveTo>
                        <a:pt x="538" y="1"/>
                      </a:moveTo>
                      <a:cubicBezTo>
                        <a:pt x="500" y="1"/>
                        <a:pt x="468" y="24"/>
                        <a:pt x="454" y="57"/>
                      </a:cubicBezTo>
                      <a:cubicBezTo>
                        <a:pt x="431" y="61"/>
                        <a:pt x="304" y="84"/>
                        <a:pt x="299" y="249"/>
                      </a:cubicBezTo>
                      <a:cubicBezTo>
                        <a:pt x="299" y="249"/>
                        <a:pt x="275" y="233"/>
                        <a:pt x="244" y="233"/>
                      </a:cubicBezTo>
                      <a:cubicBezTo>
                        <a:pt x="214" y="233"/>
                        <a:pt x="177" y="250"/>
                        <a:pt x="154" y="318"/>
                      </a:cubicBezTo>
                      <a:cubicBezTo>
                        <a:pt x="154" y="318"/>
                        <a:pt x="129" y="409"/>
                        <a:pt x="0" y="413"/>
                      </a:cubicBezTo>
                      <a:lnTo>
                        <a:pt x="0" y="451"/>
                      </a:lnTo>
                      <a:cubicBezTo>
                        <a:pt x="0" y="451"/>
                        <a:pt x="34" y="463"/>
                        <a:pt x="76" y="463"/>
                      </a:cubicBezTo>
                      <a:cubicBezTo>
                        <a:pt x="110" y="463"/>
                        <a:pt x="150" y="455"/>
                        <a:pt x="179" y="424"/>
                      </a:cubicBezTo>
                      <a:cubicBezTo>
                        <a:pt x="190" y="413"/>
                        <a:pt x="199" y="409"/>
                        <a:pt x="207" y="409"/>
                      </a:cubicBezTo>
                      <a:cubicBezTo>
                        <a:pt x="243" y="409"/>
                        <a:pt x="261" y="497"/>
                        <a:pt x="309" y="497"/>
                      </a:cubicBezTo>
                      <a:cubicBezTo>
                        <a:pt x="315" y="497"/>
                        <a:pt x="322" y="496"/>
                        <a:pt x="328" y="493"/>
                      </a:cubicBezTo>
                      <a:cubicBezTo>
                        <a:pt x="328" y="493"/>
                        <a:pt x="369" y="580"/>
                        <a:pt x="446" y="580"/>
                      </a:cubicBezTo>
                      <a:cubicBezTo>
                        <a:pt x="451" y="580"/>
                        <a:pt x="456" y="580"/>
                        <a:pt x="461" y="579"/>
                      </a:cubicBezTo>
                      <a:cubicBezTo>
                        <a:pt x="482" y="608"/>
                        <a:pt x="511" y="624"/>
                        <a:pt x="541" y="624"/>
                      </a:cubicBezTo>
                      <a:cubicBezTo>
                        <a:pt x="590" y="624"/>
                        <a:pt x="631" y="583"/>
                        <a:pt x="631" y="533"/>
                      </a:cubicBezTo>
                      <a:cubicBezTo>
                        <a:pt x="631" y="530"/>
                        <a:pt x="631" y="525"/>
                        <a:pt x="630" y="520"/>
                      </a:cubicBezTo>
                      <a:cubicBezTo>
                        <a:pt x="649" y="514"/>
                        <a:pt x="664" y="504"/>
                        <a:pt x="674" y="489"/>
                      </a:cubicBezTo>
                      <a:cubicBezTo>
                        <a:pt x="681" y="490"/>
                        <a:pt x="688" y="491"/>
                        <a:pt x="696" y="491"/>
                      </a:cubicBezTo>
                      <a:cubicBezTo>
                        <a:pt x="749" y="491"/>
                        <a:pt x="793" y="448"/>
                        <a:pt x="793" y="394"/>
                      </a:cubicBezTo>
                      <a:cubicBezTo>
                        <a:pt x="793" y="358"/>
                        <a:pt x="773" y="326"/>
                        <a:pt x="743" y="310"/>
                      </a:cubicBezTo>
                      <a:lnTo>
                        <a:pt x="743" y="300"/>
                      </a:lnTo>
                      <a:cubicBezTo>
                        <a:pt x="743" y="250"/>
                        <a:pt x="702" y="209"/>
                        <a:pt x="652" y="209"/>
                      </a:cubicBezTo>
                      <a:lnTo>
                        <a:pt x="645" y="209"/>
                      </a:lnTo>
                      <a:cubicBezTo>
                        <a:pt x="644" y="183"/>
                        <a:pt x="631" y="159"/>
                        <a:pt x="613" y="144"/>
                      </a:cubicBezTo>
                      <a:cubicBezTo>
                        <a:pt x="623" y="129"/>
                        <a:pt x="629" y="111"/>
                        <a:pt x="629" y="92"/>
                      </a:cubicBezTo>
                      <a:cubicBezTo>
                        <a:pt x="629" y="42"/>
                        <a:pt x="588" y="1"/>
                        <a:pt x="538" y="1"/>
                      </a:cubicBezTo>
                      <a:close/>
                    </a:path>
                  </a:pathLst>
                </a:custGeom>
                <a:solidFill>
                  <a:srgbClr val="FFF9D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2" name="Google Shape;1982;p27"/>
                <p:cNvSpPr/>
                <p:nvPr/>
              </p:nvSpPr>
              <p:spPr>
                <a:xfrm>
                  <a:off x="2718990" y="3450680"/>
                  <a:ext cx="79377" cy="62161"/>
                </a:xfrm>
                <a:custGeom>
                  <a:rect b="b" l="l" r="r" t="t"/>
                  <a:pathLst>
                    <a:path extrusionOk="0" h="621" w="793">
                      <a:moveTo>
                        <a:pt x="539" y="0"/>
                      </a:moveTo>
                      <a:cubicBezTo>
                        <a:pt x="501" y="0"/>
                        <a:pt x="469" y="23"/>
                        <a:pt x="455" y="57"/>
                      </a:cubicBezTo>
                      <a:cubicBezTo>
                        <a:pt x="432" y="59"/>
                        <a:pt x="306" y="82"/>
                        <a:pt x="302" y="248"/>
                      </a:cubicBezTo>
                      <a:cubicBezTo>
                        <a:pt x="302" y="248"/>
                        <a:pt x="278" y="233"/>
                        <a:pt x="248" y="233"/>
                      </a:cubicBezTo>
                      <a:cubicBezTo>
                        <a:pt x="217" y="233"/>
                        <a:pt x="179" y="249"/>
                        <a:pt x="154" y="318"/>
                      </a:cubicBezTo>
                      <a:cubicBezTo>
                        <a:pt x="154" y="318"/>
                        <a:pt x="130" y="409"/>
                        <a:pt x="1" y="412"/>
                      </a:cubicBezTo>
                      <a:lnTo>
                        <a:pt x="1" y="451"/>
                      </a:lnTo>
                      <a:cubicBezTo>
                        <a:pt x="1" y="451"/>
                        <a:pt x="35" y="463"/>
                        <a:pt x="77" y="463"/>
                      </a:cubicBezTo>
                      <a:cubicBezTo>
                        <a:pt x="112" y="463"/>
                        <a:pt x="152" y="454"/>
                        <a:pt x="181" y="424"/>
                      </a:cubicBezTo>
                      <a:cubicBezTo>
                        <a:pt x="192" y="413"/>
                        <a:pt x="201" y="408"/>
                        <a:pt x="209" y="408"/>
                      </a:cubicBezTo>
                      <a:cubicBezTo>
                        <a:pt x="246" y="408"/>
                        <a:pt x="264" y="497"/>
                        <a:pt x="313" y="497"/>
                      </a:cubicBezTo>
                      <a:cubicBezTo>
                        <a:pt x="318" y="497"/>
                        <a:pt x="325" y="495"/>
                        <a:pt x="331" y="493"/>
                      </a:cubicBezTo>
                      <a:cubicBezTo>
                        <a:pt x="331" y="493"/>
                        <a:pt x="373" y="580"/>
                        <a:pt x="451" y="580"/>
                      </a:cubicBezTo>
                      <a:cubicBezTo>
                        <a:pt x="455" y="580"/>
                        <a:pt x="460" y="580"/>
                        <a:pt x="464" y="580"/>
                      </a:cubicBezTo>
                      <a:cubicBezTo>
                        <a:pt x="479" y="604"/>
                        <a:pt x="506" y="621"/>
                        <a:pt x="538" y="621"/>
                      </a:cubicBezTo>
                      <a:cubicBezTo>
                        <a:pt x="588" y="621"/>
                        <a:pt x="629" y="580"/>
                        <a:pt x="629" y="530"/>
                      </a:cubicBezTo>
                      <a:lnTo>
                        <a:pt x="629" y="517"/>
                      </a:lnTo>
                      <a:cubicBezTo>
                        <a:pt x="648" y="512"/>
                        <a:pt x="663" y="501"/>
                        <a:pt x="673" y="486"/>
                      </a:cubicBezTo>
                      <a:cubicBezTo>
                        <a:pt x="680" y="488"/>
                        <a:pt x="688" y="490"/>
                        <a:pt x="696" y="490"/>
                      </a:cubicBezTo>
                      <a:cubicBezTo>
                        <a:pt x="750" y="490"/>
                        <a:pt x="793" y="446"/>
                        <a:pt x="793" y="392"/>
                      </a:cubicBezTo>
                      <a:cubicBezTo>
                        <a:pt x="793" y="354"/>
                        <a:pt x="772" y="324"/>
                        <a:pt x="743" y="307"/>
                      </a:cubicBezTo>
                      <a:cubicBezTo>
                        <a:pt x="743" y="304"/>
                        <a:pt x="745" y="301"/>
                        <a:pt x="745" y="298"/>
                      </a:cubicBezTo>
                      <a:cubicBezTo>
                        <a:pt x="745" y="249"/>
                        <a:pt x="704" y="207"/>
                        <a:pt x="653" y="207"/>
                      </a:cubicBezTo>
                      <a:lnTo>
                        <a:pt x="645" y="207"/>
                      </a:lnTo>
                      <a:cubicBezTo>
                        <a:pt x="644" y="181"/>
                        <a:pt x="633" y="158"/>
                        <a:pt x="614" y="143"/>
                      </a:cubicBezTo>
                      <a:cubicBezTo>
                        <a:pt x="624" y="127"/>
                        <a:pt x="630" y="109"/>
                        <a:pt x="630" y="89"/>
                      </a:cubicBezTo>
                      <a:cubicBezTo>
                        <a:pt x="630" y="40"/>
                        <a:pt x="589" y="0"/>
                        <a:pt x="539" y="0"/>
                      </a:cubicBezTo>
                      <a:close/>
                    </a:path>
                  </a:pathLst>
                </a:custGeom>
                <a:solidFill>
                  <a:srgbClr val="FFF9D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3" name="Google Shape;1983;p27"/>
                <p:cNvSpPr/>
                <p:nvPr/>
              </p:nvSpPr>
              <p:spPr>
                <a:xfrm>
                  <a:off x="2812683" y="3449879"/>
                  <a:ext cx="79477" cy="62261"/>
                </a:xfrm>
                <a:custGeom>
                  <a:rect b="b" l="l" r="r" t="t"/>
                  <a:pathLst>
                    <a:path extrusionOk="0" h="622" w="794">
                      <a:moveTo>
                        <a:pt x="538" y="0"/>
                      </a:moveTo>
                      <a:cubicBezTo>
                        <a:pt x="500" y="0"/>
                        <a:pt x="469" y="24"/>
                        <a:pt x="454" y="57"/>
                      </a:cubicBezTo>
                      <a:cubicBezTo>
                        <a:pt x="431" y="60"/>
                        <a:pt x="305" y="82"/>
                        <a:pt x="300" y="249"/>
                      </a:cubicBezTo>
                      <a:cubicBezTo>
                        <a:pt x="300" y="249"/>
                        <a:pt x="276" y="234"/>
                        <a:pt x="246" y="234"/>
                      </a:cubicBezTo>
                      <a:cubicBezTo>
                        <a:pt x="215" y="234"/>
                        <a:pt x="177" y="250"/>
                        <a:pt x="154" y="320"/>
                      </a:cubicBezTo>
                      <a:cubicBezTo>
                        <a:pt x="154" y="320"/>
                        <a:pt x="129" y="410"/>
                        <a:pt x="0" y="414"/>
                      </a:cubicBezTo>
                      <a:lnTo>
                        <a:pt x="0" y="453"/>
                      </a:lnTo>
                      <a:cubicBezTo>
                        <a:pt x="0" y="453"/>
                        <a:pt x="34" y="464"/>
                        <a:pt x="75" y="464"/>
                      </a:cubicBezTo>
                      <a:cubicBezTo>
                        <a:pt x="110" y="464"/>
                        <a:pt x="150" y="456"/>
                        <a:pt x="179" y="425"/>
                      </a:cubicBezTo>
                      <a:cubicBezTo>
                        <a:pt x="190" y="414"/>
                        <a:pt x="199" y="409"/>
                        <a:pt x="207" y="409"/>
                      </a:cubicBezTo>
                      <a:cubicBezTo>
                        <a:pt x="244" y="409"/>
                        <a:pt x="261" y="499"/>
                        <a:pt x="310" y="499"/>
                      </a:cubicBezTo>
                      <a:cubicBezTo>
                        <a:pt x="316" y="499"/>
                        <a:pt x="322" y="497"/>
                        <a:pt x="329" y="494"/>
                      </a:cubicBezTo>
                      <a:cubicBezTo>
                        <a:pt x="329" y="494"/>
                        <a:pt x="370" y="582"/>
                        <a:pt x="447" y="582"/>
                      </a:cubicBezTo>
                      <a:cubicBezTo>
                        <a:pt x="451" y="582"/>
                        <a:pt x="456" y="582"/>
                        <a:pt x="461" y="581"/>
                      </a:cubicBezTo>
                      <a:cubicBezTo>
                        <a:pt x="480" y="605"/>
                        <a:pt x="508" y="621"/>
                        <a:pt x="540" y="621"/>
                      </a:cubicBezTo>
                      <a:cubicBezTo>
                        <a:pt x="589" y="621"/>
                        <a:pt x="630" y="580"/>
                        <a:pt x="630" y="530"/>
                      </a:cubicBezTo>
                      <a:lnTo>
                        <a:pt x="630" y="517"/>
                      </a:lnTo>
                      <a:cubicBezTo>
                        <a:pt x="649" y="513"/>
                        <a:pt x="664" y="501"/>
                        <a:pt x="674" y="487"/>
                      </a:cubicBezTo>
                      <a:cubicBezTo>
                        <a:pt x="682" y="488"/>
                        <a:pt x="689" y="489"/>
                        <a:pt x="696" y="489"/>
                      </a:cubicBezTo>
                      <a:cubicBezTo>
                        <a:pt x="750" y="489"/>
                        <a:pt x="793" y="446"/>
                        <a:pt x="793" y="392"/>
                      </a:cubicBezTo>
                      <a:cubicBezTo>
                        <a:pt x="793" y="356"/>
                        <a:pt x="773" y="325"/>
                        <a:pt x="743" y="308"/>
                      </a:cubicBezTo>
                      <a:lnTo>
                        <a:pt x="743" y="299"/>
                      </a:lnTo>
                      <a:cubicBezTo>
                        <a:pt x="743" y="249"/>
                        <a:pt x="702" y="209"/>
                        <a:pt x="653" y="209"/>
                      </a:cubicBezTo>
                      <a:lnTo>
                        <a:pt x="645" y="209"/>
                      </a:lnTo>
                      <a:cubicBezTo>
                        <a:pt x="644" y="182"/>
                        <a:pt x="632" y="159"/>
                        <a:pt x="613" y="144"/>
                      </a:cubicBezTo>
                      <a:cubicBezTo>
                        <a:pt x="623" y="130"/>
                        <a:pt x="629" y="111"/>
                        <a:pt x="629" y="91"/>
                      </a:cubicBezTo>
                      <a:cubicBezTo>
                        <a:pt x="629" y="41"/>
                        <a:pt x="588" y="0"/>
                        <a:pt x="538" y="0"/>
                      </a:cubicBezTo>
                      <a:close/>
                    </a:path>
                  </a:pathLst>
                </a:custGeom>
                <a:solidFill>
                  <a:srgbClr val="FFF9D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984" name="Google Shape;1984;p27"/>
          <p:cNvGrpSpPr/>
          <p:nvPr/>
        </p:nvGrpSpPr>
        <p:grpSpPr>
          <a:xfrm rot="-5400000">
            <a:off x="1789094" y="3764641"/>
            <a:ext cx="303490" cy="204595"/>
            <a:chOff x="2210787" y="3742167"/>
            <a:chExt cx="370065" cy="249445"/>
          </a:xfrm>
        </p:grpSpPr>
        <p:sp>
          <p:nvSpPr>
            <p:cNvPr id="1985" name="Google Shape;1985;p27"/>
            <p:cNvSpPr/>
            <p:nvPr/>
          </p:nvSpPr>
          <p:spPr>
            <a:xfrm>
              <a:off x="2210787" y="3838662"/>
              <a:ext cx="249543" cy="30630"/>
            </a:xfrm>
            <a:custGeom>
              <a:rect b="b" l="l" r="r" t="t"/>
              <a:pathLst>
                <a:path extrusionOk="0" h="306" w="2493">
                  <a:moveTo>
                    <a:pt x="1" y="0"/>
                  </a:moveTo>
                  <a:lnTo>
                    <a:pt x="1" y="305"/>
                  </a:lnTo>
                  <a:lnTo>
                    <a:pt x="2492" y="218"/>
                  </a:lnTo>
                  <a:lnTo>
                    <a:pt x="2492" y="8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7"/>
            <p:cNvSpPr/>
            <p:nvPr/>
          </p:nvSpPr>
          <p:spPr>
            <a:xfrm>
              <a:off x="2453727" y="3844468"/>
              <a:ext cx="127124" cy="17117"/>
            </a:xfrm>
            <a:custGeom>
              <a:rect b="b" l="l" r="r" t="t"/>
              <a:pathLst>
                <a:path extrusionOk="0" h="171" w="1270">
                  <a:moveTo>
                    <a:pt x="1" y="1"/>
                  </a:moveTo>
                  <a:lnTo>
                    <a:pt x="1" y="170"/>
                  </a:lnTo>
                  <a:lnTo>
                    <a:pt x="1270" y="126"/>
                  </a:lnTo>
                  <a:lnTo>
                    <a:pt x="1270" y="4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7"/>
            <p:cNvSpPr/>
            <p:nvPr/>
          </p:nvSpPr>
          <p:spPr>
            <a:xfrm>
              <a:off x="2403477" y="3841165"/>
              <a:ext cx="64062" cy="121018"/>
            </a:xfrm>
            <a:custGeom>
              <a:rect b="b" l="l" r="r" t="t"/>
              <a:pathLst>
                <a:path extrusionOk="0" h="1209" w="640">
                  <a:moveTo>
                    <a:pt x="484" y="1"/>
                  </a:moveTo>
                  <a:lnTo>
                    <a:pt x="0" y="1174"/>
                  </a:lnTo>
                  <a:lnTo>
                    <a:pt x="75" y="1208"/>
                  </a:lnTo>
                  <a:lnTo>
                    <a:pt x="640" y="70"/>
                  </a:lnTo>
                  <a:lnTo>
                    <a:pt x="484" y="1"/>
                  </a:ln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7"/>
            <p:cNvSpPr/>
            <p:nvPr/>
          </p:nvSpPr>
          <p:spPr>
            <a:xfrm>
              <a:off x="2409483" y="3742167"/>
              <a:ext cx="56555" cy="123420"/>
            </a:xfrm>
            <a:custGeom>
              <a:rect b="b" l="l" r="r" t="t"/>
              <a:pathLst>
                <a:path extrusionOk="0" h="1233" w="565">
                  <a:moveTo>
                    <a:pt x="77" y="0"/>
                  </a:moveTo>
                  <a:lnTo>
                    <a:pt x="1" y="29"/>
                  </a:lnTo>
                  <a:lnTo>
                    <a:pt x="406" y="1232"/>
                  </a:lnTo>
                  <a:lnTo>
                    <a:pt x="565" y="1174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7"/>
            <p:cNvSpPr/>
            <p:nvPr/>
          </p:nvSpPr>
          <p:spPr>
            <a:xfrm>
              <a:off x="2210787" y="3917240"/>
              <a:ext cx="150547" cy="18518"/>
            </a:xfrm>
            <a:custGeom>
              <a:rect b="b" l="l" r="r" t="t"/>
              <a:pathLst>
                <a:path extrusionOk="0" h="185" w="1504">
                  <a:moveTo>
                    <a:pt x="1" y="0"/>
                  </a:moveTo>
                  <a:lnTo>
                    <a:pt x="1" y="184"/>
                  </a:lnTo>
                  <a:lnTo>
                    <a:pt x="1504" y="132"/>
                  </a:lnTo>
                  <a:lnTo>
                    <a:pt x="1504" y="5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7"/>
            <p:cNvSpPr/>
            <p:nvPr/>
          </p:nvSpPr>
          <p:spPr>
            <a:xfrm>
              <a:off x="2357332" y="3920643"/>
              <a:ext cx="76775" cy="10510"/>
            </a:xfrm>
            <a:custGeom>
              <a:rect b="b" l="l" r="r" t="t"/>
              <a:pathLst>
                <a:path extrusionOk="0" h="105" w="767">
                  <a:moveTo>
                    <a:pt x="1" y="1"/>
                  </a:moveTo>
                  <a:lnTo>
                    <a:pt x="1" y="104"/>
                  </a:lnTo>
                  <a:lnTo>
                    <a:pt x="766" y="78"/>
                  </a:lnTo>
                  <a:lnTo>
                    <a:pt x="766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7"/>
            <p:cNvSpPr/>
            <p:nvPr/>
          </p:nvSpPr>
          <p:spPr>
            <a:xfrm>
              <a:off x="2327102" y="3918741"/>
              <a:ext cx="38538" cy="72871"/>
            </a:xfrm>
            <a:custGeom>
              <a:rect b="b" l="l" r="r" t="t"/>
              <a:pathLst>
                <a:path extrusionOk="0" h="728" w="385">
                  <a:moveTo>
                    <a:pt x="292" y="0"/>
                  </a:moveTo>
                  <a:lnTo>
                    <a:pt x="0" y="707"/>
                  </a:lnTo>
                  <a:lnTo>
                    <a:pt x="45" y="728"/>
                  </a:lnTo>
                  <a:lnTo>
                    <a:pt x="385" y="42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7"/>
            <p:cNvSpPr/>
            <p:nvPr/>
          </p:nvSpPr>
          <p:spPr>
            <a:xfrm>
              <a:off x="2330605" y="3859082"/>
              <a:ext cx="34133" cy="74473"/>
            </a:xfrm>
            <a:custGeom>
              <a:rect b="b" l="l" r="r" t="t"/>
              <a:pathLst>
                <a:path extrusionOk="0" h="744" w="341">
                  <a:moveTo>
                    <a:pt x="47" y="1"/>
                  </a:moveTo>
                  <a:lnTo>
                    <a:pt x="1" y="17"/>
                  </a:lnTo>
                  <a:lnTo>
                    <a:pt x="245" y="744"/>
                  </a:lnTo>
                  <a:lnTo>
                    <a:pt x="341" y="708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rgbClr val="FFF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93" name="Google Shape;1993;p27"/>
          <p:cNvGrpSpPr/>
          <p:nvPr/>
        </p:nvGrpSpPr>
        <p:grpSpPr>
          <a:xfrm>
            <a:off x="1842035" y="1811737"/>
            <a:ext cx="197607" cy="271460"/>
            <a:chOff x="2212039" y="1747651"/>
            <a:chExt cx="290983" cy="399793"/>
          </a:xfrm>
        </p:grpSpPr>
        <p:sp>
          <p:nvSpPr>
            <p:cNvPr id="1994" name="Google Shape;1994;p27"/>
            <p:cNvSpPr/>
            <p:nvPr/>
          </p:nvSpPr>
          <p:spPr>
            <a:xfrm rot="-5400000">
              <a:off x="2277803" y="1681887"/>
              <a:ext cx="159455" cy="290983"/>
            </a:xfrm>
            <a:custGeom>
              <a:rect b="b" l="l" r="r" t="t"/>
              <a:pathLst>
                <a:path extrusionOk="0" h="2907" w="1593">
                  <a:moveTo>
                    <a:pt x="394" y="0"/>
                  </a:moveTo>
                  <a:cubicBezTo>
                    <a:pt x="200" y="0"/>
                    <a:pt x="43" y="157"/>
                    <a:pt x="43" y="351"/>
                  </a:cubicBezTo>
                  <a:cubicBezTo>
                    <a:pt x="43" y="443"/>
                    <a:pt x="79" y="527"/>
                    <a:pt x="136" y="590"/>
                  </a:cubicBezTo>
                  <a:cubicBezTo>
                    <a:pt x="72" y="682"/>
                    <a:pt x="35" y="793"/>
                    <a:pt x="35" y="914"/>
                  </a:cubicBezTo>
                  <a:cubicBezTo>
                    <a:pt x="35" y="1056"/>
                    <a:pt x="87" y="1185"/>
                    <a:pt x="173" y="1285"/>
                  </a:cubicBezTo>
                  <a:cubicBezTo>
                    <a:pt x="173" y="1286"/>
                    <a:pt x="172" y="1286"/>
                    <a:pt x="172" y="1287"/>
                  </a:cubicBezTo>
                  <a:cubicBezTo>
                    <a:pt x="67" y="1375"/>
                    <a:pt x="0" y="1509"/>
                    <a:pt x="0" y="1656"/>
                  </a:cubicBezTo>
                  <a:cubicBezTo>
                    <a:pt x="0" y="1727"/>
                    <a:pt x="17" y="1797"/>
                    <a:pt x="45" y="1858"/>
                  </a:cubicBezTo>
                  <a:cubicBezTo>
                    <a:pt x="16" y="1922"/>
                    <a:pt x="0" y="1992"/>
                    <a:pt x="0" y="2067"/>
                  </a:cubicBezTo>
                  <a:cubicBezTo>
                    <a:pt x="0" y="2180"/>
                    <a:pt x="36" y="2282"/>
                    <a:pt x="97" y="2366"/>
                  </a:cubicBezTo>
                  <a:cubicBezTo>
                    <a:pt x="63" y="2421"/>
                    <a:pt x="43" y="2485"/>
                    <a:pt x="43" y="2554"/>
                  </a:cubicBezTo>
                  <a:cubicBezTo>
                    <a:pt x="43" y="2748"/>
                    <a:pt x="200" y="2906"/>
                    <a:pt x="394" y="2906"/>
                  </a:cubicBezTo>
                  <a:cubicBezTo>
                    <a:pt x="395" y="2906"/>
                    <a:pt x="395" y="2906"/>
                    <a:pt x="396" y="2906"/>
                  </a:cubicBezTo>
                  <a:cubicBezTo>
                    <a:pt x="592" y="2906"/>
                    <a:pt x="747" y="2749"/>
                    <a:pt x="747" y="2555"/>
                  </a:cubicBezTo>
                  <a:cubicBezTo>
                    <a:pt x="747" y="2543"/>
                    <a:pt x="746" y="2530"/>
                    <a:pt x="745" y="2517"/>
                  </a:cubicBezTo>
                  <a:cubicBezTo>
                    <a:pt x="870" y="2451"/>
                    <a:pt x="965" y="2334"/>
                    <a:pt x="1000" y="2192"/>
                  </a:cubicBezTo>
                  <a:cubicBezTo>
                    <a:pt x="1336" y="2130"/>
                    <a:pt x="1592" y="1835"/>
                    <a:pt x="1592" y="1481"/>
                  </a:cubicBezTo>
                  <a:cubicBezTo>
                    <a:pt x="1592" y="1190"/>
                    <a:pt x="1421" y="939"/>
                    <a:pt x="1174" y="825"/>
                  </a:cubicBezTo>
                  <a:cubicBezTo>
                    <a:pt x="1138" y="597"/>
                    <a:pt x="967" y="413"/>
                    <a:pt x="746" y="359"/>
                  </a:cubicBezTo>
                  <a:lnTo>
                    <a:pt x="746" y="351"/>
                  </a:lnTo>
                  <a:cubicBezTo>
                    <a:pt x="746" y="157"/>
                    <a:pt x="589" y="0"/>
                    <a:pt x="3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7"/>
            <p:cNvSpPr/>
            <p:nvPr/>
          </p:nvSpPr>
          <p:spPr>
            <a:xfrm rot="-5400000">
              <a:off x="2304981" y="1927077"/>
              <a:ext cx="47446" cy="31531"/>
            </a:xfrm>
            <a:custGeom>
              <a:rect b="b" l="l" r="r" t="t"/>
              <a:pathLst>
                <a:path extrusionOk="0" h="315" w="474">
                  <a:moveTo>
                    <a:pt x="158" y="0"/>
                  </a:moveTo>
                  <a:cubicBezTo>
                    <a:pt x="71" y="0"/>
                    <a:pt x="1" y="70"/>
                    <a:pt x="1" y="157"/>
                  </a:cubicBezTo>
                  <a:cubicBezTo>
                    <a:pt x="1" y="244"/>
                    <a:pt x="71" y="314"/>
                    <a:pt x="158" y="314"/>
                  </a:cubicBezTo>
                  <a:cubicBezTo>
                    <a:pt x="185" y="314"/>
                    <a:pt x="210" y="308"/>
                    <a:pt x="234" y="295"/>
                  </a:cubicBezTo>
                  <a:lnTo>
                    <a:pt x="473" y="157"/>
                  </a:lnTo>
                  <a:lnTo>
                    <a:pt x="248" y="28"/>
                  </a:lnTo>
                  <a:cubicBezTo>
                    <a:pt x="223" y="10"/>
                    <a:pt x="192" y="0"/>
                    <a:pt x="1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7"/>
            <p:cNvSpPr/>
            <p:nvPr/>
          </p:nvSpPr>
          <p:spPr>
            <a:xfrm rot="-5400000">
              <a:off x="2256583" y="1927027"/>
              <a:ext cx="47446" cy="31631"/>
            </a:xfrm>
            <a:custGeom>
              <a:rect b="b" l="l" r="r" t="t"/>
              <a:pathLst>
                <a:path extrusionOk="0" h="316" w="474">
                  <a:moveTo>
                    <a:pt x="158" y="0"/>
                  </a:moveTo>
                  <a:cubicBezTo>
                    <a:pt x="71" y="0"/>
                    <a:pt x="1" y="71"/>
                    <a:pt x="1" y="158"/>
                  </a:cubicBezTo>
                  <a:cubicBezTo>
                    <a:pt x="1" y="245"/>
                    <a:pt x="71" y="315"/>
                    <a:pt x="158" y="315"/>
                  </a:cubicBezTo>
                  <a:cubicBezTo>
                    <a:pt x="185" y="315"/>
                    <a:pt x="210" y="307"/>
                    <a:pt x="234" y="296"/>
                  </a:cubicBezTo>
                  <a:lnTo>
                    <a:pt x="473" y="158"/>
                  </a:lnTo>
                  <a:lnTo>
                    <a:pt x="248" y="29"/>
                  </a:lnTo>
                  <a:cubicBezTo>
                    <a:pt x="223" y="10"/>
                    <a:pt x="192" y="0"/>
                    <a:pt x="1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7"/>
            <p:cNvSpPr/>
            <p:nvPr/>
          </p:nvSpPr>
          <p:spPr>
            <a:xfrm rot="-5400000">
              <a:off x="2305031" y="1988888"/>
              <a:ext cx="47346" cy="31531"/>
            </a:xfrm>
            <a:custGeom>
              <a:rect b="b" l="l" r="r" t="t"/>
              <a:pathLst>
                <a:path extrusionOk="0" h="315" w="473">
                  <a:moveTo>
                    <a:pt x="157" y="0"/>
                  </a:moveTo>
                  <a:cubicBezTo>
                    <a:pt x="70" y="0"/>
                    <a:pt x="1" y="70"/>
                    <a:pt x="1" y="157"/>
                  </a:cubicBezTo>
                  <a:cubicBezTo>
                    <a:pt x="1" y="244"/>
                    <a:pt x="70" y="314"/>
                    <a:pt x="157" y="314"/>
                  </a:cubicBezTo>
                  <a:cubicBezTo>
                    <a:pt x="185" y="314"/>
                    <a:pt x="211" y="308"/>
                    <a:pt x="233" y="295"/>
                  </a:cubicBezTo>
                  <a:lnTo>
                    <a:pt x="472" y="157"/>
                  </a:lnTo>
                  <a:lnTo>
                    <a:pt x="247" y="28"/>
                  </a:lnTo>
                  <a:cubicBezTo>
                    <a:pt x="222" y="10"/>
                    <a:pt x="191" y="0"/>
                    <a:pt x="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7"/>
            <p:cNvSpPr/>
            <p:nvPr/>
          </p:nvSpPr>
          <p:spPr>
            <a:xfrm rot="-5400000">
              <a:off x="2411586" y="1927077"/>
              <a:ext cx="47446" cy="31531"/>
            </a:xfrm>
            <a:custGeom>
              <a:rect b="b" l="l" r="r" t="t"/>
              <a:pathLst>
                <a:path extrusionOk="0" h="315" w="474">
                  <a:moveTo>
                    <a:pt x="158" y="0"/>
                  </a:moveTo>
                  <a:cubicBezTo>
                    <a:pt x="71" y="0"/>
                    <a:pt x="1" y="71"/>
                    <a:pt x="1" y="158"/>
                  </a:cubicBezTo>
                  <a:cubicBezTo>
                    <a:pt x="1" y="245"/>
                    <a:pt x="71" y="314"/>
                    <a:pt x="158" y="314"/>
                  </a:cubicBezTo>
                  <a:cubicBezTo>
                    <a:pt x="185" y="314"/>
                    <a:pt x="210" y="308"/>
                    <a:pt x="234" y="296"/>
                  </a:cubicBezTo>
                  <a:lnTo>
                    <a:pt x="473" y="158"/>
                  </a:lnTo>
                  <a:lnTo>
                    <a:pt x="248" y="27"/>
                  </a:lnTo>
                  <a:cubicBezTo>
                    <a:pt x="223" y="10"/>
                    <a:pt x="192" y="0"/>
                    <a:pt x="1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7"/>
            <p:cNvSpPr/>
            <p:nvPr/>
          </p:nvSpPr>
          <p:spPr>
            <a:xfrm rot="-5400000">
              <a:off x="2362337" y="1927077"/>
              <a:ext cx="47446" cy="31531"/>
            </a:xfrm>
            <a:custGeom>
              <a:rect b="b" l="l" r="r" t="t"/>
              <a:pathLst>
                <a:path extrusionOk="0" h="315" w="474">
                  <a:moveTo>
                    <a:pt x="158" y="0"/>
                  </a:moveTo>
                  <a:cubicBezTo>
                    <a:pt x="71" y="0"/>
                    <a:pt x="1" y="70"/>
                    <a:pt x="1" y="157"/>
                  </a:cubicBezTo>
                  <a:cubicBezTo>
                    <a:pt x="1" y="244"/>
                    <a:pt x="71" y="314"/>
                    <a:pt x="158" y="314"/>
                  </a:cubicBezTo>
                  <a:cubicBezTo>
                    <a:pt x="185" y="314"/>
                    <a:pt x="210" y="308"/>
                    <a:pt x="234" y="295"/>
                  </a:cubicBezTo>
                  <a:lnTo>
                    <a:pt x="473" y="157"/>
                  </a:lnTo>
                  <a:lnTo>
                    <a:pt x="248" y="28"/>
                  </a:lnTo>
                  <a:cubicBezTo>
                    <a:pt x="223" y="10"/>
                    <a:pt x="192" y="0"/>
                    <a:pt x="1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7"/>
            <p:cNvSpPr/>
            <p:nvPr/>
          </p:nvSpPr>
          <p:spPr>
            <a:xfrm rot="-5400000">
              <a:off x="2362387" y="1988888"/>
              <a:ext cx="47346" cy="31531"/>
            </a:xfrm>
            <a:custGeom>
              <a:rect b="b" l="l" r="r" t="t"/>
              <a:pathLst>
                <a:path extrusionOk="0" h="315" w="473">
                  <a:moveTo>
                    <a:pt x="157" y="0"/>
                  </a:moveTo>
                  <a:cubicBezTo>
                    <a:pt x="70" y="0"/>
                    <a:pt x="1" y="70"/>
                    <a:pt x="1" y="157"/>
                  </a:cubicBezTo>
                  <a:cubicBezTo>
                    <a:pt x="1" y="244"/>
                    <a:pt x="70" y="314"/>
                    <a:pt x="157" y="314"/>
                  </a:cubicBezTo>
                  <a:cubicBezTo>
                    <a:pt x="185" y="314"/>
                    <a:pt x="211" y="308"/>
                    <a:pt x="233" y="295"/>
                  </a:cubicBezTo>
                  <a:lnTo>
                    <a:pt x="472" y="157"/>
                  </a:lnTo>
                  <a:lnTo>
                    <a:pt x="247" y="28"/>
                  </a:lnTo>
                  <a:cubicBezTo>
                    <a:pt x="222" y="10"/>
                    <a:pt x="191" y="0"/>
                    <a:pt x="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7"/>
            <p:cNvSpPr/>
            <p:nvPr/>
          </p:nvSpPr>
          <p:spPr>
            <a:xfrm rot="-5400000">
              <a:off x="2362387" y="2046245"/>
              <a:ext cx="47346" cy="31531"/>
            </a:xfrm>
            <a:custGeom>
              <a:rect b="b" l="l" r="r" t="t"/>
              <a:pathLst>
                <a:path extrusionOk="0" h="315" w="473">
                  <a:moveTo>
                    <a:pt x="157" y="0"/>
                  </a:moveTo>
                  <a:cubicBezTo>
                    <a:pt x="70" y="0"/>
                    <a:pt x="1" y="70"/>
                    <a:pt x="1" y="157"/>
                  </a:cubicBezTo>
                  <a:cubicBezTo>
                    <a:pt x="1" y="244"/>
                    <a:pt x="70" y="314"/>
                    <a:pt x="157" y="314"/>
                  </a:cubicBezTo>
                  <a:cubicBezTo>
                    <a:pt x="185" y="314"/>
                    <a:pt x="211" y="308"/>
                    <a:pt x="233" y="295"/>
                  </a:cubicBezTo>
                  <a:lnTo>
                    <a:pt x="472" y="157"/>
                  </a:lnTo>
                  <a:lnTo>
                    <a:pt x="247" y="28"/>
                  </a:lnTo>
                  <a:cubicBezTo>
                    <a:pt x="222" y="10"/>
                    <a:pt x="191" y="0"/>
                    <a:pt x="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7"/>
            <p:cNvSpPr/>
            <p:nvPr/>
          </p:nvSpPr>
          <p:spPr>
            <a:xfrm rot="-5400000">
              <a:off x="2362387" y="2108006"/>
              <a:ext cx="47346" cy="31531"/>
            </a:xfrm>
            <a:custGeom>
              <a:rect b="b" l="l" r="r" t="t"/>
              <a:pathLst>
                <a:path extrusionOk="0" h="315" w="473">
                  <a:moveTo>
                    <a:pt x="158" y="0"/>
                  </a:moveTo>
                  <a:cubicBezTo>
                    <a:pt x="71" y="0"/>
                    <a:pt x="1" y="70"/>
                    <a:pt x="1" y="157"/>
                  </a:cubicBezTo>
                  <a:cubicBezTo>
                    <a:pt x="1" y="244"/>
                    <a:pt x="71" y="314"/>
                    <a:pt x="158" y="314"/>
                  </a:cubicBezTo>
                  <a:cubicBezTo>
                    <a:pt x="185" y="314"/>
                    <a:pt x="211" y="308"/>
                    <a:pt x="234" y="295"/>
                  </a:cubicBezTo>
                  <a:lnTo>
                    <a:pt x="472" y="157"/>
                  </a:lnTo>
                  <a:lnTo>
                    <a:pt x="247" y="28"/>
                  </a:lnTo>
                  <a:cubicBezTo>
                    <a:pt x="221" y="10"/>
                    <a:pt x="190" y="0"/>
                    <a:pt x="1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3" name="Google Shape;2003;p27"/>
          <p:cNvSpPr/>
          <p:nvPr/>
        </p:nvSpPr>
        <p:spPr>
          <a:xfrm>
            <a:off x="-4" y="1161525"/>
            <a:ext cx="691574" cy="3546855"/>
          </a:xfrm>
          <a:custGeom>
            <a:rect b="b" l="l" r="r" t="t"/>
            <a:pathLst>
              <a:path extrusionOk="0" h="35434" w="6909">
                <a:moveTo>
                  <a:pt x="0" y="0"/>
                </a:moveTo>
                <a:lnTo>
                  <a:pt x="0" y="35433"/>
                </a:lnTo>
                <a:lnTo>
                  <a:pt x="6909" y="35433"/>
                </a:lnTo>
                <a:lnTo>
                  <a:pt x="69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27"/>
          <p:cNvSpPr/>
          <p:nvPr/>
        </p:nvSpPr>
        <p:spPr>
          <a:xfrm>
            <a:off x="-4" y="1831585"/>
            <a:ext cx="691574" cy="2211754"/>
          </a:xfrm>
          <a:custGeom>
            <a:rect b="b" l="l" r="r" t="t"/>
            <a:pathLst>
              <a:path extrusionOk="0" h="22096" w="6909">
                <a:moveTo>
                  <a:pt x="0" y="1"/>
                </a:moveTo>
                <a:lnTo>
                  <a:pt x="0" y="22096"/>
                </a:lnTo>
                <a:lnTo>
                  <a:pt x="6909" y="22096"/>
                </a:lnTo>
                <a:lnTo>
                  <a:pt x="690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27"/>
          <p:cNvSpPr/>
          <p:nvPr/>
        </p:nvSpPr>
        <p:spPr>
          <a:xfrm>
            <a:off x="-4" y="2442687"/>
            <a:ext cx="691574" cy="988763"/>
          </a:xfrm>
          <a:custGeom>
            <a:rect b="b" l="l" r="r" t="t"/>
            <a:pathLst>
              <a:path extrusionOk="0" h="9878" w="6909">
                <a:moveTo>
                  <a:pt x="0" y="0"/>
                </a:moveTo>
                <a:lnTo>
                  <a:pt x="0" y="9877"/>
                </a:lnTo>
                <a:lnTo>
                  <a:pt x="6909" y="9877"/>
                </a:lnTo>
                <a:lnTo>
                  <a:pt x="690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27"/>
          <p:cNvSpPr txBox="1"/>
          <p:nvPr/>
        </p:nvSpPr>
        <p:spPr>
          <a:xfrm>
            <a:off x="2302652" y="1778396"/>
            <a:ext cx="13089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07" name="Google Shape;2007;p27"/>
          <p:cNvSpPr txBox="1"/>
          <p:nvPr/>
        </p:nvSpPr>
        <p:spPr>
          <a:xfrm>
            <a:off x="2302652" y="3689991"/>
            <a:ext cx="13089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08" name="Google Shape;2008;p27"/>
          <p:cNvSpPr txBox="1"/>
          <p:nvPr/>
        </p:nvSpPr>
        <p:spPr>
          <a:xfrm>
            <a:off x="2302652" y="3275973"/>
            <a:ext cx="13089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09" name="Google Shape;2009;p27"/>
          <p:cNvSpPr txBox="1"/>
          <p:nvPr/>
        </p:nvSpPr>
        <p:spPr>
          <a:xfrm>
            <a:off x="2302652" y="2204887"/>
            <a:ext cx="13089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10" name="Google Shape;2010;p27"/>
          <p:cNvSpPr txBox="1"/>
          <p:nvPr/>
        </p:nvSpPr>
        <p:spPr>
          <a:xfrm>
            <a:off x="2302652" y="2745185"/>
            <a:ext cx="13089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11" name="Google Shape;2011;p27"/>
          <p:cNvSpPr txBox="1"/>
          <p:nvPr/>
        </p:nvSpPr>
        <p:spPr>
          <a:xfrm>
            <a:off x="6830492" y="335100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12" name="Google Shape;2012;p27"/>
          <p:cNvSpPr txBox="1"/>
          <p:nvPr/>
        </p:nvSpPr>
        <p:spPr>
          <a:xfrm>
            <a:off x="6830492" y="410816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13" name="Google Shape;2013;p27"/>
          <p:cNvSpPr txBox="1"/>
          <p:nvPr/>
        </p:nvSpPr>
        <p:spPr>
          <a:xfrm>
            <a:off x="6830492" y="1079546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14" name="Google Shape;2014;p27"/>
          <p:cNvSpPr txBox="1"/>
          <p:nvPr/>
        </p:nvSpPr>
        <p:spPr>
          <a:xfrm>
            <a:off x="6830492" y="1836701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15" name="Google Shape;2015;p27"/>
          <p:cNvSpPr txBox="1"/>
          <p:nvPr/>
        </p:nvSpPr>
        <p:spPr>
          <a:xfrm>
            <a:off x="6012400" y="3418104"/>
            <a:ext cx="7125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b="1" sz="24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16" name="Google Shape;2016;p27"/>
          <p:cNvSpPr txBox="1"/>
          <p:nvPr/>
        </p:nvSpPr>
        <p:spPr>
          <a:xfrm>
            <a:off x="6012400" y="1894104"/>
            <a:ext cx="7125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b="1" sz="24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17" name="Google Shape;2017;p27"/>
          <p:cNvSpPr txBox="1"/>
          <p:nvPr/>
        </p:nvSpPr>
        <p:spPr>
          <a:xfrm>
            <a:off x="6012400" y="1132104"/>
            <a:ext cx="7125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b="1" sz="24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18" name="Google Shape;2018;p27"/>
          <p:cNvSpPr txBox="1"/>
          <p:nvPr/>
        </p:nvSpPr>
        <p:spPr>
          <a:xfrm>
            <a:off x="6012400" y="2656104"/>
            <a:ext cx="7125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b="1" sz="240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19" name="Google Shape;2019;p27"/>
          <p:cNvSpPr txBox="1"/>
          <p:nvPr/>
        </p:nvSpPr>
        <p:spPr>
          <a:xfrm>
            <a:off x="6012400" y="4180104"/>
            <a:ext cx="7125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  <a:endParaRPr b="1" sz="24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20" name="Google Shape;2020;p27"/>
          <p:cNvSpPr txBox="1"/>
          <p:nvPr/>
        </p:nvSpPr>
        <p:spPr>
          <a:xfrm>
            <a:off x="6789211" y="2593855"/>
            <a:ext cx="1987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p28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026" name="Google Shape;2026;p28"/>
          <p:cNvGrpSpPr/>
          <p:nvPr/>
        </p:nvGrpSpPr>
        <p:grpSpPr>
          <a:xfrm>
            <a:off x="631174" y="2502782"/>
            <a:ext cx="1169149" cy="1161856"/>
            <a:chOff x="650224" y="2121782"/>
            <a:chExt cx="1169149" cy="1161856"/>
          </a:xfrm>
        </p:grpSpPr>
        <p:sp>
          <p:nvSpPr>
            <p:cNvPr id="2027" name="Google Shape;2027;p28"/>
            <p:cNvSpPr/>
            <p:nvPr/>
          </p:nvSpPr>
          <p:spPr>
            <a:xfrm>
              <a:off x="650224" y="2143195"/>
              <a:ext cx="1140681" cy="1140442"/>
            </a:xfrm>
            <a:custGeom>
              <a:rect b="b" l="l" r="r" t="t"/>
              <a:pathLst>
                <a:path extrusionOk="0" h="4367" w="4368">
                  <a:moveTo>
                    <a:pt x="2184" y="772"/>
                  </a:moveTo>
                  <a:cubicBezTo>
                    <a:pt x="2965" y="772"/>
                    <a:pt x="3596" y="1403"/>
                    <a:pt x="3596" y="2184"/>
                  </a:cubicBezTo>
                  <a:cubicBezTo>
                    <a:pt x="3596" y="2963"/>
                    <a:pt x="2965" y="3596"/>
                    <a:pt x="2184" y="3596"/>
                  </a:cubicBezTo>
                  <a:cubicBezTo>
                    <a:pt x="1405" y="3596"/>
                    <a:pt x="772" y="2963"/>
                    <a:pt x="772" y="2184"/>
                  </a:cubicBezTo>
                  <a:cubicBezTo>
                    <a:pt x="772" y="1403"/>
                    <a:pt x="1405" y="772"/>
                    <a:pt x="2184" y="772"/>
                  </a:cubicBezTo>
                  <a:close/>
                  <a:moveTo>
                    <a:pt x="2184" y="0"/>
                  </a:moveTo>
                  <a:cubicBezTo>
                    <a:pt x="978" y="0"/>
                    <a:pt x="1" y="977"/>
                    <a:pt x="1" y="2184"/>
                  </a:cubicBezTo>
                  <a:cubicBezTo>
                    <a:pt x="1" y="3389"/>
                    <a:pt x="978" y="4366"/>
                    <a:pt x="2184" y="4366"/>
                  </a:cubicBezTo>
                  <a:cubicBezTo>
                    <a:pt x="3391" y="4366"/>
                    <a:pt x="4368" y="3389"/>
                    <a:pt x="4368" y="2184"/>
                  </a:cubicBezTo>
                  <a:cubicBezTo>
                    <a:pt x="4368" y="978"/>
                    <a:pt x="3391" y="0"/>
                    <a:pt x="2184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8"/>
            <p:cNvSpPr/>
            <p:nvPr/>
          </p:nvSpPr>
          <p:spPr>
            <a:xfrm>
              <a:off x="1219262" y="2121782"/>
              <a:ext cx="600111" cy="1057657"/>
            </a:xfrm>
            <a:custGeom>
              <a:rect b="b" l="l" r="r" t="t"/>
              <a:pathLst>
                <a:path extrusionOk="0" h="4050" w="2298">
                  <a:moveTo>
                    <a:pt x="0" y="0"/>
                  </a:moveTo>
                  <a:lnTo>
                    <a:pt x="0" y="927"/>
                  </a:lnTo>
                  <a:lnTo>
                    <a:pt x="40" y="922"/>
                  </a:lnTo>
                  <a:cubicBezTo>
                    <a:pt x="777" y="922"/>
                    <a:pt x="1372" y="1520"/>
                    <a:pt x="1372" y="2256"/>
                  </a:cubicBezTo>
                  <a:cubicBezTo>
                    <a:pt x="1372" y="2716"/>
                    <a:pt x="1140" y="3121"/>
                    <a:pt x="786" y="3361"/>
                  </a:cubicBezTo>
                  <a:lnTo>
                    <a:pt x="1362" y="4049"/>
                  </a:lnTo>
                  <a:cubicBezTo>
                    <a:pt x="1928" y="3635"/>
                    <a:pt x="2297" y="2954"/>
                    <a:pt x="2297" y="2200"/>
                  </a:cubicBezTo>
                  <a:cubicBezTo>
                    <a:pt x="2297" y="946"/>
                    <a:pt x="1255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9" name="Google Shape;2029;p28"/>
          <p:cNvGrpSpPr/>
          <p:nvPr/>
        </p:nvGrpSpPr>
        <p:grpSpPr>
          <a:xfrm>
            <a:off x="2241155" y="2465699"/>
            <a:ext cx="1235999" cy="1236023"/>
            <a:chOff x="2134840" y="2084699"/>
            <a:chExt cx="1235999" cy="1236023"/>
          </a:xfrm>
        </p:grpSpPr>
        <p:sp>
          <p:nvSpPr>
            <p:cNvPr id="2030" name="Google Shape;2030;p28"/>
            <p:cNvSpPr/>
            <p:nvPr/>
          </p:nvSpPr>
          <p:spPr>
            <a:xfrm>
              <a:off x="2160694" y="2110291"/>
              <a:ext cx="1185337" cy="1185360"/>
            </a:xfrm>
            <a:custGeom>
              <a:rect b="b" l="l" r="r" t="t"/>
              <a:pathLst>
                <a:path extrusionOk="0" h="4539" w="4539">
                  <a:moveTo>
                    <a:pt x="2269" y="803"/>
                  </a:moveTo>
                  <a:cubicBezTo>
                    <a:pt x="3080" y="803"/>
                    <a:pt x="3737" y="1461"/>
                    <a:pt x="3737" y="2270"/>
                  </a:cubicBezTo>
                  <a:cubicBezTo>
                    <a:pt x="3737" y="3079"/>
                    <a:pt x="3080" y="3737"/>
                    <a:pt x="2269" y="3737"/>
                  </a:cubicBezTo>
                  <a:cubicBezTo>
                    <a:pt x="1459" y="3737"/>
                    <a:pt x="803" y="3079"/>
                    <a:pt x="803" y="2270"/>
                  </a:cubicBezTo>
                  <a:cubicBezTo>
                    <a:pt x="803" y="1458"/>
                    <a:pt x="1460" y="803"/>
                    <a:pt x="2269" y="803"/>
                  </a:cubicBezTo>
                  <a:close/>
                  <a:moveTo>
                    <a:pt x="2269" y="0"/>
                  </a:moveTo>
                  <a:cubicBezTo>
                    <a:pt x="1016" y="0"/>
                    <a:pt x="1" y="1016"/>
                    <a:pt x="1" y="2270"/>
                  </a:cubicBezTo>
                  <a:cubicBezTo>
                    <a:pt x="1" y="3523"/>
                    <a:pt x="1016" y="4538"/>
                    <a:pt x="2269" y="4538"/>
                  </a:cubicBezTo>
                  <a:cubicBezTo>
                    <a:pt x="3523" y="4538"/>
                    <a:pt x="4539" y="3523"/>
                    <a:pt x="4539" y="2270"/>
                  </a:cubicBezTo>
                  <a:cubicBezTo>
                    <a:pt x="4539" y="1016"/>
                    <a:pt x="3522" y="0"/>
                    <a:pt x="2269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28"/>
            <p:cNvSpPr/>
            <p:nvPr/>
          </p:nvSpPr>
          <p:spPr>
            <a:xfrm>
              <a:off x="2134840" y="2084699"/>
              <a:ext cx="1235999" cy="1236023"/>
            </a:xfrm>
            <a:custGeom>
              <a:rect b="b" l="l" r="r" t="t"/>
              <a:pathLst>
                <a:path extrusionOk="0" h="4733" w="4733">
                  <a:moveTo>
                    <a:pt x="2367" y="0"/>
                  </a:moveTo>
                  <a:lnTo>
                    <a:pt x="2367" y="184"/>
                  </a:lnTo>
                  <a:lnTo>
                    <a:pt x="2367" y="956"/>
                  </a:lnTo>
                  <a:cubicBezTo>
                    <a:pt x="3147" y="956"/>
                    <a:pt x="3779" y="1587"/>
                    <a:pt x="3779" y="2368"/>
                  </a:cubicBezTo>
                  <a:cubicBezTo>
                    <a:pt x="3779" y="3148"/>
                    <a:pt x="3147" y="3780"/>
                    <a:pt x="2367" y="3780"/>
                  </a:cubicBezTo>
                  <a:cubicBezTo>
                    <a:pt x="1587" y="3780"/>
                    <a:pt x="955" y="3148"/>
                    <a:pt x="955" y="2368"/>
                  </a:cubicBezTo>
                  <a:cubicBezTo>
                    <a:pt x="955" y="2235"/>
                    <a:pt x="973" y="2106"/>
                    <a:pt x="1007" y="1984"/>
                  </a:cubicBezTo>
                  <a:lnTo>
                    <a:pt x="294" y="1682"/>
                  </a:lnTo>
                  <a:lnTo>
                    <a:pt x="120" y="1623"/>
                  </a:lnTo>
                  <a:cubicBezTo>
                    <a:pt x="44" y="1857"/>
                    <a:pt x="1" y="2107"/>
                    <a:pt x="1" y="2367"/>
                  </a:cubicBezTo>
                  <a:cubicBezTo>
                    <a:pt x="1" y="3673"/>
                    <a:pt x="1060" y="4732"/>
                    <a:pt x="2367" y="4732"/>
                  </a:cubicBezTo>
                  <a:cubicBezTo>
                    <a:pt x="3675" y="4732"/>
                    <a:pt x="4733" y="3673"/>
                    <a:pt x="4733" y="2367"/>
                  </a:cubicBezTo>
                  <a:cubicBezTo>
                    <a:pt x="4733" y="1059"/>
                    <a:pt x="3675" y="0"/>
                    <a:pt x="23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2" name="Google Shape;2032;p28"/>
          <p:cNvGrpSpPr/>
          <p:nvPr/>
        </p:nvGrpSpPr>
        <p:grpSpPr>
          <a:xfrm>
            <a:off x="3917986" y="2469878"/>
            <a:ext cx="1288489" cy="1215914"/>
            <a:chOff x="3679781" y="2088878"/>
            <a:chExt cx="1288489" cy="1215914"/>
          </a:xfrm>
        </p:grpSpPr>
        <p:sp>
          <p:nvSpPr>
            <p:cNvPr id="2033" name="Google Shape;2033;p28"/>
            <p:cNvSpPr/>
            <p:nvPr/>
          </p:nvSpPr>
          <p:spPr>
            <a:xfrm>
              <a:off x="3679781" y="2120215"/>
              <a:ext cx="1184554" cy="1184576"/>
            </a:xfrm>
            <a:custGeom>
              <a:rect b="b" l="l" r="r" t="t"/>
              <a:pathLst>
                <a:path extrusionOk="0" h="4536" w="4536">
                  <a:moveTo>
                    <a:pt x="2268" y="800"/>
                  </a:moveTo>
                  <a:cubicBezTo>
                    <a:pt x="3077" y="800"/>
                    <a:pt x="3735" y="1456"/>
                    <a:pt x="3735" y="2268"/>
                  </a:cubicBezTo>
                  <a:cubicBezTo>
                    <a:pt x="3735" y="3078"/>
                    <a:pt x="3080" y="3735"/>
                    <a:pt x="2268" y="3735"/>
                  </a:cubicBezTo>
                  <a:cubicBezTo>
                    <a:pt x="1459" y="3735"/>
                    <a:pt x="801" y="3078"/>
                    <a:pt x="801" y="2268"/>
                  </a:cubicBezTo>
                  <a:cubicBezTo>
                    <a:pt x="801" y="1458"/>
                    <a:pt x="1457" y="800"/>
                    <a:pt x="2268" y="800"/>
                  </a:cubicBezTo>
                  <a:close/>
                  <a:moveTo>
                    <a:pt x="2268" y="0"/>
                  </a:moveTo>
                  <a:cubicBezTo>
                    <a:pt x="1016" y="0"/>
                    <a:pt x="1" y="1015"/>
                    <a:pt x="1" y="2268"/>
                  </a:cubicBezTo>
                  <a:cubicBezTo>
                    <a:pt x="1" y="3520"/>
                    <a:pt x="1016" y="4535"/>
                    <a:pt x="2268" y="4535"/>
                  </a:cubicBezTo>
                  <a:cubicBezTo>
                    <a:pt x="3521" y="4535"/>
                    <a:pt x="4536" y="3520"/>
                    <a:pt x="4536" y="2268"/>
                  </a:cubicBezTo>
                  <a:cubicBezTo>
                    <a:pt x="4536" y="1015"/>
                    <a:pt x="3522" y="0"/>
                    <a:pt x="2268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28"/>
            <p:cNvSpPr/>
            <p:nvPr/>
          </p:nvSpPr>
          <p:spPr>
            <a:xfrm>
              <a:off x="3688398" y="2088878"/>
              <a:ext cx="1279872" cy="1050084"/>
            </a:xfrm>
            <a:custGeom>
              <a:rect b="b" l="l" r="r" t="t"/>
              <a:pathLst>
                <a:path extrusionOk="0" h="4021" w="4901">
                  <a:moveTo>
                    <a:pt x="2255" y="1"/>
                  </a:moveTo>
                  <a:cubicBezTo>
                    <a:pt x="1234" y="1"/>
                    <a:pt x="299" y="659"/>
                    <a:pt x="0" y="1691"/>
                  </a:cubicBezTo>
                  <a:lnTo>
                    <a:pt x="71" y="1712"/>
                  </a:lnTo>
                  <a:lnTo>
                    <a:pt x="849" y="1937"/>
                  </a:lnTo>
                  <a:lnTo>
                    <a:pt x="931" y="1949"/>
                  </a:lnTo>
                  <a:cubicBezTo>
                    <a:pt x="1108" y="1336"/>
                    <a:pt x="1668" y="937"/>
                    <a:pt x="2276" y="937"/>
                  </a:cubicBezTo>
                  <a:cubicBezTo>
                    <a:pt x="2404" y="937"/>
                    <a:pt x="2535" y="954"/>
                    <a:pt x="2665" y="992"/>
                  </a:cubicBezTo>
                  <a:cubicBezTo>
                    <a:pt x="3408" y="1207"/>
                    <a:pt x="3836" y="1984"/>
                    <a:pt x="3622" y="2726"/>
                  </a:cubicBezTo>
                  <a:cubicBezTo>
                    <a:pt x="3553" y="2968"/>
                    <a:pt x="3422" y="3178"/>
                    <a:pt x="3253" y="3341"/>
                  </a:cubicBezTo>
                  <a:lnTo>
                    <a:pt x="3305" y="3412"/>
                  </a:lnTo>
                  <a:lnTo>
                    <a:pt x="3959" y="4021"/>
                  </a:lnTo>
                  <a:cubicBezTo>
                    <a:pt x="4223" y="3750"/>
                    <a:pt x="4426" y="3413"/>
                    <a:pt x="4538" y="3024"/>
                  </a:cubicBezTo>
                  <a:cubicBezTo>
                    <a:pt x="4901" y="1770"/>
                    <a:pt x="4178" y="459"/>
                    <a:pt x="2924" y="96"/>
                  </a:cubicBezTo>
                  <a:cubicBezTo>
                    <a:pt x="2701" y="31"/>
                    <a:pt x="2476" y="1"/>
                    <a:pt x="22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5" name="Google Shape;2035;p28"/>
          <p:cNvGrpSpPr/>
          <p:nvPr/>
        </p:nvGrpSpPr>
        <p:grpSpPr>
          <a:xfrm>
            <a:off x="5647307" y="2500170"/>
            <a:ext cx="1223726" cy="1167079"/>
            <a:chOff x="5193645" y="2119170"/>
            <a:chExt cx="1223726" cy="1167079"/>
          </a:xfrm>
        </p:grpSpPr>
        <p:sp>
          <p:nvSpPr>
            <p:cNvPr id="2036" name="Google Shape;2036;p28"/>
            <p:cNvSpPr/>
            <p:nvPr/>
          </p:nvSpPr>
          <p:spPr>
            <a:xfrm>
              <a:off x="5215320" y="2145807"/>
              <a:ext cx="1202050" cy="1140442"/>
            </a:xfrm>
            <a:custGeom>
              <a:rect b="b" l="l" r="r" t="t"/>
              <a:pathLst>
                <a:path extrusionOk="0" h="4367" w="4603">
                  <a:moveTo>
                    <a:pt x="2303" y="771"/>
                  </a:moveTo>
                  <a:cubicBezTo>
                    <a:pt x="3015" y="771"/>
                    <a:pt x="3627" y="1307"/>
                    <a:pt x="3705" y="2031"/>
                  </a:cubicBezTo>
                  <a:cubicBezTo>
                    <a:pt x="3790" y="2805"/>
                    <a:pt x="3229" y="3502"/>
                    <a:pt x="2455" y="3587"/>
                  </a:cubicBezTo>
                  <a:cubicBezTo>
                    <a:pt x="2403" y="3592"/>
                    <a:pt x="2352" y="3595"/>
                    <a:pt x="2301" y="3595"/>
                  </a:cubicBezTo>
                  <a:cubicBezTo>
                    <a:pt x="1589" y="3595"/>
                    <a:pt x="977" y="3059"/>
                    <a:pt x="898" y="2335"/>
                  </a:cubicBezTo>
                  <a:cubicBezTo>
                    <a:pt x="813" y="1561"/>
                    <a:pt x="1374" y="863"/>
                    <a:pt x="2149" y="779"/>
                  </a:cubicBezTo>
                  <a:cubicBezTo>
                    <a:pt x="2200" y="774"/>
                    <a:pt x="2252" y="771"/>
                    <a:pt x="2303" y="771"/>
                  </a:cubicBezTo>
                  <a:close/>
                  <a:moveTo>
                    <a:pt x="2303" y="0"/>
                  </a:moveTo>
                  <a:cubicBezTo>
                    <a:pt x="2225" y="0"/>
                    <a:pt x="2146" y="4"/>
                    <a:pt x="2067" y="13"/>
                  </a:cubicBezTo>
                  <a:cubicBezTo>
                    <a:pt x="868" y="144"/>
                    <a:pt x="1" y="1220"/>
                    <a:pt x="132" y="2419"/>
                  </a:cubicBezTo>
                  <a:cubicBezTo>
                    <a:pt x="253" y="3538"/>
                    <a:pt x="1201" y="4367"/>
                    <a:pt x="2301" y="4367"/>
                  </a:cubicBezTo>
                  <a:cubicBezTo>
                    <a:pt x="2379" y="4367"/>
                    <a:pt x="2458" y="4363"/>
                    <a:pt x="2537" y="4354"/>
                  </a:cubicBezTo>
                  <a:cubicBezTo>
                    <a:pt x="3736" y="4223"/>
                    <a:pt x="4602" y="3147"/>
                    <a:pt x="4472" y="1949"/>
                  </a:cubicBezTo>
                  <a:cubicBezTo>
                    <a:pt x="4351" y="829"/>
                    <a:pt x="3404" y="0"/>
                    <a:pt x="230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28"/>
            <p:cNvSpPr/>
            <p:nvPr/>
          </p:nvSpPr>
          <p:spPr>
            <a:xfrm>
              <a:off x="5193645" y="2119170"/>
              <a:ext cx="1048236" cy="662015"/>
            </a:xfrm>
            <a:custGeom>
              <a:rect b="b" l="l" r="r" t="t"/>
              <a:pathLst>
                <a:path extrusionOk="0" h="2535" w="4014">
                  <a:moveTo>
                    <a:pt x="2323" y="1"/>
                  </a:moveTo>
                  <a:cubicBezTo>
                    <a:pt x="2241" y="1"/>
                    <a:pt x="2158" y="5"/>
                    <a:pt x="2074" y="15"/>
                  </a:cubicBezTo>
                  <a:cubicBezTo>
                    <a:pt x="828" y="150"/>
                    <a:pt x="0" y="1286"/>
                    <a:pt x="135" y="2535"/>
                  </a:cubicBezTo>
                  <a:lnTo>
                    <a:pt x="1056" y="2435"/>
                  </a:lnTo>
                  <a:lnTo>
                    <a:pt x="1048" y="2395"/>
                  </a:lnTo>
                  <a:cubicBezTo>
                    <a:pt x="968" y="1664"/>
                    <a:pt x="1496" y="1007"/>
                    <a:pt x="2228" y="927"/>
                  </a:cubicBezTo>
                  <a:cubicBezTo>
                    <a:pt x="2277" y="922"/>
                    <a:pt x="2326" y="919"/>
                    <a:pt x="2374" y="919"/>
                  </a:cubicBezTo>
                  <a:cubicBezTo>
                    <a:pt x="2775" y="919"/>
                    <a:pt x="3142" y="1100"/>
                    <a:pt x="3389" y="1392"/>
                  </a:cubicBezTo>
                  <a:lnTo>
                    <a:pt x="4013" y="744"/>
                  </a:lnTo>
                  <a:cubicBezTo>
                    <a:pt x="3594" y="284"/>
                    <a:pt x="2981" y="1"/>
                    <a:pt x="2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8" name="Google Shape;2038;p28"/>
          <p:cNvSpPr txBox="1"/>
          <p:nvPr/>
        </p:nvSpPr>
        <p:spPr>
          <a:xfrm>
            <a:off x="504183" y="1277312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 sz="160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39" name="Google Shape;2039;p28"/>
          <p:cNvSpPr txBox="1"/>
          <p:nvPr/>
        </p:nvSpPr>
        <p:spPr>
          <a:xfrm>
            <a:off x="2216395" y="1277291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60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40" name="Google Shape;2040;p28"/>
          <p:cNvSpPr txBox="1"/>
          <p:nvPr/>
        </p:nvSpPr>
        <p:spPr>
          <a:xfrm>
            <a:off x="336326" y="1646311"/>
            <a:ext cx="1648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It is the closest planet to the Sun 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41" name="Google Shape;2041;p28"/>
          <p:cNvSpPr txBox="1"/>
          <p:nvPr/>
        </p:nvSpPr>
        <p:spPr>
          <a:xfrm>
            <a:off x="2044949" y="1646311"/>
            <a:ext cx="1648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42" name="Google Shape;2042;p28"/>
          <p:cNvSpPr txBox="1"/>
          <p:nvPr/>
        </p:nvSpPr>
        <p:spPr>
          <a:xfrm>
            <a:off x="3926883" y="1279961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 sz="1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43" name="Google Shape;2043;p28"/>
          <p:cNvSpPr txBox="1"/>
          <p:nvPr/>
        </p:nvSpPr>
        <p:spPr>
          <a:xfrm>
            <a:off x="3749501" y="1646311"/>
            <a:ext cx="1648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44" name="Google Shape;2044;p28"/>
          <p:cNvSpPr txBox="1"/>
          <p:nvPr/>
        </p:nvSpPr>
        <p:spPr>
          <a:xfrm>
            <a:off x="5626883" y="127731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45" name="Google Shape;2045;p28"/>
          <p:cNvSpPr txBox="1"/>
          <p:nvPr/>
        </p:nvSpPr>
        <p:spPr>
          <a:xfrm>
            <a:off x="5478076" y="1646300"/>
            <a:ext cx="1648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the ringed one and a gas giant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46" name="Google Shape;2046;p28"/>
          <p:cNvSpPr txBox="1"/>
          <p:nvPr/>
        </p:nvSpPr>
        <p:spPr>
          <a:xfrm>
            <a:off x="7176650" y="1646300"/>
            <a:ext cx="1648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cold and</a:t>
            </a: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47" name="Google Shape;2047;p28"/>
          <p:cNvSpPr txBox="1"/>
          <p:nvPr/>
        </p:nvSpPr>
        <p:spPr>
          <a:xfrm>
            <a:off x="7330920" y="127729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048" name="Google Shape;2048;p28"/>
          <p:cNvGrpSpPr/>
          <p:nvPr/>
        </p:nvGrpSpPr>
        <p:grpSpPr>
          <a:xfrm>
            <a:off x="7311865" y="2479012"/>
            <a:ext cx="1235999" cy="1236023"/>
            <a:chOff x="7330915" y="2098012"/>
            <a:chExt cx="1235999" cy="1236023"/>
          </a:xfrm>
        </p:grpSpPr>
        <p:sp>
          <p:nvSpPr>
            <p:cNvPr id="2049" name="Google Shape;2049;p28"/>
            <p:cNvSpPr/>
            <p:nvPr/>
          </p:nvSpPr>
          <p:spPr>
            <a:xfrm>
              <a:off x="7356769" y="2123604"/>
              <a:ext cx="1185337" cy="1185360"/>
            </a:xfrm>
            <a:custGeom>
              <a:rect b="b" l="l" r="r" t="t"/>
              <a:pathLst>
                <a:path extrusionOk="0" h="4539" w="4539">
                  <a:moveTo>
                    <a:pt x="2269" y="803"/>
                  </a:moveTo>
                  <a:cubicBezTo>
                    <a:pt x="3080" y="803"/>
                    <a:pt x="3737" y="1461"/>
                    <a:pt x="3737" y="2270"/>
                  </a:cubicBezTo>
                  <a:cubicBezTo>
                    <a:pt x="3737" y="3079"/>
                    <a:pt x="3080" y="3737"/>
                    <a:pt x="2269" y="3737"/>
                  </a:cubicBezTo>
                  <a:cubicBezTo>
                    <a:pt x="1459" y="3737"/>
                    <a:pt x="803" y="3079"/>
                    <a:pt x="803" y="2270"/>
                  </a:cubicBezTo>
                  <a:cubicBezTo>
                    <a:pt x="803" y="1458"/>
                    <a:pt x="1460" y="803"/>
                    <a:pt x="2269" y="803"/>
                  </a:cubicBezTo>
                  <a:close/>
                  <a:moveTo>
                    <a:pt x="2269" y="0"/>
                  </a:moveTo>
                  <a:cubicBezTo>
                    <a:pt x="1016" y="0"/>
                    <a:pt x="1" y="1016"/>
                    <a:pt x="1" y="2270"/>
                  </a:cubicBezTo>
                  <a:cubicBezTo>
                    <a:pt x="1" y="3523"/>
                    <a:pt x="1016" y="4538"/>
                    <a:pt x="2269" y="4538"/>
                  </a:cubicBezTo>
                  <a:cubicBezTo>
                    <a:pt x="3523" y="4538"/>
                    <a:pt x="4539" y="3523"/>
                    <a:pt x="4539" y="2270"/>
                  </a:cubicBezTo>
                  <a:cubicBezTo>
                    <a:pt x="4539" y="1016"/>
                    <a:pt x="3522" y="0"/>
                    <a:pt x="2269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28"/>
            <p:cNvSpPr/>
            <p:nvPr/>
          </p:nvSpPr>
          <p:spPr>
            <a:xfrm>
              <a:off x="7330915" y="2098012"/>
              <a:ext cx="1235999" cy="1236023"/>
            </a:xfrm>
            <a:custGeom>
              <a:rect b="b" l="l" r="r" t="t"/>
              <a:pathLst>
                <a:path extrusionOk="0" h="4733" w="4733">
                  <a:moveTo>
                    <a:pt x="2367" y="0"/>
                  </a:moveTo>
                  <a:lnTo>
                    <a:pt x="2367" y="184"/>
                  </a:lnTo>
                  <a:lnTo>
                    <a:pt x="2367" y="956"/>
                  </a:lnTo>
                  <a:cubicBezTo>
                    <a:pt x="3147" y="956"/>
                    <a:pt x="3779" y="1587"/>
                    <a:pt x="3779" y="2368"/>
                  </a:cubicBezTo>
                  <a:cubicBezTo>
                    <a:pt x="3779" y="3148"/>
                    <a:pt x="3147" y="3780"/>
                    <a:pt x="2367" y="3780"/>
                  </a:cubicBezTo>
                  <a:cubicBezTo>
                    <a:pt x="1587" y="3780"/>
                    <a:pt x="955" y="3148"/>
                    <a:pt x="955" y="2368"/>
                  </a:cubicBezTo>
                  <a:cubicBezTo>
                    <a:pt x="955" y="2235"/>
                    <a:pt x="973" y="2106"/>
                    <a:pt x="1007" y="1984"/>
                  </a:cubicBezTo>
                  <a:lnTo>
                    <a:pt x="294" y="1682"/>
                  </a:lnTo>
                  <a:lnTo>
                    <a:pt x="120" y="1623"/>
                  </a:lnTo>
                  <a:cubicBezTo>
                    <a:pt x="44" y="1857"/>
                    <a:pt x="1" y="2107"/>
                    <a:pt x="1" y="2367"/>
                  </a:cubicBezTo>
                  <a:cubicBezTo>
                    <a:pt x="1" y="3673"/>
                    <a:pt x="1060" y="4732"/>
                    <a:pt x="2367" y="4732"/>
                  </a:cubicBezTo>
                  <a:cubicBezTo>
                    <a:pt x="3675" y="4732"/>
                    <a:pt x="4733" y="3673"/>
                    <a:pt x="4733" y="2367"/>
                  </a:cubicBezTo>
                  <a:cubicBezTo>
                    <a:pt x="4733" y="1059"/>
                    <a:pt x="3675" y="0"/>
                    <a:pt x="23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1" name="Google Shape;2051;p28"/>
          <p:cNvSpPr/>
          <p:nvPr/>
        </p:nvSpPr>
        <p:spPr>
          <a:xfrm>
            <a:off x="2634772" y="2879927"/>
            <a:ext cx="448761" cy="434162"/>
          </a:xfrm>
          <a:custGeom>
            <a:rect b="b" l="l" r="r" t="t"/>
            <a:pathLst>
              <a:path extrusionOk="0" h="12193" w="12603">
                <a:moveTo>
                  <a:pt x="9547" y="5986"/>
                </a:moveTo>
                <a:cubicBezTo>
                  <a:pt x="9767" y="6364"/>
                  <a:pt x="9925" y="6742"/>
                  <a:pt x="10019" y="7152"/>
                </a:cubicBezTo>
                <a:lnTo>
                  <a:pt x="8381" y="7152"/>
                </a:lnTo>
                <a:lnTo>
                  <a:pt x="9547" y="5986"/>
                </a:lnTo>
                <a:close/>
                <a:moveTo>
                  <a:pt x="9988" y="7845"/>
                </a:moveTo>
                <a:cubicBezTo>
                  <a:pt x="9925" y="8255"/>
                  <a:pt x="9767" y="8633"/>
                  <a:pt x="9515" y="8979"/>
                </a:cubicBezTo>
                <a:lnTo>
                  <a:pt x="8381" y="7845"/>
                </a:lnTo>
                <a:close/>
                <a:moveTo>
                  <a:pt x="7152" y="8349"/>
                </a:moveTo>
                <a:lnTo>
                  <a:pt x="7152" y="9987"/>
                </a:lnTo>
                <a:cubicBezTo>
                  <a:pt x="6774" y="9924"/>
                  <a:pt x="6365" y="9767"/>
                  <a:pt x="6018" y="9515"/>
                </a:cubicBezTo>
                <a:lnTo>
                  <a:pt x="7152" y="8349"/>
                </a:lnTo>
                <a:close/>
                <a:moveTo>
                  <a:pt x="7877" y="8349"/>
                </a:moveTo>
                <a:lnTo>
                  <a:pt x="9011" y="9515"/>
                </a:lnTo>
                <a:cubicBezTo>
                  <a:pt x="8665" y="9735"/>
                  <a:pt x="8255" y="9893"/>
                  <a:pt x="7877" y="9987"/>
                </a:cubicBezTo>
                <a:lnTo>
                  <a:pt x="7877" y="8349"/>
                </a:lnTo>
                <a:close/>
                <a:moveTo>
                  <a:pt x="10555" y="4947"/>
                </a:moveTo>
                <a:cubicBezTo>
                  <a:pt x="11815" y="6522"/>
                  <a:pt x="11721" y="8790"/>
                  <a:pt x="10271" y="10240"/>
                </a:cubicBezTo>
                <a:cubicBezTo>
                  <a:pt x="9506" y="11022"/>
                  <a:pt x="8502" y="11409"/>
                  <a:pt x="7503" y="11409"/>
                </a:cubicBezTo>
                <a:cubicBezTo>
                  <a:pt x="6611" y="11409"/>
                  <a:pt x="5723" y="11101"/>
                  <a:pt x="5010" y="10492"/>
                </a:cubicBezTo>
                <a:lnTo>
                  <a:pt x="5514" y="9987"/>
                </a:lnTo>
                <a:cubicBezTo>
                  <a:pt x="6089" y="10447"/>
                  <a:pt x="6788" y="10671"/>
                  <a:pt x="7489" y="10671"/>
                </a:cubicBezTo>
                <a:cubicBezTo>
                  <a:pt x="8325" y="10671"/>
                  <a:pt x="9165" y="10352"/>
                  <a:pt x="9799" y="9735"/>
                </a:cubicBezTo>
                <a:cubicBezTo>
                  <a:pt x="10996" y="8570"/>
                  <a:pt x="11059" y="6711"/>
                  <a:pt x="10051" y="5451"/>
                </a:cubicBezTo>
                <a:lnTo>
                  <a:pt x="10555" y="4947"/>
                </a:lnTo>
                <a:close/>
                <a:moveTo>
                  <a:pt x="5703" y="2143"/>
                </a:moveTo>
                <a:cubicBezTo>
                  <a:pt x="7404" y="2269"/>
                  <a:pt x="8948" y="3371"/>
                  <a:pt x="9641" y="4947"/>
                </a:cubicBezTo>
                <a:lnTo>
                  <a:pt x="4254" y="10334"/>
                </a:lnTo>
                <a:cubicBezTo>
                  <a:pt x="4096" y="10492"/>
                  <a:pt x="4096" y="10681"/>
                  <a:pt x="4254" y="10838"/>
                </a:cubicBezTo>
                <a:cubicBezTo>
                  <a:pt x="4506" y="11090"/>
                  <a:pt x="4758" y="11279"/>
                  <a:pt x="5042" y="11468"/>
                </a:cubicBezTo>
                <a:cubicBezTo>
                  <a:pt x="2584" y="11185"/>
                  <a:pt x="694" y="9137"/>
                  <a:pt x="694" y="6742"/>
                </a:cubicBezTo>
                <a:cubicBezTo>
                  <a:pt x="694" y="4317"/>
                  <a:pt x="2584" y="2300"/>
                  <a:pt x="5010" y="2143"/>
                </a:cubicBezTo>
                <a:lnTo>
                  <a:pt x="5010" y="3056"/>
                </a:lnTo>
                <a:cubicBezTo>
                  <a:pt x="4979" y="2993"/>
                  <a:pt x="4915" y="2993"/>
                  <a:pt x="4884" y="2962"/>
                </a:cubicBezTo>
                <a:cubicBezTo>
                  <a:pt x="4805" y="2883"/>
                  <a:pt x="4719" y="2844"/>
                  <a:pt x="4632" y="2844"/>
                </a:cubicBezTo>
                <a:cubicBezTo>
                  <a:pt x="4545" y="2844"/>
                  <a:pt x="4459" y="2883"/>
                  <a:pt x="4380" y="2962"/>
                </a:cubicBezTo>
                <a:cubicBezTo>
                  <a:pt x="4222" y="3119"/>
                  <a:pt x="4222" y="3308"/>
                  <a:pt x="4380" y="3466"/>
                </a:cubicBezTo>
                <a:cubicBezTo>
                  <a:pt x="4663" y="3750"/>
                  <a:pt x="4979" y="3876"/>
                  <a:pt x="5357" y="3876"/>
                </a:cubicBezTo>
                <a:cubicBezTo>
                  <a:pt x="5766" y="3876"/>
                  <a:pt x="6081" y="3718"/>
                  <a:pt x="6333" y="3466"/>
                </a:cubicBezTo>
                <a:cubicBezTo>
                  <a:pt x="6491" y="3308"/>
                  <a:pt x="6491" y="3119"/>
                  <a:pt x="6333" y="2962"/>
                </a:cubicBezTo>
                <a:cubicBezTo>
                  <a:pt x="6254" y="2883"/>
                  <a:pt x="6168" y="2844"/>
                  <a:pt x="6081" y="2844"/>
                </a:cubicBezTo>
                <a:cubicBezTo>
                  <a:pt x="5995" y="2844"/>
                  <a:pt x="5908" y="2883"/>
                  <a:pt x="5829" y="2962"/>
                </a:cubicBezTo>
                <a:cubicBezTo>
                  <a:pt x="5798" y="2993"/>
                  <a:pt x="5766" y="3056"/>
                  <a:pt x="5703" y="3056"/>
                </a:cubicBezTo>
                <a:lnTo>
                  <a:pt x="5703" y="2143"/>
                </a:lnTo>
                <a:close/>
                <a:moveTo>
                  <a:pt x="3907" y="0"/>
                </a:moveTo>
                <a:cubicBezTo>
                  <a:pt x="3687" y="0"/>
                  <a:pt x="3529" y="158"/>
                  <a:pt x="3529" y="379"/>
                </a:cubicBezTo>
                <a:cubicBezTo>
                  <a:pt x="3529" y="568"/>
                  <a:pt x="3687" y="725"/>
                  <a:pt x="3907" y="725"/>
                </a:cubicBezTo>
                <a:cubicBezTo>
                  <a:pt x="4380" y="725"/>
                  <a:pt x="4758" y="1040"/>
                  <a:pt x="4915" y="1481"/>
                </a:cubicBezTo>
                <a:cubicBezTo>
                  <a:pt x="2175" y="1670"/>
                  <a:pt x="1" y="4002"/>
                  <a:pt x="1" y="6774"/>
                </a:cubicBezTo>
                <a:cubicBezTo>
                  <a:pt x="1" y="9735"/>
                  <a:pt x="2427" y="12193"/>
                  <a:pt x="5420" y="12193"/>
                </a:cubicBezTo>
                <a:cubicBezTo>
                  <a:pt x="5798" y="12193"/>
                  <a:pt x="6144" y="12130"/>
                  <a:pt x="6522" y="12067"/>
                </a:cubicBezTo>
                <a:cubicBezTo>
                  <a:pt x="6858" y="12144"/>
                  <a:pt x="7200" y="12182"/>
                  <a:pt x="7541" y="12182"/>
                </a:cubicBezTo>
                <a:cubicBezTo>
                  <a:pt x="8738" y="12182"/>
                  <a:pt x="9931" y="11714"/>
                  <a:pt x="10838" y="10807"/>
                </a:cubicBezTo>
                <a:cubicBezTo>
                  <a:pt x="12603" y="8948"/>
                  <a:pt x="12603" y="6049"/>
                  <a:pt x="10775" y="4222"/>
                </a:cubicBezTo>
                <a:cubicBezTo>
                  <a:pt x="10697" y="4143"/>
                  <a:pt x="10610" y="4104"/>
                  <a:pt x="10523" y="4104"/>
                </a:cubicBezTo>
                <a:cubicBezTo>
                  <a:pt x="10437" y="4104"/>
                  <a:pt x="10350" y="4143"/>
                  <a:pt x="10271" y="4222"/>
                </a:cubicBezTo>
                <a:lnTo>
                  <a:pt x="10114" y="4380"/>
                </a:lnTo>
                <a:cubicBezTo>
                  <a:pt x="9295" y="2741"/>
                  <a:pt x="7593" y="1544"/>
                  <a:pt x="5640" y="1418"/>
                </a:cubicBezTo>
                <a:cubicBezTo>
                  <a:pt x="5483" y="599"/>
                  <a:pt x="4758" y="0"/>
                  <a:pt x="390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28"/>
          <p:cNvSpPr/>
          <p:nvPr/>
        </p:nvSpPr>
        <p:spPr>
          <a:xfrm>
            <a:off x="4339569" y="2931716"/>
            <a:ext cx="433058" cy="433058"/>
          </a:xfrm>
          <a:custGeom>
            <a:rect b="b" l="l" r="r" t="t"/>
            <a:pathLst>
              <a:path extrusionOk="0" h="12162" w="12162">
                <a:moveTo>
                  <a:pt x="1072" y="3561"/>
                </a:moveTo>
                <a:cubicBezTo>
                  <a:pt x="1229" y="3561"/>
                  <a:pt x="1418" y="3813"/>
                  <a:pt x="1418" y="4254"/>
                </a:cubicBezTo>
                <a:cubicBezTo>
                  <a:pt x="1418" y="4695"/>
                  <a:pt x="1229" y="4979"/>
                  <a:pt x="1072" y="4979"/>
                </a:cubicBezTo>
                <a:cubicBezTo>
                  <a:pt x="914" y="4979"/>
                  <a:pt x="694" y="4695"/>
                  <a:pt x="694" y="4254"/>
                </a:cubicBezTo>
                <a:cubicBezTo>
                  <a:pt x="694" y="3813"/>
                  <a:pt x="914" y="3561"/>
                  <a:pt x="1072" y="3561"/>
                </a:cubicBezTo>
                <a:close/>
                <a:moveTo>
                  <a:pt x="4632" y="3561"/>
                </a:moveTo>
                <a:cubicBezTo>
                  <a:pt x="4821" y="3561"/>
                  <a:pt x="5010" y="3813"/>
                  <a:pt x="5010" y="4254"/>
                </a:cubicBezTo>
                <a:cubicBezTo>
                  <a:pt x="5010" y="4695"/>
                  <a:pt x="4758" y="4979"/>
                  <a:pt x="4632" y="4979"/>
                </a:cubicBezTo>
                <a:cubicBezTo>
                  <a:pt x="4474" y="4979"/>
                  <a:pt x="4285" y="4695"/>
                  <a:pt x="4285" y="4254"/>
                </a:cubicBezTo>
                <a:cubicBezTo>
                  <a:pt x="4285" y="3813"/>
                  <a:pt x="4474" y="3561"/>
                  <a:pt x="4632" y="3561"/>
                </a:cubicBezTo>
                <a:close/>
                <a:moveTo>
                  <a:pt x="2836" y="2080"/>
                </a:moveTo>
                <a:cubicBezTo>
                  <a:pt x="3466" y="2080"/>
                  <a:pt x="4065" y="2395"/>
                  <a:pt x="4443" y="2836"/>
                </a:cubicBezTo>
                <a:cubicBezTo>
                  <a:pt x="3939" y="2962"/>
                  <a:pt x="3529" y="3498"/>
                  <a:pt x="3529" y="4254"/>
                </a:cubicBezTo>
                <a:cubicBezTo>
                  <a:pt x="3529" y="4979"/>
                  <a:pt x="3939" y="5546"/>
                  <a:pt x="4443" y="5672"/>
                </a:cubicBezTo>
                <a:cubicBezTo>
                  <a:pt x="4065" y="6113"/>
                  <a:pt x="3466" y="6428"/>
                  <a:pt x="2836" y="6428"/>
                </a:cubicBezTo>
                <a:cubicBezTo>
                  <a:pt x="2206" y="6428"/>
                  <a:pt x="1607" y="6144"/>
                  <a:pt x="1229" y="5672"/>
                </a:cubicBezTo>
                <a:cubicBezTo>
                  <a:pt x="1733" y="5546"/>
                  <a:pt x="2143" y="5010"/>
                  <a:pt x="2143" y="4254"/>
                </a:cubicBezTo>
                <a:cubicBezTo>
                  <a:pt x="2143" y="3561"/>
                  <a:pt x="1733" y="2962"/>
                  <a:pt x="1229" y="2836"/>
                </a:cubicBezTo>
                <a:cubicBezTo>
                  <a:pt x="1607" y="2395"/>
                  <a:pt x="2206" y="2080"/>
                  <a:pt x="2836" y="2080"/>
                </a:cubicBezTo>
                <a:close/>
                <a:moveTo>
                  <a:pt x="11090" y="6459"/>
                </a:moveTo>
                <a:cubicBezTo>
                  <a:pt x="11311" y="6459"/>
                  <a:pt x="11468" y="6617"/>
                  <a:pt x="11468" y="6806"/>
                </a:cubicBezTo>
                <a:cubicBezTo>
                  <a:pt x="11468" y="7027"/>
                  <a:pt x="11311" y="7184"/>
                  <a:pt x="11090" y="7184"/>
                </a:cubicBezTo>
                <a:cubicBezTo>
                  <a:pt x="10901" y="7184"/>
                  <a:pt x="10744" y="7027"/>
                  <a:pt x="10744" y="6806"/>
                </a:cubicBezTo>
                <a:cubicBezTo>
                  <a:pt x="10744" y="6617"/>
                  <a:pt x="10901" y="6459"/>
                  <a:pt x="11090" y="6459"/>
                </a:cubicBezTo>
                <a:close/>
                <a:moveTo>
                  <a:pt x="4222" y="6774"/>
                </a:moveTo>
                <a:cubicBezTo>
                  <a:pt x="4254" y="6901"/>
                  <a:pt x="4285" y="7058"/>
                  <a:pt x="4285" y="7184"/>
                </a:cubicBezTo>
                <a:cubicBezTo>
                  <a:pt x="4285" y="7972"/>
                  <a:pt x="3655" y="8602"/>
                  <a:pt x="2868" y="8602"/>
                </a:cubicBezTo>
                <a:cubicBezTo>
                  <a:pt x="2080" y="8539"/>
                  <a:pt x="1418" y="7909"/>
                  <a:pt x="1418" y="7121"/>
                </a:cubicBezTo>
                <a:cubicBezTo>
                  <a:pt x="1418" y="7027"/>
                  <a:pt x="1418" y="6901"/>
                  <a:pt x="1450" y="6774"/>
                </a:cubicBezTo>
                <a:cubicBezTo>
                  <a:pt x="1859" y="7027"/>
                  <a:pt x="2332" y="7121"/>
                  <a:pt x="2836" y="7121"/>
                </a:cubicBezTo>
                <a:cubicBezTo>
                  <a:pt x="3340" y="7121"/>
                  <a:pt x="3813" y="7027"/>
                  <a:pt x="4222" y="6774"/>
                </a:cubicBezTo>
                <a:close/>
                <a:moveTo>
                  <a:pt x="10744" y="7877"/>
                </a:moveTo>
                <a:cubicBezTo>
                  <a:pt x="11153" y="7877"/>
                  <a:pt x="11468" y="8192"/>
                  <a:pt x="11468" y="8602"/>
                </a:cubicBezTo>
                <a:cubicBezTo>
                  <a:pt x="11468" y="8980"/>
                  <a:pt x="11153" y="9295"/>
                  <a:pt x="10744" y="9295"/>
                </a:cubicBezTo>
                <a:cubicBezTo>
                  <a:pt x="10618" y="8917"/>
                  <a:pt x="10397" y="8539"/>
                  <a:pt x="10114" y="8287"/>
                </a:cubicBezTo>
                <a:cubicBezTo>
                  <a:pt x="10240" y="8035"/>
                  <a:pt x="10492" y="7877"/>
                  <a:pt x="10744" y="7877"/>
                </a:cubicBezTo>
                <a:close/>
                <a:moveTo>
                  <a:pt x="8979" y="8539"/>
                </a:moveTo>
                <a:cubicBezTo>
                  <a:pt x="9578" y="8539"/>
                  <a:pt x="10051" y="9011"/>
                  <a:pt x="10051" y="9610"/>
                </a:cubicBezTo>
                <a:cubicBezTo>
                  <a:pt x="10051" y="10240"/>
                  <a:pt x="9578" y="10713"/>
                  <a:pt x="8979" y="10713"/>
                </a:cubicBezTo>
                <a:cubicBezTo>
                  <a:pt x="8822" y="10713"/>
                  <a:pt x="8664" y="10681"/>
                  <a:pt x="8538" y="10650"/>
                </a:cubicBezTo>
                <a:cubicBezTo>
                  <a:pt x="8570" y="10429"/>
                  <a:pt x="8633" y="10240"/>
                  <a:pt x="8633" y="10019"/>
                </a:cubicBezTo>
                <a:cubicBezTo>
                  <a:pt x="8633" y="9578"/>
                  <a:pt x="8507" y="9169"/>
                  <a:pt x="8255" y="8822"/>
                </a:cubicBezTo>
                <a:cubicBezTo>
                  <a:pt x="8475" y="8665"/>
                  <a:pt x="8696" y="8539"/>
                  <a:pt x="8979" y="8539"/>
                </a:cubicBezTo>
                <a:close/>
                <a:moveTo>
                  <a:pt x="4852" y="8003"/>
                </a:moveTo>
                <a:cubicBezTo>
                  <a:pt x="5356" y="8224"/>
                  <a:pt x="5734" y="8759"/>
                  <a:pt x="5734" y="9326"/>
                </a:cubicBezTo>
                <a:cubicBezTo>
                  <a:pt x="5734" y="10114"/>
                  <a:pt x="5104" y="10744"/>
                  <a:pt x="4317" y="10744"/>
                </a:cubicBezTo>
                <a:cubicBezTo>
                  <a:pt x="3529" y="10713"/>
                  <a:pt x="2868" y="10083"/>
                  <a:pt x="2868" y="9295"/>
                </a:cubicBezTo>
                <a:cubicBezTo>
                  <a:pt x="3781" y="9295"/>
                  <a:pt x="4537" y="8759"/>
                  <a:pt x="4852" y="8003"/>
                </a:cubicBezTo>
                <a:close/>
                <a:moveTo>
                  <a:pt x="6459" y="8633"/>
                </a:moveTo>
                <a:cubicBezTo>
                  <a:pt x="7247" y="8633"/>
                  <a:pt x="7877" y="9263"/>
                  <a:pt x="7877" y="10051"/>
                </a:cubicBezTo>
                <a:cubicBezTo>
                  <a:pt x="7877" y="10807"/>
                  <a:pt x="7247" y="11469"/>
                  <a:pt x="6459" y="11469"/>
                </a:cubicBezTo>
                <a:cubicBezTo>
                  <a:pt x="6113" y="11469"/>
                  <a:pt x="5734" y="11343"/>
                  <a:pt x="5514" y="11122"/>
                </a:cubicBezTo>
                <a:cubicBezTo>
                  <a:pt x="6113" y="10713"/>
                  <a:pt x="6459" y="10083"/>
                  <a:pt x="6459" y="9326"/>
                </a:cubicBezTo>
                <a:cubicBezTo>
                  <a:pt x="6459" y="9106"/>
                  <a:pt x="6428" y="8854"/>
                  <a:pt x="6333" y="8633"/>
                </a:cubicBezTo>
                <a:close/>
                <a:moveTo>
                  <a:pt x="1418" y="1"/>
                </a:moveTo>
                <a:cubicBezTo>
                  <a:pt x="631" y="1"/>
                  <a:pt x="1" y="631"/>
                  <a:pt x="1" y="1419"/>
                </a:cubicBezTo>
                <a:cubicBezTo>
                  <a:pt x="1" y="1891"/>
                  <a:pt x="221" y="2269"/>
                  <a:pt x="599" y="2553"/>
                </a:cubicBezTo>
                <a:cubicBezTo>
                  <a:pt x="221" y="3025"/>
                  <a:pt x="1" y="3624"/>
                  <a:pt x="1" y="4254"/>
                </a:cubicBezTo>
                <a:cubicBezTo>
                  <a:pt x="1" y="5042"/>
                  <a:pt x="316" y="5798"/>
                  <a:pt x="851" y="6302"/>
                </a:cubicBezTo>
                <a:cubicBezTo>
                  <a:pt x="757" y="6554"/>
                  <a:pt x="694" y="6806"/>
                  <a:pt x="694" y="7090"/>
                </a:cubicBezTo>
                <a:cubicBezTo>
                  <a:pt x="694" y="8035"/>
                  <a:pt x="1324" y="8822"/>
                  <a:pt x="2174" y="9137"/>
                </a:cubicBezTo>
                <a:lnTo>
                  <a:pt x="2174" y="9263"/>
                </a:lnTo>
                <a:cubicBezTo>
                  <a:pt x="2174" y="10429"/>
                  <a:pt x="3151" y="11437"/>
                  <a:pt x="4317" y="11437"/>
                </a:cubicBezTo>
                <a:cubicBezTo>
                  <a:pt x="4474" y="11437"/>
                  <a:pt x="4695" y="11374"/>
                  <a:pt x="4852" y="11374"/>
                </a:cubicBezTo>
                <a:cubicBezTo>
                  <a:pt x="5230" y="11847"/>
                  <a:pt x="5829" y="12162"/>
                  <a:pt x="6491" y="12162"/>
                </a:cubicBezTo>
                <a:cubicBezTo>
                  <a:pt x="7215" y="12162"/>
                  <a:pt x="7845" y="11815"/>
                  <a:pt x="8223" y="11311"/>
                </a:cubicBezTo>
                <a:cubicBezTo>
                  <a:pt x="8475" y="11437"/>
                  <a:pt x="8727" y="11469"/>
                  <a:pt x="8979" y="11469"/>
                </a:cubicBezTo>
                <a:cubicBezTo>
                  <a:pt x="9830" y="11469"/>
                  <a:pt x="10555" y="10839"/>
                  <a:pt x="10712" y="10051"/>
                </a:cubicBezTo>
                <a:lnTo>
                  <a:pt x="10744" y="10051"/>
                </a:lnTo>
                <a:cubicBezTo>
                  <a:pt x="11531" y="10051"/>
                  <a:pt x="12161" y="9421"/>
                  <a:pt x="12161" y="8633"/>
                </a:cubicBezTo>
                <a:cubicBezTo>
                  <a:pt x="12161" y="8287"/>
                  <a:pt x="12004" y="7909"/>
                  <a:pt x="11783" y="7657"/>
                </a:cubicBezTo>
                <a:cubicBezTo>
                  <a:pt x="12004" y="7436"/>
                  <a:pt x="12161" y="7121"/>
                  <a:pt x="12161" y="6806"/>
                </a:cubicBezTo>
                <a:cubicBezTo>
                  <a:pt x="12161" y="6239"/>
                  <a:pt x="11689" y="5766"/>
                  <a:pt x="11090" y="5766"/>
                </a:cubicBezTo>
                <a:cubicBezTo>
                  <a:pt x="10523" y="5766"/>
                  <a:pt x="10051" y="6239"/>
                  <a:pt x="10051" y="6806"/>
                </a:cubicBezTo>
                <a:cubicBezTo>
                  <a:pt x="10051" y="6964"/>
                  <a:pt x="10082" y="7184"/>
                  <a:pt x="10145" y="7279"/>
                </a:cubicBezTo>
                <a:cubicBezTo>
                  <a:pt x="10051" y="7342"/>
                  <a:pt x="9925" y="7405"/>
                  <a:pt x="9799" y="7531"/>
                </a:cubicBezTo>
                <a:cubicBezTo>
                  <a:pt x="9641" y="7657"/>
                  <a:pt x="9515" y="7783"/>
                  <a:pt x="9452" y="7940"/>
                </a:cubicBezTo>
                <a:cubicBezTo>
                  <a:pt x="9295" y="7909"/>
                  <a:pt x="9137" y="7877"/>
                  <a:pt x="8948" y="7877"/>
                </a:cubicBezTo>
                <a:cubicBezTo>
                  <a:pt x="8507" y="7877"/>
                  <a:pt x="8066" y="8035"/>
                  <a:pt x="7751" y="8318"/>
                </a:cubicBezTo>
                <a:cubicBezTo>
                  <a:pt x="7404" y="8035"/>
                  <a:pt x="6932" y="7877"/>
                  <a:pt x="6459" y="7877"/>
                </a:cubicBezTo>
                <a:cubicBezTo>
                  <a:pt x="6302" y="7877"/>
                  <a:pt x="6113" y="7909"/>
                  <a:pt x="5955" y="7909"/>
                </a:cubicBezTo>
                <a:cubicBezTo>
                  <a:pt x="5703" y="7594"/>
                  <a:pt x="5356" y="7373"/>
                  <a:pt x="5010" y="7247"/>
                </a:cubicBezTo>
                <a:lnTo>
                  <a:pt x="5010" y="7121"/>
                </a:lnTo>
                <a:cubicBezTo>
                  <a:pt x="5010" y="6869"/>
                  <a:pt x="4915" y="6585"/>
                  <a:pt x="4789" y="6302"/>
                </a:cubicBezTo>
                <a:cubicBezTo>
                  <a:pt x="5356" y="5798"/>
                  <a:pt x="5671" y="5042"/>
                  <a:pt x="5671" y="4254"/>
                </a:cubicBezTo>
                <a:cubicBezTo>
                  <a:pt x="5671" y="3624"/>
                  <a:pt x="5482" y="3025"/>
                  <a:pt x="5073" y="2553"/>
                </a:cubicBezTo>
                <a:cubicBezTo>
                  <a:pt x="5419" y="2301"/>
                  <a:pt x="5671" y="1891"/>
                  <a:pt x="5671" y="1419"/>
                </a:cubicBezTo>
                <a:cubicBezTo>
                  <a:pt x="5671" y="631"/>
                  <a:pt x="5041" y="1"/>
                  <a:pt x="4254" y="1"/>
                </a:cubicBezTo>
                <a:cubicBezTo>
                  <a:pt x="4065" y="1"/>
                  <a:pt x="3907" y="158"/>
                  <a:pt x="3907" y="348"/>
                </a:cubicBezTo>
                <a:cubicBezTo>
                  <a:pt x="3907" y="568"/>
                  <a:pt x="4065" y="726"/>
                  <a:pt x="4254" y="726"/>
                </a:cubicBezTo>
                <a:cubicBezTo>
                  <a:pt x="4632" y="726"/>
                  <a:pt x="4947" y="1041"/>
                  <a:pt x="4947" y="1419"/>
                </a:cubicBezTo>
                <a:cubicBezTo>
                  <a:pt x="4947" y="1702"/>
                  <a:pt x="4789" y="1923"/>
                  <a:pt x="4600" y="2049"/>
                </a:cubicBezTo>
                <a:cubicBezTo>
                  <a:pt x="4128" y="1671"/>
                  <a:pt x="3498" y="1419"/>
                  <a:pt x="2836" y="1419"/>
                </a:cubicBezTo>
                <a:cubicBezTo>
                  <a:pt x="2174" y="1419"/>
                  <a:pt x="1544" y="1671"/>
                  <a:pt x="1072" y="2049"/>
                </a:cubicBezTo>
                <a:cubicBezTo>
                  <a:pt x="820" y="1923"/>
                  <a:pt x="694" y="1702"/>
                  <a:pt x="694" y="1419"/>
                </a:cubicBezTo>
                <a:cubicBezTo>
                  <a:pt x="694" y="1041"/>
                  <a:pt x="1009" y="726"/>
                  <a:pt x="1418" y="726"/>
                </a:cubicBezTo>
                <a:cubicBezTo>
                  <a:pt x="1607" y="726"/>
                  <a:pt x="1765" y="568"/>
                  <a:pt x="1765" y="348"/>
                </a:cubicBezTo>
                <a:cubicBezTo>
                  <a:pt x="1765" y="158"/>
                  <a:pt x="1607" y="1"/>
                  <a:pt x="141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3" name="Google Shape;2053;p28"/>
          <p:cNvGrpSpPr/>
          <p:nvPr/>
        </p:nvGrpSpPr>
        <p:grpSpPr>
          <a:xfrm>
            <a:off x="6040975" y="2860755"/>
            <a:ext cx="436406" cy="434162"/>
            <a:chOff x="-18668800" y="2807475"/>
            <a:chExt cx="306400" cy="304825"/>
          </a:xfrm>
        </p:grpSpPr>
        <p:sp>
          <p:nvSpPr>
            <p:cNvPr id="2054" name="Google Shape;2054;p28"/>
            <p:cNvSpPr/>
            <p:nvPr/>
          </p:nvSpPr>
          <p:spPr>
            <a:xfrm>
              <a:off x="-18632575" y="2951600"/>
              <a:ext cx="18150" cy="35475"/>
            </a:xfrm>
            <a:custGeom>
              <a:rect b="b" l="l" r="r" t="t"/>
              <a:pathLst>
                <a:path extrusionOk="0" h="1419" w="726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072"/>
                  </a:lnTo>
                  <a:cubicBezTo>
                    <a:pt x="1" y="1261"/>
                    <a:pt x="158" y="1419"/>
                    <a:pt x="347" y="1419"/>
                  </a:cubicBezTo>
                  <a:cubicBezTo>
                    <a:pt x="568" y="1419"/>
                    <a:pt x="725" y="1261"/>
                    <a:pt x="725" y="1072"/>
                  </a:cubicBezTo>
                  <a:lnTo>
                    <a:pt x="725" y="347"/>
                  </a:ln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28"/>
            <p:cNvSpPr/>
            <p:nvPr/>
          </p:nvSpPr>
          <p:spPr>
            <a:xfrm>
              <a:off x="-18597125" y="2916175"/>
              <a:ext cx="18125" cy="35450"/>
            </a:xfrm>
            <a:custGeom>
              <a:rect b="b" l="l" r="r" t="t"/>
              <a:pathLst>
                <a:path extrusionOk="0" h="1418" w="725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47" y="1418"/>
                  </a:cubicBezTo>
                  <a:cubicBezTo>
                    <a:pt x="567" y="1418"/>
                    <a:pt x="725" y="1260"/>
                    <a:pt x="725" y="1071"/>
                  </a:cubicBezTo>
                  <a:lnTo>
                    <a:pt x="725" y="347"/>
                  </a:ln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28"/>
            <p:cNvSpPr/>
            <p:nvPr/>
          </p:nvSpPr>
          <p:spPr>
            <a:xfrm>
              <a:off x="-18668800" y="2807475"/>
              <a:ext cx="306400" cy="304825"/>
            </a:xfrm>
            <a:custGeom>
              <a:rect b="b" l="l" r="r" t="t"/>
              <a:pathLst>
                <a:path extrusionOk="0" h="12193" w="12256">
                  <a:moveTo>
                    <a:pt x="3970" y="946"/>
                  </a:moveTo>
                  <a:cubicBezTo>
                    <a:pt x="4128" y="1198"/>
                    <a:pt x="4348" y="1513"/>
                    <a:pt x="4348" y="1859"/>
                  </a:cubicBezTo>
                  <a:lnTo>
                    <a:pt x="4348" y="2017"/>
                  </a:lnTo>
                  <a:cubicBezTo>
                    <a:pt x="4299" y="2260"/>
                    <a:pt x="4476" y="2447"/>
                    <a:pt x="4690" y="2447"/>
                  </a:cubicBezTo>
                  <a:cubicBezTo>
                    <a:pt x="4753" y="2447"/>
                    <a:pt x="4819" y="2431"/>
                    <a:pt x="4884" y="2395"/>
                  </a:cubicBezTo>
                  <a:cubicBezTo>
                    <a:pt x="5041" y="2269"/>
                    <a:pt x="5230" y="2237"/>
                    <a:pt x="5451" y="2237"/>
                  </a:cubicBezTo>
                  <a:lnTo>
                    <a:pt x="5766" y="2237"/>
                  </a:lnTo>
                  <a:cubicBezTo>
                    <a:pt x="5608" y="2647"/>
                    <a:pt x="5199" y="2930"/>
                    <a:pt x="4726" y="2930"/>
                  </a:cubicBezTo>
                  <a:lnTo>
                    <a:pt x="3214" y="2930"/>
                  </a:lnTo>
                  <a:cubicBezTo>
                    <a:pt x="2741" y="2930"/>
                    <a:pt x="2363" y="2615"/>
                    <a:pt x="2206" y="2237"/>
                  </a:cubicBezTo>
                  <a:lnTo>
                    <a:pt x="2521" y="2237"/>
                  </a:lnTo>
                  <a:cubicBezTo>
                    <a:pt x="2710" y="2237"/>
                    <a:pt x="2899" y="2269"/>
                    <a:pt x="3056" y="2395"/>
                  </a:cubicBezTo>
                  <a:cubicBezTo>
                    <a:pt x="3117" y="2428"/>
                    <a:pt x="3179" y="2443"/>
                    <a:pt x="3238" y="2443"/>
                  </a:cubicBezTo>
                  <a:cubicBezTo>
                    <a:pt x="3459" y="2443"/>
                    <a:pt x="3648" y="2240"/>
                    <a:pt x="3624" y="2017"/>
                  </a:cubicBezTo>
                  <a:lnTo>
                    <a:pt x="3624" y="1859"/>
                  </a:lnTo>
                  <a:cubicBezTo>
                    <a:pt x="3624" y="1513"/>
                    <a:pt x="3813" y="1198"/>
                    <a:pt x="3970" y="946"/>
                  </a:cubicBezTo>
                  <a:close/>
                  <a:moveTo>
                    <a:pt x="8853" y="3718"/>
                  </a:moveTo>
                  <a:lnTo>
                    <a:pt x="9042" y="3907"/>
                  </a:lnTo>
                  <a:cubicBezTo>
                    <a:pt x="9168" y="4033"/>
                    <a:pt x="9294" y="4222"/>
                    <a:pt x="9326" y="4443"/>
                  </a:cubicBezTo>
                  <a:cubicBezTo>
                    <a:pt x="9382" y="4591"/>
                    <a:pt x="9536" y="4685"/>
                    <a:pt x="9686" y="4685"/>
                  </a:cubicBezTo>
                  <a:cubicBezTo>
                    <a:pt x="9790" y="4685"/>
                    <a:pt x="9892" y="4640"/>
                    <a:pt x="9956" y="4537"/>
                  </a:cubicBezTo>
                  <a:cubicBezTo>
                    <a:pt x="9988" y="4506"/>
                    <a:pt x="10051" y="4474"/>
                    <a:pt x="10051" y="4443"/>
                  </a:cubicBezTo>
                  <a:cubicBezTo>
                    <a:pt x="10271" y="4191"/>
                    <a:pt x="10681" y="4065"/>
                    <a:pt x="10901" y="4033"/>
                  </a:cubicBezTo>
                  <a:lnTo>
                    <a:pt x="10901" y="4033"/>
                  </a:lnTo>
                  <a:cubicBezTo>
                    <a:pt x="10870" y="4317"/>
                    <a:pt x="10775" y="4663"/>
                    <a:pt x="10523" y="4915"/>
                  </a:cubicBezTo>
                  <a:cubicBezTo>
                    <a:pt x="10460" y="4947"/>
                    <a:pt x="10429" y="4947"/>
                    <a:pt x="10397" y="4978"/>
                  </a:cubicBezTo>
                  <a:cubicBezTo>
                    <a:pt x="10145" y="5167"/>
                    <a:pt x="10240" y="5545"/>
                    <a:pt x="10523" y="5608"/>
                  </a:cubicBezTo>
                  <a:cubicBezTo>
                    <a:pt x="10712" y="5640"/>
                    <a:pt x="10870" y="5766"/>
                    <a:pt x="11027" y="5892"/>
                  </a:cubicBezTo>
                  <a:lnTo>
                    <a:pt x="11216" y="6081"/>
                  </a:lnTo>
                  <a:cubicBezTo>
                    <a:pt x="11059" y="6144"/>
                    <a:pt x="10901" y="6207"/>
                    <a:pt x="10744" y="6207"/>
                  </a:cubicBezTo>
                  <a:cubicBezTo>
                    <a:pt x="10460" y="6207"/>
                    <a:pt x="10208" y="6081"/>
                    <a:pt x="9988" y="5892"/>
                  </a:cubicBezTo>
                  <a:lnTo>
                    <a:pt x="8979" y="4852"/>
                  </a:lnTo>
                  <a:cubicBezTo>
                    <a:pt x="8727" y="4632"/>
                    <a:pt x="8664" y="4159"/>
                    <a:pt x="8853" y="3718"/>
                  </a:cubicBezTo>
                  <a:close/>
                  <a:moveTo>
                    <a:pt x="3970" y="3687"/>
                  </a:moveTo>
                  <a:cubicBezTo>
                    <a:pt x="4852" y="3687"/>
                    <a:pt x="5514" y="3750"/>
                    <a:pt x="6018" y="3939"/>
                  </a:cubicBezTo>
                  <a:cubicBezTo>
                    <a:pt x="5640" y="4096"/>
                    <a:pt x="5199" y="4348"/>
                    <a:pt x="4852" y="4726"/>
                  </a:cubicBezTo>
                  <a:cubicBezTo>
                    <a:pt x="4033" y="5577"/>
                    <a:pt x="3340" y="6837"/>
                    <a:pt x="3025" y="8129"/>
                  </a:cubicBezTo>
                  <a:cubicBezTo>
                    <a:pt x="2804" y="9042"/>
                    <a:pt x="2804" y="9830"/>
                    <a:pt x="2993" y="10492"/>
                  </a:cubicBezTo>
                  <a:cubicBezTo>
                    <a:pt x="2426" y="10113"/>
                    <a:pt x="2017" y="9578"/>
                    <a:pt x="1639" y="8948"/>
                  </a:cubicBezTo>
                  <a:cubicBezTo>
                    <a:pt x="1103" y="7971"/>
                    <a:pt x="757" y="6742"/>
                    <a:pt x="757" y="5797"/>
                  </a:cubicBezTo>
                  <a:cubicBezTo>
                    <a:pt x="757" y="4222"/>
                    <a:pt x="1576" y="3687"/>
                    <a:pt x="3970" y="3687"/>
                  </a:cubicBezTo>
                  <a:close/>
                  <a:moveTo>
                    <a:pt x="6672" y="4532"/>
                  </a:moveTo>
                  <a:cubicBezTo>
                    <a:pt x="7416" y="4532"/>
                    <a:pt x="8169" y="5082"/>
                    <a:pt x="9042" y="5955"/>
                  </a:cubicBezTo>
                  <a:cubicBezTo>
                    <a:pt x="10555" y="7467"/>
                    <a:pt x="11059" y="8538"/>
                    <a:pt x="9798" y="9735"/>
                  </a:cubicBezTo>
                  <a:cubicBezTo>
                    <a:pt x="9105" y="10460"/>
                    <a:pt x="7908" y="11090"/>
                    <a:pt x="6774" y="11374"/>
                  </a:cubicBezTo>
                  <a:cubicBezTo>
                    <a:pt x="6350" y="11482"/>
                    <a:pt x="5952" y="11535"/>
                    <a:pt x="5591" y="11535"/>
                  </a:cubicBezTo>
                  <a:cubicBezTo>
                    <a:pt x="4905" y="11535"/>
                    <a:pt x="4352" y="11346"/>
                    <a:pt x="4002" y="10996"/>
                  </a:cubicBezTo>
                  <a:cubicBezTo>
                    <a:pt x="3466" y="10460"/>
                    <a:pt x="3340" y="9452"/>
                    <a:pt x="3655" y="8255"/>
                  </a:cubicBezTo>
                  <a:cubicBezTo>
                    <a:pt x="3939" y="7089"/>
                    <a:pt x="4569" y="5923"/>
                    <a:pt x="5262" y="5230"/>
                  </a:cubicBezTo>
                  <a:cubicBezTo>
                    <a:pt x="5746" y="4746"/>
                    <a:pt x="6207" y="4532"/>
                    <a:pt x="6672" y="4532"/>
                  </a:cubicBezTo>
                  <a:close/>
                  <a:moveTo>
                    <a:pt x="3935" y="0"/>
                  </a:moveTo>
                  <a:cubicBezTo>
                    <a:pt x="3844" y="0"/>
                    <a:pt x="3750" y="32"/>
                    <a:pt x="3687" y="95"/>
                  </a:cubicBezTo>
                  <a:cubicBezTo>
                    <a:pt x="3655" y="126"/>
                    <a:pt x="3025" y="694"/>
                    <a:pt x="2899" y="1481"/>
                  </a:cubicBezTo>
                  <a:cubicBezTo>
                    <a:pt x="2804" y="1418"/>
                    <a:pt x="2647" y="1418"/>
                    <a:pt x="2521" y="1418"/>
                  </a:cubicBezTo>
                  <a:lnTo>
                    <a:pt x="1796" y="1418"/>
                  </a:lnTo>
                  <a:cubicBezTo>
                    <a:pt x="1607" y="1418"/>
                    <a:pt x="1450" y="1576"/>
                    <a:pt x="1450" y="1796"/>
                  </a:cubicBezTo>
                  <a:cubicBezTo>
                    <a:pt x="1450" y="2300"/>
                    <a:pt x="1639" y="2741"/>
                    <a:pt x="1954" y="3056"/>
                  </a:cubicBezTo>
                  <a:cubicBezTo>
                    <a:pt x="694" y="3371"/>
                    <a:pt x="0" y="4222"/>
                    <a:pt x="0" y="5671"/>
                  </a:cubicBezTo>
                  <a:cubicBezTo>
                    <a:pt x="0" y="6774"/>
                    <a:pt x="378" y="8097"/>
                    <a:pt x="1009" y="9200"/>
                  </a:cubicBezTo>
                  <a:cubicBezTo>
                    <a:pt x="1702" y="10397"/>
                    <a:pt x="2552" y="11153"/>
                    <a:pt x="3466" y="11405"/>
                  </a:cubicBezTo>
                  <a:cubicBezTo>
                    <a:pt x="4002" y="11941"/>
                    <a:pt x="4758" y="12193"/>
                    <a:pt x="5545" y="12193"/>
                  </a:cubicBezTo>
                  <a:cubicBezTo>
                    <a:pt x="5986" y="12193"/>
                    <a:pt x="6427" y="12098"/>
                    <a:pt x="6932" y="11972"/>
                  </a:cubicBezTo>
                  <a:cubicBezTo>
                    <a:pt x="8192" y="11657"/>
                    <a:pt x="9483" y="10964"/>
                    <a:pt x="10303" y="10177"/>
                  </a:cubicBezTo>
                  <a:cubicBezTo>
                    <a:pt x="11374" y="9105"/>
                    <a:pt x="11468" y="8034"/>
                    <a:pt x="10838" y="6900"/>
                  </a:cubicBezTo>
                  <a:lnTo>
                    <a:pt x="10838" y="6900"/>
                  </a:lnTo>
                  <a:cubicBezTo>
                    <a:pt x="10921" y="6917"/>
                    <a:pt x="11002" y="6924"/>
                    <a:pt x="11081" y="6924"/>
                  </a:cubicBezTo>
                  <a:cubicBezTo>
                    <a:pt x="11453" y="6924"/>
                    <a:pt x="11787" y="6750"/>
                    <a:pt x="12098" y="6490"/>
                  </a:cubicBezTo>
                  <a:cubicBezTo>
                    <a:pt x="12256" y="6333"/>
                    <a:pt x="12256" y="6112"/>
                    <a:pt x="12098" y="5955"/>
                  </a:cubicBezTo>
                  <a:lnTo>
                    <a:pt x="11563" y="5451"/>
                  </a:lnTo>
                  <a:cubicBezTo>
                    <a:pt x="11500" y="5388"/>
                    <a:pt x="11374" y="5293"/>
                    <a:pt x="11248" y="5230"/>
                  </a:cubicBezTo>
                  <a:cubicBezTo>
                    <a:pt x="11689" y="4537"/>
                    <a:pt x="11657" y="3718"/>
                    <a:pt x="11657" y="3687"/>
                  </a:cubicBezTo>
                  <a:cubicBezTo>
                    <a:pt x="11657" y="3497"/>
                    <a:pt x="11500" y="3371"/>
                    <a:pt x="11311" y="3308"/>
                  </a:cubicBezTo>
                  <a:cubicBezTo>
                    <a:pt x="11303" y="3308"/>
                    <a:pt x="11283" y="3308"/>
                    <a:pt x="11252" y="3308"/>
                  </a:cubicBezTo>
                  <a:cubicBezTo>
                    <a:pt x="11038" y="3308"/>
                    <a:pt x="10318" y="3332"/>
                    <a:pt x="9767" y="3718"/>
                  </a:cubicBezTo>
                  <a:cubicBezTo>
                    <a:pt x="9672" y="3592"/>
                    <a:pt x="9609" y="3529"/>
                    <a:pt x="9515" y="3403"/>
                  </a:cubicBezTo>
                  <a:lnTo>
                    <a:pt x="9011" y="2899"/>
                  </a:lnTo>
                  <a:cubicBezTo>
                    <a:pt x="8932" y="2820"/>
                    <a:pt x="8845" y="2781"/>
                    <a:pt x="8759" y="2781"/>
                  </a:cubicBezTo>
                  <a:cubicBezTo>
                    <a:pt x="8672" y="2781"/>
                    <a:pt x="8586" y="2820"/>
                    <a:pt x="8507" y="2899"/>
                  </a:cubicBezTo>
                  <a:cubicBezTo>
                    <a:pt x="8160" y="3245"/>
                    <a:pt x="8003" y="3718"/>
                    <a:pt x="8003" y="4159"/>
                  </a:cubicBezTo>
                  <a:cubicBezTo>
                    <a:pt x="7751" y="4033"/>
                    <a:pt x="7530" y="3907"/>
                    <a:pt x="7278" y="3844"/>
                  </a:cubicBezTo>
                  <a:cubicBezTo>
                    <a:pt x="7247" y="3844"/>
                    <a:pt x="7215" y="3844"/>
                    <a:pt x="7215" y="3781"/>
                  </a:cubicBezTo>
                  <a:cubicBezTo>
                    <a:pt x="6900" y="3466"/>
                    <a:pt x="6459" y="3214"/>
                    <a:pt x="5860" y="3088"/>
                  </a:cubicBezTo>
                  <a:cubicBezTo>
                    <a:pt x="6207" y="2773"/>
                    <a:pt x="6427" y="2300"/>
                    <a:pt x="6427" y="1796"/>
                  </a:cubicBezTo>
                  <a:cubicBezTo>
                    <a:pt x="6427" y="1576"/>
                    <a:pt x="6270" y="1418"/>
                    <a:pt x="6049" y="1418"/>
                  </a:cubicBezTo>
                  <a:lnTo>
                    <a:pt x="5356" y="1418"/>
                  </a:lnTo>
                  <a:cubicBezTo>
                    <a:pt x="5230" y="1418"/>
                    <a:pt x="5073" y="1418"/>
                    <a:pt x="4947" y="1481"/>
                  </a:cubicBezTo>
                  <a:cubicBezTo>
                    <a:pt x="4789" y="694"/>
                    <a:pt x="4159" y="126"/>
                    <a:pt x="4159" y="95"/>
                  </a:cubicBezTo>
                  <a:cubicBezTo>
                    <a:pt x="4112" y="32"/>
                    <a:pt x="4025" y="0"/>
                    <a:pt x="3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28"/>
            <p:cNvSpPr/>
            <p:nvPr/>
          </p:nvSpPr>
          <p:spPr>
            <a:xfrm>
              <a:off x="-18496300" y="2977800"/>
              <a:ext cx="33100" cy="31925"/>
            </a:xfrm>
            <a:custGeom>
              <a:rect b="b" l="l" r="r" t="t"/>
              <a:pathLst>
                <a:path extrusionOk="0" h="1277" w="1324">
                  <a:moveTo>
                    <a:pt x="914" y="0"/>
                  </a:moveTo>
                  <a:cubicBezTo>
                    <a:pt x="827" y="0"/>
                    <a:pt x="740" y="40"/>
                    <a:pt x="662" y="119"/>
                  </a:cubicBezTo>
                  <a:lnTo>
                    <a:pt x="158" y="654"/>
                  </a:lnTo>
                  <a:cubicBezTo>
                    <a:pt x="0" y="812"/>
                    <a:pt x="0" y="1001"/>
                    <a:pt x="158" y="1158"/>
                  </a:cubicBezTo>
                  <a:cubicBezTo>
                    <a:pt x="205" y="1237"/>
                    <a:pt x="291" y="1276"/>
                    <a:pt x="386" y="1276"/>
                  </a:cubicBezTo>
                  <a:cubicBezTo>
                    <a:pt x="480" y="1276"/>
                    <a:pt x="583" y="1237"/>
                    <a:pt x="662" y="1158"/>
                  </a:cubicBezTo>
                  <a:lnTo>
                    <a:pt x="1166" y="654"/>
                  </a:lnTo>
                  <a:cubicBezTo>
                    <a:pt x="1323" y="497"/>
                    <a:pt x="1323" y="276"/>
                    <a:pt x="1166" y="119"/>
                  </a:cubicBezTo>
                  <a:cubicBezTo>
                    <a:pt x="1087" y="40"/>
                    <a:pt x="1000" y="0"/>
                    <a:pt x="9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28"/>
            <p:cNvSpPr/>
            <p:nvPr/>
          </p:nvSpPr>
          <p:spPr>
            <a:xfrm>
              <a:off x="-18559325" y="3042375"/>
              <a:ext cx="33100" cy="31150"/>
            </a:xfrm>
            <a:custGeom>
              <a:rect b="b" l="l" r="r" t="t"/>
              <a:pathLst>
                <a:path extrusionOk="0" h="1246" w="1324">
                  <a:moveTo>
                    <a:pt x="902" y="1"/>
                  </a:moveTo>
                  <a:cubicBezTo>
                    <a:pt x="812" y="1"/>
                    <a:pt x="725" y="40"/>
                    <a:pt x="662" y="119"/>
                  </a:cubicBezTo>
                  <a:lnTo>
                    <a:pt x="158" y="623"/>
                  </a:lnTo>
                  <a:cubicBezTo>
                    <a:pt x="1" y="781"/>
                    <a:pt x="1" y="970"/>
                    <a:pt x="158" y="1127"/>
                  </a:cubicBezTo>
                  <a:cubicBezTo>
                    <a:pt x="237" y="1206"/>
                    <a:pt x="324" y="1245"/>
                    <a:pt x="410" y="1245"/>
                  </a:cubicBezTo>
                  <a:cubicBezTo>
                    <a:pt x="497" y="1245"/>
                    <a:pt x="583" y="1206"/>
                    <a:pt x="662" y="1127"/>
                  </a:cubicBezTo>
                  <a:lnTo>
                    <a:pt x="1166" y="623"/>
                  </a:lnTo>
                  <a:cubicBezTo>
                    <a:pt x="1324" y="465"/>
                    <a:pt x="1324" y="276"/>
                    <a:pt x="1166" y="119"/>
                  </a:cubicBezTo>
                  <a:cubicBezTo>
                    <a:pt x="1088" y="40"/>
                    <a:pt x="993" y="1"/>
                    <a:pt x="9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28"/>
            <p:cNvSpPr/>
            <p:nvPr/>
          </p:nvSpPr>
          <p:spPr>
            <a:xfrm>
              <a:off x="-18559325" y="2991175"/>
              <a:ext cx="33100" cy="31150"/>
            </a:xfrm>
            <a:custGeom>
              <a:rect b="b" l="l" r="r" t="t"/>
              <a:pathLst>
                <a:path extrusionOk="0" h="1246" w="1324">
                  <a:moveTo>
                    <a:pt x="914" y="1"/>
                  </a:moveTo>
                  <a:cubicBezTo>
                    <a:pt x="828" y="1"/>
                    <a:pt x="741" y="40"/>
                    <a:pt x="662" y="119"/>
                  </a:cubicBezTo>
                  <a:lnTo>
                    <a:pt x="158" y="623"/>
                  </a:lnTo>
                  <a:cubicBezTo>
                    <a:pt x="1" y="781"/>
                    <a:pt x="1" y="970"/>
                    <a:pt x="158" y="1127"/>
                  </a:cubicBezTo>
                  <a:cubicBezTo>
                    <a:pt x="205" y="1206"/>
                    <a:pt x="292" y="1245"/>
                    <a:pt x="387" y="1245"/>
                  </a:cubicBezTo>
                  <a:cubicBezTo>
                    <a:pt x="481" y="1245"/>
                    <a:pt x="583" y="1206"/>
                    <a:pt x="662" y="1127"/>
                  </a:cubicBezTo>
                  <a:lnTo>
                    <a:pt x="1166" y="623"/>
                  </a:lnTo>
                  <a:cubicBezTo>
                    <a:pt x="1324" y="466"/>
                    <a:pt x="1324" y="277"/>
                    <a:pt x="1166" y="119"/>
                  </a:cubicBezTo>
                  <a:cubicBezTo>
                    <a:pt x="1088" y="40"/>
                    <a:pt x="1001" y="1"/>
                    <a:pt x="9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28"/>
            <p:cNvSpPr/>
            <p:nvPr/>
          </p:nvSpPr>
          <p:spPr>
            <a:xfrm>
              <a:off x="-18491575" y="3024275"/>
              <a:ext cx="33100" cy="31925"/>
            </a:xfrm>
            <a:custGeom>
              <a:rect b="b" l="l" r="r" t="t"/>
              <a:pathLst>
                <a:path extrusionOk="0" h="1277" w="1324">
                  <a:moveTo>
                    <a:pt x="902" y="0"/>
                  </a:moveTo>
                  <a:cubicBezTo>
                    <a:pt x="811" y="0"/>
                    <a:pt x="725" y="40"/>
                    <a:pt x="662" y="118"/>
                  </a:cubicBezTo>
                  <a:lnTo>
                    <a:pt x="158" y="654"/>
                  </a:lnTo>
                  <a:cubicBezTo>
                    <a:pt x="0" y="811"/>
                    <a:pt x="0" y="1000"/>
                    <a:pt x="158" y="1158"/>
                  </a:cubicBezTo>
                  <a:cubicBezTo>
                    <a:pt x="236" y="1237"/>
                    <a:pt x="323" y="1276"/>
                    <a:pt x="410" y="1276"/>
                  </a:cubicBezTo>
                  <a:cubicBezTo>
                    <a:pt x="496" y="1276"/>
                    <a:pt x="583" y="1237"/>
                    <a:pt x="662" y="1158"/>
                  </a:cubicBezTo>
                  <a:lnTo>
                    <a:pt x="1166" y="654"/>
                  </a:lnTo>
                  <a:cubicBezTo>
                    <a:pt x="1323" y="496"/>
                    <a:pt x="1323" y="276"/>
                    <a:pt x="1166" y="118"/>
                  </a:cubicBezTo>
                  <a:cubicBezTo>
                    <a:pt x="1087" y="40"/>
                    <a:pt x="992" y="0"/>
                    <a:pt x="9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28"/>
            <p:cNvSpPr/>
            <p:nvPr/>
          </p:nvSpPr>
          <p:spPr>
            <a:xfrm>
              <a:off x="-18522300" y="2928175"/>
              <a:ext cx="32300" cy="31125"/>
            </a:xfrm>
            <a:custGeom>
              <a:rect b="b" l="l" r="r" t="t"/>
              <a:pathLst>
                <a:path extrusionOk="0" h="1245" w="1292">
                  <a:moveTo>
                    <a:pt x="930" y="1"/>
                  </a:moveTo>
                  <a:cubicBezTo>
                    <a:pt x="835" y="1"/>
                    <a:pt x="741" y="40"/>
                    <a:pt x="662" y="119"/>
                  </a:cubicBezTo>
                  <a:lnTo>
                    <a:pt x="158" y="623"/>
                  </a:lnTo>
                  <a:cubicBezTo>
                    <a:pt x="0" y="780"/>
                    <a:pt x="0" y="969"/>
                    <a:pt x="158" y="1127"/>
                  </a:cubicBezTo>
                  <a:cubicBezTo>
                    <a:pt x="237" y="1206"/>
                    <a:pt x="331" y="1245"/>
                    <a:pt x="422" y="1245"/>
                  </a:cubicBezTo>
                  <a:cubicBezTo>
                    <a:pt x="512" y="1245"/>
                    <a:pt x="599" y="1206"/>
                    <a:pt x="662" y="1127"/>
                  </a:cubicBezTo>
                  <a:lnTo>
                    <a:pt x="1198" y="623"/>
                  </a:lnTo>
                  <a:cubicBezTo>
                    <a:pt x="1292" y="497"/>
                    <a:pt x="1292" y="276"/>
                    <a:pt x="1198" y="119"/>
                  </a:cubicBezTo>
                  <a:cubicBezTo>
                    <a:pt x="1119" y="40"/>
                    <a:pt x="1024" y="1"/>
                    <a:pt x="9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8"/>
            <p:cNvSpPr/>
            <p:nvPr/>
          </p:nvSpPr>
          <p:spPr>
            <a:xfrm>
              <a:off x="-18446700" y="3004375"/>
              <a:ext cx="33900" cy="31325"/>
            </a:xfrm>
            <a:custGeom>
              <a:rect b="b" l="l" r="r" t="t"/>
              <a:pathLst>
                <a:path extrusionOk="0" h="1253" w="1356">
                  <a:moveTo>
                    <a:pt x="922" y="1"/>
                  </a:moveTo>
                  <a:cubicBezTo>
                    <a:pt x="828" y="1"/>
                    <a:pt x="741" y="32"/>
                    <a:pt x="694" y="95"/>
                  </a:cubicBezTo>
                  <a:lnTo>
                    <a:pt x="158" y="599"/>
                  </a:lnTo>
                  <a:cubicBezTo>
                    <a:pt x="1" y="757"/>
                    <a:pt x="1" y="977"/>
                    <a:pt x="158" y="1135"/>
                  </a:cubicBezTo>
                  <a:cubicBezTo>
                    <a:pt x="253" y="1214"/>
                    <a:pt x="347" y="1253"/>
                    <a:pt x="438" y="1253"/>
                  </a:cubicBezTo>
                  <a:cubicBezTo>
                    <a:pt x="529" y="1253"/>
                    <a:pt x="615" y="1214"/>
                    <a:pt x="694" y="1135"/>
                  </a:cubicBezTo>
                  <a:lnTo>
                    <a:pt x="1198" y="599"/>
                  </a:lnTo>
                  <a:cubicBezTo>
                    <a:pt x="1356" y="442"/>
                    <a:pt x="1356" y="253"/>
                    <a:pt x="1198" y="95"/>
                  </a:cubicBezTo>
                  <a:cubicBezTo>
                    <a:pt x="1119" y="32"/>
                    <a:pt x="1017" y="1"/>
                    <a:pt x="9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3" name="Google Shape;2063;p28"/>
          <p:cNvGrpSpPr/>
          <p:nvPr/>
        </p:nvGrpSpPr>
        <p:grpSpPr>
          <a:xfrm>
            <a:off x="7764384" y="2861858"/>
            <a:ext cx="330972" cy="431955"/>
            <a:chOff x="-18258450" y="2809825"/>
            <a:chExt cx="232375" cy="303275"/>
          </a:xfrm>
        </p:grpSpPr>
        <p:sp>
          <p:nvSpPr>
            <p:cNvPr id="2064" name="Google Shape;2064;p28"/>
            <p:cNvSpPr/>
            <p:nvPr/>
          </p:nvSpPr>
          <p:spPr>
            <a:xfrm>
              <a:off x="-18177325" y="2908300"/>
              <a:ext cx="17350" cy="18125"/>
            </a:xfrm>
            <a:custGeom>
              <a:rect b="b" l="l" r="r" t="t"/>
              <a:pathLst>
                <a:path extrusionOk="0" h="725" w="694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8"/>
            <p:cNvSpPr/>
            <p:nvPr/>
          </p:nvSpPr>
          <p:spPr>
            <a:xfrm>
              <a:off x="-18123775" y="2908300"/>
              <a:ext cx="18150" cy="18125"/>
            </a:xfrm>
            <a:custGeom>
              <a:rect b="b" l="l" r="r" t="t"/>
              <a:pathLst>
                <a:path extrusionOk="0" h="725" w="726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79" y="725"/>
                  </a:cubicBezTo>
                  <a:cubicBezTo>
                    <a:pt x="568" y="725"/>
                    <a:pt x="725" y="567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28"/>
            <p:cNvSpPr/>
            <p:nvPr/>
          </p:nvSpPr>
          <p:spPr>
            <a:xfrm>
              <a:off x="-18258450" y="2809825"/>
              <a:ext cx="232375" cy="303275"/>
            </a:xfrm>
            <a:custGeom>
              <a:rect b="b" l="l" r="r" t="t"/>
              <a:pathLst>
                <a:path extrusionOk="0" h="12131" w="9295">
                  <a:moveTo>
                    <a:pt x="4663" y="726"/>
                  </a:moveTo>
                  <a:cubicBezTo>
                    <a:pt x="5640" y="726"/>
                    <a:pt x="6617" y="1387"/>
                    <a:pt x="7373" y="2553"/>
                  </a:cubicBezTo>
                  <a:cubicBezTo>
                    <a:pt x="7121" y="2490"/>
                    <a:pt x="6459" y="2238"/>
                    <a:pt x="6175" y="2175"/>
                  </a:cubicBezTo>
                  <a:cubicBezTo>
                    <a:pt x="6144" y="2159"/>
                    <a:pt x="6097" y="2151"/>
                    <a:pt x="6049" y="2151"/>
                  </a:cubicBezTo>
                  <a:cubicBezTo>
                    <a:pt x="6002" y="2151"/>
                    <a:pt x="5955" y="2159"/>
                    <a:pt x="5923" y="2175"/>
                  </a:cubicBezTo>
                  <a:lnTo>
                    <a:pt x="4663" y="2805"/>
                  </a:lnTo>
                  <a:lnTo>
                    <a:pt x="3403" y="2175"/>
                  </a:lnTo>
                  <a:cubicBezTo>
                    <a:pt x="3356" y="2159"/>
                    <a:pt x="3301" y="2151"/>
                    <a:pt x="3249" y="2151"/>
                  </a:cubicBezTo>
                  <a:cubicBezTo>
                    <a:pt x="3198" y="2151"/>
                    <a:pt x="3151" y="2159"/>
                    <a:pt x="3120" y="2175"/>
                  </a:cubicBezTo>
                  <a:lnTo>
                    <a:pt x="1922" y="2553"/>
                  </a:lnTo>
                  <a:cubicBezTo>
                    <a:pt x="2710" y="1387"/>
                    <a:pt x="3718" y="726"/>
                    <a:pt x="4663" y="726"/>
                  </a:cubicBezTo>
                  <a:close/>
                  <a:moveTo>
                    <a:pt x="6144" y="2868"/>
                  </a:moveTo>
                  <a:lnTo>
                    <a:pt x="6617" y="3025"/>
                  </a:lnTo>
                  <a:cubicBezTo>
                    <a:pt x="7341" y="3908"/>
                    <a:pt x="7404" y="5168"/>
                    <a:pt x="6743" y="6081"/>
                  </a:cubicBezTo>
                  <a:lnTo>
                    <a:pt x="6112" y="6396"/>
                  </a:lnTo>
                  <a:lnTo>
                    <a:pt x="5041" y="5829"/>
                  </a:lnTo>
                  <a:lnTo>
                    <a:pt x="5041" y="5325"/>
                  </a:lnTo>
                  <a:cubicBezTo>
                    <a:pt x="5041" y="5136"/>
                    <a:pt x="4884" y="4979"/>
                    <a:pt x="4695" y="4979"/>
                  </a:cubicBezTo>
                  <a:cubicBezTo>
                    <a:pt x="4506" y="4979"/>
                    <a:pt x="4348" y="5136"/>
                    <a:pt x="4348" y="5325"/>
                  </a:cubicBezTo>
                  <a:lnTo>
                    <a:pt x="4348" y="5829"/>
                  </a:lnTo>
                  <a:lnTo>
                    <a:pt x="3277" y="6396"/>
                  </a:lnTo>
                  <a:lnTo>
                    <a:pt x="2647" y="6081"/>
                  </a:lnTo>
                  <a:cubicBezTo>
                    <a:pt x="1985" y="5136"/>
                    <a:pt x="2048" y="3908"/>
                    <a:pt x="2773" y="3025"/>
                  </a:cubicBezTo>
                  <a:lnTo>
                    <a:pt x="3246" y="2868"/>
                  </a:lnTo>
                  <a:lnTo>
                    <a:pt x="4537" y="3498"/>
                  </a:lnTo>
                  <a:cubicBezTo>
                    <a:pt x="4600" y="3530"/>
                    <a:pt x="4655" y="3545"/>
                    <a:pt x="4707" y="3545"/>
                  </a:cubicBezTo>
                  <a:cubicBezTo>
                    <a:pt x="4758" y="3545"/>
                    <a:pt x="4805" y="3530"/>
                    <a:pt x="4852" y="3498"/>
                  </a:cubicBezTo>
                  <a:lnTo>
                    <a:pt x="6144" y="2868"/>
                  </a:lnTo>
                  <a:close/>
                  <a:moveTo>
                    <a:pt x="7530" y="6459"/>
                  </a:moveTo>
                  <a:lnTo>
                    <a:pt x="8601" y="7027"/>
                  </a:lnTo>
                  <a:cubicBezTo>
                    <a:pt x="8507" y="9641"/>
                    <a:pt x="6932" y="11469"/>
                    <a:pt x="4663" y="11469"/>
                  </a:cubicBezTo>
                  <a:cubicBezTo>
                    <a:pt x="2363" y="11469"/>
                    <a:pt x="788" y="9704"/>
                    <a:pt x="725" y="7027"/>
                  </a:cubicBezTo>
                  <a:lnTo>
                    <a:pt x="1765" y="6459"/>
                  </a:lnTo>
                  <a:lnTo>
                    <a:pt x="2206" y="6648"/>
                  </a:lnTo>
                  <a:lnTo>
                    <a:pt x="3088" y="7090"/>
                  </a:lnTo>
                  <a:cubicBezTo>
                    <a:pt x="3135" y="7105"/>
                    <a:pt x="3190" y="7113"/>
                    <a:pt x="3246" y="7113"/>
                  </a:cubicBezTo>
                  <a:cubicBezTo>
                    <a:pt x="3301" y="7113"/>
                    <a:pt x="3356" y="7105"/>
                    <a:pt x="3403" y="7090"/>
                  </a:cubicBezTo>
                  <a:lnTo>
                    <a:pt x="4663" y="6459"/>
                  </a:lnTo>
                  <a:lnTo>
                    <a:pt x="5923" y="7090"/>
                  </a:lnTo>
                  <a:cubicBezTo>
                    <a:pt x="5971" y="7105"/>
                    <a:pt x="6026" y="7113"/>
                    <a:pt x="6081" y="7113"/>
                  </a:cubicBezTo>
                  <a:cubicBezTo>
                    <a:pt x="6136" y="7113"/>
                    <a:pt x="6191" y="7105"/>
                    <a:pt x="6238" y="7090"/>
                  </a:cubicBezTo>
                  <a:lnTo>
                    <a:pt x="7089" y="6648"/>
                  </a:lnTo>
                  <a:lnTo>
                    <a:pt x="7530" y="6459"/>
                  </a:lnTo>
                  <a:close/>
                  <a:moveTo>
                    <a:pt x="4663" y="1"/>
                  </a:moveTo>
                  <a:cubicBezTo>
                    <a:pt x="3214" y="1"/>
                    <a:pt x="1796" y="1135"/>
                    <a:pt x="883" y="3025"/>
                  </a:cubicBezTo>
                  <a:cubicBezTo>
                    <a:pt x="776" y="3265"/>
                    <a:pt x="939" y="3527"/>
                    <a:pt x="1163" y="3527"/>
                  </a:cubicBezTo>
                  <a:cubicBezTo>
                    <a:pt x="1205" y="3527"/>
                    <a:pt x="1248" y="3518"/>
                    <a:pt x="1292" y="3498"/>
                  </a:cubicBezTo>
                  <a:lnTo>
                    <a:pt x="1702" y="3403"/>
                  </a:lnTo>
                  <a:lnTo>
                    <a:pt x="1702" y="3403"/>
                  </a:lnTo>
                  <a:cubicBezTo>
                    <a:pt x="1387" y="4128"/>
                    <a:pt x="1355" y="4979"/>
                    <a:pt x="1607" y="5766"/>
                  </a:cubicBezTo>
                  <a:lnTo>
                    <a:pt x="221" y="6459"/>
                  </a:lnTo>
                  <a:cubicBezTo>
                    <a:pt x="95" y="6554"/>
                    <a:pt x="1" y="6648"/>
                    <a:pt x="1" y="6774"/>
                  </a:cubicBezTo>
                  <a:cubicBezTo>
                    <a:pt x="1" y="10209"/>
                    <a:pt x="2143" y="12130"/>
                    <a:pt x="4663" y="12130"/>
                  </a:cubicBezTo>
                  <a:cubicBezTo>
                    <a:pt x="7184" y="12130"/>
                    <a:pt x="9294" y="10177"/>
                    <a:pt x="9294" y="6774"/>
                  </a:cubicBezTo>
                  <a:cubicBezTo>
                    <a:pt x="9294" y="6648"/>
                    <a:pt x="9231" y="6554"/>
                    <a:pt x="9105" y="6459"/>
                  </a:cubicBezTo>
                  <a:lnTo>
                    <a:pt x="7688" y="5766"/>
                  </a:lnTo>
                  <a:cubicBezTo>
                    <a:pt x="7971" y="5010"/>
                    <a:pt x="7971" y="4191"/>
                    <a:pt x="7593" y="3403"/>
                  </a:cubicBezTo>
                  <a:lnTo>
                    <a:pt x="7593" y="3403"/>
                  </a:lnTo>
                  <a:lnTo>
                    <a:pt x="8003" y="3498"/>
                  </a:lnTo>
                  <a:cubicBezTo>
                    <a:pt x="8052" y="3518"/>
                    <a:pt x="8099" y="3527"/>
                    <a:pt x="8144" y="3527"/>
                  </a:cubicBezTo>
                  <a:cubicBezTo>
                    <a:pt x="8387" y="3527"/>
                    <a:pt x="8550" y="3265"/>
                    <a:pt x="8444" y="3025"/>
                  </a:cubicBezTo>
                  <a:cubicBezTo>
                    <a:pt x="7530" y="1135"/>
                    <a:pt x="6112" y="1"/>
                    <a:pt x="46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7" name="Google Shape;2067;p28"/>
          <p:cNvGrpSpPr/>
          <p:nvPr/>
        </p:nvGrpSpPr>
        <p:grpSpPr>
          <a:xfrm>
            <a:off x="987663" y="2931720"/>
            <a:ext cx="435302" cy="433058"/>
            <a:chOff x="-19801400" y="2788575"/>
            <a:chExt cx="305625" cy="304050"/>
          </a:xfrm>
        </p:grpSpPr>
        <p:sp>
          <p:nvSpPr>
            <p:cNvPr id="2068" name="Google Shape;2068;p28"/>
            <p:cNvSpPr/>
            <p:nvPr/>
          </p:nvSpPr>
          <p:spPr>
            <a:xfrm>
              <a:off x="-19744700" y="2931925"/>
              <a:ext cx="52800" cy="18125"/>
            </a:xfrm>
            <a:custGeom>
              <a:rect b="b" l="l" r="r" t="t"/>
              <a:pathLst>
                <a:path extrusionOk="0" h="725" w="2112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65" y="725"/>
                  </a:lnTo>
                  <a:cubicBezTo>
                    <a:pt x="1922" y="725"/>
                    <a:pt x="2111" y="567"/>
                    <a:pt x="2111" y="347"/>
                  </a:cubicBezTo>
                  <a:cubicBezTo>
                    <a:pt x="2111" y="158"/>
                    <a:pt x="1954" y="0"/>
                    <a:pt x="17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8"/>
            <p:cNvSpPr/>
            <p:nvPr/>
          </p:nvSpPr>
          <p:spPr>
            <a:xfrm>
              <a:off x="-19709250" y="2967350"/>
              <a:ext cx="52800" cy="18150"/>
            </a:xfrm>
            <a:custGeom>
              <a:rect b="b" l="l" r="r" t="t"/>
              <a:pathLst>
                <a:path extrusionOk="0" h="726" w="2112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1765" y="726"/>
                  </a:lnTo>
                  <a:cubicBezTo>
                    <a:pt x="1954" y="726"/>
                    <a:pt x="2111" y="568"/>
                    <a:pt x="2111" y="347"/>
                  </a:cubicBezTo>
                  <a:cubicBezTo>
                    <a:pt x="2111" y="190"/>
                    <a:pt x="1954" y="1"/>
                    <a:pt x="17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8"/>
            <p:cNvSpPr/>
            <p:nvPr/>
          </p:nvSpPr>
          <p:spPr>
            <a:xfrm>
              <a:off x="-19638375" y="2968150"/>
              <a:ext cx="52800" cy="18150"/>
            </a:xfrm>
            <a:custGeom>
              <a:rect b="b" l="l" r="r" t="t"/>
              <a:pathLst>
                <a:path extrusionOk="0" h="726" w="2112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65" y="725"/>
                  </a:lnTo>
                  <a:cubicBezTo>
                    <a:pt x="1954" y="725"/>
                    <a:pt x="2112" y="568"/>
                    <a:pt x="2112" y="378"/>
                  </a:cubicBezTo>
                  <a:cubicBezTo>
                    <a:pt x="2112" y="158"/>
                    <a:pt x="1954" y="0"/>
                    <a:pt x="17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8"/>
            <p:cNvSpPr/>
            <p:nvPr/>
          </p:nvSpPr>
          <p:spPr>
            <a:xfrm>
              <a:off x="-19673800" y="2931925"/>
              <a:ext cx="52775" cy="18125"/>
            </a:xfrm>
            <a:custGeom>
              <a:rect b="b" l="l" r="r" t="t"/>
              <a:pathLst>
                <a:path extrusionOk="0" h="725" w="2111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764" y="725"/>
                  </a:lnTo>
                  <a:cubicBezTo>
                    <a:pt x="1953" y="725"/>
                    <a:pt x="2111" y="567"/>
                    <a:pt x="2111" y="347"/>
                  </a:cubicBezTo>
                  <a:cubicBezTo>
                    <a:pt x="2111" y="158"/>
                    <a:pt x="1953" y="0"/>
                    <a:pt x="17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8"/>
            <p:cNvSpPr/>
            <p:nvPr/>
          </p:nvSpPr>
          <p:spPr>
            <a:xfrm>
              <a:off x="-19602925" y="2931925"/>
              <a:ext cx="52800" cy="18125"/>
            </a:xfrm>
            <a:custGeom>
              <a:rect b="b" l="l" r="r" t="t"/>
              <a:pathLst>
                <a:path extrusionOk="0" h="725" w="2112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65" y="725"/>
                  </a:lnTo>
                  <a:cubicBezTo>
                    <a:pt x="1954" y="725"/>
                    <a:pt x="2111" y="567"/>
                    <a:pt x="2111" y="347"/>
                  </a:cubicBezTo>
                  <a:cubicBezTo>
                    <a:pt x="2111" y="158"/>
                    <a:pt x="1954" y="0"/>
                    <a:pt x="17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28"/>
            <p:cNvSpPr/>
            <p:nvPr/>
          </p:nvSpPr>
          <p:spPr>
            <a:xfrm>
              <a:off x="-19801400" y="2788575"/>
              <a:ext cx="305625" cy="304050"/>
            </a:xfrm>
            <a:custGeom>
              <a:rect b="b" l="l" r="r" t="t"/>
              <a:pathLst>
                <a:path extrusionOk="0" h="12162" w="12225">
                  <a:moveTo>
                    <a:pt x="6144" y="693"/>
                  </a:moveTo>
                  <a:cubicBezTo>
                    <a:pt x="7026" y="693"/>
                    <a:pt x="7940" y="2584"/>
                    <a:pt x="7940" y="4316"/>
                  </a:cubicBezTo>
                  <a:lnTo>
                    <a:pt x="4348" y="4316"/>
                  </a:lnTo>
                  <a:cubicBezTo>
                    <a:pt x="4348" y="2584"/>
                    <a:pt x="5293" y="693"/>
                    <a:pt x="6144" y="693"/>
                  </a:cubicBezTo>
                  <a:close/>
                  <a:moveTo>
                    <a:pt x="9677" y="1496"/>
                  </a:moveTo>
                  <a:cubicBezTo>
                    <a:pt x="9731" y="1496"/>
                    <a:pt x="9781" y="1501"/>
                    <a:pt x="9830" y="1513"/>
                  </a:cubicBezTo>
                  <a:cubicBezTo>
                    <a:pt x="10145" y="1607"/>
                    <a:pt x="10397" y="1985"/>
                    <a:pt x="10617" y="2552"/>
                  </a:cubicBezTo>
                  <a:cubicBezTo>
                    <a:pt x="10775" y="3056"/>
                    <a:pt x="10838" y="3686"/>
                    <a:pt x="10806" y="4316"/>
                  </a:cubicBezTo>
                  <a:lnTo>
                    <a:pt x="8633" y="4316"/>
                  </a:lnTo>
                  <a:cubicBezTo>
                    <a:pt x="8633" y="3686"/>
                    <a:pt x="8507" y="2993"/>
                    <a:pt x="8318" y="2300"/>
                  </a:cubicBezTo>
                  <a:cubicBezTo>
                    <a:pt x="8762" y="1800"/>
                    <a:pt x="9280" y="1496"/>
                    <a:pt x="9677" y="1496"/>
                  </a:cubicBezTo>
                  <a:close/>
                  <a:moveTo>
                    <a:pt x="2638" y="1496"/>
                  </a:moveTo>
                  <a:cubicBezTo>
                    <a:pt x="3024" y="1496"/>
                    <a:pt x="3501" y="1807"/>
                    <a:pt x="4001" y="2363"/>
                  </a:cubicBezTo>
                  <a:cubicBezTo>
                    <a:pt x="3781" y="2993"/>
                    <a:pt x="3686" y="3686"/>
                    <a:pt x="3686" y="4348"/>
                  </a:cubicBezTo>
                  <a:lnTo>
                    <a:pt x="1513" y="4348"/>
                  </a:lnTo>
                  <a:cubicBezTo>
                    <a:pt x="1481" y="3686"/>
                    <a:pt x="1544" y="3056"/>
                    <a:pt x="1702" y="2552"/>
                  </a:cubicBezTo>
                  <a:cubicBezTo>
                    <a:pt x="1891" y="1954"/>
                    <a:pt x="2174" y="1607"/>
                    <a:pt x="2489" y="1513"/>
                  </a:cubicBezTo>
                  <a:cubicBezTo>
                    <a:pt x="2537" y="1502"/>
                    <a:pt x="2587" y="1496"/>
                    <a:pt x="2638" y="1496"/>
                  </a:cubicBezTo>
                  <a:close/>
                  <a:moveTo>
                    <a:pt x="11153" y="5041"/>
                  </a:moveTo>
                  <a:cubicBezTo>
                    <a:pt x="11342" y="5041"/>
                    <a:pt x="11500" y="5199"/>
                    <a:pt x="11500" y="5388"/>
                  </a:cubicBezTo>
                  <a:cubicBezTo>
                    <a:pt x="11500" y="7152"/>
                    <a:pt x="10050" y="8601"/>
                    <a:pt x="8286" y="8601"/>
                  </a:cubicBezTo>
                  <a:lnTo>
                    <a:pt x="4001" y="8601"/>
                  </a:lnTo>
                  <a:cubicBezTo>
                    <a:pt x="2206" y="8601"/>
                    <a:pt x="756" y="7152"/>
                    <a:pt x="756" y="5388"/>
                  </a:cubicBezTo>
                  <a:cubicBezTo>
                    <a:pt x="756" y="5199"/>
                    <a:pt x="914" y="5041"/>
                    <a:pt x="1103" y="5041"/>
                  </a:cubicBezTo>
                  <a:close/>
                  <a:moveTo>
                    <a:pt x="9357" y="9326"/>
                  </a:moveTo>
                  <a:lnTo>
                    <a:pt x="9357" y="9672"/>
                  </a:lnTo>
                  <a:cubicBezTo>
                    <a:pt x="9357" y="10271"/>
                    <a:pt x="8885" y="10743"/>
                    <a:pt x="8286" y="10743"/>
                  </a:cubicBezTo>
                  <a:lnTo>
                    <a:pt x="7940" y="10743"/>
                  </a:lnTo>
                  <a:lnTo>
                    <a:pt x="7940" y="10397"/>
                  </a:lnTo>
                  <a:cubicBezTo>
                    <a:pt x="7940" y="9798"/>
                    <a:pt x="8412" y="9326"/>
                    <a:pt x="8979" y="9326"/>
                  </a:cubicBezTo>
                  <a:close/>
                  <a:moveTo>
                    <a:pt x="10050" y="9357"/>
                  </a:moveTo>
                  <a:cubicBezTo>
                    <a:pt x="10870" y="9515"/>
                    <a:pt x="11500" y="10208"/>
                    <a:pt x="11500" y="11090"/>
                  </a:cubicBezTo>
                  <a:lnTo>
                    <a:pt x="11500" y="11437"/>
                  </a:lnTo>
                  <a:lnTo>
                    <a:pt x="11153" y="11437"/>
                  </a:lnTo>
                  <a:cubicBezTo>
                    <a:pt x="10617" y="11437"/>
                    <a:pt x="10050" y="11185"/>
                    <a:pt x="9704" y="10743"/>
                  </a:cubicBezTo>
                  <a:cubicBezTo>
                    <a:pt x="9924" y="10428"/>
                    <a:pt x="10050" y="10082"/>
                    <a:pt x="10050" y="9672"/>
                  </a:cubicBezTo>
                  <a:lnTo>
                    <a:pt x="10050" y="9357"/>
                  </a:lnTo>
                  <a:close/>
                  <a:moveTo>
                    <a:pt x="6112" y="0"/>
                  </a:moveTo>
                  <a:cubicBezTo>
                    <a:pt x="5419" y="0"/>
                    <a:pt x="4789" y="536"/>
                    <a:pt x="4253" y="1513"/>
                  </a:cubicBezTo>
                  <a:cubicBezTo>
                    <a:pt x="4253" y="1576"/>
                    <a:pt x="4222" y="1576"/>
                    <a:pt x="4222" y="1607"/>
                  </a:cubicBezTo>
                  <a:cubicBezTo>
                    <a:pt x="3680" y="1065"/>
                    <a:pt x="3096" y="777"/>
                    <a:pt x="2591" y="777"/>
                  </a:cubicBezTo>
                  <a:cubicBezTo>
                    <a:pt x="2479" y="777"/>
                    <a:pt x="2371" y="791"/>
                    <a:pt x="2269" y="819"/>
                  </a:cubicBezTo>
                  <a:cubicBezTo>
                    <a:pt x="1166" y="1135"/>
                    <a:pt x="630" y="2836"/>
                    <a:pt x="725" y="4348"/>
                  </a:cubicBezTo>
                  <a:cubicBezTo>
                    <a:pt x="284" y="4506"/>
                    <a:pt x="0" y="4915"/>
                    <a:pt x="0" y="5388"/>
                  </a:cubicBezTo>
                  <a:cubicBezTo>
                    <a:pt x="0" y="7561"/>
                    <a:pt x="1796" y="9326"/>
                    <a:pt x="3938" y="9326"/>
                  </a:cubicBezTo>
                  <a:lnTo>
                    <a:pt x="7530" y="9326"/>
                  </a:lnTo>
                  <a:cubicBezTo>
                    <a:pt x="7309" y="9641"/>
                    <a:pt x="7183" y="9987"/>
                    <a:pt x="7183" y="10365"/>
                  </a:cubicBezTo>
                  <a:lnTo>
                    <a:pt x="7183" y="11090"/>
                  </a:lnTo>
                  <a:cubicBezTo>
                    <a:pt x="7183" y="11279"/>
                    <a:pt x="7341" y="11437"/>
                    <a:pt x="7530" y="11437"/>
                  </a:cubicBezTo>
                  <a:lnTo>
                    <a:pt x="8255" y="11437"/>
                  </a:lnTo>
                  <a:cubicBezTo>
                    <a:pt x="8570" y="11437"/>
                    <a:pt x="8885" y="11374"/>
                    <a:pt x="9137" y="11216"/>
                  </a:cubicBezTo>
                  <a:cubicBezTo>
                    <a:pt x="9609" y="11815"/>
                    <a:pt x="10365" y="12161"/>
                    <a:pt x="11122" y="12161"/>
                  </a:cubicBezTo>
                  <a:lnTo>
                    <a:pt x="11815" y="12161"/>
                  </a:lnTo>
                  <a:cubicBezTo>
                    <a:pt x="12035" y="12161"/>
                    <a:pt x="12193" y="12004"/>
                    <a:pt x="12193" y="11815"/>
                  </a:cubicBezTo>
                  <a:lnTo>
                    <a:pt x="12193" y="11090"/>
                  </a:lnTo>
                  <a:cubicBezTo>
                    <a:pt x="12224" y="9956"/>
                    <a:pt x="11468" y="9011"/>
                    <a:pt x="10397" y="8696"/>
                  </a:cubicBezTo>
                  <a:cubicBezTo>
                    <a:pt x="11500" y="7971"/>
                    <a:pt x="12224" y="6774"/>
                    <a:pt x="12224" y="5388"/>
                  </a:cubicBezTo>
                  <a:cubicBezTo>
                    <a:pt x="12224" y="4915"/>
                    <a:pt x="11909" y="4506"/>
                    <a:pt x="11500" y="4348"/>
                  </a:cubicBezTo>
                  <a:cubicBezTo>
                    <a:pt x="11594" y="2773"/>
                    <a:pt x="11122" y="1103"/>
                    <a:pt x="9987" y="819"/>
                  </a:cubicBezTo>
                  <a:cubicBezTo>
                    <a:pt x="9879" y="791"/>
                    <a:pt x="9767" y="777"/>
                    <a:pt x="9651" y="777"/>
                  </a:cubicBezTo>
                  <a:cubicBezTo>
                    <a:pt x="9129" y="777"/>
                    <a:pt x="8544" y="1065"/>
                    <a:pt x="8003" y="1607"/>
                  </a:cubicBezTo>
                  <a:cubicBezTo>
                    <a:pt x="8003" y="1576"/>
                    <a:pt x="7971" y="1576"/>
                    <a:pt x="7971" y="1513"/>
                  </a:cubicBezTo>
                  <a:cubicBezTo>
                    <a:pt x="7498" y="536"/>
                    <a:pt x="6837" y="0"/>
                    <a:pt x="6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4" name="Google Shape;2074;p28"/>
          <p:cNvSpPr txBox="1"/>
          <p:nvPr/>
        </p:nvSpPr>
        <p:spPr>
          <a:xfrm>
            <a:off x="504183" y="3944312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37%</a:t>
            </a:r>
            <a:endParaRPr b="1" sz="200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75" name="Google Shape;2075;p28"/>
          <p:cNvSpPr txBox="1"/>
          <p:nvPr/>
        </p:nvSpPr>
        <p:spPr>
          <a:xfrm>
            <a:off x="2216395" y="3944291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0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75%</a:t>
            </a:r>
            <a:endParaRPr b="1" sz="200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76" name="Google Shape;2076;p28"/>
          <p:cNvSpPr txBox="1"/>
          <p:nvPr/>
        </p:nvSpPr>
        <p:spPr>
          <a:xfrm>
            <a:off x="3926883" y="3946961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0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61%</a:t>
            </a:r>
            <a:endParaRPr b="1" sz="20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77" name="Google Shape;2077;p28"/>
          <p:cNvSpPr txBox="1"/>
          <p:nvPr/>
        </p:nvSpPr>
        <p:spPr>
          <a:xfrm>
            <a:off x="5626883" y="394431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0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42%</a:t>
            </a:r>
            <a:endParaRPr b="1" sz="20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78" name="Google Shape;2078;p28"/>
          <p:cNvSpPr txBox="1"/>
          <p:nvPr/>
        </p:nvSpPr>
        <p:spPr>
          <a:xfrm>
            <a:off x="7330920" y="394429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73%</a:t>
            </a:r>
            <a:endParaRPr b="1" sz="20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0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3" name="Google Shape;2083;p29"/>
          <p:cNvGrpSpPr/>
          <p:nvPr/>
        </p:nvGrpSpPr>
        <p:grpSpPr>
          <a:xfrm>
            <a:off x="3353005" y="1115859"/>
            <a:ext cx="2473958" cy="4027653"/>
            <a:chOff x="3353005" y="1115859"/>
            <a:chExt cx="2473958" cy="4027653"/>
          </a:xfrm>
        </p:grpSpPr>
        <p:sp>
          <p:nvSpPr>
            <p:cNvPr id="2084" name="Google Shape;2084;p29"/>
            <p:cNvSpPr/>
            <p:nvPr/>
          </p:nvSpPr>
          <p:spPr>
            <a:xfrm>
              <a:off x="4491250" y="1461552"/>
              <a:ext cx="176425" cy="3681961"/>
            </a:xfrm>
            <a:custGeom>
              <a:rect b="b" l="l" r="r" t="t"/>
              <a:pathLst>
                <a:path extrusionOk="0" h="43001" w="1475">
                  <a:moveTo>
                    <a:pt x="1" y="1"/>
                  </a:moveTo>
                  <a:lnTo>
                    <a:pt x="1" y="43000"/>
                  </a:lnTo>
                  <a:lnTo>
                    <a:pt x="1474" y="43000"/>
                  </a:lnTo>
                  <a:lnTo>
                    <a:pt x="14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29"/>
            <p:cNvSpPr/>
            <p:nvPr/>
          </p:nvSpPr>
          <p:spPr>
            <a:xfrm>
              <a:off x="4491950" y="1371775"/>
              <a:ext cx="175722" cy="176054"/>
            </a:xfrm>
            <a:custGeom>
              <a:rect b="b" l="l" r="r" t="t"/>
              <a:pathLst>
                <a:path extrusionOk="0" h="3120" w="3127">
                  <a:moveTo>
                    <a:pt x="1563" y="1"/>
                  </a:moveTo>
                  <a:cubicBezTo>
                    <a:pt x="700" y="1"/>
                    <a:pt x="1" y="698"/>
                    <a:pt x="1" y="1560"/>
                  </a:cubicBezTo>
                  <a:cubicBezTo>
                    <a:pt x="1" y="2421"/>
                    <a:pt x="700" y="3119"/>
                    <a:pt x="1563" y="3119"/>
                  </a:cubicBezTo>
                  <a:cubicBezTo>
                    <a:pt x="2427" y="3119"/>
                    <a:pt x="3126" y="2421"/>
                    <a:pt x="3126" y="1560"/>
                  </a:cubicBezTo>
                  <a:cubicBezTo>
                    <a:pt x="3126" y="698"/>
                    <a:pt x="2427" y="1"/>
                    <a:pt x="15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29"/>
            <p:cNvSpPr/>
            <p:nvPr/>
          </p:nvSpPr>
          <p:spPr>
            <a:xfrm>
              <a:off x="3353005" y="1115859"/>
              <a:ext cx="1306689" cy="1059336"/>
            </a:xfrm>
            <a:custGeom>
              <a:rect b="b" l="l" r="r" t="t"/>
              <a:pathLst>
                <a:path extrusionOk="0" h="6249" w="7708">
                  <a:moveTo>
                    <a:pt x="1" y="1"/>
                  </a:moveTo>
                  <a:lnTo>
                    <a:pt x="1" y="2461"/>
                  </a:lnTo>
                  <a:cubicBezTo>
                    <a:pt x="1" y="3819"/>
                    <a:pt x="1104" y="4922"/>
                    <a:pt x="2461" y="4922"/>
                  </a:cubicBezTo>
                  <a:cubicBezTo>
                    <a:pt x="2915" y="4922"/>
                    <a:pt x="3339" y="4798"/>
                    <a:pt x="3706" y="4583"/>
                  </a:cubicBezTo>
                  <a:cubicBezTo>
                    <a:pt x="4621" y="5454"/>
                    <a:pt x="5742" y="6128"/>
                    <a:pt x="6980" y="6245"/>
                  </a:cubicBezTo>
                  <a:cubicBezTo>
                    <a:pt x="7001" y="6247"/>
                    <a:pt x="7022" y="6248"/>
                    <a:pt x="7042" y="6248"/>
                  </a:cubicBezTo>
                  <a:cubicBezTo>
                    <a:pt x="7708" y="6248"/>
                    <a:pt x="7684" y="5173"/>
                    <a:pt x="6980" y="5106"/>
                  </a:cubicBezTo>
                  <a:cubicBezTo>
                    <a:pt x="6051" y="5019"/>
                    <a:pt x="5217" y="4415"/>
                    <a:pt x="4555" y="3797"/>
                  </a:cubicBezTo>
                  <a:cubicBezTo>
                    <a:pt x="4549" y="3792"/>
                    <a:pt x="4544" y="3785"/>
                    <a:pt x="4536" y="3780"/>
                  </a:cubicBezTo>
                  <a:cubicBezTo>
                    <a:pt x="4780" y="3400"/>
                    <a:pt x="4922" y="2946"/>
                    <a:pt x="4922" y="2461"/>
                  </a:cubicBezTo>
                  <a:cubicBezTo>
                    <a:pt x="4922" y="1105"/>
                    <a:pt x="3818" y="1"/>
                    <a:pt x="24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29"/>
            <p:cNvSpPr/>
            <p:nvPr/>
          </p:nvSpPr>
          <p:spPr>
            <a:xfrm>
              <a:off x="3517101" y="1289788"/>
              <a:ext cx="530101" cy="528736"/>
            </a:xfrm>
            <a:custGeom>
              <a:rect b="b" l="l" r="r" t="t"/>
              <a:pathLst>
                <a:path extrusionOk="0" h="3119" w="3127">
                  <a:moveTo>
                    <a:pt x="1563" y="1"/>
                  </a:moveTo>
                  <a:cubicBezTo>
                    <a:pt x="700" y="1"/>
                    <a:pt x="1" y="699"/>
                    <a:pt x="1" y="1560"/>
                  </a:cubicBezTo>
                  <a:cubicBezTo>
                    <a:pt x="1" y="2421"/>
                    <a:pt x="700" y="3119"/>
                    <a:pt x="1563" y="3119"/>
                  </a:cubicBezTo>
                  <a:cubicBezTo>
                    <a:pt x="2427" y="3119"/>
                    <a:pt x="3126" y="2421"/>
                    <a:pt x="3126" y="1560"/>
                  </a:cubicBezTo>
                  <a:cubicBezTo>
                    <a:pt x="3126" y="699"/>
                    <a:pt x="2427" y="1"/>
                    <a:pt x="15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29"/>
            <p:cNvSpPr/>
            <p:nvPr/>
          </p:nvSpPr>
          <p:spPr>
            <a:xfrm>
              <a:off x="3608303" y="1430490"/>
              <a:ext cx="347354" cy="247331"/>
            </a:xfrm>
            <a:custGeom>
              <a:rect b="b" l="l" r="r" t="t"/>
              <a:pathLst>
                <a:path extrusionOk="0" h="1459" w="2049">
                  <a:moveTo>
                    <a:pt x="1382" y="171"/>
                  </a:moveTo>
                  <a:cubicBezTo>
                    <a:pt x="1480" y="171"/>
                    <a:pt x="1560" y="250"/>
                    <a:pt x="1560" y="349"/>
                  </a:cubicBezTo>
                  <a:cubicBezTo>
                    <a:pt x="1560" y="447"/>
                    <a:pt x="1480" y="527"/>
                    <a:pt x="1382" y="527"/>
                  </a:cubicBezTo>
                  <a:lnTo>
                    <a:pt x="679" y="527"/>
                  </a:lnTo>
                  <a:cubicBezTo>
                    <a:pt x="580" y="527"/>
                    <a:pt x="501" y="447"/>
                    <a:pt x="501" y="349"/>
                  </a:cubicBezTo>
                  <a:cubicBezTo>
                    <a:pt x="501" y="250"/>
                    <a:pt x="580" y="171"/>
                    <a:pt x="679" y="171"/>
                  </a:cubicBezTo>
                  <a:close/>
                  <a:moveTo>
                    <a:pt x="584" y="1"/>
                  </a:moveTo>
                  <a:cubicBezTo>
                    <a:pt x="457" y="1"/>
                    <a:pt x="354" y="104"/>
                    <a:pt x="354" y="231"/>
                  </a:cubicBezTo>
                  <a:lnTo>
                    <a:pt x="354" y="638"/>
                  </a:lnTo>
                  <a:lnTo>
                    <a:pt x="282" y="638"/>
                  </a:lnTo>
                  <a:cubicBezTo>
                    <a:pt x="126" y="638"/>
                    <a:pt x="1" y="764"/>
                    <a:pt x="1" y="920"/>
                  </a:cubicBezTo>
                  <a:lnTo>
                    <a:pt x="1" y="1168"/>
                  </a:lnTo>
                  <a:lnTo>
                    <a:pt x="206" y="1168"/>
                  </a:lnTo>
                  <a:cubicBezTo>
                    <a:pt x="206" y="1329"/>
                    <a:pt x="329" y="1459"/>
                    <a:pt x="482" y="1459"/>
                  </a:cubicBezTo>
                  <a:cubicBezTo>
                    <a:pt x="634" y="1459"/>
                    <a:pt x="757" y="1330"/>
                    <a:pt x="757" y="1168"/>
                  </a:cubicBezTo>
                  <a:lnTo>
                    <a:pt x="1286" y="1168"/>
                  </a:lnTo>
                  <a:cubicBezTo>
                    <a:pt x="1295" y="1321"/>
                    <a:pt x="1413" y="1441"/>
                    <a:pt x="1560" y="1441"/>
                  </a:cubicBezTo>
                  <a:cubicBezTo>
                    <a:pt x="1707" y="1441"/>
                    <a:pt x="1825" y="1321"/>
                    <a:pt x="1833" y="1168"/>
                  </a:cubicBezTo>
                  <a:lnTo>
                    <a:pt x="2048" y="1168"/>
                  </a:lnTo>
                  <a:lnTo>
                    <a:pt x="2048" y="920"/>
                  </a:lnTo>
                  <a:cubicBezTo>
                    <a:pt x="2048" y="763"/>
                    <a:pt x="1922" y="638"/>
                    <a:pt x="1767" y="638"/>
                  </a:cubicBezTo>
                  <a:lnTo>
                    <a:pt x="1734" y="638"/>
                  </a:lnTo>
                  <a:lnTo>
                    <a:pt x="1734" y="231"/>
                  </a:lnTo>
                  <a:cubicBezTo>
                    <a:pt x="1734" y="104"/>
                    <a:pt x="1631" y="1"/>
                    <a:pt x="15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29"/>
            <p:cNvSpPr/>
            <p:nvPr/>
          </p:nvSpPr>
          <p:spPr>
            <a:xfrm>
              <a:off x="4483996" y="1452161"/>
              <a:ext cx="1342967" cy="1017973"/>
            </a:xfrm>
            <a:custGeom>
              <a:rect b="b" l="l" r="r" t="t"/>
              <a:pathLst>
                <a:path extrusionOk="0" h="6005" w="7922">
                  <a:moveTo>
                    <a:pt x="5471" y="0"/>
                  </a:moveTo>
                  <a:cubicBezTo>
                    <a:pt x="4120" y="0"/>
                    <a:pt x="3021" y="1100"/>
                    <a:pt x="3021" y="2451"/>
                  </a:cubicBezTo>
                  <a:cubicBezTo>
                    <a:pt x="3021" y="2813"/>
                    <a:pt x="3101" y="3157"/>
                    <a:pt x="3242" y="3467"/>
                  </a:cubicBezTo>
                  <a:cubicBezTo>
                    <a:pt x="3209" y="3498"/>
                    <a:pt x="3175" y="3532"/>
                    <a:pt x="3142" y="3564"/>
                  </a:cubicBezTo>
                  <a:cubicBezTo>
                    <a:pt x="2482" y="4179"/>
                    <a:pt x="1652" y="4781"/>
                    <a:pt x="727" y="4868"/>
                  </a:cubicBezTo>
                  <a:cubicBezTo>
                    <a:pt x="28" y="4934"/>
                    <a:pt x="0" y="6004"/>
                    <a:pt x="664" y="6004"/>
                  </a:cubicBezTo>
                  <a:cubicBezTo>
                    <a:pt x="684" y="6004"/>
                    <a:pt x="705" y="6003"/>
                    <a:pt x="727" y="6001"/>
                  </a:cubicBezTo>
                  <a:cubicBezTo>
                    <a:pt x="1946" y="5887"/>
                    <a:pt x="3052" y="5231"/>
                    <a:pt x="3957" y="4376"/>
                  </a:cubicBezTo>
                  <a:cubicBezTo>
                    <a:pt x="4374" y="4705"/>
                    <a:pt x="4900" y="4901"/>
                    <a:pt x="5471" y="4901"/>
                  </a:cubicBezTo>
                  <a:cubicBezTo>
                    <a:pt x="6824" y="4901"/>
                    <a:pt x="7922" y="3801"/>
                    <a:pt x="7922" y="2451"/>
                  </a:cubicBezTo>
                  <a:lnTo>
                    <a:pt x="792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29"/>
            <p:cNvSpPr/>
            <p:nvPr/>
          </p:nvSpPr>
          <p:spPr>
            <a:xfrm>
              <a:off x="5159537" y="1604560"/>
              <a:ext cx="527897" cy="526532"/>
            </a:xfrm>
            <a:custGeom>
              <a:rect b="b" l="l" r="r" t="t"/>
              <a:pathLst>
                <a:path extrusionOk="0" h="3106" w="3114">
                  <a:moveTo>
                    <a:pt x="1557" y="0"/>
                  </a:moveTo>
                  <a:cubicBezTo>
                    <a:pt x="697" y="0"/>
                    <a:pt x="1" y="695"/>
                    <a:pt x="1" y="1553"/>
                  </a:cubicBezTo>
                  <a:cubicBezTo>
                    <a:pt x="1" y="2411"/>
                    <a:pt x="697" y="3106"/>
                    <a:pt x="1557" y="3106"/>
                  </a:cubicBezTo>
                  <a:cubicBezTo>
                    <a:pt x="2416" y="3106"/>
                    <a:pt x="3113" y="2411"/>
                    <a:pt x="3113" y="1553"/>
                  </a:cubicBezTo>
                  <a:cubicBezTo>
                    <a:pt x="3113" y="695"/>
                    <a:pt x="2416" y="0"/>
                    <a:pt x="15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91" name="Google Shape;2091;p29"/>
            <p:cNvGrpSpPr/>
            <p:nvPr/>
          </p:nvGrpSpPr>
          <p:grpSpPr>
            <a:xfrm>
              <a:off x="5289979" y="1694440"/>
              <a:ext cx="280224" cy="366509"/>
              <a:chOff x="5058446" y="1999092"/>
              <a:chExt cx="197719" cy="258600"/>
            </a:xfrm>
          </p:grpSpPr>
          <p:sp>
            <p:nvSpPr>
              <p:cNvPr id="2092" name="Google Shape;2092;p29"/>
              <p:cNvSpPr/>
              <p:nvPr/>
            </p:nvSpPr>
            <p:spPr>
              <a:xfrm>
                <a:off x="5120524" y="2227908"/>
                <a:ext cx="73921" cy="29784"/>
              </a:xfrm>
              <a:custGeom>
                <a:rect b="b" l="l" r="r" t="t"/>
                <a:pathLst>
                  <a:path extrusionOk="0" h="249" w="618">
                    <a:moveTo>
                      <a:pt x="1" y="1"/>
                    </a:moveTo>
                    <a:lnTo>
                      <a:pt x="24" y="141"/>
                    </a:lnTo>
                    <a:cubicBezTo>
                      <a:pt x="35" y="202"/>
                      <a:pt x="89" y="248"/>
                      <a:pt x="151" y="248"/>
                    </a:cubicBezTo>
                    <a:lnTo>
                      <a:pt x="468" y="248"/>
                    </a:lnTo>
                    <a:cubicBezTo>
                      <a:pt x="531" y="248"/>
                      <a:pt x="585" y="203"/>
                      <a:pt x="595" y="141"/>
                    </a:cubicBezTo>
                    <a:lnTo>
                      <a:pt x="61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29"/>
              <p:cNvSpPr/>
              <p:nvPr/>
            </p:nvSpPr>
            <p:spPr>
              <a:xfrm>
                <a:off x="5117055" y="2199321"/>
                <a:ext cx="80738" cy="23324"/>
              </a:xfrm>
              <a:custGeom>
                <a:rect b="b" l="l" r="r" t="t"/>
                <a:pathLst>
                  <a:path extrusionOk="0" h="195" w="675">
                    <a:moveTo>
                      <a:pt x="0" y="0"/>
                    </a:moveTo>
                    <a:lnTo>
                      <a:pt x="31" y="195"/>
                    </a:lnTo>
                    <a:lnTo>
                      <a:pt x="644" y="195"/>
                    </a:lnTo>
                    <a:lnTo>
                      <a:pt x="6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29"/>
              <p:cNvSpPr/>
              <p:nvPr/>
            </p:nvSpPr>
            <p:spPr>
              <a:xfrm>
                <a:off x="5058446" y="1999092"/>
                <a:ext cx="197719" cy="195088"/>
              </a:xfrm>
              <a:custGeom>
                <a:rect b="b" l="l" r="r" t="t"/>
                <a:pathLst>
                  <a:path extrusionOk="0" h="1631" w="1653">
                    <a:moveTo>
                      <a:pt x="1029" y="376"/>
                    </a:moveTo>
                    <a:lnTo>
                      <a:pt x="850" y="696"/>
                    </a:lnTo>
                    <a:lnTo>
                      <a:pt x="1090" y="701"/>
                    </a:lnTo>
                    <a:lnTo>
                      <a:pt x="791" y="1267"/>
                    </a:lnTo>
                    <a:lnTo>
                      <a:pt x="845" y="903"/>
                    </a:lnTo>
                    <a:lnTo>
                      <a:pt x="526" y="899"/>
                    </a:lnTo>
                    <a:lnTo>
                      <a:pt x="782" y="376"/>
                    </a:lnTo>
                    <a:close/>
                    <a:moveTo>
                      <a:pt x="805" y="0"/>
                    </a:moveTo>
                    <a:cubicBezTo>
                      <a:pt x="684" y="0"/>
                      <a:pt x="271" y="33"/>
                      <a:pt x="146" y="474"/>
                    </a:cubicBezTo>
                    <a:cubicBezTo>
                      <a:pt x="0" y="994"/>
                      <a:pt x="437" y="1349"/>
                      <a:pt x="437" y="1349"/>
                    </a:cubicBezTo>
                    <a:lnTo>
                      <a:pt x="482" y="1630"/>
                    </a:lnTo>
                    <a:lnTo>
                      <a:pt x="1171" y="1630"/>
                    </a:lnTo>
                    <a:lnTo>
                      <a:pt x="1215" y="1349"/>
                    </a:lnTo>
                    <a:cubicBezTo>
                      <a:pt x="1216" y="1349"/>
                      <a:pt x="1653" y="994"/>
                      <a:pt x="1507" y="474"/>
                    </a:cubicBezTo>
                    <a:cubicBezTo>
                      <a:pt x="1383" y="33"/>
                      <a:pt x="969" y="0"/>
                      <a:pt x="849" y="0"/>
                    </a:cubicBezTo>
                    <a:cubicBezTo>
                      <a:pt x="840" y="0"/>
                      <a:pt x="832" y="0"/>
                      <a:pt x="827" y="0"/>
                    </a:cubicBezTo>
                    <a:cubicBezTo>
                      <a:pt x="821" y="0"/>
                      <a:pt x="814" y="0"/>
                      <a:pt x="8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95" name="Google Shape;2095;p29"/>
            <p:cNvSpPr/>
            <p:nvPr/>
          </p:nvSpPr>
          <p:spPr>
            <a:xfrm>
              <a:off x="3353005" y="2329304"/>
              <a:ext cx="1306689" cy="1058997"/>
            </a:xfrm>
            <a:custGeom>
              <a:rect b="b" l="l" r="r" t="t"/>
              <a:pathLst>
                <a:path extrusionOk="0" h="6247" w="7708">
                  <a:moveTo>
                    <a:pt x="1" y="0"/>
                  </a:moveTo>
                  <a:lnTo>
                    <a:pt x="1" y="2461"/>
                  </a:lnTo>
                  <a:cubicBezTo>
                    <a:pt x="1" y="3818"/>
                    <a:pt x="1104" y="4922"/>
                    <a:pt x="2461" y="4922"/>
                  </a:cubicBezTo>
                  <a:cubicBezTo>
                    <a:pt x="2915" y="4922"/>
                    <a:pt x="3339" y="4798"/>
                    <a:pt x="3706" y="4583"/>
                  </a:cubicBezTo>
                  <a:cubicBezTo>
                    <a:pt x="4621" y="5454"/>
                    <a:pt x="5742" y="6128"/>
                    <a:pt x="6980" y="6244"/>
                  </a:cubicBezTo>
                  <a:cubicBezTo>
                    <a:pt x="7001" y="6246"/>
                    <a:pt x="7022" y="6246"/>
                    <a:pt x="7042" y="6246"/>
                  </a:cubicBezTo>
                  <a:cubicBezTo>
                    <a:pt x="7708" y="6246"/>
                    <a:pt x="7684" y="5171"/>
                    <a:pt x="6980" y="5106"/>
                  </a:cubicBezTo>
                  <a:cubicBezTo>
                    <a:pt x="6051" y="5019"/>
                    <a:pt x="5217" y="4414"/>
                    <a:pt x="4555" y="3796"/>
                  </a:cubicBezTo>
                  <a:cubicBezTo>
                    <a:pt x="4549" y="3791"/>
                    <a:pt x="4544" y="3785"/>
                    <a:pt x="4536" y="3780"/>
                  </a:cubicBezTo>
                  <a:cubicBezTo>
                    <a:pt x="4780" y="3398"/>
                    <a:pt x="4922" y="2946"/>
                    <a:pt x="4922" y="2461"/>
                  </a:cubicBezTo>
                  <a:cubicBezTo>
                    <a:pt x="4922" y="1104"/>
                    <a:pt x="3818" y="0"/>
                    <a:pt x="2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29"/>
            <p:cNvSpPr/>
            <p:nvPr/>
          </p:nvSpPr>
          <p:spPr>
            <a:xfrm>
              <a:off x="3517101" y="2502893"/>
              <a:ext cx="530101" cy="528736"/>
            </a:xfrm>
            <a:custGeom>
              <a:rect b="b" l="l" r="r" t="t"/>
              <a:pathLst>
                <a:path extrusionOk="0" h="3119" w="3127">
                  <a:moveTo>
                    <a:pt x="1563" y="0"/>
                  </a:moveTo>
                  <a:cubicBezTo>
                    <a:pt x="700" y="0"/>
                    <a:pt x="1" y="698"/>
                    <a:pt x="1" y="1560"/>
                  </a:cubicBezTo>
                  <a:cubicBezTo>
                    <a:pt x="1" y="2420"/>
                    <a:pt x="700" y="3119"/>
                    <a:pt x="1563" y="3119"/>
                  </a:cubicBezTo>
                  <a:cubicBezTo>
                    <a:pt x="2427" y="3119"/>
                    <a:pt x="3126" y="2420"/>
                    <a:pt x="3126" y="1560"/>
                  </a:cubicBezTo>
                  <a:cubicBezTo>
                    <a:pt x="3126" y="698"/>
                    <a:pt x="2427" y="0"/>
                    <a:pt x="15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97" name="Google Shape;2097;p29"/>
            <p:cNvGrpSpPr/>
            <p:nvPr/>
          </p:nvGrpSpPr>
          <p:grpSpPr>
            <a:xfrm>
              <a:off x="3621420" y="2610754"/>
              <a:ext cx="354642" cy="306328"/>
              <a:chOff x="3941633" y="2686140"/>
              <a:chExt cx="250228" cy="216138"/>
            </a:xfrm>
          </p:grpSpPr>
          <p:sp>
            <p:nvSpPr>
              <p:cNvPr id="2098" name="Google Shape;2098;p29"/>
              <p:cNvSpPr/>
              <p:nvPr/>
            </p:nvSpPr>
            <p:spPr>
              <a:xfrm>
                <a:off x="4138513" y="2714009"/>
                <a:ext cx="53347" cy="132172"/>
              </a:xfrm>
              <a:custGeom>
                <a:rect b="b" l="l" r="r" t="t"/>
                <a:pathLst>
                  <a:path extrusionOk="0" h="1105" w="446">
                    <a:moveTo>
                      <a:pt x="182" y="1"/>
                    </a:moveTo>
                    <a:lnTo>
                      <a:pt x="182" y="524"/>
                    </a:lnTo>
                    <a:lnTo>
                      <a:pt x="177" y="524"/>
                    </a:lnTo>
                    <a:cubicBezTo>
                      <a:pt x="153" y="524"/>
                      <a:pt x="134" y="543"/>
                      <a:pt x="134" y="568"/>
                    </a:cubicBezTo>
                    <a:lnTo>
                      <a:pt x="134" y="676"/>
                    </a:lnTo>
                    <a:cubicBezTo>
                      <a:pt x="56" y="711"/>
                      <a:pt x="1" y="790"/>
                      <a:pt x="1" y="881"/>
                    </a:cubicBezTo>
                    <a:cubicBezTo>
                      <a:pt x="1" y="1005"/>
                      <a:pt x="100" y="1105"/>
                      <a:pt x="223" y="1105"/>
                    </a:cubicBezTo>
                    <a:cubicBezTo>
                      <a:pt x="346" y="1105"/>
                      <a:pt x="446" y="1005"/>
                      <a:pt x="446" y="881"/>
                    </a:cubicBezTo>
                    <a:cubicBezTo>
                      <a:pt x="446" y="790"/>
                      <a:pt x="391" y="711"/>
                      <a:pt x="313" y="676"/>
                    </a:cubicBezTo>
                    <a:lnTo>
                      <a:pt x="313" y="568"/>
                    </a:lnTo>
                    <a:cubicBezTo>
                      <a:pt x="313" y="543"/>
                      <a:pt x="293" y="524"/>
                      <a:pt x="269" y="524"/>
                    </a:cubicBezTo>
                    <a:lnTo>
                      <a:pt x="267" y="524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9" name="Google Shape;2099;p29"/>
              <p:cNvSpPr/>
              <p:nvPr/>
            </p:nvSpPr>
            <p:spPr>
              <a:xfrm>
                <a:off x="3941633" y="2846180"/>
                <a:ext cx="153104" cy="56098"/>
              </a:xfrm>
              <a:custGeom>
                <a:rect b="b" l="l" r="r" t="t"/>
                <a:pathLst>
                  <a:path extrusionOk="0" h="469" w="1280">
                    <a:moveTo>
                      <a:pt x="261" y="128"/>
                    </a:moveTo>
                    <a:cubicBezTo>
                      <a:pt x="322" y="128"/>
                      <a:pt x="370" y="176"/>
                      <a:pt x="370" y="235"/>
                    </a:cubicBezTo>
                    <a:cubicBezTo>
                      <a:pt x="370" y="294"/>
                      <a:pt x="322" y="343"/>
                      <a:pt x="261" y="343"/>
                    </a:cubicBezTo>
                    <a:cubicBezTo>
                      <a:pt x="201" y="343"/>
                      <a:pt x="153" y="294"/>
                      <a:pt x="153" y="235"/>
                    </a:cubicBezTo>
                    <a:cubicBezTo>
                      <a:pt x="153" y="176"/>
                      <a:pt x="201" y="128"/>
                      <a:pt x="261" y="128"/>
                    </a:cubicBezTo>
                    <a:close/>
                    <a:moveTo>
                      <a:pt x="1012" y="128"/>
                    </a:moveTo>
                    <a:cubicBezTo>
                      <a:pt x="1073" y="128"/>
                      <a:pt x="1121" y="176"/>
                      <a:pt x="1121" y="235"/>
                    </a:cubicBezTo>
                    <a:cubicBezTo>
                      <a:pt x="1121" y="294"/>
                      <a:pt x="1074" y="343"/>
                      <a:pt x="1012" y="343"/>
                    </a:cubicBezTo>
                    <a:cubicBezTo>
                      <a:pt x="952" y="343"/>
                      <a:pt x="904" y="294"/>
                      <a:pt x="904" y="235"/>
                    </a:cubicBezTo>
                    <a:cubicBezTo>
                      <a:pt x="904" y="176"/>
                      <a:pt x="952" y="128"/>
                      <a:pt x="1012" y="128"/>
                    </a:cubicBezTo>
                    <a:close/>
                    <a:moveTo>
                      <a:pt x="147" y="1"/>
                    </a:moveTo>
                    <a:cubicBezTo>
                      <a:pt x="66" y="1"/>
                      <a:pt x="1" y="66"/>
                      <a:pt x="1" y="147"/>
                    </a:cubicBezTo>
                    <a:lnTo>
                      <a:pt x="1" y="323"/>
                    </a:lnTo>
                    <a:cubicBezTo>
                      <a:pt x="1" y="404"/>
                      <a:pt x="66" y="469"/>
                      <a:pt x="147" y="469"/>
                    </a:cubicBezTo>
                    <a:lnTo>
                      <a:pt x="1134" y="469"/>
                    </a:lnTo>
                    <a:cubicBezTo>
                      <a:pt x="1214" y="469"/>
                      <a:pt x="1279" y="404"/>
                      <a:pt x="1279" y="323"/>
                    </a:cubicBezTo>
                    <a:lnTo>
                      <a:pt x="1279" y="147"/>
                    </a:lnTo>
                    <a:cubicBezTo>
                      <a:pt x="1279" y="66"/>
                      <a:pt x="1214" y="1"/>
                      <a:pt x="11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0" name="Google Shape;2100;p29"/>
              <p:cNvSpPr/>
              <p:nvPr/>
            </p:nvSpPr>
            <p:spPr>
              <a:xfrm>
                <a:off x="3951920" y="2686140"/>
                <a:ext cx="225589" cy="152267"/>
              </a:xfrm>
              <a:custGeom>
                <a:rect b="b" l="l" r="r" t="t"/>
                <a:pathLst>
                  <a:path extrusionOk="0" h="1273" w="1886">
                    <a:moveTo>
                      <a:pt x="729" y="501"/>
                    </a:moveTo>
                    <a:cubicBezTo>
                      <a:pt x="819" y="501"/>
                      <a:pt x="891" y="566"/>
                      <a:pt x="891" y="647"/>
                    </a:cubicBezTo>
                    <a:cubicBezTo>
                      <a:pt x="892" y="728"/>
                      <a:pt x="819" y="793"/>
                      <a:pt x="729" y="793"/>
                    </a:cubicBezTo>
                    <a:lnTo>
                      <a:pt x="344" y="793"/>
                    </a:lnTo>
                    <a:cubicBezTo>
                      <a:pt x="255" y="793"/>
                      <a:pt x="184" y="728"/>
                      <a:pt x="184" y="647"/>
                    </a:cubicBezTo>
                    <a:cubicBezTo>
                      <a:pt x="184" y="566"/>
                      <a:pt x="256" y="501"/>
                      <a:pt x="344" y="501"/>
                    </a:cubicBezTo>
                    <a:close/>
                    <a:moveTo>
                      <a:pt x="1754" y="0"/>
                    </a:moveTo>
                    <a:cubicBezTo>
                      <a:pt x="1729" y="0"/>
                      <a:pt x="1705" y="8"/>
                      <a:pt x="1684" y="22"/>
                    </a:cubicBezTo>
                    <a:lnTo>
                      <a:pt x="1064" y="409"/>
                    </a:lnTo>
                    <a:cubicBezTo>
                      <a:pt x="1040" y="356"/>
                      <a:pt x="982" y="317"/>
                      <a:pt x="913" y="317"/>
                    </a:cubicBezTo>
                    <a:lnTo>
                      <a:pt x="161" y="317"/>
                    </a:lnTo>
                    <a:cubicBezTo>
                      <a:pt x="72" y="317"/>
                      <a:pt x="0" y="382"/>
                      <a:pt x="0" y="463"/>
                    </a:cubicBezTo>
                    <a:lnTo>
                      <a:pt x="0" y="1126"/>
                    </a:lnTo>
                    <a:cubicBezTo>
                      <a:pt x="0" y="1207"/>
                      <a:pt x="73" y="1272"/>
                      <a:pt x="161" y="1272"/>
                    </a:cubicBezTo>
                    <a:lnTo>
                      <a:pt x="913" y="1272"/>
                    </a:lnTo>
                    <a:cubicBezTo>
                      <a:pt x="1003" y="1272"/>
                      <a:pt x="1075" y="1207"/>
                      <a:pt x="1075" y="1126"/>
                    </a:cubicBezTo>
                    <a:lnTo>
                      <a:pt x="1075" y="840"/>
                    </a:lnTo>
                    <a:lnTo>
                      <a:pt x="1836" y="239"/>
                    </a:lnTo>
                    <a:cubicBezTo>
                      <a:pt x="1868" y="213"/>
                      <a:pt x="1885" y="177"/>
                      <a:pt x="1885" y="136"/>
                    </a:cubicBezTo>
                    <a:cubicBezTo>
                      <a:pt x="1885" y="85"/>
                      <a:pt x="1860" y="41"/>
                      <a:pt x="1818" y="18"/>
                    </a:cubicBezTo>
                    <a:cubicBezTo>
                      <a:pt x="1798" y="6"/>
                      <a:pt x="1776" y="0"/>
                      <a:pt x="17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01" name="Google Shape;2101;p29"/>
            <p:cNvSpPr/>
            <p:nvPr/>
          </p:nvSpPr>
          <p:spPr>
            <a:xfrm>
              <a:off x="4483996" y="2668797"/>
              <a:ext cx="1342967" cy="1017973"/>
            </a:xfrm>
            <a:custGeom>
              <a:rect b="b" l="l" r="r" t="t"/>
              <a:pathLst>
                <a:path extrusionOk="0" h="6005" w="7922">
                  <a:moveTo>
                    <a:pt x="5471" y="1"/>
                  </a:moveTo>
                  <a:cubicBezTo>
                    <a:pt x="4120" y="1"/>
                    <a:pt x="3021" y="1101"/>
                    <a:pt x="3021" y="2451"/>
                  </a:cubicBezTo>
                  <a:cubicBezTo>
                    <a:pt x="3021" y="2813"/>
                    <a:pt x="3101" y="3157"/>
                    <a:pt x="3242" y="3466"/>
                  </a:cubicBezTo>
                  <a:cubicBezTo>
                    <a:pt x="3209" y="3499"/>
                    <a:pt x="3175" y="3532"/>
                    <a:pt x="3142" y="3563"/>
                  </a:cubicBezTo>
                  <a:cubicBezTo>
                    <a:pt x="2482" y="4179"/>
                    <a:pt x="1652" y="4781"/>
                    <a:pt x="727" y="4868"/>
                  </a:cubicBezTo>
                  <a:cubicBezTo>
                    <a:pt x="28" y="4934"/>
                    <a:pt x="0" y="6005"/>
                    <a:pt x="665" y="6005"/>
                  </a:cubicBezTo>
                  <a:cubicBezTo>
                    <a:pt x="685" y="6005"/>
                    <a:pt x="705" y="6004"/>
                    <a:pt x="727" y="6002"/>
                  </a:cubicBezTo>
                  <a:cubicBezTo>
                    <a:pt x="1946" y="5888"/>
                    <a:pt x="3052" y="5230"/>
                    <a:pt x="3957" y="4376"/>
                  </a:cubicBezTo>
                  <a:cubicBezTo>
                    <a:pt x="4374" y="4704"/>
                    <a:pt x="4900" y="4902"/>
                    <a:pt x="5471" y="4902"/>
                  </a:cubicBezTo>
                  <a:cubicBezTo>
                    <a:pt x="6824" y="4902"/>
                    <a:pt x="7922" y="3802"/>
                    <a:pt x="7922" y="2451"/>
                  </a:cubicBezTo>
                  <a:lnTo>
                    <a:pt x="792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29"/>
            <p:cNvSpPr/>
            <p:nvPr/>
          </p:nvSpPr>
          <p:spPr>
            <a:xfrm>
              <a:off x="5159537" y="2821365"/>
              <a:ext cx="527897" cy="526532"/>
            </a:xfrm>
            <a:custGeom>
              <a:rect b="b" l="l" r="r" t="t"/>
              <a:pathLst>
                <a:path extrusionOk="0" h="3106" w="3114">
                  <a:moveTo>
                    <a:pt x="1557" y="0"/>
                  </a:moveTo>
                  <a:cubicBezTo>
                    <a:pt x="697" y="0"/>
                    <a:pt x="1" y="695"/>
                    <a:pt x="1" y="1552"/>
                  </a:cubicBezTo>
                  <a:cubicBezTo>
                    <a:pt x="1" y="2410"/>
                    <a:pt x="697" y="3105"/>
                    <a:pt x="1557" y="3105"/>
                  </a:cubicBezTo>
                  <a:cubicBezTo>
                    <a:pt x="2416" y="3105"/>
                    <a:pt x="3113" y="2410"/>
                    <a:pt x="3113" y="1552"/>
                  </a:cubicBezTo>
                  <a:cubicBezTo>
                    <a:pt x="3113" y="695"/>
                    <a:pt x="2416" y="0"/>
                    <a:pt x="15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29"/>
            <p:cNvSpPr/>
            <p:nvPr/>
          </p:nvSpPr>
          <p:spPr>
            <a:xfrm>
              <a:off x="5281423" y="2913585"/>
              <a:ext cx="287004" cy="314292"/>
            </a:xfrm>
            <a:custGeom>
              <a:rect b="b" l="l" r="r" t="t"/>
              <a:pathLst>
                <a:path extrusionOk="0" h="1854" w="1693">
                  <a:moveTo>
                    <a:pt x="1516" y="741"/>
                  </a:moveTo>
                  <a:cubicBezTo>
                    <a:pt x="1584" y="741"/>
                    <a:pt x="1639" y="794"/>
                    <a:pt x="1639" y="860"/>
                  </a:cubicBezTo>
                  <a:cubicBezTo>
                    <a:pt x="1637" y="925"/>
                    <a:pt x="1583" y="979"/>
                    <a:pt x="1516" y="979"/>
                  </a:cubicBezTo>
                  <a:cubicBezTo>
                    <a:pt x="1448" y="979"/>
                    <a:pt x="1394" y="925"/>
                    <a:pt x="1394" y="860"/>
                  </a:cubicBezTo>
                  <a:cubicBezTo>
                    <a:pt x="1394" y="793"/>
                    <a:pt x="1448" y="741"/>
                    <a:pt x="1516" y="741"/>
                  </a:cubicBezTo>
                  <a:close/>
                  <a:moveTo>
                    <a:pt x="1516" y="1038"/>
                  </a:moveTo>
                  <a:cubicBezTo>
                    <a:pt x="1550" y="1038"/>
                    <a:pt x="1578" y="1064"/>
                    <a:pt x="1578" y="1098"/>
                  </a:cubicBezTo>
                  <a:cubicBezTo>
                    <a:pt x="1578" y="1131"/>
                    <a:pt x="1549" y="1158"/>
                    <a:pt x="1516" y="1158"/>
                  </a:cubicBezTo>
                  <a:cubicBezTo>
                    <a:pt x="1483" y="1158"/>
                    <a:pt x="1455" y="1131"/>
                    <a:pt x="1455" y="1098"/>
                  </a:cubicBezTo>
                  <a:cubicBezTo>
                    <a:pt x="1455" y="1064"/>
                    <a:pt x="1482" y="1038"/>
                    <a:pt x="1516" y="1038"/>
                  </a:cubicBezTo>
                  <a:close/>
                  <a:moveTo>
                    <a:pt x="1087" y="586"/>
                  </a:moveTo>
                  <a:cubicBezTo>
                    <a:pt x="1218" y="586"/>
                    <a:pt x="1325" y="693"/>
                    <a:pt x="1325" y="825"/>
                  </a:cubicBezTo>
                  <a:lnTo>
                    <a:pt x="1325" y="1391"/>
                  </a:lnTo>
                  <a:cubicBezTo>
                    <a:pt x="1325" y="1522"/>
                    <a:pt x="1218" y="1630"/>
                    <a:pt x="1087" y="1630"/>
                  </a:cubicBezTo>
                  <a:lnTo>
                    <a:pt x="444" y="1630"/>
                  </a:lnTo>
                  <a:cubicBezTo>
                    <a:pt x="312" y="1630"/>
                    <a:pt x="205" y="1523"/>
                    <a:pt x="205" y="1391"/>
                  </a:cubicBezTo>
                  <a:lnTo>
                    <a:pt x="205" y="825"/>
                  </a:lnTo>
                  <a:cubicBezTo>
                    <a:pt x="205" y="694"/>
                    <a:pt x="312" y="586"/>
                    <a:pt x="444" y="586"/>
                  </a:cubicBezTo>
                  <a:close/>
                  <a:moveTo>
                    <a:pt x="496" y="1"/>
                  </a:moveTo>
                  <a:cubicBezTo>
                    <a:pt x="477" y="1"/>
                    <a:pt x="459" y="7"/>
                    <a:pt x="445" y="21"/>
                  </a:cubicBezTo>
                  <a:cubicBezTo>
                    <a:pt x="417" y="49"/>
                    <a:pt x="417" y="96"/>
                    <a:pt x="445" y="123"/>
                  </a:cubicBezTo>
                  <a:cubicBezTo>
                    <a:pt x="460" y="138"/>
                    <a:pt x="478" y="145"/>
                    <a:pt x="497" y="145"/>
                  </a:cubicBezTo>
                  <a:cubicBezTo>
                    <a:pt x="501" y="145"/>
                    <a:pt x="506" y="144"/>
                    <a:pt x="511" y="144"/>
                  </a:cubicBezTo>
                  <a:lnTo>
                    <a:pt x="696" y="331"/>
                  </a:lnTo>
                  <a:cubicBezTo>
                    <a:pt x="689" y="339"/>
                    <a:pt x="682" y="349"/>
                    <a:pt x="677" y="360"/>
                  </a:cubicBezTo>
                  <a:lnTo>
                    <a:pt x="240" y="360"/>
                  </a:lnTo>
                  <a:cubicBezTo>
                    <a:pt x="109" y="360"/>
                    <a:pt x="1" y="467"/>
                    <a:pt x="1" y="599"/>
                  </a:cubicBezTo>
                  <a:lnTo>
                    <a:pt x="1" y="1615"/>
                  </a:lnTo>
                  <a:cubicBezTo>
                    <a:pt x="1" y="1746"/>
                    <a:pt x="108" y="1853"/>
                    <a:pt x="240" y="1853"/>
                  </a:cubicBezTo>
                  <a:lnTo>
                    <a:pt x="1451" y="1853"/>
                  </a:lnTo>
                  <a:cubicBezTo>
                    <a:pt x="1582" y="1853"/>
                    <a:pt x="1690" y="1746"/>
                    <a:pt x="1690" y="1615"/>
                  </a:cubicBezTo>
                  <a:lnTo>
                    <a:pt x="1690" y="599"/>
                  </a:lnTo>
                  <a:cubicBezTo>
                    <a:pt x="1692" y="467"/>
                    <a:pt x="1585" y="360"/>
                    <a:pt x="1453" y="360"/>
                  </a:cubicBezTo>
                  <a:lnTo>
                    <a:pt x="944" y="360"/>
                  </a:lnTo>
                  <a:cubicBezTo>
                    <a:pt x="940" y="353"/>
                    <a:pt x="936" y="346"/>
                    <a:pt x="933" y="339"/>
                  </a:cubicBezTo>
                  <a:lnTo>
                    <a:pt x="1098" y="173"/>
                  </a:lnTo>
                  <a:cubicBezTo>
                    <a:pt x="1102" y="174"/>
                    <a:pt x="1106" y="174"/>
                    <a:pt x="1110" y="174"/>
                  </a:cubicBezTo>
                  <a:cubicBezTo>
                    <a:pt x="1129" y="174"/>
                    <a:pt x="1148" y="167"/>
                    <a:pt x="1163" y="153"/>
                  </a:cubicBezTo>
                  <a:cubicBezTo>
                    <a:pt x="1191" y="124"/>
                    <a:pt x="1191" y="78"/>
                    <a:pt x="1163" y="50"/>
                  </a:cubicBezTo>
                  <a:cubicBezTo>
                    <a:pt x="1149" y="36"/>
                    <a:pt x="1131" y="29"/>
                    <a:pt x="1112" y="29"/>
                  </a:cubicBezTo>
                  <a:cubicBezTo>
                    <a:pt x="1094" y="29"/>
                    <a:pt x="1075" y="37"/>
                    <a:pt x="1061" y="52"/>
                  </a:cubicBezTo>
                  <a:cubicBezTo>
                    <a:pt x="1046" y="67"/>
                    <a:pt x="1037" y="88"/>
                    <a:pt x="1041" y="109"/>
                  </a:cubicBezTo>
                  <a:lnTo>
                    <a:pt x="864" y="286"/>
                  </a:lnTo>
                  <a:cubicBezTo>
                    <a:pt x="847" y="280"/>
                    <a:pt x="829" y="276"/>
                    <a:pt x="810" y="276"/>
                  </a:cubicBezTo>
                  <a:cubicBezTo>
                    <a:pt x="796" y="276"/>
                    <a:pt x="782" y="278"/>
                    <a:pt x="769" y="282"/>
                  </a:cubicBezTo>
                  <a:lnTo>
                    <a:pt x="568" y="80"/>
                  </a:lnTo>
                  <a:cubicBezTo>
                    <a:pt x="570" y="60"/>
                    <a:pt x="563" y="37"/>
                    <a:pt x="547" y="22"/>
                  </a:cubicBezTo>
                  <a:cubicBezTo>
                    <a:pt x="533" y="8"/>
                    <a:pt x="514" y="1"/>
                    <a:pt x="4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29"/>
            <p:cNvSpPr/>
            <p:nvPr/>
          </p:nvSpPr>
          <p:spPr>
            <a:xfrm>
              <a:off x="4483996" y="3885433"/>
              <a:ext cx="1342967" cy="1017973"/>
            </a:xfrm>
            <a:custGeom>
              <a:rect b="b" l="l" r="r" t="t"/>
              <a:pathLst>
                <a:path extrusionOk="0" h="6005" w="7922">
                  <a:moveTo>
                    <a:pt x="5471" y="0"/>
                  </a:moveTo>
                  <a:cubicBezTo>
                    <a:pt x="4120" y="0"/>
                    <a:pt x="3021" y="1100"/>
                    <a:pt x="3021" y="2451"/>
                  </a:cubicBezTo>
                  <a:cubicBezTo>
                    <a:pt x="3021" y="2813"/>
                    <a:pt x="3101" y="3157"/>
                    <a:pt x="3242" y="3466"/>
                  </a:cubicBezTo>
                  <a:cubicBezTo>
                    <a:pt x="3209" y="3498"/>
                    <a:pt x="3175" y="3531"/>
                    <a:pt x="3142" y="3563"/>
                  </a:cubicBezTo>
                  <a:cubicBezTo>
                    <a:pt x="2482" y="4179"/>
                    <a:pt x="1652" y="4781"/>
                    <a:pt x="727" y="4868"/>
                  </a:cubicBezTo>
                  <a:cubicBezTo>
                    <a:pt x="28" y="4934"/>
                    <a:pt x="0" y="6004"/>
                    <a:pt x="665" y="6004"/>
                  </a:cubicBezTo>
                  <a:cubicBezTo>
                    <a:pt x="685" y="6004"/>
                    <a:pt x="705" y="6003"/>
                    <a:pt x="727" y="6001"/>
                  </a:cubicBezTo>
                  <a:cubicBezTo>
                    <a:pt x="1946" y="5888"/>
                    <a:pt x="3052" y="5230"/>
                    <a:pt x="3957" y="4375"/>
                  </a:cubicBezTo>
                  <a:cubicBezTo>
                    <a:pt x="4374" y="4704"/>
                    <a:pt x="4900" y="4901"/>
                    <a:pt x="5471" y="4901"/>
                  </a:cubicBezTo>
                  <a:cubicBezTo>
                    <a:pt x="6824" y="4901"/>
                    <a:pt x="7922" y="3801"/>
                    <a:pt x="7922" y="2451"/>
                  </a:cubicBezTo>
                  <a:lnTo>
                    <a:pt x="792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29"/>
            <p:cNvSpPr/>
            <p:nvPr/>
          </p:nvSpPr>
          <p:spPr>
            <a:xfrm>
              <a:off x="5159537" y="4037493"/>
              <a:ext cx="527897" cy="526532"/>
            </a:xfrm>
            <a:custGeom>
              <a:rect b="b" l="l" r="r" t="t"/>
              <a:pathLst>
                <a:path extrusionOk="0" h="3106" w="3114">
                  <a:moveTo>
                    <a:pt x="1557" y="1"/>
                  </a:moveTo>
                  <a:cubicBezTo>
                    <a:pt x="697" y="1"/>
                    <a:pt x="1" y="696"/>
                    <a:pt x="1" y="1554"/>
                  </a:cubicBezTo>
                  <a:cubicBezTo>
                    <a:pt x="1" y="2411"/>
                    <a:pt x="697" y="3106"/>
                    <a:pt x="1557" y="3106"/>
                  </a:cubicBezTo>
                  <a:cubicBezTo>
                    <a:pt x="2416" y="3106"/>
                    <a:pt x="3113" y="2411"/>
                    <a:pt x="3113" y="1554"/>
                  </a:cubicBezTo>
                  <a:cubicBezTo>
                    <a:pt x="3113" y="696"/>
                    <a:pt x="2416" y="1"/>
                    <a:pt x="15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06" name="Google Shape;2106;p29"/>
            <p:cNvGrpSpPr/>
            <p:nvPr/>
          </p:nvGrpSpPr>
          <p:grpSpPr>
            <a:xfrm>
              <a:off x="5331343" y="4117915"/>
              <a:ext cx="228687" cy="363799"/>
              <a:chOff x="5087631" y="4098751"/>
              <a:chExt cx="161356" cy="256688"/>
            </a:xfrm>
          </p:grpSpPr>
          <p:sp>
            <p:nvSpPr>
              <p:cNvPr id="2107" name="Google Shape;2107;p29"/>
              <p:cNvSpPr/>
              <p:nvPr/>
            </p:nvSpPr>
            <p:spPr>
              <a:xfrm>
                <a:off x="5087631" y="4098751"/>
                <a:ext cx="119613" cy="256688"/>
              </a:xfrm>
              <a:custGeom>
                <a:rect b="b" l="l" r="r" t="t"/>
                <a:pathLst>
                  <a:path extrusionOk="0" h="2146" w="1000">
                    <a:moveTo>
                      <a:pt x="724" y="257"/>
                    </a:moveTo>
                    <a:cubicBezTo>
                      <a:pt x="784" y="257"/>
                      <a:pt x="835" y="412"/>
                      <a:pt x="835" y="472"/>
                    </a:cubicBezTo>
                    <a:cubicBezTo>
                      <a:pt x="835" y="532"/>
                      <a:pt x="785" y="582"/>
                      <a:pt x="724" y="582"/>
                    </a:cubicBezTo>
                    <a:lnTo>
                      <a:pt x="257" y="582"/>
                    </a:lnTo>
                    <a:cubicBezTo>
                      <a:pt x="197" y="582"/>
                      <a:pt x="148" y="533"/>
                      <a:pt x="148" y="472"/>
                    </a:cubicBezTo>
                    <a:cubicBezTo>
                      <a:pt x="148" y="411"/>
                      <a:pt x="196" y="257"/>
                      <a:pt x="257" y="257"/>
                    </a:cubicBezTo>
                    <a:close/>
                    <a:moveTo>
                      <a:pt x="118" y="0"/>
                    </a:moveTo>
                    <a:cubicBezTo>
                      <a:pt x="53" y="0"/>
                      <a:pt x="1" y="52"/>
                      <a:pt x="1" y="118"/>
                    </a:cubicBezTo>
                    <a:lnTo>
                      <a:pt x="1" y="2028"/>
                    </a:lnTo>
                    <a:cubicBezTo>
                      <a:pt x="1" y="2094"/>
                      <a:pt x="53" y="2146"/>
                      <a:pt x="118" y="2146"/>
                    </a:cubicBezTo>
                    <a:lnTo>
                      <a:pt x="881" y="2146"/>
                    </a:lnTo>
                    <a:cubicBezTo>
                      <a:pt x="946" y="2146"/>
                      <a:pt x="998" y="2094"/>
                      <a:pt x="998" y="2028"/>
                    </a:cubicBezTo>
                    <a:lnTo>
                      <a:pt x="998" y="118"/>
                    </a:lnTo>
                    <a:cubicBezTo>
                      <a:pt x="999" y="52"/>
                      <a:pt x="946" y="0"/>
                      <a:pt x="88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8" name="Google Shape;2108;p29"/>
              <p:cNvSpPr/>
              <p:nvPr/>
            </p:nvSpPr>
            <p:spPr>
              <a:xfrm>
                <a:off x="5211907" y="4122195"/>
                <a:ext cx="37080" cy="125952"/>
              </a:xfrm>
              <a:custGeom>
                <a:rect b="b" l="l" r="r" t="t"/>
                <a:pathLst>
                  <a:path extrusionOk="0" h="1053" w="310">
                    <a:moveTo>
                      <a:pt x="0" y="1"/>
                    </a:moveTo>
                    <a:lnTo>
                      <a:pt x="0" y="62"/>
                    </a:lnTo>
                    <a:lnTo>
                      <a:pt x="91" y="106"/>
                    </a:lnTo>
                    <a:cubicBezTo>
                      <a:pt x="89" y="111"/>
                      <a:pt x="88" y="116"/>
                      <a:pt x="88" y="121"/>
                    </a:cubicBezTo>
                    <a:lnTo>
                      <a:pt x="88" y="209"/>
                    </a:lnTo>
                    <a:cubicBezTo>
                      <a:pt x="88" y="230"/>
                      <a:pt x="99" y="248"/>
                      <a:pt x="115" y="260"/>
                    </a:cubicBezTo>
                    <a:cubicBezTo>
                      <a:pt x="134" y="274"/>
                      <a:pt x="143" y="292"/>
                      <a:pt x="149" y="305"/>
                    </a:cubicBezTo>
                    <a:cubicBezTo>
                      <a:pt x="151" y="311"/>
                      <a:pt x="152" y="317"/>
                      <a:pt x="152" y="325"/>
                    </a:cubicBezTo>
                    <a:lnTo>
                      <a:pt x="152" y="367"/>
                    </a:lnTo>
                    <a:cubicBezTo>
                      <a:pt x="152" y="385"/>
                      <a:pt x="161" y="402"/>
                      <a:pt x="175" y="413"/>
                    </a:cubicBezTo>
                    <a:lnTo>
                      <a:pt x="175" y="920"/>
                    </a:lnTo>
                    <a:cubicBezTo>
                      <a:pt x="175" y="935"/>
                      <a:pt x="162" y="946"/>
                      <a:pt x="149" y="946"/>
                    </a:cubicBezTo>
                    <a:cubicBezTo>
                      <a:pt x="133" y="946"/>
                      <a:pt x="121" y="934"/>
                      <a:pt x="121" y="920"/>
                    </a:cubicBezTo>
                    <a:lnTo>
                      <a:pt x="121" y="502"/>
                    </a:lnTo>
                    <a:lnTo>
                      <a:pt x="17" y="502"/>
                    </a:lnTo>
                    <a:lnTo>
                      <a:pt x="17" y="920"/>
                    </a:lnTo>
                    <a:cubicBezTo>
                      <a:pt x="17" y="992"/>
                      <a:pt x="75" y="1053"/>
                      <a:pt x="150" y="1053"/>
                    </a:cubicBezTo>
                    <a:cubicBezTo>
                      <a:pt x="222" y="1053"/>
                      <a:pt x="283" y="993"/>
                      <a:pt x="283" y="920"/>
                    </a:cubicBezTo>
                    <a:lnTo>
                      <a:pt x="283" y="414"/>
                    </a:lnTo>
                    <a:cubicBezTo>
                      <a:pt x="298" y="404"/>
                      <a:pt x="309" y="385"/>
                      <a:pt x="309" y="366"/>
                    </a:cubicBezTo>
                    <a:lnTo>
                      <a:pt x="309" y="265"/>
                    </a:lnTo>
                    <a:cubicBezTo>
                      <a:pt x="306" y="183"/>
                      <a:pt x="261" y="110"/>
                      <a:pt x="188" y="72"/>
                    </a:cubicBezTo>
                    <a:lnTo>
                      <a:pt x="175" y="66"/>
                    </a:lnTo>
                    <a:cubicBezTo>
                      <a:pt x="167" y="62"/>
                      <a:pt x="157" y="60"/>
                      <a:pt x="148" y="60"/>
                    </a:cubicBezTo>
                    <a:cubicBezTo>
                      <a:pt x="143" y="60"/>
                      <a:pt x="139" y="60"/>
                      <a:pt x="135" y="6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09" name="Google Shape;2109;p29"/>
            <p:cNvSpPr/>
            <p:nvPr/>
          </p:nvSpPr>
          <p:spPr>
            <a:xfrm>
              <a:off x="3353005" y="3542409"/>
              <a:ext cx="1306689" cy="1058997"/>
            </a:xfrm>
            <a:custGeom>
              <a:rect b="b" l="l" r="r" t="t"/>
              <a:pathLst>
                <a:path extrusionOk="0" h="6247" w="7708">
                  <a:moveTo>
                    <a:pt x="1" y="0"/>
                  </a:moveTo>
                  <a:lnTo>
                    <a:pt x="1" y="2461"/>
                  </a:lnTo>
                  <a:cubicBezTo>
                    <a:pt x="1" y="3818"/>
                    <a:pt x="1104" y="4922"/>
                    <a:pt x="2461" y="4922"/>
                  </a:cubicBezTo>
                  <a:cubicBezTo>
                    <a:pt x="2915" y="4922"/>
                    <a:pt x="3339" y="4798"/>
                    <a:pt x="3706" y="4583"/>
                  </a:cubicBezTo>
                  <a:cubicBezTo>
                    <a:pt x="4621" y="5454"/>
                    <a:pt x="5742" y="6128"/>
                    <a:pt x="6980" y="6244"/>
                  </a:cubicBezTo>
                  <a:cubicBezTo>
                    <a:pt x="7001" y="6246"/>
                    <a:pt x="7022" y="6247"/>
                    <a:pt x="7043" y="6247"/>
                  </a:cubicBezTo>
                  <a:cubicBezTo>
                    <a:pt x="7707" y="6247"/>
                    <a:pt x="7684" y="5172"/>
                    <a:pt x="6980" y="5106"/>
                  </a:cubicBezTo>
                  <a:cubicBezTo>
                    <a:pt x="6051" y="5019"/>
                    <a:pt x="5217" y="4414"/>
                    <a:pt x="4555" y="3796"/>
                  </a:cubicBezTo>
                  <a:cubicBezTo>
                    <a:pt x="4549" y="3791"/>
                    <a:pt x="4544" y="3785"/>
                    <a:pt x="4536" y="3780"/>
                  </a:cubicBezTo>
                  <a:cubicBezTo>
                    <a:pt x="4780" y="3398"/>
                    <a:pt x="4922" y="2946"/>
                    <a:pt x="4922" y="2461"/>
                  </a:cubicBezTo>
                  <a:cubicBezTo>
                    <a:pt x="4922" y="1104"/>
                    <a:pt x="3818" y="0"/>
                    <a:pt x="24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29"/>
            <p:cNvSpPr/>
            <p:nvPr/>
          </p:nvSpPr>
          <p:spPr>
            <a:xfrm>
              <a:off x="3517101" y="3716168"/>
              <a:ext cx="530101" cy="528905"/>
            </a:xfrm>
            <a:custGeom>
              <a:rect b="b" l="l" r="r" t="t"/>
              <a:pathLst>
                <a:path extrusionOk="0" h="3120" w="3127">
                  <a:moveTo>
                    <a:pt x="1563" y="1"/>
                  </a:moveTo>
                  <a:cubicBezTo>
                    <a:pt x="700" y="1"/>
                    <a:pt x="1" y="698"/>
                    <a:pt x="1" y="1560"/>
                  </a:cubicBezTo>
                  <a:cubicBezTo>
                    <a:pt x="1" y="2421"/>
                    <a:pt x="700" y="3119"/>
                    <a:pt x="1563" y="3119"/>
                  </a:cubicBezTo>
                  <a:cubicBezTo>
                    <a:pt x="2427" y="3119"/>
                    <a:pt x="3126" y="2421"/>
                    <a:pt x="3126" y="1560"/>
                  </a:cubicBezTo>
                  <a:cubicBezTo>
                    <a:pt x="3126" y="698"/>
                    <a:pt x="2427" y="1"/>
                    <a:pt x="15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29"/>
            <p:cNvSpPr/>
            <p:nvPr/>
          </p:nvSpPr>
          <p:spPr>
            <a:xfrm>
              <a:off x="3624577" y="3816185"/>
              <a:ext cx="314467" cy="286829"/>
            </a:xfrm>
            <a:custGeom>
              <a:rect b="b" l="l" r="r" t="t"/>
              <a:pathLst>
                <a:path extrusionOk="0" h="1692" w="1855">
                  <a:moveTo>
                    <a:pt x="929" y="1"/>
                  </a:moveTo>
                  <a:lnTo>
                    <a:pt x="1" y="934"/>
                  </a:lnTo>
                  <a:lnTo>
                    <a:pt x="260" y="934"/>
                  </a:lnTo>
                  <a:lnTo>
                    <a:pt x="260" y="1691"/>
                  </a:lnTo>
                  <a:lnTo>
                    <a:pt x="768" y="1691"/>
                  </a:lnTo>
                  <a:lnTo>
                    <a:pt x="768" y="1327"/>
                  </a:lnTo>
                  <a:cubicBezTo>
                    <a:pt x="768" y="1226"/>
                    <a:pt x="850" y="1144"/>
                    <a:pt x="950" y="1144"/>
                  </a:cubicBezTo>
                  <a:cubicBezTo>
                    <a:pt x="1052" y="1144"/>
                    <a:pt x="1134" y="1226"/>
                    <a:pt x="1134" y="1327"/>
                  </a:cubicBezTo>
                  <a:lnTo>
                    <a:pt x="1134" y="1691"/>
                  </a:lnTo>
                  <a:lnTo>
                    <a:pt x="1595" y="1691"/>
                  </a:lnTo>
                  <a:lnTo>
                    <a:pt x="1595" y="934"/>
                  </a:lnTo>
                  <a:lnTo>
                    <a:pt x="1855" y="934"/>
                  </a:lnTo>
                  <a:lnTo>
                    <a:pt x="1517" y="594"/>
                  </a:lnTo>
                  <a:lnTo>
                    <a:pt x="1517" y="117"/>
                  </a:lnTo>
                  <a:lnTo>
                    <a:pt x="1258" y="117"/>
                  </a:lnTo>
                  <a:lnTo>
                    <a:pt x="1258" y="33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2" name="Google Shape;2112;p29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3" name="Google Shape;2113;p29"/>
          <p:cNvSpPr txBox="1"/>
          <p:nvPr/>
        </p:nvSpPr>
        <p:spPr>
          <a:xfrm>
            <a:off x="368899" y="274858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4" name="Google Shape;2114;p29"/>
          <p:cNvSpPr txBox="1"/>
          <p:nvPr/>
        </p:nvSpPr>
        <p:spPr>
          <a:xfrm>
            <a:off x="368899" y="4158416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5" name="Google Shape;2115;p29"/>
          <p:cNvSpPr txBox="1"/>
          <p:nvPr/>
        </p:nvSpPr>
        <p:spPr>
          <a:xfrm>
            <a:off x="368899" y="133875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6" name="Google Shape;2116;p29"/>
          <p:cNvSpPr txBox="1"/>
          <p:nvPr/>
        </p:nvSpPr>
        <p:spPr>
          <a:xfrm>
            <a:off x="368899" y="102724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 sz="160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7" name="Google Shape;2117;p29"/>
          <p:cNvSpPr txBox="1"/>
          <p:nvPr/>
        </p:nvSpPr>
        <p:spPr>
          <a:xfrm>
            <a:off x="368899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60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8" name="Google Shape;2118;p29"/>
          <p:cNvSpPr txBox="1"/>
          <p:nvPr/>
        </p:nvSpPr>
        <p:spPr>
          <a:xfrm>
            <a:off x="368899" y="24195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6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9" name="Google Shape;2119;p29"/>
          <p:cNvSpPr txBox="1"/>
          <p:nvPr/>
        </p:nvSpPr>
        <p:spPr>
          <a:xfrm>
            <a:off x="6850111" y="1334023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0" name="Google Shape;2120;p29"/>
          <p:cNvSpPr txBox="1"/>
          <p:nvPr/>
        </p:nvSpPr>
        <p:spPr>
          <a:xfrm>
            <a:off x="7467811" y="101276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1" name="Google Shape;2121;p29"/>
          <p:cNvSpPr txBox="1"/>
          <p:nvPr/>
        </p:nvSpPr>
        <p:spPr>
          <a:xfrm>
            <a:off x="7467811" y="241229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 sz="1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2" name="Google Shape;2122;p29"/>
          <p:cNvSpPr txBox="1"/>
          <p:nvPr/>
        </p:nvSpPr>
        <p:spPr>
          <a:xfrm>
            <a:off x="7467811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NEPTUNE</a:t>
            </a:r>
            <a:endParaRPr b="1" sz="160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3" name="Google Shape;2123;p29"/>
          <p:cNvSpPr txBox="1"/>
          <p:nvPr/>
        </p:nvSpPr>
        <p:spPr>
          <a:xfrm>
            <a:off x="6789211" y="4106216"/>
            <a:ext cx="1987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planet from the Sun and the fourth-largest one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4" name="Google Shape;2124;p29"/>
          <p:cNvSpPr txBox="1"/>
          <p:nvPr/>
        </p:nvSpPr>
        <p:spPr>
          <a:xfrm>
            <a:off x="6789211" y="2748575"/>
            <a:ext cx="1987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9" name="Google Shape;2129;p30"/>
          <p:cNvGrpSpPr/>
          <p:nvPr/>
        </p:nvGrpSpPr>
        <p:grpSpPr>
          <a:xfrm rot="10800000">
            <a:off x="5666753" y="3181647"/>
            <a:ext cx="1136700" cy="1590300"/>
            <a:chOff x="2290940" y="1095322"/>
            <a:chExt cx="1136700" cy="1590300"/>
          </a:xfrm>
        </p:grpSpPr>
        <p:sp>
          <p:nvSpPr>
            <p:cNvPr id="2130" name="Google Shape;2130;p30"/>
            <p:cNvSpPr/>
            <p:nvPr/>
          </p:nvSpPr>
          <p:spPr>
            <a:xfrm>
              <a:off x="2290940" y="1095322"/>
              <a:ext cx="1136700" cy="11367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31" name="Google Shape;2131;p30"/>
            <p:cNvCxnSpPr>
              <a:stCxn id="2130" idx="4"/>
            </p:cNvCxnSpPr>
            <p:nvPr/>
          </p:nvCxnSpPr>
          <p:spPr>
            <a:xfrm flipH="1" rot="-5400000">
              <a:off x="2876390" y="2214922"/>
              <a:ext cx="453600" cy="487800"/>
            </a:xfrm>
            <a:prstGeom prst="curvedConnector2">
              <a:avLst/>
            </a:prstGeom>
            <a:noFill/>
            <a:ln cap="flat" cmpd="sng" w="38100">
              <a:solidFill>
                <a:srgbClr val="EFEFE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32" name="Google Shape;2132;p30"/>
          <p:cNvGrpSpPr/>
          <p:nvPr/>
        </p:nvGrpSpPr>
        <p:grpSpPr>
          <a:xfrm flipH="1" rot="10800000">
            <a:off x="2303378" y="3180097"/>
            <a:ext cx="1136700" cy="1590300"/>
            <a:chOff x="2290940" y="1095322"/>
            <a:chExt cx="1136700" cy="1590300"/>
          </a:xfrm>
        </p:grpSpPr>
        <p:sp>
          <p:nvSpPr>
            <p:cNvPr id="2133" name="Google Shape;2133;p30"/>
            <p:cNvSpPr/>
            <p:nvPr/>
          </p:nvSpPr>
          <p:spPr>
            <a:xfrm>
              <a:off x="2290940" y="1095322"/>
              <a:ext cx="1136700" cy="11367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34" name="Google Shape;2134;p30"/>
            <p:cNvCxnSpPr>
              <a:stCxn id="2133" idx="4"/>
            </p:cNvCxnSpPr>
            <p:nvPr/>
          </p:nvCxnSpPr>
          <p:spPr>
            <a:xfrm flipH="1" rot="-5400000">
              <a:off x="2876390" y="2214922"/>
              <a:ext cx="453600" cy="487800"/>
            </a:xfrm>
            <a:prstGeom prst="curvedConnector2">
              <a:avLst/>
            </a:prstGeom>
            <a:noFill/>
            <a:ln cap="flat" cmpd="sng" w="38100">
              <a:solidFill>
                <a:srgbClr val="EFEFE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35" name="Google Shape;2135;p30"/>
          <p:cNvGrpSpPr/>
          <p:nvPr/>
        </p:nvGrpSpPr>
        <p:grpSpPr>
          <a:xfrm flipH="1">
            <a:off x="5654315" y="1093772"/>
            <a:ext cx="1136700" cy="1590300"/>
            <a:chOff x="2290940" y="1095322"/>
            <a:chExt cx="1136700" cy="1590300"/>
          </a:xfrm>
        </p:grpSpPr>
        <p:sp>
          <p:nvSpPr>
            <p:cNvPr id="2136" name="Google Shape;2136;p30"/>
            <p:cNvSpPr/>
            <p:nvPr/>
          </p:nvSpPr>
          <p:spPr>
            <a:xfrm>
              <a:off x="2290940" y="1095322"/>
              <a:ext cx="1136700" cy="11367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37" name="Google Shape;2137;p30"/>
            <p:cNvCxnSpPr>
              <a:stCxn id="2136" idx="4"/>
            </p:cNvCxnSpPr>
            <p:nvPr/>
          </p:nvCxnSpPr>
          <p:spPr>
            <a:xfrm flipH="1" rot="-5400000">
              <a:off x="2876390" y="2214922"/>
              <a:ext cx="453600" cy="487800"/>
            </a:xfrm>
            <a:prstGeom prst="curvedConnector2">
              <a:avLst/>
            </a:prstGeom>
            <a:noFill/>
            <a:ln cap="flat" cmpd="sng" w="38100">
              <a:solidFill>
                <a:srgbClr val="EFEFE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38" name="Google Shape;2138;p30"/>
          <p:cNvGrpSpPr/>
          <p:nvPr/>
        </p:nvGrpSpPr>
        <p:grpSpPr>
          <a:xfrm>
            <a:off x="2290940" y="1095322"/>
            <a:ext cx="1136839" cy="1590439"/>
            <a:chOff x="2290940" y="1095322"/>
            <a:chExt cx="1136839" cy="1590439"/>
          </a:xfrm>
        </p:grpSpPr>
        <p:sp>
          <p:nvSpPr>
            <p:cNvPr id="2139" name="Google Shape;2139;p30"/>
            <p:cNvSpPr/>
            <p:nvPr/>
          </p:nvSpPr>
          <p:spPr>
            <a:xfrm>
              <a:off x="2290940" y="1095322"/>
              <a:ext cx="1136839" cy="1136839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40" name="Google Shape;2140;p30"/>
            <p:cNvCxnSpPr>
              <a:stCxn id="2139" idx="4"/>
            </p:cNvCxnSpPr>
            <p:nvPr/>
          </p:nvCxnSpPr>
          <p:spPr>
            <a:xfrm flipH="1" rot="-5400000">
              <a:off x="2876460" y="2215061"/>
              <a:ext cx="453600" cy="487800"/>
            </a:xfrm>
            <a:prstGeom prst="curvedConnector2">
              <a:avLst/>
            </a:prstGeom>
            <a:noFill/>
            <a:ln cap="flat" cmpd="sng" w="38100">
              <a:solidFill>
                <a:srgbClr val="EFEFE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41" name="Google Shape;2141;p30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142" name="Google Shape;2142;p30"/>
          <p:cNvGrpSpPr/>
          <p:nvPr/>
        </p:nvGrpSpPr>
        <p:grpSpPr>
          <a:xfrm>
            <a:off x="3275583" y="1493567"/>
            <a:ext cx="2614902" cy="2689173"/>
            <a:chOff x="2910525" y="1118100"/>
            <a:chExt cx="3345148" cy="3440160"/>
          </a:xfrm>
        </p:grpSpPr>
        <p:sp>
          <p:nvSpPr>
            <p:cNvPr id="2143" name="Google Shape;2143;p30"/>
            <p:cNvSpPr/>
            <p:nvPr/>
          </p:nvSpPr>
          <p:spPr>
            <a:xfrm>
              <a:off x="2910525" y="1118100"/>
              <a:ext cx="3345148" cy="3440160"/>
            </a:xfrm>
            <a:custGeom>
              <a:rect b="b" l="l" r="r" t="t"/>
              <a:pathLst>
                <a:path extrusionOk="0" h="28454" w="28453">
                  <a:moveTo>
                    <a:pt x="14226" y="0"/>
                  </a:moveTo>
                  <a:cubicBezTo>
                    <a:pt x="10453" y="0"/>
                    <a:pt x="6835" y="1499"/>
                    <a:pt x="4167" y="4168"/>
                  </a:cubicBezTo>
                  <a:cubicBezTo>
                    <a:pt x="1499" y="6835"/>
                    <a:pt x="0" y="10453"/>
                    <a:pt x="0" y="14227"/>
                  </a:cubicBezTo>
                  <a:cubicBezTo>
                    <a:pt x="0" y="18000"/>
                    <a:pt x="1499" y="21618"/>
                    <a:pt x="4167" y="24286"/>
                  </a:cubicBezTo>
                  <a:cubicBezTo>
                    <a:pt x="6835" y="26954"/>
                    <a:pt x="10453" y="28453"/>
                    <a:pt x="14226" y="28453"/>
                  </a:cubicBezTo>
                  <a:cubicBezTo>
                    <a:pt x="17999" y="28453"/>
                    <a:pt x="21617" y="26954"/>
                    <a:pt x="24286" y="24286"/>
                  </a:cubicBezTo>
                  <a:cubicBezTo>
                    <a:pt x="26953" y="21618"/>
                    <a:pt x="28452" y="18000"/>
                    <a:pt x="28452" y="14227"/>
                  </a:cubicBezTo>
                  <a:cubicBezTo>
                    <a:pt x="28452" y="10453"/>
                    <a:pt x="26953" y="6835"/>
                    <a:pt x="24286" y="4168"/>
                  </a:cubicBezTo>
                  <a:cubicBezTo>
                    <a:pt x="21617" y="1499"/>
                    <a:pt x="17999" y="0"/>
                    <a:pt x="14226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30"/>
            <p:cNvSpPr/>
            <p:nvPr/>
          </p:nvSpPr>
          <p:spPr>
            <a:xfrm>
              <a:off x="3060525" y="2640668"/>
              <a:ext cx="1484055" cy="1764451"/>
            </a:xfrm>
            <a:custGeom>
              <a:rect b="b" l="l" r="r" t="t"/>
              <a:pathLst>
                <a:path extrusionOk="0" h="14594" w="12623">
                  <a:moveTo>
                    <a:pt x="2822" y="1"/>
                  </a:moveTo>
                  <a:lnTo>
                    <a:pt x="0" y="2311"/>
                  </a:lnTo>
                  <a:cubicBezTo>
                    <a:pt x="3" y="2364"/>
                    <a:pt x="10" y="2416"/>
                    <a:pt x="12" y="2468"/>
                  </a:cubicBezTo>
                  <a:cubicBezTo>
                    <a:pt x="172" y="4990"/>
                    <a:pt x="1054" y="7317"/>
                    <a:pt x="2452" y="9243"/>
                  </a:cubicBezTo>
                  <a:cubicBezTo>
                    <a:pt x="2464" y="9261"/>
                    <a:pt x="2475" y="9277"/>
                    <a:pt x="2488" y="9293"/>
                  </a:cubicBezTo>
                  <a:cubicBezTo>
                    <a:pt x="2588" y="9430"/>
                    <a:pt x="2690" y="9563"/>
                    <a:pt x="2795" y="9694"/>
                  </a:cubicBezTo>
                  <a:cubicBezTo>
                    <a:pt x="2818" y="9722"/>
                    <a:pt x="2840" y="9752"/>
                    <a:pt x="2861" y="9778"/>
                  </a:cubicBezTo>
                  <a:cubicBezTo>
                    <a:pt x="2960" y="9900"/>
                    <a:pt x="3061" y="10019"/>
                    <a:pt x="3165" y="10138"/>
                  </a:cubicBezTo>
                  <a:cubicBezTo>
                    <a:pt x="3197" y="10173"/>
                    <a:pt x="3228" y="10210"/>
                    <a:pt x="3259" y="10246"/>
                  </a:cubicBezTo>
                  <a:cubicBezTo>
                    <a:pt x="3356" y="10357"/>
                    <a:pt x="3458" y="10464"/>
                    <a:pt x="3559" y="10570"/>
                  </a:cubicBezTo>
                  <a:cubicBezTo>
                    <a:pt x="3598" y="10611"/>
                    <a:pt x="3637" y="10653"/>
                    <a:pt x="3678" y="10694"/>
                  </a:cubicBezTo>
                  <a:cubicBezTo>
                    <a:pt x="3775" y="10793"/>
                    <a:pt x="3874" y="10891"/>
                    <a:pt x="3975" y="10988"/>
                  </a:cubicBezTo>
                  <a:cubicBezTo>
                    <a:pt x="4023" y="11033"/>
                    <a:pt x="4069" y="11079"/>
                    <a:pt x="4117" y="11123"/>
                  </a:cubicBezTo>
                  <a:cubicBezTo>
                    <a:pt x="4214" y="11213"/>
                    <a:pt x="4313" y="11302"/>
                    <a:pt x="4413" y="11390"/>
                  </a:cubicBezTo>
                  <a:cubicBezTo>
                    <a:pt x="4467" y="11437"/>
                    <a:pt x="4521" y="11484"/>
                    <a:pt x="4575" y="11530"/>
                  </a:cubicBezTo>
                  <a:cubicBezTo>
                    <a:pt x="4672" y="11614"/>
                    <a:pt x="4773" y="11694"/>
                    <a:pt x="4872" y="11774"/>
                  </a:cubicBezTo>
                  <a:cubicBezTo>
                    <a:pt x="4932" y="11822"/>
                    <a:pt x="4993" y="11870"/>
                    <a:pt x="5054" y="11917"/>
                  </a:cubicBezTo>
                  <a:cubicBezTo>
                    <a:pt x="5151" y="11993"/>
                    <a:pt x="5250" y="12065"/>
                    <a:pt x="5351" y="12138"/>
                  </a:cubicBezTo>
                  <a:cubicBezTo>
                    <a:pt x="5417" y="12187"/>
                    <a:pt x="5484" y="12234"/>
                    <a:pt x="5551" y="12281"/>
                  </a:cubicBezTo>
                  <a:cubicBezTo>
                    <a:pt x="5648" y="12349"/>
                    <a:pt x="5747" y="12415"/>
                    <a:pt x="5847" y="12481"/>
                  </a:cubicBezTo>
                  <a:cubicBezTo>
                    <a:pt x="5920" y="12528"/>
                    <a:pt x="5992" y="12576"/>
                    <a:pt x="6066" y="12622"/>
                  </a:cubicBezTo>
                  <a:cubicBezTo>
                    <a:pt x="6163" y="12683"/>
                    <a:pt x="6262" y="12743"/>
                    <a:pt x="6361" y="12802"/>
                  </a:cubicBezTo>
                  <a:cubicBezTo>
                    <a:pt x="6439" y="12848"/>
                    <a:pt x="6517" y="12893"/>
                    <a:pt x="6596" y="12937"/>
                  </a:cubicBezTo>
                  <a:cubicBezTo>
                    <a:pt x="6695" y="12992"/>
                    <a:pt x="6792" y="13048"/>
                    <a:pt x="6892" y="13100"/>
                  </a:cubicBezTo>
                  <a:cubicBezTo>
                    <a:pt x="6974" y="13145"/>
                    <a:pt x="7059" y="13187"/>
                    <a:pt x="7143" y="13229"/>
                  </a:cubicBezTo>
                  <a:cubicBezTo>
                    <a:pt x="7240" y="13278"/>
                    <a:pt x="7340" y="13327"/>
                    <a:pt x="7438" y="13374"/>
                  </a:cubicBezTo>
                  <a:cubicBezTo>
                    <a:pt x="7526" y="13416"/>
                    <a:pt x="7617" y="13456"/>
                    <a:pt x="7706" y="13495"/>
                  </a:cubicBezTo>
                  <a:cubicBezTo>
                    <a:pt x="7803" y="13539"/>
                    <a:pt x="7902" y="13582"/>
                    <a:pt x="8001" y="13623"/>
                  </a:cubicBezTo>
                  <a:cubicBezTo>
                    <a:pt x="8094" y="13661"/>
                    <a:pt x="8189" y="13698"/>
                    <a:pt x="8284" y="13734"/>
                  </a:cubicBezTo>
                  <a:cubicBezTo>
                    <a:pt x="8381" y="13771"/>
                    <a:pt x="8479" y="13810"/>
                    <a:pt x="8579" y="13846"/>
                  </a:cubicBezTo>
                  <a:cubicBezTo>
                    <a:pt x="8677" y="13881"/>
                    <a:pt x="8777" y="13913"/>
                    <a:pt x="8877" y="13947"/>
                  </a:cubicBezTo>
                  <a:cubicBezTo>
                    <a:pt x="8974" y="13979"/>
                    <a:pt x="9071" y="14012"/>
                    <a:pt x="9168" y="14041"/>
                  </a:cubicBezTo>
                  <a:cubicBezTo>
                    <a:pt x="9271" y="14073"/>
                    <a:pt x="9377" y="14101"/>
                    <a:pt x="9481" y="14131"/>
                  </a:cubicBezTo>
                  <a:cubicBezTo>
                    <a:pt x="9577" y="14158"/>
                    <a:pt x="9674" y="14184"/>
                    <a:pt x="9771" y="14210"/>
                  </a:cubicBezTo>
                  <a:cubicBezTo>
                    <a:pt x="9879" y="14239"/>
                    <a:pt x="9991" y="14261"/>
                    <a:pt x="10100" y="14287"/>
                  </a:cubicBezTo>
                  <a:cubicBezTo>
                    <a:pt x="10195" y="14309"/>
                    <a:pt x="10290" y="14331"/>
                    <a:pt x="10386" y="14350"/>
                  </a:cubicBezTo>
                  <a:cubicBezTo>
                    <a:pt x="10502" y="14373"/>
                    <a:pt x="10619" y="14392"/>
                    <a:pt x="10736" y="14412"/>
                  </a:cubicBezTo>
                  <a:cubicBezTo>
                    <a:pt x="10828" y="14428"/>
                    <a:pt x="10920" y="14445"/>
                    <a:pt x="11012" y="14460"/>
                  </a:cubicBezTo>
                  <a:cubicBezTo>
                    <a:pt x="11138" y="14479"/>
                    <a:pt x="11265" y="14493"/>
                    <a:pt x="11389" y="14507"/>
                  </a:cubicBezTo>
                  <a:cubicBezTo>
                    <a:pt x="11476" y="14517"/>
                    <a:pt x="11562" y="14530"/>
                    <a:pt x="11649" y="14539"/>
                  </a:cubicBezTo>
                  <a:cubicBezTo>
                    <a:pt x="11792" y="14553"/>
                    <a:pt x="11935" y="14562"/>
                    <a:pt x="12078" y="14571"/>
                  </a:cubicBezTo>
                  <a:cubicBezTo>
                    <a:pt x="12151" y="14576"/>
                    <a:pt x="12222" y="14583"/>
                    <a:pt x="12295" y="14586"/>
                  </a:cubicBezTo>
                  <a:cubicBezTo>
                    <a:pt x="12401" y="14592"/>
                    <a:pt x="12509" y="14592"/>
                    <a:pt x="12616" y="14594"/>
                  </a:cubicBezTo>
                  <a:lnTo>
                    <a:pt x="10411" y="11901"/>
                  </a:lnTo>
                  <a:lnTo>
                    <a:pt x="12620" y="9337"/>
                  </a:lnTo>
                  <a:lnTo>
                    <a:pt x="12622" y="9334"/>
                  </a:lnTo>
                  <a:cubicBezTo>
                    <a:pt x="12510" y="9329"/>
                    <a:pt x="12399" y="9322"/>
                    <a:pt x="12288" y="9313"/>
                  </a:cubicBezTo>
                  <a:lnTo>
                    <a:pt x="12246" y="9309"/>
                  </a:lnTo>
                  <a:cubicBezTo>
                    <a:pt x="12142" y="9301"/>
                    <a:pt x="12038" y="9287"/>
                    <a:pt x="11936" y="9275"/>
                  </a:cubicBezTo>
                  <a:cubicBezTo>
                    <a:pt x="11915" y="9272"/>
                    <a:pt x="11895" y="9270"/>
                    <a:pt x="11873" y="9267"/>
                  </a:cubicBezTo>
                  <a:cubicBezTo>
                    <a:pt x="11775" y="9253"/>
                    <a:pt x="11678" y="9237"/>
                    <a:pt x="11581" y="9220"/>
                  </a:cubicBezTo>
                  <a:cubicBezTo>
                    <a:pt x="11556" y="9216"/>
                    <a:pt x="11532" y="9211"/>
                    <a:pt x="11507" y="9207"/>
                  </a:cubicBezTo>
                  <a:cubicBezTo>
                    <a:pt x="11413" y="9189"/>
                    <a:pt x="11320" y="9169"/>
                    <a:pt x="11226" y="9148"/>
                  </a:cubicBezTo>
                  <a:cubicBezTo>
                    <a:pt x="11200" y="9141"/>
                    <a:pt x="11174" y="9136"/>
                    <a:pt x="11148" y="9130"/>
                  </a:cubicBezTo>
                  <a:cubicBezTo>
                    <a:pt x="11056" y="9108"/>
                    <a:pt x="10965" y="9084"/>
                    <a:pt x="10876" y="9059"/>
                  </a:cubicBezTo>
                  <a:cubicBezTo>
                    <a:pt x="10849" y="9052"/>
                    <a:pt x="10824" y="9044"/>
                    <a:pt x="10796" y="9037"/>
                  </a:cubicBezTo>
                  <a:cubicBezTo>
                    <a:pt x="10707" y="9011"/>
                    <a:pt x="10617" y="8982"/>
                    <a:pt x="10529" y="8954"/>
                  </a:cubicBezTo>
                  <a:cubicBezTo>
                    <a:pt x="10503" y="8945"/>
                    <a:pt x="10478" y="8937"/>
                    <a:pt x="10452" y="8928"/>
                  </a:cubicBezTo>
                  <a:cubicBezTo>
                    <a:pt x="10364" y="8898"/>
                    <a:pt x="10276" y="8867"/>
                    <a:pt x="10189" y="8832"/>
                  </a:cubicBezTo>
                  <a:cubicBezTo>
                    <a:pt x="10166" y="8823"/>
                    <a:pt x="10141" y="8815"/>
                    <a:pt x="10119" y="8803"/>
                  </a:cubicBezTo>
                  <a:cubicBezTo>
                    <a:pt x="10031" y="8770"/>
                    <a:pt x="9944" y="8734"/>
                    <a:pt x="9857" y="8695"/>
                  </a:cubicBezTo>
                  <a:cubicBezTo>
                    <a:pt x="9836" y="8686"/>
                    <a:pt x="9816" y="8678"/>
                    <a:pt x="9795" y="8667"/>
                  </a:cubicBezTo>
                  <a:cubicBezTo>
                    <a:pt x="9705" y="8627"/>
                    <a:pt x="9617" y="8586"/>
                    <a:pt x="9530" y="8542"/>
                  </a:cubicBezTo>
                  <a:lnTo>
                    <a:pt x="9484" y="8520"/>
                  </a:lnTo>
                  <a:cubicBezTo>
                    <a:pt x="9392" y="8474"/>
                    <a:pt x="9301" y="8427"/>
                    <a:pt x="9212" y="8377"/>
                  </a:cubicBezTo>
                  <a:cubicBezTo>
                    <a:pt x="9205" y="8373"/>
                    <a:pt x="9200" y="8371"/>
                    <a:pt x="9195" y="8366"/>
                  </a:cubicBezTo>
                  <a:cubicBezTo>
                    <a:pt x="8590" y="8029"/>
                    <a:pt x="8035" y="7611"/>
                    <a:pt x="7545" y="7129"/>
                  </a:cubicBezTo>
                  <a:cubicBezTo>
                    <a:pt x="7471" y="7057"/>
                    <a:pt x="7399" y="6981"/>
                    <a:pt x="7327" y="6905"/>
                  </a:cubicBezTo>
                  <a:cubicBezTo>
                    <a:pt x="7317" y="6895"/>
                    <a:pt x="7307" y="6884"/>
                    <a:pt x="7297" y="6874"/>
                  </a:cubicBezTo>
                  <a:cubicBezTo>
                    <a:pt x="7230" y="6802"/>
                    <a:pt x="7167" y="6729"/>
                    <a:pt x="7104" y="6657"/>
                  </a:cubicBezTo>
                  <a:cubicBezTo>
                    <a:pt x="7090" y="6639"/>
                    <a:pt x="7076" y="6624"/>
                    <a:pt x="7061" y="6608"/>
                  </a:cubicBezTo>
                  <a:cubicBezTo>
                    <a:pt x="7002" y="6536"/>
                    <a:pt x="6943" y="6463"/>
                    <a:pt x="6885" y="6391"/>
                  </a:cubicBezTo>
                  <a:cubicBezTo>
                    <a:pt x="6870" y="6371"/>
                    <a:pt x="6855" y="6351"/>
                    <a:pt x="6839" y="6331"/>
                  </a:cubicBezTo>
                  <a:cubicBezTo>
                    <a:pt x="6784" y="6260"/>
                    <a:pt x="6729" y="6186"/>
                    <a:pt x="6677" y="6111"/>
                  </a:cubicBezTo>
                  <a:cubicBezTo>
                    <a:pt x="6661" y="6090"/>
                    <a:pt x="6645" y="6066"/>
                    <a:pt x="6630" y="6045"/>
                  </a:cubicBezTo>
                  <a:cubicBezTo>
                    <a:pt x="6578" y="5971"/>
                    <a:pt x="6527" y="5895"/>
                    <a:pt x="6478" y="5820"/>
                  </a:cubicBezTo>
                  <a:cubicBezTo>
                    <a:pt x="6463" y="5797"/>
                    <a:pt x="6450" y="5774"/>
                    <a:pt x="6434" y="5751"/>
                  </a:cubicBezTo>
                  <a:cubicBezTo>
                    <a:pt x="6385" y="5674"/>
                    <a:pt x="6338" y="5598"/>
                    <a:pt x="6292" y="5518"/>
                  </a:cubicBezTo>
                  <a:cubicBezTo>
                    <a:pt x="6278" y="5495"/>
                    <a:pt x="6265" y="5471"/>
                    <a:pt x="6251" y="5447"/>
                  </a:cubicBezTo>
                  <a:cubicBezTo>
                    <a:pt x="6205" y="5369"/>
                    <a:pt x="6161" y="5288"/>
                    <a:pt x="6118" y="5206"/>
                  </a:cubicBezTo>
                  <a:cubicBezTo>
                    <a:pt x="6107" y="5184"/>
                    <a:pt x="6094" y="5161"/>
                    <a:pt x="6083" y="5138"/>
                  </a:cubicBezTo>
                  <a:cubicBezTo>
                    <a:pt x="6040" y="5053"/>
                    <a:pt x="5999" y="4969"/>
                    <a:pt x="5959" y="4884"/>
                  </a:cubicBezTo>
                  <a:cubicBezTo>
                    <a:pt x="5950" y="4863"/>
                    <a:pt x="5941" y="4844"/>
                    <a:pt x="5933" y="4823"/>
                  </a:cubicBezTo>
                  <a:cubicBezTo>
                    <a:pt x="5892" y="4734"/>
                    <a:pt x="5852" y="4644"/>
                    <a:pt x="5815" y="4554"/>
                  </a:cubicBezTo>
                  <a:cubicBezTo>
                    <a:pt x="5808" y="4539"/>
                    <a:pt x="5803" y="4523"/>
                    <a:pt x="5797" y="4509"/>
                  </a:cubicBezTo>
                  <a:cubicBezTo>
                    <a:pt x="5759" y="4412"/>
                    <a:pt x="5720" y="4315"/>
                    <a:pt x="5685" y="4216"/>
                  </a:cubicBezTo>
                  <a:cubicBezTo>
                    <a:pt x="5684" y="4211"/>
                    <a:pt x="5682" y="4206"/>
                    <a:pt x="5680" y="4201"/>
                  </a:cubicBezTo>
                  <a:cubicBezTo>
                    <a:pt x="5447" y="3537"/>
                    <a:pt x="5300" y="2832"/>
                    <a:pt x="5258" y="2099"/>
                  </a:cubicBezTo>
                  <a:lnTo>
                    <a:pt x="28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30"/>
            <p:cNvSpPr/>
            <p:nvPr/>
          </p:nvSpPr>
          <p:spPr>
            <a:xfrm>
              <a:off x="4284531" y="2701362"/>
              <a:ext cx="1823276" cy="1704363"/>
            </a:xfrm>
            <a:custGeom>
              <a:rect b="b" l="l" r="r" t="t"/>
              <a:pathLst>
                <a:path extrusionOk="0" h="14097" w="15508">
                  <a:moveTo>
                    <a:pt x="15456" y="0"/>
                  </a:moveTo>
                  <a:cubicBezTo>
                    <a:pt x="15472" y="191"/>
                    <a:pt x="15485" y="383"/>
                    <a:pt x="15494" y="574"/>
                  </a:cubicBezTo>
                  <a:lnTo>
                    <a:pt x="12826" y="2760"/>
                  </a:lnTo>
                  <a:lnTo>
                    <a:pt x="10263" y="551"/>
                  </a:lnTo>
                  <a:lnTo>
                    <a:pt x="10227" y="584"/>
                  </a:lnTo>
                  <a:cubicBezTo>
                    <a:pt x="10240" y="765"/>
                    <a:pt x="10249" y="948"/>
                    <a:pt x="10249" y="1131"/>
                  </a:cubicBezTo>
                  <a:cubicBezTo>
                    <a:pt x="10249" y="5388"/>
                    <a:pt x="6797" y="8840"/>
                    <a:pt x="2541" y="8840"/>
                  </a:cubicBezTo>
                  <a:cubicBezTo>
                    <a:pt x="2430" y="8840"/>
                    <a:pt x="2321" y="8835"/>
                    <a:pt x="2211" y="8830"/>
                  </a:cubicBezTo>
                  <a:lnTo>
                    <a:pt x="2209" y="8832"/>
                  </a:lnTo>
                  <a:lnTo>
                    <a:pt x="0" y="11396"/>
                  </a:lnTo>
                  <a:lnTo>
                    <a:pt x="2206" y="14089"/>
                  </a:lnTo>
                  <a:cubicBezTo>
                    <a:pt x="2318" y="14091"/>
                    <a:pt x="2429" y="14097"/>
                    <a:pt x="2540" y="14097"/>
                  </a:cubicBezTo>
                  <a:cubicBezTo>
                    <a:pt x="9702" y="14097"/>
                    <a:pt x="15508" y="8292"/>
                    <a:pt x="15508" y="1130"/>
                  </a:cubicBezTo>
                  <a:cubicBezTo>
                    <a:pt x="15508" y="749"/>
                    <a:pt x="15489" y="373"/>
                    <a:pt x="154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30"/>
            <p:cNvSpPr/>
            <p:nvPr/>
          </p:nvSpPr>
          <p:spPr>
            <a:xfrm>
              <a:off x="4583038" y="1270349"/>
              <a:ext cx="1523237" cy="1764935"/>
            </a:xfrm>
            <a:custGeom>
              <a:rect b="b" l="l" r="r" t="t"/>
              <a:pathLst>
                <a:path extrusionOk="0" h="14598" w="12956">
                  <a:moveTo>
                    <a:pt x="1" y="0"/>
                  </a:moveTo>
                  <a:lnTo>
                    <a:pt x="2210" y="2696"/>
                  </a:lnTo>
                  <a:lnTo>
                    <a:pt x="1" y="5259"/>
                  </a:lnTo>
                  <a:cubicBezTo>
                    <a:pt x="4051" y="5259"/>
                    <a:pt x="7368" y="8382"/>
                    <a:pt x="7683" y="12350"/>
                  </a:cubicBezTo>
                  <a:lnTo>
                    <a:pt x="7724" y="12389"/>
                  </a:lnTo>
                  <a:lnTo>
                    <a:pt x="10287" y="14598"/>
                  </a:lnTo>
                  <a:lnTo>
                    <a:pt x="12955" y="12411"/>
                  </a:lnTo>
                  <a:cubicBezTo>
                    <a:pt x="12663" y="5508"/>
                    <a:pt x="6977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30"/>
            <p:cNvSpPr/>
            <p:nvPr/>
          </p:nvSpPr>
          <p:spPr>
            <a:xfrm>
              <a:off x="3058644" y="1270349"/>
              <a:ext cx="1784242" cy="1649956"/>
            </a:xfrm>
            <a:custGeom>
              <a:rect b="b" l="l" r="r" t="t"/>
              <a:pathLst>
                <a:path extrusionOk="0" h="13647" w="15176">
                  <a:moveTo>
                    <a:pt x="12967" y="0"/>
                  </a:moveTo>
                  <a:cubicBezTo>
                    <a:pt x="5805" y="0"/>
                    <a:pt x="0" y="5806"/>
                    <a:pt x="0" y="12968"/>
                  </a:cubicBezTo>
                  <a:cubicBezTo>
                    <a:pt x="0" y="13196"/>
                    <a:pt x="6" y="13422"/>
                    <a:pt x="17" y="13646"/>
                  </a:cubicBezTo>
                  <a:lnTo>
                    <a:pt x="2839" y="11335"/>
                  </a:lnTo>
                  <a:lnTo>
                    <a:pt x="5275" y="13433"/>
                  </a:lnTo>
                  <a:cubicBezTo>
                    <a:pt x="5265" y="13280"/>
                    <a:pt x="5259" y="13125"/>
                    <a:pt x="5259" y="12968"/>
                  </a:cubicBezTo>
                  <a:cubicBezTo>
                    <a:pt x="5259" y="8710"/>
                    <a:pt x="8710" y="5259"/>
                    <a:pt x="12967" y="5259"/>
                  </a:cubicBezTo>
                  <a:lnTo>
                    <a:pt x="15176" y="2696"/>
                  </a:lnTo>
                  <a:lnTo>
                    <a:pt x="129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8" name="Google Shape;2148;p30"/>
          <p:cNvSpPr/>
          <p:nvPr/>
        </p:nvSpPr>
        <p:spPr>
          <a:xfrm>
            <a:off x="4032906" y="2272429"/>
            <a:ext cx="1100287" cy="1131474"/>
          </a:xfrm>
          <a:custGeom>
            <a:rect b="b" l="l" r="r" t="t"/>
            <a:pathLst>
              <a:path extrusionOk="0" h="11972" w="11972">
                <a:moveTo>
                  <a:pt x="5986" y="0"/>
                </a:moveTo>
                <a:cubicBezTo>
                  <a:pt x="4399" y="0"/>
                  <a:pt x="2876" y="631"/>
                  <a:pt x="1754" y="1753"/>
                </a:cubicBezTo>
                <a:cubicBezTo>
                  <a:pt x="632" y="2876"/>
                  <a:pt x="0" y="4398"/>
                  <a:pt x="0" y="5986"/>
                </a:cubicBezTo>
                <a:cubicBezTo>
                  <a:pt x="0" y="7574"/>
                  <a:pt x="632" y="9095"/>
                  <a:pt x="1754" y="10219"/>
                </a:cubicBezTo>
                <a:cubicBezTo>
                  <a:pt x="2876" y="11341"/>
                  <a:pt x="4399" y="11972"/>
                  <a:pt x="5986" y="11972"/>
                </a:cubicBezTo>
                <a:cubicBezTo>
                  <a:pt x="7574" y="11972"/>
                  <a:pt x="9096" y="11341"/>
                  <a:pt x="10219" y="10219"/>
                </a:cubicBezTo>
                <a:cubicBezTo>
                  <a:pt x="11341" y="9095"/>
                  <a:pt x="11972" y="7574"/>
                  <a:pt x="11972" y="5986"/>
                </a:cubicBezTo>
                <a:cubicBezTo>
                  <a:pt x="11972" y="4398"/>
                  <a:pt x="11341" y="2876"/>
                  <a:pt x="10219" y="1753"/>
                </a:cubicBezTo>
                <a:cubicBezTo>
                  <a:pt x="9096" y="631"/>
                  <a:pt x="7574" y="0"/>
                  <a:pt x="59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9" name="Google Shape;2149;p30"/>
          <p:cNvSpPr/>
          <p:nvPr/>
        </p:nvSpPr>
        <p:spPr>
          <a:xfrm>
            <a:off x="4172599" y="2468536"/>
            <a:ext cx="781376" cy="740108"/>
          </a:xfrm>
          <a:custGeom>
            <a:rect b="b" l="l" r="r" t="t"/>
            <a:pathLst>
              <a:path extrusionOk="0" h="7831" w="8502">
                <a:moveTo>
                  <a:pt x="4451" y="0"/>
                </a:moveTo>
                <a:cubicBezTo>
                  <a:pt x="2922" y="0"/>
                  <a:pt x="1473" y="894"/>
                  <a:pt x="843" y="2382"/>
                </a:cubicBezTo>
                <a:cubicBezTo>
                  <a:pt x="1" y="4371"/>
                  <a:pt x="940" y="6670"/>
                  <a:pt x="2942" y="7518"/>
                </a:cubicBezTo>
                <a:cubicBezTo>
                  <a:pt x="3435" y="7726"/>
                  <a:pt x="3959" y="7831"/>
                  <a:pt x="4484" y="7831"/>
                </a:cubicBezTo>
                <a:cubicBezTo>
                  <a:pt x="4982" y="7831"/>
                  <a:pt x="5481" y="7736"/>
                  <a:pt x="5952" y="7547"/>
                </a:cubicBezTo>
                <a:cubicBezTo>
                  <a:pt x="6916" y="7160"/>
                  <a:pt x="7686" y="6405"/>
                  <a:pt x="8091" y="5450"/>
                </a:cubicBezTo>
                <a:cubicBezTo>
                  <a:pt x="8495" y="4495"/>
                  <a:pt x="8501" y="3417"/>
                  <a:pt x="8107" y="2454"/>
                </a:cubicBezTo>
                <a:cubicBezTo>
                  <a:pt x="7713" y="1491"/>
                  <a:pt x="6952" y="722"/>
                  <a:pt x="5991" y="314"/>
                </a:cubicBezTo>
                <a:cubicBezTo>
                  <a:pt x="5488" y="101"/>
                  <a:pt x="4965" y="0"/>
                  <a:pt x="445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30"/>
          <p:cNvSpPr/>
          <p:nvPr/>
        </p:nvSpPr>
        <p:spPr>
          <a:xfrm>
            <a:off x="4911408" y="2850732"/>
            <a:ext cx="18473" cy="80239"/>
          </a:xfrm>
          <a:custGeom>
            <a:rect b="b" l="l" r="r" t="t"/>
            <a:pathLst>
              <a:path extrusionOk="0" h="849" w="201">
                <a:moveTo>
                  <a:pt x="173" y="14"/>
                </a:moveTo>
                <a:cubicBezTo>
                  <a:pt x="175" y="14"/>
                  <a:pt x="176" y="14"/>
                  <a:pt x="178" y="14"/>
                </a:cubicBezTo>
                <a:cubicBezTo>
                  <a:pt x="174" y="42"/>
                  <a:pt x="170" y="80"/>
                  <a:pt x="166" y="107"/>
                </a:cubicBezTo>
                <a:lnTo>
                  <a:pt x="170" y="170"/>
                </a:lnTo>
                <a:lnTo>
                  <a:pt x="159" y="229"/>
                </a:lnTo>
                <a:lnTo>
                  <a:pt x="144" y="197"/>
                </a:lnTo>
                <a:lnTo>
                  <a:pt x="125" y="321"/>
                </a:lnTo>
                <a:cubicBezTo>
                  <a:pt x="144" y="398"/>
                  <a:pt x="144" y="398"/>
                  <a:pt x="112" y="582"/>
                </a:cubicBezTo>
                <a:lnTo>
                  <a:pt x="92" y="654"/>
                </a:lnTo>
                <a:cubicBezTo>
                  <a:pt x="62" y="587"/>
                  <a:pt x="62" y="587"/>
                  <a:pt x="61" y="562"/>
                </a:cubicBezTo>
                <a:cubicBezTo>
                  <a:pt x="59" y="547"/>
                  <a:pt x="82" y="479"/>
                  <a:pt x="82" y="477"/>
                </a:cubicBezTo>
                <a:cubicBezTo>
                  <a:pt x="89" y="450"/>
                  <a:pt x="77" y="426"/>
                  <a:pt x="77" y="399"/>
                </a:cubicBezTo>
                <a:cubicBezTo>
                  <a:pt x="77" y="397"/>
                  <a:pt x="78" y="393"/>
                  <a:pt x="78" y="389"/>
                </a:cubicBezTo>
                <a:cubicBezTo>
                  <a:pt x="83" y="341"/>
                  <a:pt x="99" y="295"/>
                  <a:pt x="103" y="245"/>
                </a:cubicBezTo>
                <a:cubicBezTo>
                  <a:pt x="106" y="218"/>
                  <a:pt x="99" y="188"/>
                  <a:pt x="103" y="160"/>
                </a:cubicBezTo>
                <a:cubicBezTo>
                  <a:pt x="108" y="117"/>
                  <a:pt x="122" y="88"/>
                  <a:pt x="130" y="78"/>
                </a:cubicBezTo>
                <a:cubicBezTo>
                  <a:pt x="134" y="80"/>
                  <a:pt x="134" y="80"/>
                  <a:pt x="138" y="86"/>
                </a:cubicBezTo>
                <a:cubicBezTo>
                  <a:pt x="138" y="87"/>
                  <a:pt x="139" y="87"/>
                  <a:pt x="140" y="87"/>
                </a:cubicBezTo>
                <a:cubicBezTo>
                  <a:pt x="148" y="69"/>
                  <a:pt x="148" y="49"/>
                  <a:pt x="157" y="31"/>
                </a:cubicBezTo>
                <a:cubicBezTo>
                  <a:pt x="164" y="17"/>
                  <a:pt x="168" y="14"/>
                  <a:pt x="173" y="14"/>
                </a:cubicBezTo>
                <a:close/>
                <a:moveTo>
                  <a:pt x="161" y="1"/>
                </a:moveTo>
                <a:cubicBezTo>
                  <a:pt x="157" y="1"/>
                  <a:pt x="154" y="2"/>
                  <a:pt x="149" y="5"/>
                </a:cubicBezTo>
                <a:cubicBezTo>
                  <a:pt x="149" y="5"/>
                  <a:pt x="102" y="76"/>
                  <a:pt x="97" y="83"/>
                </a:cubicBezTo>
                <a:lnTo>
                  <a:pt x="93" y="91"/>
                </a:lnTo>
                <a:cubicBezTo>
                  <a:pt x="81" y="149"/>
                  <a:pt x="65" y="210"/>
                  <a:pt x="50" y="270"/>
                </a:cubicBezTo>
                <a:cubicBezTo>
                  <a:pt x="48" y="275"/>
                  <a:pt x="50" y="281"/>
                  <a:pt x="51" y="285"/>
                </a:cubicBezTo>
                <a:lnTo>
                  <a:pt x="50" y="314"/>
                </a:lnTo>
                <a:cubicBezTo>
                  <a:pt x="52" y="322"/>
                  <a:pt x="50" y="333"/>
                  <a:pt x="47" y="342"/>
                </a:cubicBezTo>
                <a:cubicBezTo>
                  <a:pt x="42" y="363"/>
                  <a:pt x="30" y="421"/>
                  <a:pt x="24" y="465"/>
                </a:cubicBezTo>
                <a:cubicBezTo>
                  <a:pt x="21" y="491"/>
                  <a:pt x="31" y="517"/>
                  <a:pt x="26" y="543"/>
                </a:cubicBezTo>
                <a:cubicBezTo>
                  <a:pt x="22" y="567"/>
                  <a:pt x="14" y="587"/>
                  <a:pt x="9" y="609"/>
                </a:cubicBezTo>
                <a:lnTo>
                  <a:pt x="1" y="638"/>
                </a:lnTo>
                <a:cubicBezTo>
                  <a:pt x="4" y="718"/>
                  <a:pt x="4" y="718"/>
                  <a:pt x="40" y="800"/>
                </a:cubicBezTo>
                <a:lnTo>
                  <a:pt x="58" y="848"/>
                </a:lnTo>
                <a:lnTo>
                  <a:pt x="114" y="670"/>
                </a:lnTo>
                <a:cubicBezTo>
                  <a:pt x="155" y="454"/>
                  <a:pt x="155" y="454"/>
                  <a:pt x="150" y="403"/>
                </a:cubicBezTo>
                <a:lnTo>
                  <a:pt x="183" y="239"/>
                </a:lnTo>
                <a:lnTo>
                  <a:pt x="180" y="175"/>
                </a:lnTo>
                <a:lnTo>
                  <a:pt x="200" y="15"/>
                </a:lnTo>
                <a:cubicBezTo>
                  <a:pt x="177" y="5"/>
                  <a:pt x="167" y="1"/>
                  <a:pt x="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1" name="Google Shape;2151;p30"/>
          <p:cNvSpPr/>
          <p:nvPr/>
        </p:nvSpPr>
        <p:spPr>
          <a:xfrm>
            <a:off x="4887421" y="3027559"/>
            <a:ext cx="6433" cy="11058"/>
          </a:xfrm>
          <a:custGeom>
            <a:rect b="b" l="l" r="r" t="t"/>
            <a:pathLst>
              <a:path extrusionOk="0" h="117" w="70">
                <a:moveTo>
                  <a:pt x="69" y="0"/>
                </a:moveTo>
                <a:lnTo>
                  <a:pt x="1" y="113"/>
                </a:lnTo>
                <a:lnTo>
                  <a:pt x="4" y="117"/>
                </a:lnTo>
                <a:lnTo>
                  <a:pt x="66" y="16"/>
                </a:lnTo>
                <a:lnTo>
                  <a:pt x="66" y="16"/>
                </a:lnTo>
                <a:cubicBezTo>
                  <a:pt x="64" y="17"/>
                  <a:pt x="64" y="18"/>
                  <a:pt x="63" y="20"/>
                </a:cubicBezTo>
                <a:cubicBezTo>
                  <a:pt x="64" y="15"/>
                  <a:pt x="67" y="6"/>
                  <a:pt x="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30"/>
          <p:cNvSpPr/>
          <p:nvPr/>
        </p:nvSpPr>
        <p:spPr>
          <a:xfrm>
            <a:off x="4888891" y="2977942"/>
            <a:ext cx="22701" cy="29015"/>
          </a:xfrm>
          <a:custGeom>
            <a:rect b="b" l="l" r="r" t="t"/>
            <a:pathLst>
              <a:path extrusionOk="0" h="307" w="247">
                <a:moveTo>
                  <a:pt x="243" y="0"/>
                </a:moveTo>
                <a:lnTo>
                  <a:pt x="214" y="16"/>
                </a:lnTo>
                <a:cubicBezTo>
                  <a:pt x="199" y="45"/>
                  <a:pt x="195" y="46"/>
                  <a:pt x="194" y="47"/>
                </a:cubicBezTo>
                <a:cubicBezTo>
                  <a:pt x="191" y="47"/>
                  <a:pt x="189" y="46"/>
                  <a:pt x="173" y="40"/>
                </a:cubicBezTo>
                <a:cubicBezTo>
                  <a:pt x="151" y="75"/>
                  <a:pt x="123" y="119"/>
                  <a:pt x="102" y="154"/>
                </a:cubicBezTo>
                <a:lnTo>
                  <a:pt x="23" y="213"/>
                </a:lnTo>
                <a:cubicBezTo>
                  <a:pt x="21" y="220"/>
                  <a:pt x="16" y="229"/>
                  <a:pt x="14" y="234"/>
                </a:cubicBezTo>
                <a:cubicBezTo>
                  <a:pt x="5" y="249"/>
                  <a:pt x="1" y="265"/>
                  <a:pt x="0" y="271"/>
                </a:cubicBezTo>
                <a:cubicBezTo>
                  <a:pt x="15" y="264"/>
                  <a:pt x="32" y="255"/>
                  <a:pt x="45" y="249"/>
                </a:cubicBezTo>
                <a:lnTo>
                  <a:pt x="71" y="242"/>
                </a:lnTo>
                <a:lnTo>
                  <a:pt x="68" y="267"/>
                </a:lnTo>
                <a:lnTo>
                  <a:pt x="124" y="195"/>
                </a:lnTo>
                <a:lnTo>
                  <a:pt x="129" y="203"/>
                </a:lnTo>
                <a:cubicBezTo>
                  <a:pt x="132" y="219"/>
                  <a:pt x="127" y="227"/>
                  <a:pt x="119" y="236"/>
                </a:cubicBezTo>
                <a:cubicBezTo>
                  <a:pt x="96" y="270"/>
                  <a:pt x="96" y="270"/>
                  <a:pt x="91" y="306"/>
                </a:cubicBezTo>
                <a:lnTo>
                  <a:pt x="103" y="296"/>
                </a:lnTo>
                <a:lnTo>
                  <a:pt x="130" y="271"/>
                </a:lnTo>
                <a:lnTo>
                  <a:pt x="137" y="259"/>
                </a:lnTo>
                <a:lnTo>
                  <a:pt x="137" y="259"/>
                </a:lnTo>
                <a:cubicBezTo>
                  <a:pt x="135" y="260"/>
                  <a:pt x="135" y="260"/>
                  <a:pt x="128" y="270"/>
                </a:cubicBezTo>
                <a:cubicBezTo>
                  <a:pt x="129" y="266"/>
                  <a:pt x="130" y="263"/>
                  <a:pt x="132" y="260"/>
                </a:cubicBezTo>
                <a:cubicBezTo>
                  <a:pt x="164" y="201"/>
                  <a:pt x="191" y="149"/>
                  <a:pt x="247" y="16"/>
                </a:cubicBezTo>
                <a:lnTo>
                  <a:pt x="24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30"/>
          <p:cNvSpPr/>
          <p:nvPr/>
        </p:nvSpPr>
        <p:spPr>
          <a:xfrm>
            <a:off x="4900655" y="2976241"/>
            <a:ext cx="17830" cy="27313"/>
          </a:xfrm>
          <a:custGeom>
            <a:rect b="b" l="l" r="r" t="t"/>
            <a:pathLst>
              <a:path extrusionOk="0" h="289" w="194">
                <a:moveTo>
                  <a:pt x="194" y="0"/>
                </a:moveTo>
                <a:cubicBezTo>
                  <a:pt x="189" y="2"/>
                  <a:pt x="162" y="51"/>
                  <a:pt x="162" y="51"/>
                </a:cubicBezTo>
                <a:cubicBezTo>
                  <a:pt x="158" y="55"/>
                  <a:pt x="154" y="63"/>
                  <a:pt x="143" y="69"/>
                </a:cubicBezTo>
                <a:cubicBezTo>
                  <a:pt x="144" y="55"/>
                  <a:pt x="148" y="39"/>
                  <a:pt x="149" y="28"/>
                </a:cubicBezTo>
                <a:lnTo>
                  <a:pt x="139" y="21"/>
                </a:lnTo>
                <a:lnTo>
                  <a:pt x="129" y="16"/>
                </a:lnTo>
                <a:cubicBezTo>
                  <a:pt x="71" y="159"/>
                  <a:pt x="35" y="225"/>
                  <a:pt x="0" y="289"/>
                </a:cubicBezTo>
                <a:cubicBezTo>
                  <a:pt x="40" y="246"/>
                  <a:pt x="40" y="246"/>
                  <a:pt x="45" y="240"/>
                </a:cubicBezTo>
                <a:cubicBezTo>
                  <a:pt x="51" y="249"/>
                  <a:pt x="51" y="249"/>
                  <a:pt x="57" y="254"/>
                </a:cubicBezTo>
                <a:cubicBezTo>
                  <a:pt x="104" y="185"/>
                  <a:pt x="173" y="82"/>
                  <a:pt x="194" y="2"/>
                </a:cubicBezTo>
                <a:lnTo>
                  <a:pt x="19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30"/>
          <p:cNvSpPr/>
          <p:nvPr/>
        </p:nvSpPr>
        <p:spPr>
          <a:xfrm>
            <a:off x="4899552" y="2965939"/>
            <a:ext cx="5514" cy="18429"/>
          </a:xfrm>
          <a:custGeom>
            <a:rect b="b" l="l" r="r" t="t"/>
            <a:pathLst>
              <a:path extrusionOk="0" h="195" w="60">
                <a:moveTo>
                  <a:pt x="56" y="1"/>
                </a:moveTo>
                <a:lnTo>
                  <a:pt x="56" y="1"/>
                </a:lnTo>
                <a:cubicBezTo>
                  <a:pt x="27" y="34"/>
                  <a:pt x="22" y="46"/>
                  <a:pt x="21" y="50"/>
                </a:cubicBezTo>
                <a:lnTo>
                  <a:pt x="3" y="105"/>
                </a:lnTo>
                <a:lnTo>
                  <a:pt x="3" y="109"/>
                </a:lnTo>
                <a:cubicBezTo>
                  <a:pt x="5" y="116"/>
                  <a:pt x="5" y="116"/>
                  <a:pt x="1" y="195"/>
                </a:cubicBezTo>
                <a:cubicBezTo>
                  <a:pt x="23" y="177"/>
                  <a:pt x="38" y="162"/>
                  <a:pt x="41" y="152"/>
                </a:cubicBezTo>
                <a:cubicBezTo>
                  <a:pt x="44" y="139"/>
                  <a:pt x="38" y="126"/>
                  <a:pt x="39" y="113"/>
                </a:cubicBezTo>
                <a:cubicBezTo>
                  <a:pt x="41" y="104"/>
                  <a:pt x="47" y="96"/>
                  <a:pt x="49" y="85"/>
                </a:cubicBezTo>
                <a:cubicBezTo>
                  <a:pt x="59" y="56"/>
                  <a:pt x="59" y="56"/>
                  <a:pt x="5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5" name="Google Shape;2155;p30"/>
          <p:cNvSpPr/>
          <p:nvPr/>
        </p:nvSpPr>
        <p:spPr>
          <a:xfrm>
            <a:off x="4809028" y="3016407"/>
            <a:ext cx="83082" cy="104717"/>
          </a:xfrm>
          <a:custGeom>
            <a:rect b="b" l="l" r="r" t="t"/>
            <a:pathLst>
              <a:path extrusionOk="0" h="1108" w="904">
                <a:moveTo>
                  <a:pt x="903" y="1"/>
                </a:moveTo>
                <a:cubicBezTo>
                  <a:pt x="875" y="1"/>
                  <a:pt x="785" y="140"/>
                  <a:pt x="783" y="141"/>
                </a:cubicBezTo>
                <a:cubicBezTo>
                  <a:pt x="737" y="212"/>
                  <a:pt x="737" y="212"/>
                  <a:pt x="665" y="242"/>
                </a:cubicBezTo>
                <a:cubicBezTo>
                  <a:pt x="653" y="246"/>
                  <a:pt x="645" y="250"/>
                  <a:pt x="634" y="261"/>
                </a:cubicBezTo>
                <a:cubicBezTo>
                  <a:pt x="593" y="298"/>
                  <a:pt x="571" y="353"/>
                  <a:pt x="524" y="385"/>
                </a:cubicBezTo>
                <a:cubicBezTo>
                  <a:pt x="448" y="448"/>
                  <a:pt x="448" y="448"/>
                  <a:pt x="397" y="503"/>
                </a:cubicBezTo>
                <a:cubicBezTo>
                  <a:pt x="333" y="571"/>
                  <a:pt x="204" y="745"/>
                  <a:pt x="204" y="747"/>
                </a:cubicBezTo>
                <a:cubicBezTo>
                  <a:pt x="161" y="810"/>
                  <a:pt x="137" y="883"/>
                  <a:pt x="98" y="949"/>
                </a:cubicBezTo>
                <a:cubicBezTo>
                  <a:pt x="72" y="993"/>
                  <a:pt x="30" y="1023"/>
                  <a:pt x="5" y="1066"/>
                </a:cubicBezTo>
                <a:cubicBezTo>
                  <a:pt x="3" y="1070"/>
                  <a:pt x="1" y="1077"/>
                  <a:pt x="1" y="1082"/>
                </a:cubicBezTo>
                <a:cubicBezTo>
                  <a:pt x="5" y="1084"/>
                  <a:pt x="10" y="1086"/>
                  <a:pt x="16" y="1086"/>
                </a:cubicBezTo>
                <a:cubicBezTo>
                  <a:pt x="32" y="1086"/>
                  <a:pt x="62" y="1071"/>
                  <a:pt x="146" y="1002"/>
                </a:cubicBezTo>
                <a:cubicBezTo>
                  <a:pt x="171" y="980"/>
                  <a:pt x="171" y="980"/>
                  <a:pt x="182" y="979"/>
                </a:cubicBezTo>
                <a:lnTo>
                  <a:pt x="187" y="984"/>
                </a:lnTo>
                <a:cubicBezTo>
                  <a:pt x="198" y="980"/>
                  <a:pt x="208" y="975"/>
                  <a:pt x="219" y="972"/>
                </a:cubicBezTo>
                <a:lnTo>
                  <a:pt x="219" y="972"/>
                </a:lnTo>
                <a:cubicBezTo>
                  <a:pt x="211" y="989"/>
                  <a:pt x="195" y="1010"/>
                  <a:pt x="174" y="1032"/>
                </a:cubicBezTo>
                <a:lnTo>
                  <a:pt x="174" y="1032"/>
                </a:lnTo>
                <a:cubicBezTo>
                  <a:pt x="260" y="952"/>
                  <a:pt x="355" y="862"/>
                  <a:pt x="428" y="787"/>
                </a:cubicBezTo>
                <a:cubicBezTo>
                  <a:pt x="524" y="676"/>
                  <a:pt x="649" y="525"/>
                  <a:pt x="737" y="407"/>
                </a:cubicBezTo>
                <a:cubicBezTo>
                  <a:pt x="757" y="379"/>
                  <a:pt x="879" y="195"/>
                  <a:pt x="898" y="130"/>
                </a:cubicBezTo>
                <a:cubicBezTo>
                  <a:pt x="899" y="124"/>
                  <a:pt x="899" y="123"/>
                  <a:pt x="899" y="121"/>
                </a:cubicBezTo>
                <a:lnTo>
                  <a:pt x="899" y="118"/>
                </a:lnTo>
                <a:lnTo>
                  <a:pt x="899" y="114"/>
                </a:lnTo>
                <a:lnTo>
                  <a:pt x="899" y="110"/>
                </a:lnTo>
                <a:lnTo>
                  <a:pt x="899" y="107"/>
                </a:lnTo>
                <a:lnTo>
                  <a:pt x="899" y="103"/>
                </a:lnTo>
                <a:lnTo>
                  <a:pt x="899" y="100"/>
                </a:lnTo>
                <a:lnTo>
                  <a:pt x="899" y="98"/>
                </a:lnTo>
                <a:cubicBezTo>
                  <a:pt x="891" y="102"/>
                  <a:pt x="886" y="103"/>
                  <a:pt x="854" y="163"/>
                </a:cubicBezTo>
                <a:cubicBezTo>
                  <a:pt x="806" y="253"/>
                  <a:pt x="799" y="259"/>
                  <a:pt x="712" y="324"/>
                </a:cubicBezTo>
                <a:cubicBezTo>
                  <a:pt x="735" y="283"/>
                  <a:pt x="766" y="227"/>
                  <a:pt x="788" y="186"/>
                </a:cubicBezTo>
                <a:lnTo>
                  <a:pt x="827" y="112"/>
                </a:lnTo>
                <a:lnTo>
                  <a:pt x="903" y="1"/>
                </a:lnTo>
                <a:close/>
                <a:moveTo>
                  <a:pt x="174" y="1032"/>
                </a:moveTo>
                <a:cubicBezTo>
                  <a:pt x="145" y="1059"/>
                  <a:pt x="117" y="1084"/>
                  <a:pt x="92" y="1108"/>
                </a:cubicBezTo>
                <a:cubicBezTo>
                  <a:pt x="119" y="1085"/>
                  <a:pt x="149" y="1058"/>
                  <a:pt x="174" y="103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30"/>
          <p:cNvSpPr/>
          <p:nvPr/>
        </p:nvSpPr>
        <p:spPr>
          <a:xfrm>
            <a:off x="4916554" y="2851961"/>
            <a:ext cx="10937" cy="60486"/>
          </a:xfrm>
          <a:custGeom>
            <a:rect b="b" l="l" r="r" t="t"/>
            <a:pathLst>
              <a:path extrusionOk="0" h="640" w="119">
                <a:moveTo>
                  <a:pt x="115" y="1"/>
                </a:moveTo>
                <a:cubicBezTo>
                  <a:pt x="109" y="1"/>
                  <a:pt x="106" y="4"/>
                  <a:pt x="98" y="18"/>
                </a:cubicBezTo>
                <a:cubicBezTo>
                  <a:pt x="89" y="36"/>
                  <a:pt x="89" y="56"/>
                  <a:pt x="82" y="74"/>
                </a:cubicBezTo>
                <a:cubicBezTo>
                  <a:pt x="80" y="74"/>
                  <a:pt x="79" y="74"/>
                  <a:pt x="79" y="73"/>
                </a:cubicBezTo>
                <a:cubicBezTo>
                  <a:pt x="76" y="66"/>
                  <a:pt x="76" y="66"/>
                  <a:pt x="72" y="65"/>
                </a:cubicBezTo>
                <a:cubicBezTo>
                  <a:pt x="66" y="75"/>
                  <a:pt x="52" y="104"/>
                  <a:pt x="47" y="147"/>
                </a:cubicBezTo>
                <a:cubicBezTo>
                  <a:pt x="43" y="175"/>
                  <a:pt x="50" y="205"/>
                  <a:pt x="47" y="232"/>
                </a:cubicBezTo>
                <a:cubicBezTo>
                  <a:pt x="43" y="282"/>
                  <a:pt x="27" y="328"/>
                  <a:pt x="22" y="376"/>
                </a:cubicBezTo>
                <a:cubicBezTo>
                  <a:pt x="22" y="380"/>
                  <a:pt x="21" y="384"/>
                  <a:pt x="21" y="386"/>
                </a:cubicBezTo>
                <a:cubicBezTo>
                  <a:pt x="21" y="405"/>
                  <a:pt x="35" y="422"/>
                  <a:pt x="32" y="442"/>
                </a:cubicBezTo>
                <a:cubicBezTo>
                  <a:pt x="28" y="477"/>
                  <a:pt x="12" y="508"/>
                  <a:pt x="5" y="539"/>
                </a:cubicBezTo>
                <a:cubicBezTo>
                  <a:pt x="0" y="560"/>
                  <a:pt x="0" y="560"/>
                  <a:pt x="34" y="640"/>
                </a:cubicBezTo>
                <a:cubicBezTo>
                  <a:pt x="41" y="619"/>
                  <a:pt x="50" y="591"/>
                  <a:pt x="54" y="569"/>
                </a:cubicBezTo>
                <a:lnTo>
                  <a:pt x="79" y="425"/>
                </a:lnTo>
                <a:cubicBezTo>
                  <a:pt x="87" y="384"/>
                  <a:pt x="84" y="372"/>
                  <a:pt x="80" y="359"/>
                </a:cubicBezTo>
                <a:cubicBezTo>
                  <a:pt x="68" y="313"/>
                  <a:pt x="68" y="313"/>
                  <a:pt x="85" y="184"/>
                </a:cubicBezTo>
                <a:lnTo>
                  <a:pt x="101" y="216"/>
                </a:lnTo>
                <a:lnTo>
                  <a:pt x="111" y="157"/>
                </a:lnTo>
                <a:lnTo>
                  <a:pt x="108" y="94"/>
                </a:lnTo>
                <a:lnTo>
                  <a:pt x="119" y="1"/>
                </a:lnTo>
                <a:cubicBezTo>
                  <a:pt x="117" y="1"/>
                  <a:pt x="116" y="1"/>
                  <a:pt x="1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30"/>
          <p:cNvSpPr/>
          <p:nvPr/>
        </p:nvSpPr>
        <p:spPr>
          <a:xfrm>
            <a:off x="4269648" y="2498684"/>
            <a:ext cx="262756" cy="551844"/>
          </a:xfrm>
          <a:custGeom>
            <a:rect b="b" l="l" r="r" t="t"/>
            <a:pathLst>
              <a:path extrusionOk="0" h="5839" w="2859">
                <a:moveTo>
                  <a:pt x="2029" y="1"/>
                </a:moveTo>
                <a:lnTo>
                  <a:pt x="1939" y="35"/>
                </a:lnTo>
                <a:lnTo>
                  <a:pt x="1880" y="34"/>
                </a:lnTo>
                <a:lnTo>
                  <a:pt x="1802" y="68"/>
                </a:lnTo>
                <a:lnTo>
                  <a:pt x="1726" y="112"/>
                </a:lnTo>
                <a:lnTo>
                  <a:pt x="1680" y="122"/>
                </a:lnTo>
                <a:lnTo>
                  <a:pt x="1694" y="80"/>
                </a:lnTo>
                <a:lnTo>
                  <a:pt x="1599" y="123"/>
                </a:lnTo>
                <a:cubicBezTo>
                  <a:pt x="1606" y="142"/>
                  <a:pt x="1622" y="162"/>
                  <a:pt x="1634" y="178"/>
                </a:cubicBezTo>
                <a:lnTo>
                  <a:pt x="1757" y="137"/>
                </a:lnTo>
                <a:cubicBezTo>
                  <a:pt x="1782" y="162"/>
                  <a:pt x="1817" y="194"/>
                  <a:pt x="1842" y="216"/>
                </a:cubicBezTo>
                <a:lnTo>
                  <a:pt x="1731" y="317"/>
                </a:lnTo>
                <a:lnTo>
                  <a:pt x="1537" y="442"/>
                </a:lnTo>
                <a:lnTo>
                  <a:pt x="1478" y="442"/>
                </a:lnTo>
                <a:lnTo>
                  <a:pt x="1348" y="536"/>
                </a:lnTo>
                <a:cubicBezTo>
                  <a:pt x="1220" y="631"/>
                  <a:pt x="1051" y="643"/>
                  <a:pt x="928" y="743"/>
                </a:cubicBezTo>
                <a:cubicBezTo>
                  <a:pt x="762" y="879"/>
                  <a:pt x="656" y="1069"/>
                  <a:pt x="508" y="1219"/>
                </a:cubicBezTo>
                <a:lnTo>
                  <a:pt x="456" y="1313"/>
                </a:lnTo>
                <a:cubicBezTo>
                  <a:pt x="389" y="1327"/>
                  <a:pt x="369" y="1424"/>
                  <a:pt x="363" y="1480"/>
                </a:cubicBezTo>
                <a:cubicBezTo>
                  <a:pt x="373" y="1482"/>
                  <a:pt x="385" y="1483"/>
                  <a:pt x="396" y="1484"/>
                </a:cubicBezTo>
                <a:lnTo>
                  <a:pt x="462" y="1359"/>
                </a:lnTo>
                <a:lnTo>
                  <a:pt x="596" y="1190"/>
                </a:lnTo>
                <a:lnTo>
                  <a:pt x="596" y="1190"/>
                </a:lnTo>
                <a:cubicBezTo>
                  <a:pt x="543" y="1269"/>
                  <a:pt x="480" y="1381"/>
                  <a:pt x="431" y="1463"/>
                </a:cubicBezTo>
                <a:cubicBezTo>
                  <a:pt x="395" y="1506"/>
                  <a:pt x="360" y="1551"/>
                  <a:pt x="325" y="1596"/>
                </a:cubicBezTo>
                <a:cubicBezTo>
                  <a:pt x="304" y="1697"/>
                  <a:pt x="287" y="1832"/>
                  <a:pt x="274" y="1933"/>
                </a:cubicBezTo>
                <a:lnTo>
                  <a:pt x="335" y="2006"/>
                </a:lnTo>
                <a:lnTo>
                  <a:pt x="343" y="2096"/>
                </a:lnTo>
                <a:lnTo>
                  <a:pt x="380" y="2188"/>
                </a:lnTo>
                <a:lnTo>
                  <a:pt x="324" y="2353"/>
                </a:lnTo>
                <a:lnTo>
                  <a:pt x="337" y="2487"/>
                </a:lnTo>
                <a:lnTo>
                  <a:pt x="345" y="2614"/>
                </a:lnTo>
                <a:lnTo>
                  <a:pt x="416" y="2600"/>
                </a:lnTo>
                <a:lnTo>
                  <a:pt x="431" y="2677"/>
                </a:lnTo>
                <a:lnTo>
                  <a:pt x="371" y="2789"/>
                </a:lnTo>
                <a:lnTo>
                  <a:pt x="240" y="2856"/>
                </a:lnTo>
                <a:cubicBezTo>
                  <a:pt x="32" y="3244"/>
                  <a:pt x="32" y="3244"/>
                  <a:pt x="15" y="3514"/>
                </a:cubicBezTo>
                <a:cubicBezTo>
                  <a:pt x="1" y="3727"/>
                  <a:pt x="220" y="3864"/>
                  <a:pt x="199" y="4081"/>
                </a:cubicBezTo>
                <a:cubicBezTo>
                  <a:pt x="177" y="4303"/>
                  <a:pt x="93" y="4518"/>
                  <a:pt x="115" y="4746"/>
                </a:cubicBezTo>
                <a:cubicBezTo>
                  <a:pt x="180" y="5364"/>
                  <a:pt x="229" y="5488"/>
                  <a:pt x="547" y="5839"/>
                </a:cubicBezTo>
                <a:lnTo>
                  <a:pt x="559" y="5788"/>
                </a:lnTo>
                <a:lnTo>
                  <a:pt x="424" y="5585"/>
                </a:lnTo>
                <a:cubicBezTo>
                  <a:pt x="436" y="5556"/>
                  <a:pt x="436" y="5557"/>
                  <a:pt x="448" y="5530"/>
                </a:cubicBezTo>
                <a:lnTo>
                  <a:pt x="435" y="5427"/>
                </a:lnTo>
                <a:lnTo>
                  <a:pt x="388" y="5402"/>
                </a:lnTo>
                <a:lnTo>
                  <a:pt x="414" y="5265"/>
                </a:lnTo>
                <a:lnTo>
                  <a:pt x="483" y="5211"/>
                </a:lnTo>
                <a:cubicBezTo>
                  <a:pt x="502" y="5218"/>
                  <a:pt x="529" y="5225"/>
                  <a:pt x="548" y="5232"/>
                </a:cubicBezTo>
                <a:cubicBezTo>
                  <a:pt x="584" y="5203"/>
                  <a:pt x="584" y="5203"/>
                  <a:pt x="646" y="5145"/>
                </a:cubicBezTo>
                <a:lnTo>
                  <a:pt x="622" y="5051"/>
                </a:lnTo>
                <a:cubicBezTo>
                  <a:pt x="682" y="4989"/>
                  <a:pt x="767" y="4910"/>
                  <a:pt x="829" y="4850"/>
                </a:cubicBezTo>
                <a:cubicBezTo>
                  <a:pt x="835" y="4824"/>
                  <a:pt x="840" y="4797"/>
                  <a:pt x="846" y="4769"/>
                </a:cubicBezTo>
                <a:cubicBezTo>
                  <a:pt x="932" y="4758"/>
                  <a:pt x="1047" y="4744"/>
                  <a:pt x="1133" y="4734"/>
                </a:cubicBezTo>
                <a:cubicBezTo>
                  <a:pt x="1176" y="4656"/>
                  <a:pt x="1236" y="4555"/>
                  <a:pt x="1281" y="4478"/>
                </a:cubicBezTo>
                <a:cubicBezTo>
                  <a:pt x="1352" y="4389"/>
                  <a:pt x="1477" y="4296"/>
                  <a:pt x="1565" y="4220"/>
                </a:cubicBezTo>
                <a:lnTo>
                  <a:pt x="1432" y="3956"/>
                </a:lnTo>
                <a:cubicBezTo>
                  <a:pt x="1121" y="3775"/>
                  <a:pt x="1087" y="3756"/>
                  <a:pt x="1062" y="3211"/>
                </a:cubicBezTo>
                <a:lnTo>
                  <a:pt x="947" y="3179"/>
                </a:lnTo>
                <a:cubicBezTo>
                  <a:pt x="929" y="3079"/>
                  <a:pt x="911" y="2946"/>
                  <a:pt x="897" y="2846"/>
                </a:cubicBezTo>
                <a:lnTo>
                  <a:pt x="723" y="2726"/>
                </a:lnTo>
                <a:lnTo>
                  <a:pt x="670" y="2562"/>
                </a:lnTo>
                <a:lnTo>
                  <a:pt x="579" y="2551"/>
                </a:lnTo>
                <a:lnTo>
                  <a:pt x="489" y="2600"/>
                </a:lnTo>
                <a:lnTo>
                  <a:pt x="467" y="2475"/>
                </a:lnTo>
                <a:lnTo>
                  <a:pt x="397" y="2459"/>
                </a:lnTo>
                <a:lnTo>
                  <a:pt x="404" y="2355"/>
                </a:lnTo>
                <a:lnTo>
                  <a:pt x="527" y="2194"/>
                </a:lnTo>
                <a:lnTo>
                  <a:pt x="460" y="2047"/>
                </a:lnTo>
                <a:lnTo>
                  <a:pt x="524" y="1946"/>
                </a:lnTo>
                <a:lnTo>
                  <a:pt x="569" y="1958"/>
                </a:lnTo>
                <a:cubicBezTo>
                  <a:pt x="565" y="1956"/>
                  <a:pt x="560" y="1955"/>
                  <a:pt x="557" y="1954"/>
                </a:cubicBezTo>
                <a:cubicBezTo>
                  <a:pt x="573" y="1943"/>
                  <a:pt x="591" y="1928"/>
                  <a:pt x="605" y="1917"/>
                </a:cubicBezTo>
                <a:lnTo>
                  <a:pt x="683" y="1831"/>
                </a:lnTo>
                <a:lnTo>
                  <a:pt x="603" y="1759"/>
                </a:lnTo>
                <a:lnTo>
                  <a:pt x="484" y="1887"/>
                </a:lnTo>
                <a:lnTo>
                  <a:pt x="426" y="1857"/>
                </a:lnTo>
                <a:lnTo>
                  <a:pt x="455" y="1714"/>
                </a:lnTo>
                <a:lnTo>
                  <a:pt x="613" y="1533"/>
                </a:lnTo>
                <a:lnTo>
                  <a:pt x="819" y="1463"/>
                </a:lnTo>
                <a:cubicBezTo>
                  <a:pt x="857" y="1497"/>
                  <a:pt x="912" y="1540"/>
                  <a:pt x="952" y="1574"/>
                </a:cubicBezTo>
                <a:lnTo>
                  <a:pt x="1002" y="1634"/>
                </a:lnTo>
                <a:lnTo>
                  <a:pt x="949" y="1720"/>
                </a:lnTo>
                <a:cubicBezTo>
                  <a:pt x="866" y="1817"/>
                  <a:pt x="861" y="1823"/>
                  <a:pt x="895" y="1856"/>
                </a:cubicBezTo>
                <a:cubicBezTo>
                  <a:pt x="907" y="1854"/>
                  <a:pt x="913" y="1854"/>
                  <a:pt x="926" y="1852"/>
                </a:cubicBezTo>
                <a:lnTo>
                  <a:pt x="1090" y="1627"/>
                </a:lnTo>
                <a:cubicBezTo>
                  <a:pt x="1117" y="1617"/>
                  <a:pt x="1144" y="1613"/>
                  <a:pt x="1171" y="1613"/>
                </a:cubicBezTo>
                <a:cubicBezTo>
                  <a:pt x="1228" y="1613"/>
                  <a:pt x="1285" y="1629"/>
                  <a:pt x="1342" y="1629"/>
                </a:cubicBezTo>
                <a:cubicBezTo>
                  <a:pt x="1364" y="1629"/>
                  <a:pt x="1385" y="1626"/>
                  <a:pt x="1406" y="1620"/>
                </a:cubicBezTo>
                <a:cubicBezTo>
                  <a:pt x="1491" y="1595"/>
                  <a:pt x="1524" y="1494"/>
                  <a:pt x="1612" y="1473"/>
                </a:cubicBezTo>
                <a:cubicBezTo>
                  <a:pt x="1640" y="1466"/>
                  <a:pt x="1656" y="1463"/>
                  <a:pt x="1670" y="1463"/>
                </a:cubicBezTo>
                <a:cubicBezTo>
                  <a:pt x="1685" y="1463"/>
                  <a:pt x="1698" y="1467"/>
                  <a:pt x="1720" y="1472"/>
                </a:cubicBezTo>
                <a:cubicBezTo>
                  <a:pt x="1903" y="1516"/>
                  <a:pt x="2013" y="1543"/>
                  <a:pt x="2080" y="1543"/>
                </a:cubicBezTo>
                <a:cubicBezTo>
                  <a:pt x="2181" y="1543"/>
                  <a:pt x="2186" y="1483"/>
                  <a:pt x="2200" y="1335"/>
                </a:cubicBezTo>
                <a:cubicBezTo>
                  <a:pt x="2305" y="1344"/>
                  <a:pt x="2408" y="1474"/>
                  <a:pt x="2508" y="1474"/>
                </a:cubicBezTo>
                <a:cubicBezTo>
                  <a:pt x="2540" y="1474"/>
                  <a:pt x="2572" y="1460"/>
                  <a:pt x="2604" y="1424"/>
                </a:cubicBezTo>
                <a:cubicBezTo>
                  <a:pt x="2629" y="1395"/>
                  <a:pt x="2859" y="946"/>
                  <a:pt x="2537" y="946"/>
                </a:cubicBezTo>
                <a:cubicBezTo>
                  <a:pt x="2517" y="946"/>
                  <a:pt x="2495" y="947"/>
                  <a:pt x="2471" y="951"/>
                </a:cubicBezTo>
                <a:lnTo>
                  <a:pt x="2289" y="1065"/>
                </a:lnTo>
                <a:lnTo>
                  <a:pt x="2136" y="1110"/>
                </a:lnTo>
                <a:lnTo>
                  <a:pt x="2125" y="1114"/>
                </a:lnTo>
                <a:cubicBezTo>
                  <a:pt x="2119" y="1116"/>
                  <a:pt x="2112" y="1117"/>
                  <a:pt x="2107" y="1117"/>
                </a:cubicBezTo>
                <a:cubicBezTo>
                  <a:pt x="2069" y="1117"/>
                  <a:pt x="2039" y="1078"/>
                  <a:pt x="2053" y="1039"/>
                </a:cubicBezTo>
                <a:lnTo>
                  <a:pt x="2059" y="1023"/>
                </a:lnTo>
                <a:cubicBezTo>
                  <a:pt x="2079" y="984"/>
                  <a:pt x="2107" y="922"/>
                  <a:pt x="2130" y="869"/>
                </a:cubicBezTo>
                <a:cubicBezTo>
                  <a:pt x="2158" y="805"/>
                  <a:pt x="2221" y="762"/>
                  <a:pt x="2291" y="762"/>
                </a:cubicBezTo>
                <a:cubicBezTo>
                  <a:pt x="2295" y="762"/>
                  <a:pt x="2299" y="763"/>
                  <a:pt x="2303" y="763"/>
                </a:cubicBezTo>
                <a:cubicBezTo>
                  <a:pt x="2310" y="763"/>
                  <a:pt x="2315" y="763"/>
                  <a:pt x="2320" y="764"/>
                </a:cubicBezTo>
                <a:cubicBezTo>
                  <a:pt x="2426" y="778"/>
                  <a:pt x="2529" y="793"/>
                  <a:pt x="2634" y="809"/>
                </a:cubicBezTo>
                <a:lnTo>
                  <a:pt x="2742" y="717"/>
                </a:lnTo>
                <a:lnTo>
                  <a:pt x="2788" y="638"/>
                </a:lnTo>
                <a:lnTo>
                  <a:pt x="2845" y="597"/>
                </a:lnTo>
                <a:lnTo>
                  <a:pt x="2778" y="578"/>
                </a:lnTo>
                <a:lnTo>
                  <a:pt x="2676" y="604"/>
                </a:lnTo>
                <a:lnTo>
                  <a:pt x="2588" y="651"/>
                </a:lnTo>
                <a:lnTo>
                  <a:pt x="2538" y="593"/>
                </a:lnTo>
                <a:cubicBezTo>
                  <a:pt x="2723" y="470"/>
                  <a:pt x="2723" y="470"/>
                  <a:pt x="2724" y="464"/>
                </a:cubicBezTo>
                <a:lnTo>
                  <a:pt x="2620" y="421"/>
                </a:lnTo>
                <a:cubicBezTo>
                  <a:pt x="2646" y="372"/>
                  <a:pt x="2646" y="372"/>
                  <a:pt x="2657" y="333"/>
                </a:cubicBezTo>
                <a:lnTo>
                  <a:pt x="2657" y="333"/>
                </a:lnTo>
                <a:cubicBezTo>
                  <a:pt x="2610" y="338"/>
                  <a:pt x="2543" y="341"/>
                  <a:pt x="2501" y="363"/>
                </a:cubicBezTo>
                <a:cubicBezTo>
                  <a:pt x="2504" y="370"/>
                  <a:pt x="2509" y="382"/>
                  <a:pt x="2514" y="390"/>
                </a:cubicBezTo>
                <a:cubicBezTo>
                  <a:pt x="2533" y="395"/>
                  <a:pt x="2559" y="409"/>
                  <a:pt x="2574" y="421"/>
                </a:cubicBezTo>
                <a:cubicBezTo>
                  <a:pt x="2532" y="436"/>
                  <a:pt x="2532" y="436"/>
                  <a:pt x="2473" y="457"/>
                </a:cubicBezTo>
                <a:lnTo>
                  <a:pt x="2378" y="511"/>
                </a:lnTo>
                <a:cubicBezTo>
                  <a:pt x="2348" y="492"/>
                  <a:pt x="2343" y="488"/>
                  <a:pt x="2312" y="469"/>
                </a:cubicBezTo>
                <a:cubicBezTo>
                  <a:pt x="2323" y="382"/>
                  <a:pt x="2397" y="328"/>
                  <a:pt x="2428" y="251"/>
                </a:cubicBezTo>
                <a:cubicBezTo>
                  <a:pt x="2334" y="241"/>
                  <a:pt x="2334" y="241"/>
                  <a:pt x="2299" y="232"/>
                </a:cubicBezTo>
                <a:cubicBezTo>
                  <a:pt x="2272" y="186"/>
                  <a:pt x="2258" y="155"/>
                  <a:pt x="2247" y="83"/>
                </a:cubicBezTo>
                <a:cubicBezTo>
                  <a:pt x="2236" y="67"/>
                  <a:pt x="2226" y="41"/>
                  <a:pt x="2217" y="24"/>
                </a:cubicBezTo>
                <a:lnTo>
                  <a:pt x="2131" y="25"/>
                </a:lnTo>
                <a:cubicBezTo>
                  <a:pt x="2100" y="17"/>
                  <a:pt x="2059" y="9"/>
                  <a:pt x="202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30"/>
          <p:cNvSpPr/>
          <p:nvPr/>
        </p:nvSpPr>
        <p:spPr>
          <a:xfrm>
            <a:off x="4320287" y="2679575"/>
            <a:ext cx="4503" cy="3969"/>
          </a:xfrm>
          <a:custGeom>
            <a:rect b="b" l="l" r="r" t="t"/>
            <a:pathLst>
              <a:path extrusionOk="0" h="42" w="49">
                <a:moveTo>
                  <a:pt x="48" y="1"/>
                </a:moveTo>
                <a:lnTo>
                  <a:pt x="48" y="1"/>
                </a:lnTo>
                <a:cubicBezTo>
                  <a:pt x="32" y="13"/>
                  <a:pt x="17" y="24"/>
                  <a:pt x="0" y="39"/>
                </a:cubicBezTo>
                <a:lnTo>
                  <a:pt x="12" y="42"/>
                </a:lnTo>
                <a:lnTo>
                  <a:pt x="4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9" name="Google Shape;2159;p30"/>
          <p:cNvSpPr/>
          <p:nvPr/>
        </p:nvSpPr>
        <p:spPr>
          <a:xfrm>
            <a:off x="4324607" y="2679575"/>
            <a:ext cx="184" cy="95"/>
          </a:xfrm>
          <a:custGeom>
            <a:rect b="b" l="l" r="r" t="t"/>
            <a:pathLst>
              <a:path extrusionOk="0" h="1" w="2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p30"/>
          <p:cNvSpPr/>
          <p:nvPr/>
        </p:nvSpPr>
        <p:spPr>
          <a:xfrm>
            <a:off x="4515949" y="2562478"/>
            <a:ext cx="33545" cy="36764"/>
          </a:xfrm>
          <a:custGeom>
            <a:rect b="b" l="l" r="r" t="t"/>
            <a:pathLst>
              <a:path extrusionOk="0" h="389" w="365">
                <a:moveTo>
                  <a:pt x="197" y="1"/>
                </a:moveTo>
                <a:lnTo>
                  <a:pt x="122" y="57"/>
                </a:lnTo>
                <a:lnTo>
                  <a:pt x="82" y="92"/>
                </a:lnTo>
                <a:lnTo>
                  <a:pt x="1" y="117"/>
                </a:lnTo>
                <a:cubicBezTo>
                  <a:pt x="18" y="124"/>
                  <a:pt x="38" y="141"/>
                  <a:pt x="56" y="141"/>
                </a:cubicBezTo>
                <a:cubicBezTo>
                  <a:pt x="58" y="141"/>
                  <a:pt x="59" y="141"/>
                  <a:pt x="61" y="141"/>
                </a:cubicBezTo>
                <a:cubicBezTo>
                  <a:pt x="123" y="134"/>
                  <a:pt x="159" y="131"/>
                  <a:pt x="180" y="131"/>
                </a:cubicBezTo>
                <a:cubicBezTo>
                  <a:pt x="209" y="131"/>
                  <a:pt x="211" y="137"/>
                  <a:pt x="216" y="153"/>
                </a:cubicBezTo>
                <a:cubicBezTo>
                  <a:pt x="212" y="177"/>
                  <a:pt x="207" y="210"/>
                  <a:pt x="204" y="233"/>
                </a:cubicBezTo>
                <a:cubicBezTo>
                  <a:pt x="166" y="249"/>
                  <a:pt x="145" y="258"/>
                  <a:pt x="129" y="258"/>
                </a:cubicBezTo>
                <a:cubicBezTo>
                  <a:pt x="109" y="258"/>
                  <a:pt x="98" y="244"/>
                  <a:pt x="73" y="212"/>
                </a:cubicBezTo>
                <a:cubicBezTo>
                  <a:pt x="69" y="207"/>
                  <a:pt x="64" y="205"/>
                  <a:pt x="57" y="205"/>
                </a:cubicBezTo>
                <a:cubicBezTo>
                  <a:pt x="50" y="205"/>
                  <a:pt x="42" y="207"/>
                  <a:pt x="32" y="211"/>
                </a:cubicBezTo>
                <a:cubicBezTo>
                  <a:pt x="23" y="221"/>
                  <a:pt x="11" y="233"/>
                  <a:pt x="0" y="243"/>
                </a:cubicBezTo>
                <a:cubicBezTo>
                  <a:pt x="87" y="330"/>
                  <a:pt x="87" y="330"/>
                  <a:pt x="83" y="380"/>
                </a:cubicBezTo>
                <a:cubicBezTo>
                  <a:pt x="100" y="383"/>
                  <a:pt x="120" y="386"/>
                  <a:pt x="135" y="389"/>
                </a:cubicBezTo>
                <a:cubicBezTo>
                  <a:pt x="164" y="368"/>
                  <a:pt x="180" y="350"/>
                  <a:pt x="183" y="346"/>
                </a:cubicBezTo>
                <a:cubicBezTo>
                  <a:pt x="186" y="344"/>
                  <a:pt x="187" y="337"/>
                  <a:pt x="191" y="336"/>
                </a:cubicBezTo>
                <a:cubicBezTo>
                  <a:pt x="191" y="336"/>
                  <a:pt x="192" y="336"/>
                  <a:pt x="192" y="336"/>
                </a:cubicBezTo>
                <a:cubicBezTo>
                  <a:pt x="199" y="336"/>
                  <a:pt x="212" y="350"/>
                  <a:pt x="220" y="362"/>
                </a:cubicBezTo>
                <a:lnTo>
                  <a:pt x="307" y="383"/>
                </a:lnTo>
                <a:lnTo>
                  <a:pt x="352" y="353"/>
                </a:lnTo>
                <a:cubicBezTo>
                  <a:pt x="334" y="332"/>
                  <a:pt x="311" y="307"/>
                  <a:pt x="293" y="287"/>
                </a:cubicBezTo>
                <a:cubicBezTo>
                  <a:pt x="345" y="242"/>
                  <a:pt x="354" y="225"/>
                  <a:pt x="358" y="219"/>
                </a:cubicBezTo>
                <a:cubicBezTo>
                  <a:pt x="360" y="215"/>
                  <a:pt x="359" y="209"/>
                  <a:pt x="358" y="203"/>
                </a:cubicBezTo>
                <a:cubicBezTo>
                  <a:pt x="358" y="203"/>
                  <a:pt x="355" y="189"/>
                  <a:pt x="365" y="154"/>
                </a:cubicBezTo>
                <a:lnTo>
                  <a:pt x="267" y="101"/>
                </a:lnTo>
                <a:lnTo>
                  <a:pt x="291" y="42"/>
                </a:lnTo>
                <a:lnTo>
                  <a:pt x="19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30"/>
          <p:cNvSpPr/>
          <p:nvPr/>
        </p:nvSpPr>
        <p:spPr>
          <a:xfrm>
            <a:off x="4557489" y="2554728"/>
            <a:ext cx="39060" cy="22399"/>
          </a:xfrm>
          <a:custGeom>
            <a:rect b="b" l="l" r="r" t="t"/>
            <a:pathLst>
              <a:path extrusionOk="0" h="237" w="425">
                <a:moveTo>
                  <a:pt x="179" y="0"/>
                </a:moveTo>
                <a:cubicBezTo>
                  <a:pt x="171" y="0"/>
                  <a:pt x="157" y="4"/>
                  <a:pt x="139" y="27"/>
                </a:cubicBezTo>
                <a:lnTo>
                  <a:pt x="1" y="82"/>
                </a:lnTo>
                <a:cubicBezTo>
                  <a:pt x="2" y="83"/>
                  <a:pt x="5" y="84"/>
                  <a:pt x="6" y="86"/>
                </a:cubicBezTo>
                <a:cubicBezTo>
                  <a:pt x="10" y="88"/>
                  <a:pt x="15" y="92"/>
                  <a:pt x="19" y="94"/>
                </a:cubicBezTo>
                <a:cubicBezTo>
                  <a:pt x="24" y="98"/>
                  <a:pt x="30" y="103"/>
                  <a:pt x="36" y="107"/>
                </a:cubicBezTo>
                <a:cubicBezTo>
                  <a:pt x="45" y="111"/>
                  <a:pt x="51" y="117"/>
                  <a:pt x="58" y="122"/>
                </a:cubicBezTo>
                <a:cubicBezTo>
                  <a:pt x="65" y="127"/>
                  <a:pt x="72" y="132"/>
                  <a:pt x="80" y="137"/>
                </a:cubicBezTo>
                <a:cubicBezTo>
                  <a:pt x="88" y="142"/>
                  <a:pt x="94" y="147"/>
                  <a:pt x="101" y="150"/>
                </a:cubicBezTo>
                <a:cubicBezTo>
                  <a:pt x="106" y="154"/>
                  <a:pt x="111" y="158"/>
                  <a:pt x="116" y="161"/>
                </a:cubicBezTo>
                <a:cubicBezTo>
                  <a:pt x="118" y="163"/>
                  <a:pt x="121" y="165"/>
                  <a:pt x="123" y="166"/>
                </a:cubicBezTo>
                <a:cubicBezTo>
                  <a:pt x="141" y="174"/>
                  <a:pt x="159" y="167"/>
                  <a:pt x="176" y="176"/>
                </a:cubicBezTo>
                <a:cubicBezTo>
                  <a:pt x="180" y="179"/>
                  <a:pt x="193" y="185"/>
                  <a:pt x="259" y="236"/>
                </a:cubicBezTo>
                <a:lnTo>
                  <a:pt x="424" y="214"/>
                </a:lnTo>
                <a:cubicBezTo>
                  <a:pt x="410" y="206"/>
                  <a:pt x="398" y="196"/>
                  <a:pt x="383" y="189"/>
                </a:cubicBezTo>
                <a:cubicBezTo>
                  <a:pt x="382" y="103"/>
                  <a:pt x="382" y="103"/>
                  <a:pt x="372" y="97"/>
                </a:cubicBezTo>
                <a:cubicBezTo>
                  <a:pt x="342" y="81"/>
                  <a:pt x="184" y="1"/>
                  <a:pt x="184" y="1"/>
                </a:cubicBezTo>
                <a:cubicBezTo>
                  <a:pt x="183" y="1"/>
                  <a:pt x="181" y="0"/>
                  <a:pt x="17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30"/>
          <p:cNvSpPr/>
          <p:nvPr/>
        </p:nvSpPr>
        <p:spPr>
          <a:xfrm>
            <a:off x="4547196" y="2577694"/>
            <a:ext cx="104864" cy="56990"/>
          </a:xfrm>
          <a:custGeom>
            <a:rect b="b" l="l" r="r" t="t"/>
            <a:pathLst>
              <a:path extrusionOk="0" h="603" w="1141">
                <a:moveTo>
                  <a:pt x="303" y="1"/>
                </a:moveTo>
                <a:cubicBezTo>
                  <a:pt x="295" y="1"/>
                  <a:pt x="284" y="8"/>
                  <a:pt x="260" y="35"/>
                </a:cubicBezTo>
                <a:lnTo>
                  <a:pt x="303" y="80"/>
                </a:lnTo>
                <a:cubicBezTo>
                  <a:pt x="338" y="102"/>
                  <a:pt x="372" y="122"/>
                  <a:pt x="407" y="143"/>
                </a:cubicBezTo>
                <a:cubicBezTo>
                  <a:pt x="303" y="176"/>
                  <a:pt x="274" y="209"/>
                  <a:pt x="266" y="222"/>
                </a:cubicBezTo>
                <a:cubicBezTo>
                  <a:pt x="266" y="224"/>
                  <a:pt x="266" y="224"/>
                  <a:pt x="313" y="274"/>
                </a:cubicBezTo>
                <a:cubicBezTo>
                  <a:pt x="148" y="317"/>
                  <a:pt x="148" y="317"/>
                  <a:pt x="137" y="326"/>
                </a:cubicBezTo>
                <a:cubicBezTo>
                  <a:pt x="120" y="340"/>
                  <a:pt x="122" y="365"/>
                  <a:pt x="111" y="381"/>
                </a:cubicBezTo>
                <a:cubicBezTo>
                  <a:pt x="80" y="428"/>
                  <a:pt x="37" y="467"/>
                  <a:pt x="5" y="513"/>
                </a:cubicBezTo>
                <a:cubicBezTo>
                  <a:pt x="4" y="515"/>
                  <a:pt x="3" y="518"/>
                  <a:pt x="3" y="520"/>
                </a:cubicBezTo>
                <a:cubicBezTo>
                  <a:pt x="0" y="544"/>
                  <a:pt x="91" y="600"/>
                  <a:pt x="137" y="602"/>
                </a:cubicBezTo>
                <a:cubicBezTo>
                  <a:pt x="139" y="602"/>
                  <a:pt x="140" y="602"/>
                  <a:pt x="142" y="602"/>
                </a:cubicBezTo>
                <a:cubicBezTo>
                  <a:pt x="176" y="602"/>
                  <a:pt x="189" y="591"/>
                  <a:pt x="229" y="557"/>
                </a:cubicBezTo>
                <a:cubicBezTo>
                  <a:pt x="333" y="468"/>
                  <a:pt x="388" y="448"/>
                  <a:pt x="420" y="448"/>
                </a:cubicBezTo>
                <a:cubicBezTo>
                  <a:pt x="436" y="448"/>
                  <a:pt x="446" y="453"/>
                  <a:pt x="454" y="457"/>
                </a:cubicBezTo>
                <a:cubicBezTo>
                  <a:pt x="469" y="464"/>
                  <a:pt x="469" y="464"/>
                  <a:pt x="537" y="503"/>
                </a:cubicBezTo>
                <a:cubicBezTo>
                  <a:pt x="572" y="521"/>
                  <a:pt x="572" y="521"/>
                  <a:pt x="591" y="524"/>
                </a:cubicBezTo>
                <a:cubicBezTo>
                  <a:pt x="649" y="534"/>
                  <a:pt x="708" y="541"/>
                  <a:pt x="766" y="550"/>
                </a:cubicBezTo>
                <a:cubicBezTo>
                  <a:pt x="780" y="552"/>
                  <a:pt x="796" y="561"/>
                  <a:pt x="809" y="561"/>
                </a:cubicBezTo>
                <a:cubicBezTo>
                  <a:pt x="810" y="561"/>
                  <a:pt x="811" y="561"/>
                  <a:pt x="811" y="561"/>
                </a:cubicBezTo>
                <a:lnTo>
                  <a:pt x="819" y="561"/>
                </a:lnTo>
                <a:cubicBezTo>
                  <a:pt x="829" y="560"/>
                  <a:pt x="872" y="536"/>
                  <a:pt x="1003" y="422"/>
                </a:cubicBezTo>
                <a:cubicBezTo>
                  <a:pt x="1017" y="409"/>
                  <a:pt x="1025" y="388"/>
                  <a:pt x="1046" y="383"/>
                </a:cubicBezTo>
                <a:cubicBezTo>
                  <a:pt x="1049" y="382"/>
                  <a:pt x="1053" y="382"/>
                  <a:pt x="1057" y="382"/>
                </a:cubicBezTo>
                <a:cubicBezTo>
                  <a:pt x="1074" y="382"/>
                  <a:pt x="1091" y="390"/>
                  <a:pt x="1109" y="390"/>
                </a:cubicBezTo>
                <a:cubicBezTo>
                  <a:pt x="1113" y="390"/>
                  <a:pt x="1118" y="390"/>
                  <a:pt x="1122" y="388"/>
                </a:cubicBezTo>
                <a:cubicBezTo>
                  <a:pt x="1123" y="388"/>
                  <a:pt x="1128" y="387"/>
                  <a:pt x="1129" y="386"/>
                </a:cubicBezTo>
                <a:cubicBezTo>
                  <a:pt x="1134" y="381"/>
                  <a:pt x="1140" y="367"/>
                  <a:pt x="1141" y="321"/>
                </a:cubicBezTo>
                <a:lnTo>
                  <a:pt x="1077" y="270"/>
                </a:lnTo>
                <a:lnTo>
                  <a:pt x="1063" y="186"/>
                </a:lnTo>
                <a:cubicBezTo>
                  <a:pt x="952" y="138"/>
                  <a:pt x="846" y="79"/>
                  <a:pt x="732" y="39"/>
                </a:cubicBezTo>
                <a:cubicBezTo>
                  <a:pt x="705" y="50"/>
                  <a:pt x="668" y="65"/>
                  <a:pt x="642" y="75"/>
                </a:cubicBezTo>
                <a:cubicBezTo>
                  <a:pt x="542" y="19"/>
                  <a:pt x="542" y="19"/>
                  <a:pt x="479" y="2"/>
                </a:cubicBezTo>
                <a:cubicBezTo>
                  <a:pt x="426" y="21"/>
                  <a:pt x="400" y="30"/>
                  <a:pt x="379" y="30"/>
                </a:cubicBezTo>
                <a:cubicBezTo>
                  <a:pt x="359" y="30"/>
                  <a:pt x="343" y="21"/>
                  <a:pt x="313" y="5"/>
                </a:cubicBezTo>
                <a:cubicBezTo>
                  <a:pt x="310" y="2"/>
                  <a:pt x="307" y="1"/>
                  <a:pt x="30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30"/>
          <p:cNvSpPr/>
          <p:nvPr/>
        </p:nvSpPr>
        <p:spPr>
          <a:xfrm>
            <a:off x="4931075" y="2760287"/>
            <a:ext cx="12775" cy="94226"/>
          </a:xfrm>
          <a:custGeom>
            <a:rect b="b" l="l" r="r" t="t"/>
            <a:pathLst>
              <a:path extrusionOk="0" h="997" w="139">
                <a:moveTo>
                  <a:pt x="5" y="0"/>
                </a:moveTo>
                <a:cubicBezTo>
                  <a:pt x="3" y="0"/>
                  <a:pt x="2" y="1"/>
                  <a:pt x="1" y="3"/>
                </a:cubicBezTo>
                <a:cubicBezTo>
                  <a:pt x="28" y="96"/>
                  <a:pt x="30" y="111"/>
                  <a:pt x="57" y="283"/>
                </a:cubicBezTo>
                <a:lnTo>
                  <a:pt x="71" y="348"/>
                </a:lnTo>
                <a:cubicBezTo>
                  <a:pt x="89" y="438"/>
                  <a:pt x="105" y="559"/>
                  <a:pt x="119" y="650"/>
                </a:cubicBezTo>
                <a:lnTo>
                  <a:pt x="99" y="870"/>
                </a:lnTo>
                <a:lnTo>
                  <a:pt x="122" y="997"/>
                </a:lnTo>
                <a:cubicBezTo>
                  <a:pt x="131" y="900"/>
                  <a:pt x="135" y="769"/>
                  <a:pt x="139" y="671"/>
                </a:cubicBezTo>
                <a:cubicBezTo>
                  <a:pt x="136" y="544"/>
                  <a:pt x="105" y="377"/>
                  <a:pt x="89" y="251"/>
                </a:cubicBezTo>
                <a:cubicBezTo>
                  <a:pt x="74" y="242"/>
                  <a:pt x="74" y="238"/>
                  <a:pt x="62" y="183"/>
                </a:cubicBezTo>
                <a:cubicBezTo>
                  <a:pt x="38" y="76"/>
                  <a:pt x="18" y="15"/>
                  <a:pt x="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30"/>
          <p:cNvSpPr/>
          <p:nvPr/>
        </p:nvSpPr>
        <p:spPr>
          <a:xfrm>
            <a:off x="4506575" y="2764445"/>
            <a:ext cx="266157" cy="340425"/>
          </a:xfrm>
          <a:custGeom>
            <a:rect b="b" l="l" r="r" t="t"/>
            <a:pathLst>
              <a:path extrusionOk="0" h="3602" w="2896">
                <a:moveTo>
                  <a:pt x="912" y="0"/>
                </a:moveTo>
                <a:cubicBezTo>
                  <a:pt x="790" y="42"/>
                  <a:pt x="726" y="176"/>
                  <a:pt x="594" y="202"/>
                </a:cubicBezTo>
                <a:cubicBezTo>
                  <a:pt x="567" y="217"/>
                  <a:pt x="527" y="234"/>
                  <a:pt x="501" y="253"/>
                </a:cubicBezTo>
                <a:cubicBezTo>
                  <a:pt x="450" y="289"/>
                  <a:pt x="450" y="366"/>
                  <a:pt x="390" y="395"/>
                </a:cubicBezTo>
                <a:cubicBezTo>
                  <a:pt x="340" y="421"/>
                  <a:pt x="271" y="403"/>
                  <a:pt x="235" y="464"/>
                </a:cubicBezTo>
                <a:lnTo>
                  <a:pt x="11" y="908"/>
                </a:lnTo>
                <a:cubicBezTo>
                  <a:pt x="0" y="948"/>
                  <a:pt x="38" y="1142"/>
                  <a:pt x="38" y="1144"/>
                </a:cubicBezTo>
                <a:cubicBezTo>
                  <a:pt x="38" y="1147"/>
                  <a:pt x="97" y="1413"/>
                  <a:pt x="185" y="1489"/>
                </a:cubicBezTo>
                <a:cubicBezTo>
                  <a:pt x="220" y="1518"/>
                  <a:pt x="256" y="1527"/>
                  <a:pt x="292" y="1527"/>
                </a:cubicBezTo>
                <a:cubicBezTo>
                  <a:pt x="343" y="1527"/>
                  <a:pt x="396" y="1510"/>
                  <a:pt x="447" y="1510"/>
                </a:cubicBezTo>
                <a:cubicBezTo>
                  <a:pt x="455" y="1510"/>
                  <a:pt x="463" y="1511"/>
                  <a:pt x="471" y="1511"/>
                </a:cubicBezTo>
                <a:cubicBezTo>
                  <a:pt x="771" y="1547"/>
                  <a:pt x="789" y="1579"/>
                  <a:pt x="928" y="1832"/>
                </a:cubicBezTo>
                <a:lnTo>
                  <a:pt x="949" y="1890"/>
                </a:lnTo>
                <a:cubicBezTo>
                  <a:pt x="913" y="1973"/>
                  <a:pt x="830" y="2084"/>
                  <a:pt x="845" y="2175"/>
                </a:cubicBezTo>
                <a:cubicBezTo>
                  <a:pt x="886" y="2423"/>
                  <a:pt x="895" y="2476"/>
                  <a:pt x="843" y="2569"/>
                </a:cubicBezTo>
                <a:cubicBezTo>
                  <a:pt x="843" y="2570"/>
                  <a:pt x="734" y="2722"/>
                  <a:pt x="696" y="2732"/>
                </a:cubicBezTo>
                <a:cubicBezTo>
                  <a:pt x="649" y="2744"/>
                  <a:pt x="598" y="2770"/>
                  <a:pt x="592" y="2794"/>
                </a:cubicBezTo>
                <a:cubicBezTo>
                  <a:pt x="592" y="2799"/>
                  <a:pt x="518" y="3370"/>
                  <a:pt x="585" y="3549"/>
                </a:cubicBezTo>
                <a:cubicBezTo>
                  <a:pt x="589" y="3548"/>
                  <a:pt x="593" y="3548"/>
                  <a:pt x="597" y="3548"/>
                </a:cubicBezTo>
                <a:cubicBezTo>
                  <a:pt x="698" y="3548"/>
                  <a:pt x="793" y="3602"/>
                  <a:pt x="894" y="3602"/>
                </a:cubicBezTo>
                <a:cubicBezTo>
                  <a:pt x="907" y="3602"/>
                  <a:pt x="921" y="3601"/>
                  <a:pt x="934" y="3599"/>
                </a:cubicBezTo>
                <a:lnTo>
                  <a:pt x="1540" y="3404"/>
                </a:lnTo>
                <a:cubicBezTo>
                  <a:pt x="1558" y="3397"/>
                  <a:pt x="1558" y="3397"/>
                  <a:pt x="1640" y="3221"/>
                </a:cubicBezTo>
                <a:cubicBezTo>
                  <a:pt x="1691" y="3112"/>
                  <a:pt x="1818" y="3191"/>
                  <a:pt x="1886" y="3124"/>
                </a:cubicBezTo>
                <a:cubicBezTo>
                  <a:pt x="1909" y="3102"/>
                  <a:pt x="1959" y="3054"/>
                  <a:pt x="2083" y="2881"/>
                </a:cubicBezTo>
                <a:cubicBezTo>
                  <a:pt x="2106" y="2779"/>
                  <a:pt x="2133" y="2643"/>
                  <a:pt x="2154" y="2541"/>
                </a:cubicBezTo>
                <a:cubicBezTo>
                  <a:pt x="2320" y="2446"/>
                  <a:pt x="2503" y="2380"/>
                  <a:pt x="2660" y="2268"/>
                </a:cubicBezTo>
                <a:cubicBezTo>
                  <a:pt x="2748" y="2203"/>
                  <a:pt x="2783" y="2094"/>
                  <a:pt x="2867" y="2027"/>
                </a:cubicBezTo>
                <a:cubicBezTo>
                  <a:pt x="2875" y="2021"/>
                  <a:pt x="2892" y="1968"/>
                  <a:pt x="2896" y="1925"/>
                </a:cubicBezTo>
                <a:cubicBezTo>
                  <a:pt x="2892" y="1921"/>
                  <a:pt x="2885" y="1917"/>
                  <a:pt x="2881" y="1913"/>
                </a:cubicBezTo>
                <a:cubicBezTo>
                  <a:pt x="2869" y="1916"/>
                  <a:pt x="2844" y="1922"/>
                  <a:pt x="2707" y="1943"/>
                </a:cubicBezTo>
                <a:cubicBezTo>
                  <a:pt x="2527" y="1908"/>
                  <a:pt x="2527" y="1908"/>
                  <a:pt x="2442" y="1568"/>
                </a:cubicBezTo>
                <a:lnTo>
                  <a:pt x="2425" y="1440"/>
                </a:lnTo>
                <a:cubicBezTo>
                  <a:pt x="2411" y="1340"/>
                  <a:pt x="2390" y="1206"/>
                  <a:pt x="2375" y="1106"/>
                </a:cubicBezTo>
                <a:lnTo>
                  <a:pt x="2348" y="1000"/>
                </a:lnTo>
                <a:lnTo>
                  <a:pt x="2410" y="986"/>
                </a:lnTo>
                <a:lnTo>
                  <a:pt x="2383" y="821"/>
                </a:lnTo>
                <a:cubicBezTo>
                  <a:pt x="2370" y="823"/>
                  <a:pt x="2358" y="824"/>
                  <a:pt x="2344" y="824"/>
                </a:cubicBezTo>
                <a:cubicBezTo>
                  <a:pt x="2283" y="824"/>
                  <a:pt x="2200" y="788"/>
                  <a:pt x="1889" y="560"/>
                </a:cubicBezTo>
                <a:cubicBezTo>
                  <a:pt x="1871" y="584"/>
                  <a:pt x="1847" y="616"/>
                  <a:pt x="1828" y="641"/>
                </a:cubicBezTo>
                <a:cubicBezTo>
                  <a:pt x="1825" y="640"/>
                  <a:pt x="1455" y="469"/>
                  <a:pt x="1501" y="369"/>
                </a:cubicBezTo>
                <a:cubicBezTo>
                  <a:pt x="1565" y="227"/>
                  <a:pt x="1550" y="217"/>
                  <a:pt x="1484" y="171"/>
                </a:cubicBezTo>
                <a:lnTo>
                  <a:pt x="946" y="72"/>
                </a:lnTo>
                <a:cubicBezTo>
                  <a:pt x="936" y="49"/>
                  <a:pt x="922" y="22"/>
                  <a:pt x="91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30"/>
          <p:cNvSpPr/>
          <p:nvPr/>
        </p:nvSpPr>
        <p:spPr>
          <a:xfrm>
            <a:off x="4724844" y="2654814"/>
            <a:ext cx="219102" cy="394579"/>
          </a:xfrm>
          <a:custGeom>
            <a:rect b="b" l="l" r="r" t="t"/>
            <a:pathLst>
              <a:path extrusionOk="0" h="4175" w="2384">
                <a:moveTo>
                  <a:pt x="854" y="1"/>
                </a:moveTo>
                <a:cubicBezTo>
                  <a:pt x="851" y="2"/>
                  <a:pt x="849" y="5"/>
                  <a:pt x="846" y="6"/>
                </a:cubicBezTo>
                <a:cubicBezTo>
                  <a:pt x="846" y="33"/>
                  <a:pt x="846" y="33"/>
                  <a:pt x="855" y="72"/>
                </a:cubicBezTo>
                <a:lnTo>
                  <a:pt x="951" y="202"/>
                </a:lnTo>
                <a:cubicBezTo>
                  <a:pt x="950" y="226"/>
                  <a:pt x="947" y="260"/>
                  <a:pt x="946" y="285"/>
                </a:cubicBezTo>
                <a:cubicBezTo>
                  <a:pt x="903" y="280"/>
                  <a:pt x="865" y="248"/>
                  <a:pt x="821" y="248"/>
                </a:cubicBezTo>
                <a:cubicBezTo>
                  <a:pt x="809" y="248"/>
                  <a:pt x="796" y="250"/>
                  <a:pt x="783" y="257"/>
                </a:cubicBezTo>
                <a:cubicBezTo>
                  <a:pt x="763" y="333"/>
                  <a:pt x="777" y="358"/>
                  <a:pt x="794" y="390"/>
                </a:cubicBezTo>
                <a:cubicBezTo>
                  <a:pt x="846" y="486"/>
                  <a:pt x="871" y="531"/>
                  <a:pt x="871" y="797"/>
                </a:cubicBezTo>
                <a:cubicBezTo>
                  <a:pt x="768" y="855"/>
                  <a:pt x="768" y="855"/>
                  <a:pt x="751" y="885"/>
                </a:cubicBezTo>
                <a:cubicBezTo>
                  <a:pt x="761" y="920"/>
                  <a:pt x="792" y="941"/>
                  <a:pt x="808" y="971"/>
                </a:cubicBezTo>
                <a:cubicBezTo>
                  <a:pt x="723" y="1273"/>
                  <a:pt x="470" y="1626"/>
                  <a:pt x="467" y="1628"/>
                </a:cubicBezTo>
                <a:lnTo>
                  <a:pt x="311" y="1618"/>
                </a:lnTo>
                <a:lnTo>
                  <a:pt x="189" y="1521"/>
                </a:lnTo>
                <a:cubicBezTo>
                  <a:pt x="176" y="1586"/>
                  <a:pt x="164" y="1651"/>
                  <a:pt x="150" y="1716"/>
                </a:cubicBezTo>
                <a:lnTo>
                  <a:pt x="103" y="1801"/>
                </a:lnTo>
                <a:lnTo>
                  <a:pt x="1" y="1935"/>
                </a:lnTo>
                <a:lnTo>
                  <a:pt x="9" y="1981"/>
                </a:lnTo>
                <a:lnTo>
                  <a:pt x="36" y="2146"/>
                </a:lnTo>
                <a:cubicBezTo>
                  <a:pt x="60" y="2301"/>
                  <a:pt x="91" y="2508"/>
                  <a:pt x="113" y="2662"/>
                </a:cubicBezTo>
                <a:lnTo>
                  <a:pt x="204" y="2752"/>
                </a:lnTo>
                <a:cubicBezTo>
                  <a:pt x="216" y="2885"/>
                  <a:pt x="224" y="2982"/>
                  <a:pt x="309" y="3020"/>
                </a:cubicBezTo>
                <a:lnTo>
                  <a:pt x="455" y="3041"/>
                </a:lnTo>
                <a:lnTo>
                  <a:pt x="510" y="2887"/>
                </a:lnTo>
                <a:lnTo>
                  <a:pt x="686" y="2901"/>
                </a:lnTo>
                <a:lnTo>
                  <a:pt x="904" y="2785"/>
                </a:lnTo>
                <a:cubicBezTo>
                  <a:pt x="907" y="2692"/>
                  <a:pt x="863" y="2598"/>
                  <a:pt x="910" y="2504"/>
                </a:cubicBezTo>
                <a:cubicBezTo>
                  <a:pt x="1003" y="2475"/>
                  <a:pt x="1003" y="2475"/>
                  <a:pt x="1073" y="2442"/>
                </a:cubicBezTo>
                <a:cubicBezTo>
                  <a:pt x="1089" y="2455"/>
                  <a:pt x="1125" y="2480"/>
                  <a:pt x="1254" y="2688"/>
                </a:cubicBezTo>
                <a:cubicBezTo>
                  <a:pt x="1290" y="2921"/>
                  <a:pt x="1308" y="3039"/>
                  <a:pt x="1275" y="3248"/>
                </a:cubicBezTo>
                <a:cubicBezTo>
                  <a:pt x="1268" y="3299"/>
                  <a:pt x="1268" y="3300"/>
                  <a:pt x="1301" y="3337"/>
                </a:cubicBezTo>
                <a:cubicBezTo>
                  <a:pt x="1320" y="3419"/>
                  <a:pt x="1340" y="3532"/>
                  <a:pt x="1356" y="3616"/>
                </a:cubicBezTo>
                <a:cubicBezTo>
                  <a:pt x="1377" y="3622"/>
                  <a:pt x="1393" y="3626"/>
                  <a:pt x="1405" y="3626"/>
                </a:cubicBezTo>
                <a:cubicBezTo>
                  <a:pt x="1433" y="3626"/>
                  <a:pt x="1441" y="3607"/>
                  <a:pt x="1458" y="3561"/>
                </a:cubicBezTo>
                <a:lnTo>
                  <a:pt x="1465" y="3470"/>
                </a:lnTo>
                <a:cubicBezTo>
                  <a:pt x="1377" y="3197"/>
                  <a:pt x="1674" y="2877"/>
                  <a:pt x="1776" y="2818"/>
                </a:cubicBezTo>
                <a:lnTo>
                  <a:pt x="1859" y="2877"/>
                </a:lnTo>
                <a:lnTo>
                  <a:pt x="1878" y="3064"/>
                </a:lnTo>
                <a:lnTo>
                  <a:pt x="1899" y="3128"/>
                </a:lnTo>
                <a:lnTo>
                  <a:pt x="1857" y="3330"/>
                </a:lnTo>
                <a:lnTo>
                  <a:pt x="1832" y="3393"/>
                </a:lnTo>
                <a:lnTo>
                  <a:pt x="1743" y="3526"/>
                </a:lnTo>
                <a:lnTo>
                  <a:pt x="1756" y="3587"/>
                </a:lnTo>
                <a:cubicBezTo>
                  <a:pt x="1725" y="3769"/>
                  <a:pt x="1719" y="3801"/>
                  <a:pt x="1654" y="4058"/>
                </a:cubicBezTo>
                <a:cubicBezTo>
                  <a:pt x="1656" y="4093"/>
                  <a:pt x="1652" y="4140"/>
                  <a:pt x="1649" y="4175"/>
                </a:cubicBezTo>
                <a:lnTo>
                  <a:pt x="1729" y="4098"/>
                </a:lnTo>
                <a:lnTo>
                  <a:pt x="1769" y="4063"/>
                </a:lnTo>
                <a:lnTo>
                  <a:pt x="1771" y="4062"/>
                </a:lnTo>
                <a:lnTo>
                  <a:pt x="1833" y="3961"/>
                </a:lnTo>
                <a:cubicBezTo>
                  <a:pt x="1837" y="3955"/>
                  <a:pt x="1838" y="3945"/>
                  <a:pt x="1842" y="3939"/>
                </a:cubicBezTo>
                <a:lnTo>
                  <a:pt x="1842" y="3939"/>
                </a:lnTo>
                <a:cubicBezTo>
                  <a:pt x="1796" y="3986"/>
                  <a:pt x="1796" y="3986"/>
                  <a:pt x="1771" y="3994"/>
                </a:cubicBezTo>
                <a:cubicBezTo>
                  <a:pt x="1741" y="3813"/>
                  <a:pt x="1907" y="3673"/>
                  <a:pt x="1871" y="3491"/>
                </a:cubicBezTo>
                <a:cubicBezTo>
                  <a:pt x="1913" y="3373"/>
                  <a:pt x="1949" y="3254"/>
                  <a:pt x="1980" y="3133"/>
                </a:cubicBezTo>
                <a:lnTo>
                  <a:pt x="1980" y="3133"/>
                </a:lnTo>
                <a:cubicBezTo>
                  <a:pt x="1981" y="3199"/>
                  <a:pt x="1976" y="3288"/>
                  <a:pt x="1974" y="3355"/>
                </a:cubicBezTo>
                <a:lnTo>
                  <a:pt x="2028" y="3268"/>
                </a:lnTo>
                <a:lnTo>
                  <a:pt x="2081" y="3143"/>
                </a:lnTo>
                <a:lnTo>
                  <a:pt x="2087" y="3005"/>
                </a:lnTo>
                <a:lnTo>
                  <a:pt x="2094" y="2889"/>
                </a:lnTo>
                <a:lnTo>
                  <a:pt x="2174" y="2734"/>
                </a:lnTo>
                <a:lnTo>
                  <a:pt x="2227" y="2681"/>
                </a:lnTo>
                <a:cubicBezTo>
                  <a:pt x="2375" y="2371"/>
                  <a:pt x="2191" y="2048"/>
                  <a:pt x="2270" y="1736"/>
                </a:cubicBezTo>
                <a:lnTo>
                  <a:pt x="2270" y="1736"/>
                </a:lnTo>
                <a:cubicBezTo>
                  <a:pt x="2298" y="1796"/>
                  <a:pt x="2286" y="1866"/>
                  <a:pt x="2322" y="1923"/>
                </a:cubicBezTo>
                <a:cubicBezTo>
                  <a:pt x="2384" y="1771"/>
                  <a:pt x="2284" y="1637"/>
                  <a:pt x="2281" y="1493"/>
                </a:cubicBezTo>
                <a:cubicBezTo>
                  <a:pt x="2273" y="1320"/>
                  <a:pt x="2271" y="1242"/>
                  <a:pt x="2204" y="1083"/>
                </a:cubicBezTo>
                <a:cubicBezTo>
                  <a:pt x="2181" y="1076"/>
                  <a:pt x="2154" y="1066"/>
                  <a:pt x="2133" y="1060"/>
                </a:cubicBezTo>
                <a:cubicBezTo>
                  <a:pt x="2079" y="885"/>
                  <a:pt x="2079" y="885"/>
                  <a:pt x="2107" y="831"/>
                </a:cubicBezTo>
                <a:lnTo>
                  <a:pt x="2107" y="831"/>
                </a:lnTo>
                <a:cubicBezTo>
                  <a:pt x="2119" y="834"/>
                  <a:pt x="2137" y="835"/>
                  <a:pt x="2150" y="836"/>
                </a:cubicBezTo>
                <a:cubicBezTo>
                  <a:pt x="2112" y="716"/>
                  <a:pt x="2112" y="716"/>
                  <a:pt x="2114" y="700"/>
                </a:cubicBezTo>
                <a:lnTo>
                  <a:pt x="2114" y="700"/>
                </a:lnTo>
                <a:cubicBezTo>
                  <a:pt x="2139" y="748"/>
                  <a:pt x="2145" y="762"/>
                  <a:pt x="2213" y="938"/>
                </a:cubicBezTo>
                <a:lnTo>
                  <a:pt x="2231" y="948"/>
                </a:lnTo>
                <a:cubicBezTo>
                  <a:pt x="2241" y="958"/>
                  <a:pt x="2252" y="971"/>
                  <a:pt x="2261" y="979"/>
                </a:cubicBezTo>
                <a:cubicBezTo>
                  <a:pt x="2261" y="979"/>
                  <a:pt x="2168" y="721"/>
                  <a:pt x="2151" y="675"/>
                </a:cubicBezTo>
                <a:lnTo>
                  <a:pt x="2140" y="633"/>
                </a:lnTo>
                <a:lnTo>
                  <a:pt x="2143" y="605"/>
                </a:lnTo>
                <a:lnTo>
                  <a:pt x="2089" y="467"/>
                </a:lnTo>
                <a:cubicBezTo>
                  <a:pt x="2071" y="434"/>
                  <a:pt x="2041" y="391"/>
                  <a:pt x="2020" y="358"/>
                </a:cubicBezTo>
                <a:lnTo>
                  <a:pt x="1950" y="278"/>
                </a:lnTo>
                <a:cubicBezTo>
                  <a:pt x="1948" y="278"/>
                  <a:pt x="1947" y="278"/>
                  <a:pt x="1945" y="278"/>
                </a:cubicBezTo>
                <a:cubicBezTo>
                  <a:pt x="1926" y="278"/>
                  <a:pt x="1902" y="283"/>
                  <a:pt x="1885" y="285"/>
                </a:cubicBezTo>
                <a:cubicBezTo>
                  <a:pt x="1888" y="347"/>
                  <a:pt x="1888" y="347"/>
                  <a:pt x="1879" y="377"/>
                </a:cubicBezTo>
                <a:cubicBezTo>
                  <a:pt x="1822" y="371"/>
                  <a:pt x="1784" y="367"/>
                  <a:pt x="1755" y="367"/>
                </a:cubicBezTo>
                <a:cubicBezTo>
                  <a:pt x="1695" y="367"/>
                  <a:pt x="1669" y="384"/>
                  <a:pt x="1591" y="436"/>
                </a:cubicBezTo>
                <a:cubicBezTo>
                  <a:pt x="1571" y="418"/>
                  <a:pt x="1567" y="415"/>
                  <a:pt x="1520" y="344"/>
                </a:cubicBezTo>
                <a:cubicBezTo>
                  <a:pt x="1473" y="352"/>
                  <a:pt x="1409" y="358"/>
                  <a:pt x="1362" y="363"/>
                </a:cubicBezTo>
                <a:cubicBezTo>
                  <a:pt x="1188" y="250"/>
                  <a:pt x="1056" y="77"/>
                  <a:pt x="85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30"/>
          <p:cNvSpPr/>
          <p:nvPr/>
        </p:nvSpPr>
        <p:spPr>
          <a:xfrm>
            <a:off x="4629357" y="2669936"/>
            <a:ext cx="19851" cy="32700"/>
          </a:xfrm>
          <a:custGeom>
            <a:rect b="b" l="l" r="r" t="t"/>
            <a:pathLst>
              <a:path extrusionOk="0" h="346" w="216">
                <a:moveTo>
                  <a:pt x="152" y="1"/>
                </a:moveTo>
                <a:lnTo>
                  <a:pt x="91" y="14"/>
                </a:lnTo>
                <a:lnTo>
                  <a:pt x="56" y="146"/>
                </a:lnTo>
                <a:lnTo>
                  <a:pt x="96" y="226"/>
                </a:lnTo>
                <a:lnTo>
                  <a:pt x="42" y="243"/>
                </a:lnTo>
                <a:lnTo>
                  <a:pt x="0" y="323"/>
                </a:lnTo>
                <a:cubicBezTo>
                  <a:pt x="5" y="330"/>
                  <a:pt x="12" y="338"/>
                  <a:pt x="17" y="345"/>
                </a:cubicBezTo>
                <a:cubicBezTo>
                  <a:pt x="120" y="331"/>
                  <a:pt x="145" y="327"/>
                  <a:pt x="187" y="297"/>
                </a:cubicBezTo>
                <a:cubicBezTo>
                  <a:pt x="212" y="279"/>
                  <a:pt x="215" y="212"/>
                  <a:pt x="215" y="209"/>
                </a:cubicBezTo>
                <a:cubicBezTo>
                  <a:pt x="215" y="209"/>
                  <a:pt x="209" y="173"/>
                  <a:pt x="178" y="131"/>
                </a:cubicBezTo>
                <a:cubicBezTo>
                  <a:pt x="167" y="113"/>
                  <a:pt x="154" y="82"/>
                  <a:pt x="145" y="60"/>
                </a:cubicBezTo>
                <a:lnTo>
                  <a:pt x="15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30"/>
          <p:cNvSpPr/>
          <p:nvPr/>
        </p:nvSpPr>
        <p:spPr>
          <a:xfrm>
            <a:off x="4585336" y="2663036"/>
            <a:ext cx="219837" cy="148664"/>
          </a:xfrm>
          <a:custGeom>
            <a:rect b="b" l="l" r="r" t="t"/>
            <a:pathLst>
              <a:path extrusionOk="0" h="1573" w="2392">
                <a:moveTo>
                  <a:pt x="1273" y="0"/>
                </a:moveTo>
                <a:cubicBezTo>
                  <a:pt x="1238" y="0"/>
                  <a:pt x="1209" y="7"/>
                  <a:pt x="1171" y="18"/>
                </a:cubicBezTo>
                <a:cubicBezTo>
                  <a:pt x="1118" y="36"/>
                  <a:pt x="1120" y="103"/>
                  <a:pt x="1072" y="124"/>
                </a:cubicBezTo>
                <a:cubicBezTo>
                  <a:pt x="1058" y="129"/>
                  <a:pt x="1048" y="130"/>
                  <a:pt x="1036" y="130"/>
                </a:cubicBezTo>
                <a:cubicBezTo>
                  <a:pt x="1032" y="130"/>
                  <a:pt x="1027" y="130"/>
                  <a:pt x="1023" y="130"/>
                </a:cubicBezTo>
                <a:cubicBezTo>
                  <a:pt x="1021" y="130"/>
                  <a:pt x="1020" y="130"/>
                  <a:pt x="1019" y="130"/>
                </a:cubicBezTo>
                <a:cubicBezTo>
                  <a:pt x="977" y="130"/>
                  <a:pt x="869" y="145"/>
                  <a:pt x="869" y="145"/>
                </a:cubicBezTo>
                <a:cubicBezTo>
                  <a:pt x="854" y="160"/>
                  <a:pt x="848" y="264"/>
                  <a:pt x="848" y="298"/>
                </a:cubicBezTo>
                <a:lnTo>
                  <a:pt x="877" y="338"/>
                </a:lnTo>
                <a:lnTo>
                  <a:pt x="947" y="304"/>
                </a:lnTo>
                <a:cubicBezTo>
                  <a:pt x="997" y="341"/>
                  <a:pt x="996" y="448"/>
                  <a:pt x="1068" y="448"/>
                </a:cubicBezTo>
                <a:cubicBezTo>
                  <a:pt x="1074" y="448"/>
                  <a:pt x="1080" y="447"/>
                  <a:pt x="1087" y="446"/>
                </a:cubicBezTo>
                <a:cubicBezTo>
                  <a:pt x="1110" y="431"/>
                  <a:pt x="1139" y="409"/>
                  <a:pt x="1162" y="394"/>
                </a:cubicBezTo>
                <a:cubicBezTo>
                  <a:pt x="1130" y="309"/>
                  <a:pt x="1130" y="309"/>
                  <a:pt x="1182" y="233"/>
                </a:cubicBezTo>
                <a:cubicBezTo>
                  <a:pt x="1227" y="230"/>
                  <a:pt x="1289" y="226"/>
                  <a:pt x="1334" y="222"/>
                </a:cubicBezTo>
                <a:lnTo>
                  <a:pt x="1334" y="222"/>
                </a:lnTo>
                <a:cubicBezTo>
                  <a:pt x="1247" y="339"/>
                  <a:pt x="1225" y="384"/>
                  <a:pt x="1400" y="478"/>
                </a:cubicBezTo>
                <a:cubicBezTo>
                  <a:pt x="1377" y="493"/>
                  <a:pt x="1345" y="514"/>
                  <a:pt x="1320" y="529"/>
                </a:cubicBezTo>
                <a:cubicBezTo>
                  <a:pt x="1300" y="524"/>
                  <a:pt x="1279" y="514"/>
                  <a:pt x="1258" y="511"/>
                </a:cubicBezTo>
                <a:lnTo>
                  <a:pt x="1258" y="511"/>
                </a:lnTo>
                <a:cubicBezTo>
                  <a:pt x="1256" y="524"/>
                  <a:pt x="1254" y="539"/>
                  <a:pt x="1266" y="616"/>
                </a:cubicBezTo>
                <a:lnTo>
                  <a:pt x="1165" y="643"/>
                </a:lnTo>
                <a:lnTo>
                  <a:pt x="1135" y="570"/>
                </a:lnTo>
                <a:cubicBezTo>
                  <a:pt x="1118" y="583"/>
                  <a:pt x="1092" y="598"/>
                  <a:pt x="1074" y="610"/>
                </a:cubicBezTo>
                <a:cubicBezTo>
                  <a:pt x="1023" y="583"/>
                  <a:pt x="976" y="549"/>
                  <a:pt x="923" y="526"/>
                </a:cubicBezTo>
                <a:cubicBezTo>
                  <a:pt x="951" y="456"/>
                  <a:pt x="951" y="455"/>
                  <a:pt x="955" y="436"/>
                </a:cubicBezTo>
                <a:cubicBezTo>
                  <a:pt x="949" y="433"/>
                  <a:pt x="940" y="432"/>
                  <a:pt x="931" y="432"/>
                </a:cubicBezTo>
                <a:cubicBezTo>
                  <a:pt x="906" y="432"/>
                  <a:pt x="876" y="440"/>
                  <a:pt x="876" y="440"/>
                </a:cubicBezTo>
                <a:cubicBezTo>
                  <a:pt x="869" y="452"/>
                  <a:pt x="862" y="468"/>
                  <a:pt x="857" y="539"/>
                </a:cubicBezTo>
                <a:lnTo>
                  <a:pt x="822" y="520"/>
                </a:lnTo>
                <a:lnTo>
                  <a:pt x="777" y="486"/>
                </a:lnTo>
                <a:lnTo>
                  <a:pt x="723" y="549"/>
                </a:lnTo>
                <a:cubicBezTo>
                  <a:pt x="695" y="542"/>
                  <a:pt x="658" y="532"/>
                  <a:pt x="631" y="524"/>
                </a:cubicBezTo>
                <a:cubicBezTo>
                  <a:pt x="633" y="517"/>
                  <a:pt x="636" y="507"/>
                  <a:pt x="637" y="499"/>
                </a:cubicBezTo>
                <a:lnTo>
                  <a:pt x="637" y="499"/>
                </a:lnTo>
                <a:cubicBezTo>
                  <a:pt x="581" y="538"/>
                  <a:pt x="561" y="540"/>
                  <a:pt x="452" y="554"/>
                </a:cubicBezTo>
                <a:cubicBezTo>
                  <a:pt x="464" y="570"/>
                  <a:pt x="482" y="591"/>
                  <a:pt x="495" y="607"/>
                </a:cubicBezTo>
                <a:cubicBezTo>
                  <a:pt x="434" y="621"/>
                  <a:pt x="423" y="622"/>
                  <a:pt x="397" y="625"/>
                </a:cubicBezTo>
                <a:lnTo>
                  <a:pt x="435" y="691"/>
                </a:lnTo>
                <a:cubicBezTo>
                  <a:pt x="440" y="712"/>
                  <a:pt x="449" y="743"/>
                  <a:pt x="455" y="764"/>
                </a:cubicBezTo>
                <a:cubicBezTo>
                  <a:pt x="384" y="816"/>
                  <a:pt x="364" y="831"/>
                  <a:pt x="342" y="831"/>
                </a:cubicBezTo>
                <a:cubicBezTo>
                  <a:pt x="332" y="831"/>
                  <a:pt x="323" y="828"/>
                  <a:pt x="309" y="825"/>
                </a:cubicBezTo>
                <a:cubicBezTo>
                  <a:pt x="253" y="809"/>
                  <a:pt x="287" y="744"/>
                  <a:pt x="258" y="712"/>
                </a:cubicBezTo>
                <a:cubicBezTo>
                  <a:pt x="246" y="698"/>
                  <a:pt x="230" y="691"/>
                  <a:pt x="211" y="691"/>
                </a:cubicBezTo>
                <a:cubicBezTo>
                  <a:pt x="147" y="691"/>
                  <a:pt x="55" y="779"/>
                  <a:pt x="0" y="973"/>
                </a:cubicBezTo>
                <a:lnTo>
                  <a:pt x="132" y="1077"/>
                </a:lnTo>
                <a:cubicBezTo>
                  <a:pt x="133" y="1079"/>
                  <a:pt x="154" y="1091"/>
                  <a:pt x="240" y="1117"/>
                </a:cubicBezTo>
                <a:lnTo>
                  <a:pt x="302" y="1070"/>
                </a:lnTo>
                <a:lnTo>
                  <a:pt x="470" y="949"/>
                </a:lnTo>
                <a:lnTo>
                  <a:pt x="509" y="912"/>
                </a:lnTo>
                <a:cubicBezTo>
                  <a:pt x="530" y="938"/>
                  <a:pt x="560" y="973"/>
                  <a:pt x="582" y="1000"/>
                </a:cubicBezTo>
                <a:cubicBezTo>
                  <a:pt x="606" y="973"/>
                  <a:pt x="611" y="967"/>
                  <a:pt x="622" y="947"/>
                </a:cubicBezTo>
                <a:cubicBezTo>
                  <a:pt x="626" y="946"/>
                  <a:pt x="630" y="945"/>
                  <a:pt x="634" y="945"/>
                </a:cubicBezTo>
                <a:cubicBezTo>
                  <a:pt x="643" y="945"/>
                  <a:pt x="655" y="950"/>
                  <a:pt x="682" y="968"/>
                </a:cubicBezTo>
                <a:lnTo>
                  <a:pt x="728" y="999"/>
                </a:lnTo>
                <a:lnTo>
                  <a:pt x="761" y="1133"/>
                </a:lnTo>
                <a:cubicBezTo>
                  <a:pt x="780" y="1141"/>
                  <a:pt x="798" y="1147"/>
                  <a:pt x="817" y="1154"/>
                </a:cubicBezTo>
                <a:lnTo>
                  <a:pt x="849" y="1214"/>
                </a:lnTo>
                <a:lnTo>
                  <a:pt x="794" y="1274"/>
                </a:lnTo>
                <a:lnTo>
                  <a:pt x="823" y="1310"/>
                </a:lnTo>
                <a:lnTo>
                  <a:pt x="879" y="1317"/>
                </a:lnTo>
                <a:lnTo>
                  <a:pt x="898" y="1226"/>
                </a:lnTo>
                <a:lnTo>
                  <a:pt x="938" y="1284"/>
                </a:lnTo>
                <a:lnTo>
                  <a:pt x="977" y="1268"/>
                </a:lnTo>
                <a:cubicBezTo>
                  <a:pt x="959" y="1230"/>
                  <a:pt x="935" y="1180"/>
                  <a:pt x="917" y="1143"/>
                </a:cubicBezTo>
                <a:cubicBezTo>
                  <a:pt x="792" y="1109"/>
                  <a:pt x="840" y="949"/>
                  <a:pt x="854" y="933"/>
                </a:cubicBezTo>
                <a:lnTo>
                  <a:pt x="854" y="933"/>
                </a:lnTo>
                <a:lnTo>
                  <a:pt x="913" y="973"/>
                </a:lnTo>
                <a:lnTo>
                  <a:pt x="984" y="1029"/>
                </a:lnTo>
                <a:lnTo>
                  <a:pt x="1001" y="1174"/>
                </a:lnTo>
                <a:lnTo>
                  <a:pt x="1091" y="1332"/>
                </a:lnTo>
                <a:lnTo>
                  <a:pt x="1139" y="1484"/>
                </a:lnTo>
                <a:lnTo>
                  <a:pt x="1168" y="1425"/>
                </a:lnTo>
                <a:cubicBezTo>
                  <a:pt x="1183" y="1383"/>
                  <a:pt x="1205" y="1328"/>
                  <a:pt x="1220" y="1286"/>
                </a:cubicBezTo>
                <a:cubicBezTo>
                  <a:pt x="1435" y="1372"/>
                  <a:pt x="1435" y="1372"/>
                  <a:pt x="1471" y="1439"/>
                </a:cubicBezTo>
                <a:cubicBezTo>
                  <a:pt x="1469" y="1439"/>
                  <a:pt x="1467" y="1439"/>
                  <a:pt x="1465" y="1439"/>
                </a:cubicBezTo>
                <a:cubicBezTo>
                  <a:pt x="1430" y="1439"/>
                  <a:pt x="1395" y="1433"/>
                  <a:pt x="1361" y="1433"/>
                </a:cubicBezTo>
                <a:cubicBezTo>
                  <a:pt x="1338" y="1433"/>
                  <a:pt x="1316" y="1435"/>
                  <a:pt x="1294" y="1443"/>
                </a:cubicBezTo>
                <a:cubicBezTo>
                  <a:pt x="1282" y="1563"/>
                  <a:pt x="1575" y="1573"/>
                  <a:pt x="1578" y="1573"/>
                </a:cubicBezTo>
                <a:cubicBezTo>
                  <a:pt x="1679" y="1441"/>
                  <a:pt x="1679" y="1441"/>
                  <a:pt x="1703" y="1428"/>
                </a:cubicBezTo>
                <a:lnTo>
                  <a:pt x="1707" y="1430"/>
                </a:lnTo>
                <a:lnTo>
                  <a:pt x="1829" y="1527"/>
                </a:lnTo>
                <a:cubicBezTo>
                  <a:pt x="1876" y="1530"/>
                  <a:pt x="1940" y="1533"/>
                  <a:pt x="1987" y="1536"/>
                </a:cubicBezTo>
                <a:cubicBezTo>
                  <a:pt x="2095" y="1427"/>
                  <a:pt x="2133" y="1277"/>
                  <a:pt x="2213" y="1152"/>
                </a:cubicBezTo>
                <a:cubicBezTo>
                  <a:pt x="2214" y="1150"/>
                  <a:pt x="2360" y="897"/>
                  <a:pt x="2310" y="859"/>
                </a:cubicBezTo>
                <a:cubicBezTo>
                  <a:pt x="2252" y="813"/>
                  <a:pt x="2270" y="778"/>
                  <a:pt x="2270" y="778"/>
                </a:cubicBezTo>
                <a:cubicBezTo>
                  <a:pt x="2295" y="727"/>
                  <a:pt x="2355" y="734"/>
                  <a:pt x="2392" y="702"/>
                </a:cubicBezTo>
                <a:cubicBezTo>
                  <a:pt x="2389" y="619"/>
                  <a:pt x="2377" y="537"/>
                  <a:pt x="2372" y="455"/>
                </a:cubicBezTo>
                <a:cubicBezTo>
                  <a:pt x="2370" y="394"/>
                  <a:pt x="2260" y="190"/>
                  <a:pt x="2231" y="172"/>
                </a:cubicBezTo>
                <a:cubicBezTo>
                  <a:pt x="2218" y="174"/>
                  <a:pt x="2216" y="174"/>
                  <a:pt x="2200" y="185"/>
                </a:cubicBezTo>
                <a:lnTo>
                  <a:pt x="2180" y="241"/>
                </a:lnTo>
                <a:lnTo>
                  <a:pt x="2245" y="327"/>
                </a:lnTo>
                <a:lnTo>
                  <a:pt x="2261" y="382"/>
                </a:lnTo>
                <a:lnTo>
                  <a:pt x="2238" y="397"/>
                </a:lnTo>
                <a:lnTo>
                  <a:pt x="2185" y="314"/>
                </a:lnTo>
                <a:lnTo>
                  <a:pt x="2141" y="319"/>
                </a:lnTo>
                <a:lnTo>
                  <a:pt x="2055" y="314"/>
                </a:lnTo>
                <a:lnTo>
                  <a:pt x="1934" y="273"/>
                </a:lnTo>
                <a:lnTo>
                  <a:pt x="1820" y="336"/>
                </a:lnTo>
                <a:cubicBezTo>
                  <a:pt x="1808" y="333"/>
                  <a:pt x="1791" y="330"/>
                  <a:pt x="1780" y="329"/>
                </a:cubicBezTo>
                <a:cubicBezTo>
                  <a:pt x="1739" y="370"/>
                  <a:pt x="1725" y="374"/>
                  <a:pt x="1725" y="374"/>
                </a:cubicBezTo>
                <a:cubicBezTo>
                  <a:pt x="1724" y="375"/>
                  <a:pt x="1723" y="375"/>
                  <a:pt x="1721" y="375"/>
                </a:cubicBezTo>
                <a:cubicBezTo>
                  <a:pt x="1693" y="375"/>
                  <a:pt x="1530" y="356"/>
                  <a:pt x="1584" y="238"/>
                </a:cubicBezTo>
                <a:lnTo>
                  <a:pt x="1584" y="238"/>
                </a:lnTo>
                <a:cubicBezTo>
                  <a:pt x="1622" y="267"/>
                  <a:pt x="1675" y="303"/>
                  <a:pt x="1713" y="330"/>
                </a:cubicBezTo>
                <a:cubicBezTo>
                  <a:pt x="1773" y="254"/>
                  <a:pt x="1739" y="221"/>
                  <a:pt x="1698" y="199"/>
                </a:cubicBezTo>
                <a:cubicBezTo>
                  <a:pt x="1631" y="164"/>
                  <a:pt x="1631" y="164"/>
                  <a:pt x="1590" y="66"/>
                </a:cubicBezTo>
                <a:cubicBezTo>
                  <a:pt x="1416" y="21"/>
                  <a:pt x="1336" y="0"/>
                  <a:pt x="127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30"/>
          <p:cNvSpPr/>
          <p:nvPr/>
        </p:nvSpPr>
        <p:spPr>
          <a:xfrm>
            <a:off x="4604543" y="2678914"/>
            <a:ext cx="21322" cy="21832"/>
          </a:xfrm>
          <a:custGeom>
            <a:rect b="b" l="l" r="r" t="t"/>
            <a:pathLst>
              <a:path extrusionOk="0" h="231" w="232">
                <a:moveTo>
                  <a:pt x="215" y="1"/>
                </a:moveTo>
                <a:lnTo>
                  <a:pt x="149" y="43"/>
                </a:lnTo>
                <a:lnTo>
                  <a:pt x="120" y="43"/>
                </a:lnTo>
                <a:lnTo>
                  <a:pt x="45" y="49"/>
                </a:lnTo>
                <a:cubicBezTo>
                  <a:pt x="31" y="68"/>
                  <a:pt x="7" y="93"/>
                  <a:pt x="0" y="115"/>
                </a:cubicBezTo>
                <a:cubicBezTo>
                  <a:pt x="0" y="115"/>
                  <a:pt x="3" y="153"/>
                  <a:pt x="9" y="179"/>
                </a:cubicBezTo>
                <a:cubicBezTo>
                  <a:pt x="13" y="190"/>
                  <a:pt x="13" y="190"/>
                  <a:pt x="91" y="231"/>
                </a:cubicBezTo>
                <a:lnTo>
                  <a:pt x="211" y="165"/>
                </a:lnTo>
                <a:lnTo>
                  <a:pt x="231" y="89"/>
                </a:lnTo>
                <a:lnTo>
                  <a:pt x="21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30"/>
          <p:cNvSpPr/>
          <p:nvPr/>
        </p:nvSpPr>
        <p:spPr>
          <a:xfrm>
            <a:off x="4892476" y="2963198"/>
            <a:ext cx="27755" cy="59069"/>
          </a:xfrm>
          <a:custGeom>
            <a:rect b="b" l="l" r="r" t="t"/>
            <a:pathLst>
              <a:path extrusionOk="0" h="625" w="302">
                <a:moveTo>
                  <a:pt x="299" y="1"/>
                </a:moveTo>
                <a:lnTo>
                  <a:pt x="299" y="1"/>
                </a:lnTo>
                <a:cubicBezTo>
                  <a:pt x="290" y="11"/>
                  <a:pt x="280" y="21"/>
                  <a:pt x="272" y="33"/>
                </a:cubicBezTo>
                <a:cubicBezTo>
                  <a:pt x="232" y="99"/>
                  <a:pt x="211" y="175"/>
                  <a:pt x="175" y="242"/>
                </a:cubicBezTo>
                <a:cubicBezTo>
                  <a:pt x="156" y="279"/>
                  <a:pt x="119" y="299"/>
                  <a:pt x="98" y="334"/>
                </a:cubicBezTo>
                <a:cubicBezTo>
                  <a:pt x="26" y="503"/>
                  <a:pt x="0" y="560"/>
                  <a:pt x="10" y="605"/>
                </a:cubicBezTo>
                <a:lnTo>
                  <a:pt x="39" y="624"/>
                </a:lnTo>
                <a:lnTo>
                  <a:pt x="68" y="575"/>
                </a:lnTo>
                <a:lnTo>
                  <a:pt x="68" y="575"/>
                </a:lnTo>
                <a:cubicBezTo>
                  <a:pt x="51" y="616"/>
                  <a:pt x="51" y="616"/>
                  <a:pt x="53" y="621"/>
                </a:cubicBezTo>
                <a:cubicBezTo>
                  <a:pt x="54" y="617"/>
                  <a:pt x="60" y="611"/>
                  <a:pt x="88" y="561"/>
                </a:cubicBezTo>
                <a:lnTo>
                  <a:pt x="144" y="452"/>
                </a:lnTo>
                <a:cubicBezTo>
                  <a:pt x="193" y="353"/>
                  <a:pt x="206" y="327"/>
                  <a:pt x="231" y="269"/>
                </a:cubicBezTo>
                <a:cubicBezTo>
                  <a:pt x="242" y="245"/>
                  <a:pt x="244" y="237"/>
                  <a:pt x="247" y="231"/>
                </a:cubicBezTo>
                <a:cubicBezTo>
                  <a:pt x="259" y="152"/>
                  <a:pt x="302" y="83"/>
                  <a:pt x="29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30"/>
          <p:cNvSpPr/>
          <p:nvPr/>
        </p:nvSpPr>
        <p:spPr>
          <a:xfrm>
            <a:off x="4922987" y="2902807"/>
            <a:ext cx="13051" cy="61526"/>
          </a:xfrm>
          <a:custGeom>
            <a:rect b="b" l="l" r="r" t="t"/>
            <a:pathLst>
              <a:path extrusionOk="0" h="651" w="142">
                <a:moveTo>
                  <a:pt x="135" y="0"/>
                </a:moveTo>
                <a:lnTo>
                  <a:pt x="135" y="0"/>
                </a:lnTo>
                <a:cubicBezTo>
                  <a:pt x="135" y="0"/>
                  <a:pt x="135" y="0"/>
                  <a:pt x="135" y="0"/>
                </a:cubicBezTo>
                <a:lnTo>
                  <a:pt x="135" y="0"/>
                </a:lnTo>
                <a:cubicBezTo>
                  <a:pt x="135" y="0"/>
                  <a:pt x="135" y="0"/>
                  <a:pt x="135" y="0"/>
                </a:cubicBezTo>
                <a:close/>
                <a:moveTo>
                  <a:pt x="135" y="0"/>
                </a:moveTo>
                <a:cubicBezTo>
                  <a:pt x="99" y="53"/>
                  <a:pt x="120" y="118"/>
                  <a:pt x="94" y="171"/>
                </a:cubicBezTo>
                <a:cubicBezTo>
                  <a:pt x="94" y="169"/>
                  <a:pt x="94" y="169"/>
                  <a:pt x="93" y="158"/>
                </a:cubicBezTo>
                <a:cubicBezTo>
                  <a:pt x="83" y="200"/>
                  <a:pt x="81" y="206"/>
                  <a:pt x="78" y="220"/>
                </a:cubicBezTo>
                <a:cubicBezTo>
                  <a:pt x="70" y="273"/>
                  <a:pt x="70" y="326"/>
                  <a:pt x="60" y="379"/>
                </a:cubicBezTo>
                <a:lnTo>
                  <a:pt x="1" y="650"/>
                </a:lnTo>
                <a:cubicBezTo>
                  <a:pt x="26" y="580"/>
                  <a:pt x="43" y="529"/>
                  <a:pt x="47" y="516"/>
                </a:cubicBezTo>
                <a:cubicBezTo>
                  <a:pt x="141" y="211"/>
                  <a:pt x="134" y="3"/>
                  <a:pt x="1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p30"/>
          <p:cNvSpPr/>
          <p:nvPr/>
        </p:nvSpPr>
        <p:spPr>
          <a:xfrm>
            <a:off x="4667681" y="3053077"/>
            <a:ext cx="59371" cy="47160"/>
          </a:xfrm>
          <a:custGeom>
            <a:rect b="b" l="l" r="r" t="t"/>
            <a:pathLst>
              <a:path extrusionOk="0" h="499" w="646">
                <a:moveTo>
                  <a:pt x="580" y="0"/>
                </a:moveTo>
                <a:cubicBezTo>
                  <a:pt x="574" y="0"/>
                  <a:pt x="566" y="1"/>
                  <a:pt x="554" y="4"/>
                </a:cubicBezTo>
                <a:cubicBezTo>
                  <a:pt x="394" y="110"/>
                  <a:pt x="353" y="137"/>
                  <a:pt x="331" y="137"/>
                </a:cubicBezTo>
                <a:cubicBezTo>
                  <a:pt x="323" y="137"/>
                  <a:pt x="317" y="134"/>
                  <a:pt x="310" y="129"/>
                </a:cubicBezTo>
                <a:cubicBezTo>
                  <a:pt x="309" y="129"/>
                  <a:pt x="278" y="114"/>
                  <a:pt x="249" y="114"/>
                </a:cubicBezTo>
                <a:cubicBezTo>
                  <a:pt x="219" y="114"/>
                  <a:pt x="192" y="129"/>
                  <a:pt x="196" y="188"/>
                </a:cubicBezTo>
                <a:cubicBezTo>
                  <a:pt x="197" y="200"/>
                  <a:pt x="197" y="206"/>
                  <a:pt x="157" y="257"/>
                </a:cubicBezTo>
                <a:lnTo>
                  <a:pt x="50" y="359"/>
                </a:lnTo>
                <a:lnTo>
                  <a:pt x="1" y="401"/>
                </a:lnTo>
                <a:cubicBezTo>
                  <a:pt x="11" y="430"/>
                  <a:pt x="23" y="469"/>
                  <a:pt x="33" y="499"/>
                </a:cubicBezTo>
                <a:cubicBezTo>
                  <a:pt x="75" y="498"/>
                  <a:pt x="101" y="492"/>
                  <a:pt x="146" y="459"/>
                </a:cubicBezTo>
                <a:cubicBezTo>
                  <a:pt x="219" y="408"/>
                  <a:pt x="222" y="407"/>
                  <a:pt x="279" y="326"/>
                </a:cubicBezTo>
                <a:cubicBezTo>
                  <a:pt x="309" y="285"/>
                  <a:pt x="309" y="285"/>
                  <a:pt x="328" y="272"/>
                </a:cubicBezTo>
                <a:cubicBezTo>
                  <a:pt x="392" y="226"/>
                  <a:pt x="477" y="226"/>
                  <a:pt x="539" y="175"/>
                </a:cubicBezTo>
                <a:cubicBezTo>
                  <a:pt x="548" y="167"/>
                  <a:pt x="577" y="130"/>
                  <a:pt x="599" y="96"/>
                </a:cubicBezTo>
                <a:cubicBezTo>
                  <a:pt x="645" y="21"/>
                  <a:pt x="590" y="0"/>
                  <a:pt x="590" y="0"/>
                </a:cubicBezTo>
                <a:cubicBezTo>
                  <a:pt x="587" y="0"/>
                  <a:pt x="584" y="0"/>
                  <a:pt x="58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30"/>
          <p:cNvSpPr/>
          <p:nvPr/>
        </p:nvSpPr>
        <p:spPr>
          <a:xfrm>
            <a:off x="4807098" y="3054778"/>
            <a:ext cx="69664" cy="74285"/>
          </a:xfrm>
          <a:custGeom>
            <a:rect b="b" l="l" r="r" t="t"/>
            <a:pathLst>
              <a:path extrusionOk="0" h="786" w="758">
                <a:moveTo>
                  <a:pt x="757" y="1"/>
                </a:moveTo>
                <a:lnTo>
                  <a:pt x="757" y="1"/>
                </a:lnTo>
                <a:cubicBezTo>
                  <a:pt x="724" y="45"/>
                  <a:pt x="687" y="94"/>
                  <a:pt x="648" y="145"/>
                </a:cubicBezTo>
                <a:lnTo>
                  <a:pt x="648" y="145"/>
                </a:lnTo>
                <a:cubicBezTo>
                  <a:pt x="663" y="127"/>
                  <a:pt x="670" y="118"/>
                  <a:pt x="682" y="103"/>
                </a:cubicBezTo>
                <a:lnTo>
                  <a:pt x="747" y="15"/>
                </a:lnTo>
                <a:cubicBezTo>
                  <a:pt x="750" y="11"/>
                  <a:pt x="755" y="5"/>
                  <a:pt x="757" y="1"/>
                </a:cubicBezTo>
                <a:close/>
                <a:moveTo>
                  <a:pt x="648" y="145"/>
                </a:moveTo>
                <a:cubicBezTo>
                  <a:pt x="617" y="178"/>
                  <a:pt x="556" y="241"/>
                  <a:pt x="375" y="424"/>
                </a:cubicBezTo>
                <a:cubicBezTo>
                  <a:pt x="375" y="430"/>
                  <a:pt x="374" y="439"/>
                  <a:pt x="375" y="445"/>
                </a:cubicBezTo>
                <a:cubicBezTo>
                  <a:pt x="363" y="459"/>
                  <a:pt x="250" y="583"/>
                  <a:pt x="75" y="721"/>
                </a:cubicBezTo>
                <a:cubicBezTo>
                  <a:pt x="5" y="775"/>
                  <a:pt x="5" y="775"/>
                  <a:pt x="0" y="786"/>
                </a:cubicBezTo>
                <a:lnTo>
                  <a:pt x="37" y="762"/>
                </a:lnTo>
                <a:lnTo>
                  <a:pt x="82" y="727"/>
                </a:lnTo>
                <a:lnTo>
                  <a:pt x="113" y="702"/>
                </a:lnTo>
                <a:cubicBezTo>
                  <a:pt x="218" y="610"/>
                  <a:pt x="350" y="480"/>
                  <a:pt x="449" y="381"/>
                </a:cubicBezTo>
                <a:cubicBezTo>
                  <a:pt x="513" y="314"/>
                  <a:pt x="583" y="228"/>
                  <a:pt x="648" y="14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3" name="Google Shape;2173;p30"/>
          <p:cNvSpPr/>
          <p:nvPr/>
        </p:nvSpPr>
        <p:spPr>
          <a:xfrm>
            <a:off x="4582973" y="3904216"/>
            <a:ext cx="39111" cy="1097"/>
          </a:xfrm>
          <a:custGeom>
            <a:rect b="b" l="l" r="r" t="t"/>
            <a:pathLst>
              <a:path extrusionOk="0" h="15" w="535">
                <a:moveTo>
                  <a:pt x="1" y="15"/>
                </a:moveTo>
                <a:cubicBezTo>
                  <a:pt x="180" y="15"/>
                  <a:pt x="358" y="9"/>
                  <a:pt x="535" y="0"/>
                </a:cubicBezTo>
                <a:lnTo>
                  <a:pt x="535" y="0"/>
                </a:lnTo>
                <a:cubicBezTo>
                  <a:pt x="358" y="9"/>
                  <a:pt x="180" y="15"/>
                  <a:pt x="1" y="15"/>
                </a:cubicBezTo>
                <a:close/>
              </a:path>
            </a:pathLst>
          </a:custGeom>
          <a:solidFill>
            <a:srgbClr val="964F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4" name="Google Shape;2174;p30"/>
          <p:cNvGrpSpPr/>
          <p:nvPr/>
        </p:nvGrpSpPr>
        <p:grpSpPr>
          <a:xfrm>
            <a:off x="5928738" y="1433139"/>
            <a:ext cx="591062" cy="526495"/>
            <a:chOff x="5431847" y="2159665"/>
            <a:chExt cx="455574" cy="405745"/>
          </a:xfrm>
        </p:grpSpPr>
        <p:sp>
          <p:nvSpPr>
            <p:cNvPr id="2175" name="Google Shape;2175;p30"/>
            <p:cNvSpPr/>
            <p:nvPr/>
          </p:nvSpPr>
          <p:spPr>
            <a:xfrm>
              <a:off x="5457829" y="2206574"/>
              <a:ext cx="403492" cy="292705"/>
            </a:xfrm>
            <a:custGeom>
              <a:rect b="b" l="l" r="r" t="t"/>
              <a:pathLst>
                <a:path extrusionOk="0" h="2421" w="3432">
                  <a:moveTo>
                    <a:pt x="1" y="1"/>
                  </a:moveTo>
                  <a:lnTo>
                    <a:pt x="399" y="2416"/>
                  </a:lnTo>
                  <a:cubicBezTo>
                    <a:pt x="399" y="2419"/>
                    <a:pt x="400" y="2420"/>
                    <a:pt x="403" y="2420"/>
                  </a:cubicBezTo>
                  <a:lnTo>
                    <a:pt x="3030" y="2420"/>
                  </a:lnTo>
                  <a:cubicBezTo>
                    <a:pt x="3032" y="2420"/>
                    <a:pt x="3034" y="2419"/>
                    <a:pt x="3033" y="2416"/>
                  </a:cubicBezTo>
                  <a:lnTo>
                    <a:pt x="34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30"/>
            <p:cNvSpPr/>
            <p:nvPr/>
          </p:nvSpPr>
          <p:spPr>
            <a:xfrm>
              <a:off x="5431847" y="2159665"/>
              <a:ext cx="455574" cy="73509"/>
            </a:xfrm>
            <a:custGeom>
              <a:rect b="b" l="l" r="r" t="t"/>
              <a:pathLst>
                <a:path extrusionOk="0" h="608" w="3875">
                  <a:moveTo>
                    <a:pt x="3" y="1"/>
                  </a:moveTo>
                  <a:cubicBezTo>
                    <a:pt x="2" y="1"/>
                    <a:pt x="0" y="3"/>
                    <a:pt x="0" y="4"/>
                  </a:cubicBezTo>
                  <a:lnTo>
                    <a:pt x="0" y="604"/>
                  </a:lnTo>
                  <a:cubicBezTo>
                    <a:pt x="0" y="606"/>
                    <a:pt x="2" y="607"/>
                    <a:pt x="3" y="607"/>
                  </a:cubicBezTo>
                  <a:lnTo>
                    <a:pt x="3872" y="607"/>
                  </a:lnTo>
                  <a:cubicBezTo>
                    <a:pt x="3873" y="607"/>
                    <a:pt x="3874" y="606"/>
                    <a:pt x="3874" y="604"/>
                  </a:cubicBezTo>
                  <a:lnTo>
                    <a:pt x="3874" y="4"/>
                  </a:lnTo>
                  <a:cubicBezTo>
                    <a:pt x="3874" y="3"/>
                    <a:pt x="3873" y="1"/>
                    <a:pt x="3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30"/>
            <p:cNvSpPr/>
            <p:nvPr/>
          </p:nvSpPr>
          <p:spPr>
            <a:xfrm>
              <a:off x="5552940" y="2469293"/>
              <a:ext cx="65603" cy="66859"/>
            </a:xfrm>
            <a:custGeom>
              <a:rect b="b" l="l" r="r" t="t"/>
              <a:pathLst>
                <a:path extrusionOk="0" h="553" w="558">
                  <a:moveTo>
                    <a:pt x="1" y="1"/>
                  </a:moveTo>
                  <a:lnTo>
                    <a:pt x="91" y="550"/>
                  </a:lnTo>
                  <a:cubicBezTo>
                    <a:pt x="91" y="552"/>
                    <a:pt x="92" y="552"/>
                    <a:pt x="92" y="552"/>
                  </a:cubicBezTo>
                  <a:lnTo>
                    <a:pt x="468" y="552"/>
                  </a:lnTo>
                  <a:lnTo>
                    <a:pt x="5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30"/>
            <p:cNvSpPr/>
            <p:nvPr/>
          </p:nvSpPr>
          <p:spPr>
            <a:xfrm>
              <a:off x="5700603" y="2469293"/>
              <a:ext cx="65368" cy="66859"/>
            </a:xfrm>
            <a:custGeom>
              <a:rect b="b" l="l" r="r" t="t"/>
              <a:pathLst>
                <a:path extrusionOk="0" h="553" w="556">
                  <a:moveTo>
                    <a:pt x="0" y="1"/>
                  </a:moveTo>
                  <a:lnTo>
                    <a:pt x="89" y="550"/>
                  </a:lnTo>
                  <a:cubicBezTo>
                    <a:pt x="89" y="552"/>
                    <a:pt x="90" y="552"/>
                    <a:pt x="90" y="552"/>
                  </a:cubicBezTo>
                  <a:lnTo>
                    <a:pt x="467" y="552"/>
                  </a:lnTo>
                  <a:lnTo>
                    <a:pt x="5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30"/>
            <p:cNvSpPr/>
            <p:nvPr/>
          </p:nvSpPr>
          <p:spPr>
            <a:xfrm>
              <a:off x="5557172" y="2506530"/>
              <a:ext cx="57255" cy="58880"/>
            </a:xfrm>
            <a:custGeom>
              <a:rect b="b" l="l" r="r" t="t"/>
              <a:pathLst>
                <a:path extrusionOk="0" h="487" w="487">
                  <a:moveTo>
                    <a:pt x="244" y="1"/>
                  </a:moveTo>
                  <a:cubicBezTo>
                    <a:pt x="110" y="1"/>
                    <a:pt x="1" y="109"/>
                    <a:pt x="1" y="243"/>
                  </a:cubicBezTo>
                  <a:cubicBezTo>
                    <a:pt x="1" y="378"/>
                    <a:pt x="110" y="487"/>
                    <a:pt x="244" y="487"/>
                  </a:cubicBezTo>
                  <a:cubicBezTo>
                    <a:pt x="378" y="487"/>
                    <a:pt x="487" y="378"/>
                    <a:pt x="487" y="243"/>
                  </a:cubicBezTo>
                  <a:cubicBezTo>
                    <a:pt x="487" y="109"/>
                    <a:pt x="378" y="1"/>
                    <a:pt x="2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30"/>
            <p:cNvSpPr/>
            <p:nvPr/>
          </p:nvSpPr>
          <p:spPr>
            <a:xfrm>
              <a:off x="5704718" y="2506530"/>
              <a:ext cx="57255" cy="58880"/>
            </a:xfrm>
            <a:custGeom>
              <a:rect b="b" l="l" r="r" t="t"/>
              <a:pathLst>
                <a:path extrusionOk="0" h="487" w="487">
                  <a:moveTo>
                    <a:pt x="244" y="1"/>
                  </a:moveTo>
                  <a:cubicBezTo>
                    <a:pt x="110" y="1"/>
                    <a:pt x="0" y="109"/>
                    <a:pt x="0" y="243"/>
                  </a:cubicBezTo>
                  <a:cubicBezTo>
                    <a:pt x="0" y="378"/>
                    <a:pt x="110" y="487"/>
                    <a:pt x="244" y="487"/>
                  </a:cubicBezTo>
                  <a:cubicBezTo>
                    <a:pt x="378" y="487"/>
                    <a:pt x="486" y="378"/>
                    <a:pt x="486" y="243"/>
                  </a:cubicBezTo>
                  <a:cubicBezTo>
                    <a:pt x="486" y="109"/>
                    <a:pt x="378" y="1"/>
                    <a:pt x="2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30"/>
            <p:cNvSpPr/>
            <p:nvPr/>
          </p:nvSpPr>
          <p:spPr>
            <a:xfrm>
              <a:off x="5718826" y="2521038"/>
              <a:ext cx="29039" cy="29863"/>
            </a:xfrm>
            <a:custGeom>
              <a:rect b="b" l="l" r="r" t="t"/>
              <a:pathLst>
                <a:path extrusionOk="0" h="247" w="247">
                  <a:moveTo>
                    <a:pt x="124" y="0"/>
                  </a:moveTo>
                  <a:cubicBezTo>
                    <a:pt x="56" y="0"/>
                    <a:pt x="1" y="56"/>
                    <a:pt x="1" y="123"/>
                  </a:cubicBezTo>
                  <a:cubicBezTo>
                    <a:pt x="1" y="192"/>
                    <a:pt x="56" y="246"/>
                    <a:pt x="124" y="246"/>
                  </a:cubicBezTo>
                  <a:cubicBezTo>
                    <a:pt x="191" y="246"/>
                    <a:pt x="246" y="192"/>
                    <a:pt x="246" y="123"/>
                  </a:cubicBezTo>
                  <a:cubicBezTo>
                    <a:pt x="246" y="56"/>
                    <a:pt x="191" y="0"/>
                    <a:pt x="1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30"/>
            <p:cNvSpPr/>
            <p:nvPr/>
          </p:nvSpPr>
          <p:spPr>
            <a:xfrm>
              <a:off x="5571398" y="2521038"/>
              <a:ext cx="28922" cy="29863"/>
            </a:xfrm>
            <a:custGeom>
              <a:rect b="b" l="l" r="r" t="t"/>
              <a:pathLst>
                <a:path extrusionOk="0" h="247" w="246">
                  <a:moveTo>
                    <a:pt x="123" y="0"/>
                  </a:moveTo>
                  <a:cubicBezTo>
                    <a:pt x="55" y="0"/>
                    <a:pt x="0" y="56"/>
                    <a:pt x="0" y="123"/>
                  </a:cubicBezTo>
                  <a:cubicBezTo>
                    <a:pt x="0" y="192"/>
                    <a:pt x="55" y="246"/>
                    <a:pt x="123" y="246"/>
                  </a:cubicBezTo>
                  <a:cubicBezTo>
                    <a:pt x="191" y="246"/>
                    <a:pt x="246" y="192"/>
                    <a:pt x="246" y="123"/>
                  </a:cubicBezTo>
                  <a:cubicBezTo>
                    <a:pt x="246" y="56"/>
                    <a:pt x="191" y="0"/>
                    <a:pt x="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30"/>
            <p:cNvSpPr/>
            <p:nvPr/>
          </p:nvSpPr>
          <p:spPr>
            <a:xfrm>
              <a:off x="5691550" y="2330014"/>
              <a:ext cx="66661" cy="81246"/>
            </a:xfrm>
            <a:custGeom>
              <a:rect b="b" l="l" r="r" t="t"/>
              <a:pathLst>
                <a:path extrusionOk="0" h="672" w="567">
                  <a:moveTo>
                    <a:pt x="352" y="1"/>
                  </a:moveTo>
                  <a:lnTo>
                    <a:pt x="1" y="219"/>
                  </a:lnTo>
                  <a:lnTo>
                    <a:pt x="284" y="672"/>
                  </a:lnTo>
                  <a:cubicBezTo>
                    <a:pt x="362" y="664"/>
                    <a:pt x="489" y="626"/>
                    <a:pt x="565" y="471"/>
                  </a:cubicBezTo>
                  <a:cubicBezTo>
                    <a:pt x="566" y="461"/>
                    <a:pt x="566" y="452"/>
                    <a:pt x="566" y="442"/>
                  </a:cubicBezTo>
                  <a:cubicBezTo>
                    <a:pt x="566" y="393"/>
                    <a:pt x="554" y="345"/>
                    <a:pt x="530" y="305"/>
                  </a:cubicBezTo>
                  <a:lnTo>
                    <a:pt x="3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30"/>
            <p:cNvSpPr/>
            <p:nvPr/>
          </p:nvSpPr>
          <p:spPr>
            <a:xfrm>
              <a:off x="5583390" y="2268838"/>
              <a:ext cx="74185" cy="78466"/>
            </a:xfrm>
            <a:custGeom>
              <a:rect b="b" l="l" r="r" t="t"/>
              <a:pathLst>
                <a:path extrusionOk="0" h="649" w="631">
                  <a:moveTo>
                    <a:pt x="340" y="0"/>
                  </a:moveTo>
                  <a:cubicBezTo>
                    <a:pt x="282" y="13"/>
                    <a:pt x="231" y="51"/>
                    <a:pt x="200" y="106"/>
                  </a:cubicBezTo>
                  <a:lnTo>
                    <a:pt x="1" y="449"/>
                  </a:lnTo>
                  <a:lnTo>
                    <a:pt x="347" y="649"/>
                  </a:lnTo>
                  <a:lnTo>
                    <a:pt x="631" y="230"/>
                  </a:lnTo>
                  <a:lnTo>
                    <a:pt x="631" y="228"/>
                  </a:lnTo>
                  <a:cubicBezTo>
                    <a:pt x="525" y="63"/>
                    <a:pt x="405" y="13"/>
                    <a:pt x="3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30"/>
            <p:cNvSpPr/>
            <p:nvPr/>
          </p:nvSpPr>
          <p:spPr>
            <a:xfrm>
              <a:off x="5624420" y="2265937"/>
              <a:ext cx="103107" cy="68310"/>
            </a:xfrm>
            <a:custGeom>
              <a:rect b="b" l="l" r="r" t="t"/>
              <a:pathLst>
                <a:path extrusionOk="0" h="565" w="877">
                  <a:moveTo>
                    <a:pt x="51" y="1"/>
                  </a:moveTo>
                  <a:cubicBezTo>
                    <a:pt x="34" y="1"/>
                    <a:pt x="16" y="4"/>
                    <a:pt x="1" y="7"/>
                  </a:cubicBezTo>
                  <a:cubicBezTo>
                    <a:pt x="74" y="24"/>
                    <a:pt x="223" y="86"/>
                    <a:pt x="341" y="316"/>
                  </a:cubicBezTo>
                  <a:lnTo>
                    <a:pt x="429" y="464"/>
                  </a:lnTo>
                  <a:lnTo>
                    <a:pt x="346" y="508"/>
                  </a:lnTo>
                  <a:cubicBezTo>
                    <a:pt x="334" y="515"/>
                    <a:pt x="338" y="532"/>
                    <a:pt x="351" y="533"/>
                  </a:cubicBezTo>
                  <a:lnTo>
                    <a:pt x="709" y="564"/>
                  </a:lnTo>
                  <a:cubicBezTo>
                    <a:pt x="714" y="564"/>
                    <a:pt x="719" y="562"/>
                    <a:pt x="722" y="557"/>
                  </a:cubicBezTo>
                  <a:lnTo>
                    <a:pt x="872" y="217"/>
                  </a:lnTo>
                  <a:cubicBezTo>
                    <a:pt x="877" y="207"/>
                    <a:pt x="869" y="199"/>
                    <a:pt x="861" y="199"/>
                  </a:cubicBezTo>
                  <a:cubicBezTo>
                    <a:pt x="859" y="199"/>
                    <a:pt x="857" y="199"/>
                    <a:pt x="855" y="200"/>
                  </a:cubicBezTo>
                  <a:lnTo>
                    <a:pt x="773" y="245"/>
                  </a:lnTo>
                  <a:lnTo>
                    <a:pt x="700" y="117"/>
                  </a:lnTo>
                  <a:cubicBezTo>
                    <a:pt x="660" y="46"/>
                    <a:pt x="58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30"/>
            <p:cNvSpPr/>
            <p:nvPr/>
          </p:nvSpPr>
          <p:spPr>
            <a:xfrm>
              <a:off x="5666391" y="2388772"/>
              <a:ext cx="92408" cy="87654"/>
            </a:xfrm>
            <a:custGeom>
              <a:rect b="b" l="l" r="r" t="t"/>
              <a:pathLst>
                <a:path extrusionOk="0" h="725" w="786">
                  <a:moveTo>
                    <a:pt x="785" y="1"/>
                  </a:moveTo>
                  <a:cubicBezTo>
                    <a:pt x="710" y="155"/>
                    <a:pt x="584" y="193"/>
                    <a:pt x="505" y="201"/>
                  </a:cubicBezTo>
                  <a:lnTo>
                    <a:pt x="502" y="201"/>
                  </a:lnTo>
                  <a:cubicBezTo>
                    <a:pt x="489" y="203"/>
                    <a:pt x="478" y="203"/>
                    <a:pt x="468" y="203"/>
                  </a:cubicBezTo>
                  <a:cubicBezTo>
                    <a:pt x="449" y="203"/>
                    <a:pt x="438" y="201"/>
                    <a:pt x="438" y="201"/>
                  </a:cubicBezTo>
                  <a:lnTo>
                    <a:pt x="210" y="201"/>
                  </a:lnTo>
                  <a:lnTo>
                    <a:pt x="210" y="116"/>
                  </a:lnTo>
                  <a:cubicBezTo>
                    <a:pt x="210" y="109"/>
                    <a:pt x="204" y="104"/>
                    <a:pt x="198" y="104"/>
                  </a:cubicBezTo>
                  <a:cubicBezTo>
                    <a:pt x="193" y="104"/>
                    <a:pt x="189" y="106"/>
                    <a:pt x="186" y="110"/>
                  </a:cubicBezTo>
                  <a:lnTo>
                    <a:pt x="3" y="411"/>
                  </a:lnTo>
                  <a:cubicBezTo>
                    <a:pt x="1" y="415"/>
                    <a:pt x="1" y="420"/>
                    <a:pt x="3" y="423"/>
                  </a:cubicBezTo>
                  <a:lnTo>
                    <a:pt x="177" y="718"/>
                  </a:lnTo>
                  <a:cubicBezTo>
                    <a:pt x="179" y="722"/>
                    <a:pt x="184" y="724"/>
                    <a:pt x="188" y="724"/>
                  </a:cubicBezTo>
                  <a:cubicBezTo>
                    <a:pt x="195" y="724"/>
                    <a:pt x="201" y="719"/>
                    <a:pt x="201" y="712"/>
                  </a:cubicBezTo>
                  <a:lnTo>
                    <a:pt x="201" y="615"/>
                  </a:lnTo>
                  <a:lnTo>
                    <a:pt x="368" y="615"/>
                  </a:lnTo>
                  <a:cubicBezTo>
                    <a:pt x="433" y="615"/>
                    <a:pt x="493" y="579"/>
                    <a:pt x="527" y="520"/>
                  </a:cubicBezTo>
                  <a:lnTo>
                    <a:pt x="738" y="152"/>
                  </a:lnTo>
                  <a:cubicBezTo>
                    <a:pt x="765" y="106"/>
                    <a:pt x="782" y="54"/>
                    <a:pt x="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30"/>
            <p:cNvSpPr/>
            <p:nvPr/>
          </p:nvSpPr>
          <p:spPr>
            <a:xfrm>
              <a:off x="5559759" y="2343918"/>
              <a:ext cx="64192" cy="64078"/>
            </a:xfrm>
            <a:custGeom>
              <a:rect b="b" l="l" r="r" t="t"/>
              <a:pathLst>
                <a:path extrusionOk="0" h="530" w="546">
                  <a:moveTo>
                    <a:pt x="369" y="0"/>
                  </a:moveTo>
                  <a:cubicBezTo>
                    <a:pt x="369" y="0"/>
                    <a:pt x="368" y="0"/>
                    <a:pt x="367" y="0"/>
                  </a:cubicBezTo>
                  <a:lnTo>
                    <a:pt x="21" y="6"/>
                  </a:lnTo>
                  <a:cubicBezTo>
                    <a:pt x="8" y="6"/>
                    <a:pt x="4" y="22"/>
                    <a:pt x="13" y="30"/>
                  </a:cubicBezTo>
                  <a:lnTo>
                    <a:pt x="91" y="88"/>
                  </a:lnTo>
                  <a:cubicBezTo>
                    <a:pt x="76" y="105"/>
                    <a:pt x="64" y="123"/>
                    <a:pt x="53" y="144"/>
                  </a:cubicBezTo>
                  <a:cubicBezTo>
                    <a:pt x="15" y="207"/>
                    <a:pt x="0" y="282"/>
                    <a:pt x="5" y="354"/>
                  </a:cubicBezTo>
                  <a:cubicBezTo>
                    <a:pt x="82" y="512"/>
                    <a:pt x="321" y="530"/>
                    <a:pt x="428" y="530"/>
                  </a:cubicBezTo>
                  <a:cubicBezTo>
                    <a:pt x="460" y="530"/>
                    <a:pt x="480" y="528"/>
                    <a:pt x="480" y="528"/>
                  </a:cubicBezTo>
                  <a:lnTo>
                    <a:pt x="447" y="527"/>
                  </a:lnTo>
                  <a:cubicBezTo>
                    <a:pt x="427" y="527"/>
                    <a:pt x="408" y="517"/>
                    <a:pt x="396" y="501"/>
                  </a:cubicBezTo>
                  <a:lnTo>
                    <a:pt x="377" y="475"/>
                  </a:lnTo>
                  <a:cubicBezTo>
                    <a:pt x="356" y="448"/>
                    <a:pt x="356" y="411"/>
                    <a:pt x="376" y="383"/>
                  </a:cubicBezTo>
                  <a:lnTo>
                    <a:pt x="438" y="290"/>
                  </a:lnTo>
                  <a:lnTo>
                    <a:pt x="522" y="339"/>
                  </a:lnTo>
                  <a:cubicBezTo>
                    <a:pt x="525" y="340"/>
                    <a:pt x="527" y="341"/>
                    <a:pt x="529" y="341"/>
                  </a:cubicBezTo>
                  <a:cubicBezTo>
                    <a:pt x="539" y="341"/>
                    <a:pt x="545" y="331"/>
                    <a:pt x="540" y="323"/>
                  </a:cubicBezTo>
                  <a:lnTo>
                    <a:pt x="379" y="6"/>
                  </a:lnTo>
                  <a:cubicBezTo>
                    <a:pt x="377" y="4"/>
                    <a:pt x="373" y="0"/>
                    <a:pt x="3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30"/>
            <p:cNvSpPr/>
            <p:nvPr/>
          </p:nvSpPr>
          <p:spPr>
            <a:xfrm>
              <a:off x="5560229" y="2389014"/>
              <a:ext cx="92643" cy="75080"/>
            </a:xfrm>
            <a:custGeom>
              <a:rect b="b" l="l" r="r" t="t"/>
              <a:pathLst>
                <a:path extrusionOk="0" h="621" w="788">
                  <a:moveTo>
                    <a:pt x="475" y="175"/>
                  </a:moveTo>
                  <a:lnTo>
                    <a:pt x="475" y="175"/>
                  </a:lnTo>
                  <a:lnTo>
                    <a:pt x="475" y="175"/>
                  </a:lnTo>
                  <a:cubicBezTo>
                    <a:pt x="475" y="175"/>
                    <a:pt x="475" y="175"/>
                    <a:pt x="475" y="175"/>
                  </a:cubicBezTo>
                  <a:close/>
                  <a:moveTo>
                    <a:pt x="0" y="1"/>
                  </a:moveTo>
                  <a:cubicBezTo>
                    <a:pt x="4" y="53"/>
                    <a:pt x="19" y="106"/>
                    <a:pt x="44" y="154"/>
                  </a:cubicBezTo>
                  <a:lnTo>
                    <a:pt x="234" y="521"/>
                  </a:lnTo>
                  <a:cubicBezTo>
                    <a:pt x="265" y="583"/>
                    <a:pt x="330" y="621"/>
                    <a:pt x="397" y="621"/>
                  </a:cubicBezTo>
                  <a:lnTo>
                    <a:pt x="787" y="621"/>
                  </a:lnTo>
                  <a:lnTo>
                    <a:pt x="787" y="181"/>
                  </a:lnTo>
                  <a:lnTo>
                    <a:pt x="475" y="175"/>
                  </a:lnTo>
                  <a:lnTo>
                    <a:pt x="475" y="175"/>
                  </a:lnTo>
                  <a:cubicBezTo>
                    <a:pt x="475" y="175"/>
                    <a:pt x="455" y="176"/>
                    <a:pt x="423" y="176"/>
                  </a:cubicBezTo>
                  <a:cubicBezTo>
                    <a:pt x="317" y="176"/>
                    <a:pt x="77" y="15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9" name="Google Shape;2189;p30"/>
          <p:cNvSpPr/>
          <p:nvPr/>
        </p:nvSpPr>
        <p:spPr>
          <a:xfrm>
            <a:off x="5028125" y="1970754"/>
            <a:ext cx="155595" cy="225217"/>
          </a:xfrm>
          <a:custGeom>
            <a:rect b="b" l="l" r="r" t="t"/>
            <a:pathLst>
              <a:path extrusionOk="0" h="2383" w="1693">
                <a:moveTo>
                  <a:pt x="1" y="1"/>
                </a:moveTo>
                <a:lnTo>
                  <a:pt x="1" y="1"/>
                </a:lnTo>
                <a:cubicBezTo>
                  <a:pt x="200" y="156"/>
                  <a:pt x="400" y="306"/>
                  <a:pt x="576" y="482"/>
                </a:cubicBezTo>
                <a:lnTo>
                  <a:pt x="708" y="613"/>
                </a:lnTo>
                <a:lnTo>
                  <a:pt x="832" y="751"/>
                </a:lnTo>
                <a:cubicBezTo>
                  <a:pt x="875" y="794"/>
                  <a:pt x="912" y="844"/>
                  <a:pt x="951" y="893"/>
                </a:cubicBezTo>
                <a:cubicBezTo>
                  <a:pt x="988" y="942"/>
                  <a:pt x="1029" y="988"/>
                  <a:pt x="1064" y="1039"/>
                </a:cubicBezTo>
                <a:cubicBezTo>
                  <a:pt x="1213" y="1238"/>
                  <a:pt x="1335" y="1456"/>
                  <a:pt x="1443" y="1678"/>
                </a:cubicBezTo>
                <a:cubicBezTo>
                  <a:pt x="1550" y="1903"/>
                  <a:pt x="1638" y="2137"/>
                  <a:pt x="1693" y="2383"/>
                </a:cubicBezTo>
                <a:cubicBezTo>
                  <a:pt x="1688" y="2257"/>
                  <a:pt x="1661" y="2133"/>
                  <a:pt x="1633" y="2009"/>
                </a:cubicBezTo>
                <a:cubicBezTo>
                  <a:pt x="1600" y="1888"/>
                  <a:pt x="1560" y="1766"/>
                  <a:pt x="1513" y="1648"/>
                </a:cubicBezTo>
                <a:cubicBezTo>
                  <a:pt x="1420" y="1413"/>
                  <a:pt x="1296" y="1187"/>
                  <a:pt x="1146" y="982"/>
                </a:cubicBezTo>
                <a:cubicBezTo>
                  <a:pt x="993" y="779"/>
                  <a:pt x="826" y="584"/>
                  <a:pt x="629" y="423"/>
                </a:cubicBezTo>
                <a:cubicBezTo>
                  <a:pt x="536" y="338"/>
                  <a:pt x="428" y="269"/>
                  <a:pt x="327" y="193"/>
                </a:cubicBezTo>
                <a:cubicBezTo>
                  <a:pt x="222" y="123"/>
                  <a:pt x="111" y="62"/>
                  <a:pt x="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0" name="Google Shape;2190;p30"/>
          <p:cNvGrpSpPr/>
          <p:nvPr/>
        </p:nvGrpSpPr>
        <p:grpSpPr>
          <a:xfrm>
            <a:off x="2522777" y="3986340"/>
            <a:ext cx="697908" cy="578305"/>
            <a:chOff x="3524102" y="3574693"/>
            <a:chExt cx="521177" cy="431861"/>
          </a:xfrm>
        </p:grpSpPr>
        <p:sp>
          <p:nvSpPr>
            <p:cNvPr id="2191" name="Google Shape;2191;p30"/>
            <p:cNvSpPr/>
            <p:nvPr/>
          </p:nvSpPr>
          <p:spPr>
            <a:xfrm>
              <a:off x="3723024" y="3839829"/>
              <a:ext cx="141199" cy="166725"/>
            </a:xfrm>
            <a:custGeom>
              <a:rect b="b" l="l" r="r" t="t"/>
              <a:pathLst>
                <a:path extrusionOk="0" h="1379" w="1201">
                  <a:moveTo>
                    <a:pt x="237" y="1"/>
                  </a:moveTo>
                  <a:lnTo>
                    <a:pt x="0" y="1379"/>
                  </a:lnTo>
                  <a:lnTo>
                    <a:pt x="1200" y="1379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30"/>
            <p:cNvSpPr/>
            <p:nvPr/>
          </p:nvSpPr>
          <p:spPr>
            <a:xfrm>
              <a:off x="3524102" y="3599840"/>
              <a:ext cx="521177" cy="303949"/>
            </a:xfrm>
            <a:custGeom>
              <a:rect b="b" l="l" r="r" t="t"/>
              <a:pathLst>
                <a:path extrusionOk="0" h="2514" w="4433">
                  <a:moveTo>
                    <a:pt x="700" y="1"/>
                  </a:moveTo>
                  <a:lnTo>
                    <a:pt x="1" y="2306"/>
                  </a:lnTo>
                  <a:lnTo>
                    <a:pt x="1" y="2514"/>
                  </a:lnTo>
                  <a:lnTo>
                    <a:pt x="4432" y="2514"/>
                  </a:lnTo>
                  <a:lnTo>
                    <a:pt x="4432" y="2306"/>
                  </a:lnTo>
                  <a:lnTo>
                    <a:pt x="37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30"/>
            <p:cNvSpPr/>
            <p:nvPr/>
          </p:nvSpPr>
          <p:spPr>
            <a:xfrm>
              <a:off x="3524102" y="3574693"/>
              <a:ext cx="521177" cy="303949"/>
            </a:xfrm>
            <a:custGeom>
              <a:rect b="b" l="l" r="r" t="t"/>
              <a:pathLst>
                <a:path extrusionOk="0" h="2514" w="4433">
                  <a:moveTo>
                    <a:pt x="700" y="1"/>
                  </a:moveTo>
                  <a:lnTo>
                    <a:pt x="1" y="2514"/>
                  </a:lnTo>
                  <a:lnTo>
                    <a:pt x="4432" y="2514"/>
                  </a:lnTo>
                  <a:lnTo>
                    <a:pt x="37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4" name="Google Shape;2194;p30"/>
          <p:cNvGrpSpPr/>
          <p:nvPr/>
        </p:nvGrpSpPr>
        <p:grpSpPr>
          <a:xfrm>
            <a:off x="2418313" y="1375477"/>
            <a:ext cx="920602" cy="603948"/>
            <a:chOff x="3365976" y="1591670"/>
            <a:chExt cx="1062806" cy="697239"/>
          </a:xfrm>
        </p:grpSpPr>
        <p:sp>
          <p:nvSpPr>
            <p:cNvPr id="2195" name="Google Shape;2195;p30"/>
            <p:cNvSpPr/>
            <p:nvPr/>
          </p:nvSpPr>
          <p:spPr>
            <a:xfrm>
              <a:off x="3491654" y="1789102"/>
              <a:ext cx="302031" cy="445163"/>
            </a:xfrm>
            <a:custGeom>
              <a:rect b="b" l="l" r="r" t="t"/>
              <a:pathLst>
                <a:path extrusionOk="0" h="3682" w="2569">
                  <a:moveTo>
                    <a:pt x="1497" y="0"/>
                  </a:moveTo>
                  <a:cubicBezTo>
                    <a:pt x="1050" y="0"/>
                    <a:pt x="687" y="363"/>
                    <a:pt x="687" y="810"/>
                  </a:cubicBezTo>
                  <a:lnTo>
                    <a:pt x="687" y="1181"/>
                  </a:lnTo>
                  <a:cubicBezTo>
                    <a:pt x="687" y="1627"/>
                    <a:pt x="1050" y="1990"/>
                    <a:pt x="1497" y="1990"/>
                  </a:cubicBezTo>
                  <a:lnTo>
                    <a:pt x="1759" y="1990"/>
                  </a:lnTo>
                  <a:cubicBezTo>
                    <a:pt x="2123" y="1990"/>
                    <a:pt x="2418" y="2286"/>
                    <a:pt x="2418" y="2649"/>
                  </a:cubicBezTo>
                  <a:lnTo>
                    <a:pt x="2418" y="2871"/>
                  </a:lnTo>
                  <a:cubicBezTo>
                    <a:pt x="2418" y="3235"/>
                    <a:pt x="2123" y="3530"/>
                    <a:pt x="1759" y="3530"/>
                  </a:cubicBezTo>
                  <a:lnTo>
                    <a:pt x="1" y="3530"/>
                  </a:lnTo>
                  <a:lnTo>
                    <a:pt x="1" y="3682"/>
                  </a:lnTo>
                  <a:lnTo>
                    <a:pt x="1759" y="3682"/>
                  </a:lnTo>
                  <a:cubicBezTo>
                    <a:pt x="2205" y="3682"/>
                    <a:pt x="2569" y="3319"/>
                    <a:pt x="2569" y="2871"/>
                  </a:cubicBezTo>
                  <a:lnTo>
                    <a:pt x="2569" y="2649"/>
                  </a:lnTo>
                  <a:cubicBezTo>
                    <a:pt x="2569" y="2203"/>
                    <a:pt x="2205" y="1840"/>
                    <a:pt x="1759" y="1840"/>
                  </a:cubicBezTo>
                  <a:lnTo>
                    <a:pt x="1497" y="1840"/>
                  </a:lnTo>
                  <a:cubicBezTo>
                    <a:pt x="1134" y="1840"/>
                    <a:pt x="838" y="1544"/>
                    <a:pt x="838" y="1181"/>
                  </a:cubicBezTo>
                  <a:lnTo>
                    <a:pt x="838" y="810"/>
                  </a:lnTo>
                  <a:cubicBezTo>
                    <a:pt x="838" y="446"/>
                    <a:pt x="1134" y="152"/>
                    <a:pt x="1497" y="152"/>
                  </a:cubicBezTo>
                  <a:lnTo>
                    <a:pt x="2492" y="152"/>
                  </a:lnTo>
                  <a:lnTo>
                    <a:pt x="249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30"/>
            <p:cNvSpPr/>
            <p:nvPr/>
          </p:nvSpPr>
          <p:spPr>
            <a:xfrm>
              <a:off x="3430990" y="2164863"/>
              <a:ext cx="67366" cy="120419"/>
            </a:xfrm>
            <a:custGeom>
              <a:rect b="b" l="l" r="r" t="t"/>
              <a:pathLst>
                <a:path extrusionOk="0" h="996" w="573">
                  <a:moveTo>
                    <a:pt x="76" y="1"/>
                  </a:moveTo>
                  <a:cubicBezTo>
                    <a:pt x="50" y="1"/>
                    <a:pt x="25" y="4"/>
                    <a:pt x="1" y="8"/>
                  </a:cubicBezTo>
                  <a:lnTo>
                    <a:pt x="1" y="988"/>
                  </a:lnTo>
                  <a:cubicBezTo>
                    <a:pt x="25" y="991"/>
                    <a:pt x="50" y="995"/>
                    <a:pt x="76" y="995"/>
                  </a:cubicBezTo>
                  <a:cubicBezTo>
                    <a:pt x="351" y="995"/>
                    <a:pt x="573" y="773"/>
                    <a:pt x="573" y="498"/>
                  </a:cubicBezTo>
                  <a:cubicBezTo>
                    <a:pt x="573" y="223"/>
                    <a:pt x="351" y="1"/>
                    <a:pt x="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30"/>
            <p:cNvSpPr/>
            <p:nvPr/>
          </p:nvSpPr>
          <p:spPr>
            <a:xfrm>
              <a:off x="3413943" y="2161478"/>
              <a:ext cx="17047" cy="127431"/>
            </a:xfrm>
            <a:custGeom>
              <a:rect b="b" l="l" r="r" t="t"/>
              <a:pathLst>
                <a:path extrusionOk="0" h="1054" w="145">
                  <a:moveTo>
                    <a:pt x="1" y="0"/>
                  </a:moveTo>
                  <a:lnTo>
                    <a:pt x="1" y="1054"/>
                  </a:lnTo>
                  <a:lnTo>
                    <a:pt x="145" y="1054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30"/>
            <p:cNvSpPr/>
            <p:nvPr/>
          </p:nvSpPr>
          <p:spPr>
            <a:xfrm>
              <a:off x="3365976" y="2241031"/>
              <a:ext cx="48085" cy="18740"/>
            </a:xfrm>
            <a:custGeom>
              <a:rect b="b" l="l" r="r" t="t"/>
              <a:pathLst>
                <a:path extrusionOk="0" h="155" w="409">
                  <a:moveTo>
                    <a:pt x="1" y="1"/>
                  </a:moveTo>
                  <a:cubicBezTo>
                    <a:pt x="0" y="1"/>
                    <a:pt x="0" y="2"/>
                    <a:pt x="0" y="2"/>
                  </a:cubicBezTo>
                  <a:lnTo>
                    <a:pt x="0" y="153"/>
                  </a:lnTo>
                  <a:cubicBezTo>
                    <a:pt x="0" y="154"/>
                    <a:pt x="1" y="154"/>
                    <a:pt x="1" y="154"/>
                  </a:cubicBezTo>
                  <a:lnTo>
                    <a:pt x="409" y="154"/>
                  </a:lnTo>
                  <a:lnTo>
                    <a:pt x="409" y="2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30"/>
            <p:cNvSpPr/>
            <p:nvPr/>
          </p:nvSpPr>
          <p:spPr>
            <a:xfrm>
              <a:off x="3365976" y="2190373"/>
              <a:ext cx="48085" cy="18619"/>
            </a:xfrm>
            <a:custGeom>
              <a:rect b="b" l="l" r="r" t="t"/>
              <a:pathLst>
                <a:path extrusionOk="0" h="154" w="409">
                  <a:moveTo>
                    <a:pt x="1" y="0"/>
                  </a:moveTo>
                  <a:cubicBezTo>
                    <a:pt x="0" y="0"/>
                    <a:pt x="0" y="2"/>
                    <a:pt x="0" y="2"/>
                  </a:cubicBezTo>
                  <a:lnTo>
                    <a:pt x="0" y="153"/>
                  </a:lnTo>
                  <a:cubicBezTo>
                    <a:pt x="0" y="154"/>
                    <a:pt x="1" y="154"/>
                    <a:pt x="1" y="154"/>
                  </a:cubicBezTo>
                  <a:lnTo>
                    <a:pt x="409" y="154"/>
                  </a:lnTo>
                  <a:lnTo>
                    <a:pt x="409" y="2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30"/>
            <p:cNvSpPr/>
            <p:nvPr/>
          </p:nvSpPr>
          <p:spPr>
            <a:xfrm>
              <a:off x="3747243" y="1591670"/>
              <a:ext cx="681539" cy="233221"/>
            </a:xfrm>
            <a:custGeom>
              <a:rect b="b" l="l" r="r" t="t"/>
              <a:pathLst>
                <a:path extrusionOk="0" h="1929" w="5797">
                  <a:moveTo>
                    <a:pt x="1155" y="0"/>
                  </a:moveTo>
                  <a:cubicBezTo>
                    <a:pt x="877" y="0"/>
                    <a:pt x="685" y="178"/>
                    <a:pt x="476" y="359"/>
                  </a:cubicBezTo>
                  <a:lnTo>
                    <a:pt x="302" y="511"/>
                  </a:lnTo>
                  <a:cubicBezTo>
                    <a:pt x="236" y="567"/>
                    <a:pt x="162" y="665"/>
                    <a:pt x="124" y="797"/>
                  </a:cubicBezTo>
                  <a:lnTo>
                    <a:pt x="47" y="1138"/>
                  </a:lnTo>
                  <a:lnTo>
                    <a:pt x="27" y="1254"/>
                  </a:lnTo>
                  <a:cubicBezTo>
                    <a:pt x="1" y="1408"/>
                    <a:pt x="9" y="1555"/>
                    <a:pt x="53" y="1701"/>
                  </a:cubicBezTo>
                  <a:cubicBezTo>
                    <a:pt x="68" y="1752"/>
                    <a:pt x="107" y="1792"/>
                    <a:pt x="155" y="1813"/>
                  </a:cubicBezTo>
                  <a:lnTo>
                    <a:pt x="5597" y="1929"/>
                  </a:lnTo>
                  <a:cubicBezTo>
                    <a:pt x="5597" y="1929"/>
                    <a:pt x="5598" y="1929"/>
                    <a:pt x="5599" y="1929"/>
                  </a:cubicBezTo>
                  <a:cubicBezTo>
                    <a:pt x="5684" y="1929"/>
                    <a:pt x="5755" y="1864"/>
                    <a:pt x="5762" y="1779"/>
                  </a:cubicBezTo>
                  <a:lnTo>
                    <a:pt x="5786" y="1502"/>
                  </a:lnTo>
                  <a:cubicBezTo>
                    <a:pt x="5796" y="1414"/>
                    <a:pt x="5761" y="1329"/>
                    <a:pt x="5694" y="1271"/>
                  </a:cubicBezTo>
                  <a:lnTo>
                    <a:pt x="5679" y="1260"/>
                  </a:lnTo>
                  <a:lnTo>
                    <a:pt x="5539" y="1094"/>
                  </a:lnTo>
                  <a:cubicBezTo>
                    <a:pt x="5452" y="992"/>
                    <a:pt x="5333" y="922"/>
                    <a:pt x="5200" y="900"/>
                  </a:cubicBezTo>
                  <a:lnTo>
                    <a:pt x="4222" y="725"/>
                  </a:lnTo>
                  <a:lnTo>
                    <a:pt x="3464" y="272"/>
                  </a:lnTo>
                  <a:cubicBezTo>
                    <a:pt x="3123" y="90"/>
                    <a:pt x="2865" y="0"/>
                    <a:pt x="26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30"/>
            <p:cNvSpPr/>
            <p:nvPr/>
          </p:nvSpPr>
          <p:spPr>
            <a:xfrm>
              <a:off x="4231497" y="1730465"/>
              <a:ext cx="169415" cy="94183"/>
            </a:xfrm>
            <a:custGeom>
              <a:rect b="b" l="l" r="r" t="t"/>
              <a:pathLst>
                <a:path extrusionOk="0" h="779" w="1441">
                  <a:moveTo>
                    <a:pt x="717" y="0"/>
                  </a:moveTo>
                  <a:cubicBezTo>
                    <a:pt x="164" y="0"/>
                    <a:pt x="29" y="655"/>
                    <a:pt x="0" y="749"/>
                  </a:cubicBezTo>
                  <a:lnTo>
                    <a:pt x="1441" y="779"/>
                  </a:lnTo>
                  <a:cubicBezTo>
                    <a:pt x="1441" y="389"/>
                    <a:pt x="1228" y="126"/>
                    <a:pt x="1011" y="53"/>
                  </a:cubicBezTo>
                  <a:cubicBezTo>
                    <a:pt x="902" y="16"/>
                    <a:pt x="804" y="0"/>
                    <a:pt x="7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30"/>
            <p:cNvSpPr/>
            <p:nvPr/>
          </p:nvSpPr>
          <p:spPr>
            <a:xfrm>
              <a:off x="3750434" y="1649692"/>
              <a:ext cx="49966" cy="76773"/>
            </a:xfrm>
            <a:custGeom>
              <a:rect b="b" l="l" r="r" t="t"/>
              <a:pathLst>
                <a:path extrusionOk="0" h="635" w="425">
                  <a:moveTo>
                    <a:pt x="325" y="0"/>
                  </a:moveTo>
                  <a:lnTo>
                    <a:pt x="239" y="74"/>
                  </a:lnTo>
                  <a:cubicBezTo>
                    <a:pt x="174" y="130"/>
                    <a:pt x="99" y="228"/>
                    <a:pt x="62" y="360"/>
                  </a:cubicBezTo>
                  <a:lnTo>
                    <a:pt x="0" y="634"/>
                  </a:lnTo>
                  <a:cubicBezTo>
                    <a:pt x="42" y="632"/>
                    <a:pt x="85" y="625"/>
                    <a:pt x="129" y="616"/>
                  </a:cubicBezTo>
                  <a:cubicBezTo>
                    <a:pt x="180" y="606"/>
                    <a:pt x="248" y="601"/>
                    <a:pt x="295" y="580"/>
                  </a:cubicBezTo>
                  <a:cubicBezTo>
                    <a:pt x="341" y="561"/>
                    <a:pt x="314" y="489"/>
                    <a:pt x="310" y="446"/>
                  </a:cubicBezTo>
                  <a:cubicBezTo>
                    <a:pt x="307" y="399"/>
                    <a:pt x="304" y="353"/>
                    <a:pt x="309" y="305"/>
                  </a:cubicBezTo>
                  <a:cubicBezTo>
                    <a:pt x="315" y="259"/>
                    <a:pt x="329" y="210"/>
                    <a:pt x="350" y="169"/>
                  </a:cubicBezTo>
                  <a:cubicBezTo>
                    <a:pt x="380" y="115"/>
                    <a:pt x="425" y="61"/>
                    <a:pt x="356" y="16"/>
                  </a:cubicBezTo>
                  <a:cubicBezTo>
                    <a:pt x="346" y="10"/>
                    <a:pt x="336" y="5"/>
                    <a:pt x="3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30"/>
            <p:cNvSpPr/>
            <p:nvPr/>
          </p:nvSpPr>
          <p:spPr>
            <a:xfrm>
              <a:off x="4357763" y="1701207"/>
              <a:ext cx="60312" cy="45701"/>
            </a:xfrm>
            <a:custGeom>
              <a:rect b="b" l="l" r="r" t="t"/>
              <a:pathLst>
                <a:path extrusionOk="0" h="378" w="513">
                  <a:moveTo>
                    <a:pt x="40" y="1"/>
                  </a:moveTo>
                  <a:cubicBezTo>
                    <a:pt x="30" y="15"/>
                    <a:pt x="21" y="29"/>
                    <a:pt x="16" y="46"/>
                  </a:cubicBezTo>
                  <a:cubicBezTo>
                    <a:pt x="0" y="93"/>
                    <a:pt x="34" y="128"/>
                    <a:pt x="70" y="158"/>
                  </a:cubicBezTo>
                  <a:cubicBezTo>
                    <a:pt x="122" y="202"/>
                    <a:pt x="190" y="231"/>
                    <a:pt x="251" y="259"/>
                  </a:cubicBezTo>
                  <a:cubicBezTo>
                    <a:pt x="338" y="299"/>
                    <a:pt x="425" y="338"/>
                    <a:pt x="512" y="377"/>
                  </a:cubicBezTo>
                  <a:cubicBezTo>
                    <a:pt x="508" y="373"/>
                    <a:pt x="505" y="369"/>
                    <a:pt x="500" y="365"/>
                  </a:cubicBezTo>
                  <a:lnTo>
                    <a:pt x="485" y="354"/>
                  </a:lnTo>
                  <a:lnTo>
                    <a:pt x="344" y="188"/>
                  </a:lnTo>
                  <a:cubicBezTo>
                    <a:pt x="265" y="94"/>
                    <a:pt x="159" y="29"/>
                    <a:pt x="40" y="1"/>
                  </a:cubicBezTo>
                  <a:close/>
                </a:path>
              </a:pathLst>
            </a:custGeom>
            <a:solidFill>
              <a:srgbClr val="F7EB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30"/>
            <p:cNvSpPr/>
            <p:nvPr/>
          </p:nvSpPr>
          <p:spPr>
            <a:xfrm>
              <a:off x="4225384" y="1716561"/>
              <a:ext cx="185992" cy="108087"/>
            </a:xfrm>
            <a:custGeom>
              <a:rect b="b" l="l" r="r" t="t"/>
              <a:pathLst>
                <a:path extrusionOk="0" h="894" w="1582">
                  <a:moveTo>
                    <a:pt x="781" y="1"/>
                  </a:moveTo>
                  <a:cubicBezTo>
                    <a:pt x="577" y="1"/>
                    <a:pt x="383" y="70"/>
                    <a:pt x="270" y="174"/>
                  </a:cubicBezTo>
                  <a:cubicBezTo>
                    <a:pt x="77" y="351"/>
                    <a:pt x="40" y="600"/>
                    <a:pt x="1" y="861"/>
                  </a:cubicBezTo>
                  <a:lnTo>
                    <a:pt x="170" y="865"/>
                  </a:lnTo>
                  <a:cubicBezTo>
                    <a:pt x="215" y="301"/>
                    <a:pt x="582" y="170"/>
                    <a:pt x="801" y="170"/>
                  </a:cubicBezTo>
                  <a:cubicBezTo>
                    <a:pt x="831" y="170"/>
                    <a:pt x="858" y="173"/>
                    <a:pt x="881" y="177"/>
                  </a:cubicBezTo>
                  <a:cubicBezTo>
                    <a:pt x="1188" y="233"/>
                    <a:pt x="1388" y="415"/>
                    <a:pt x="1412" y="891"/>
                  </a:cubicBezTo>
                  <a:lnTo>
                    <a:pt x="1532" y="893"/>
                  </a:lnTo>
                  <a:cubicBezTo>
                    <a:pt x="1536" y="893"/>
                    <a:pt x="1539" y="894"/>
                    <a:pt x="1543" y="894"/>
                  </a:cubicBezTo>
                  <a:cubicBezTo>
                    <a:pt x="1557" y="894"/>
                    <a:pt x="1570" y="891"/>
                    <a:pt x="1582" y="887"/>
                  </a:cubicBezTo>
                  <a:cubicBezTo>
                    <a:pt x="1555" y="228"/>
                    <a:pt x="1150" y="1"/>
                    <a:pt x="7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30"/>
            <p:cNvSpPr/>
            <p:nvPr/>
          </p:nvSpPr>
          <p:spPr>
            <a:xfrm>
              <a:off x="3750417" y="1711967"/>
              <a:ext cx="176586" cy="102404"/>
            </a:xfrm>
            <a:custGeom>
              <a:rect b="b" l="l" r="r" t="t"/>
              <a:pathLst>
                <a:path extrusionOk="0" h="847" w="1502">
                  <a:moveTo>
                    <a:pt x="731" y="1"/>
                  </a:moveTo>
                  <a:cubicBezTo>
                    <a:pt x="604" y="1"/>
                    <a:pt x="479" y="34"/>
                    <a:pt x="369" y="106"/>
                  </a:cubicBezTo>
                  <a:cubicBezTo>
                    <a:pt x="200" y="218"/>
                    <a:pt x="69" y="391"/>
                    <a:pt x="0" y="581"/>
                  </a:cubicBezTo>
                  <a:cubicBezTo>
                    <a:pt x="8" y="623"/>
                    <a:pt x="18" y="664"/>
                    <a:pt x="30" y="705"/>
                  </a:cubicBezTo>
                  <a:cubicBezTo>
                    <a:pt x="45" y="756"/>
                    <a:pt x="84" y="796"/>
                    <a:pt x="132" y="817"/>
                  </a:cubicBezTo>
                  <a:lnTo>
                    <a:pt x="1501" y="847"/>
                  </a:lnTo>
                  <a:cubicBezTo>
                    <a:pt x="1493" y="718"/>
                    <a:pt x="1477" y="590"/>
                    <a:pt x="1430" y="469"/>
                  </a:cubicBezTo>
                  <a:cubicBezTo>
                    <a:pt x="1348" y="261"/>
                    <a:pt x="1179" y="104"/>
                    <a:pt x="965" y="38"/>
                  </a:cubicBezTo>
                  <a:cubicBezTo>
                    <a:pt x="889" y="13"/>
                    <a:pt x="810" y="1"/>
                    <a:pt x="7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30"/>
            <p:cNvSpPr/>
            <p:nvPr/>
          </p:nvSpPr>
          <p:spPr>
            <a:xfrm>
              <a:off x="3750299" y="1711967"/>
              <a:ext cx="176469" cy="102404"/>
            </a:xfrm>
            <a:custGeom>
              <a:rect b="b" l="l" r="r" t="t"/>
              <a:pathLst>
                <a:path extrusionOk="0" h="847" w="1501">
                  <a:moveTo>
                    <a:pt x="732" y="0"/>
                  </a:moveTo>
                  <a:cubicBezTo>
                    <a:pt x="605" y="0"/>
                    <a:pt x="479" y="34"/>
                    <a:pt x="369" y="106"/>
                  </a:cubicBezTo>
                  <a:cubicBezTo>
                    <a:pt x="200" y="218"/>
                    <a:pt x="68" y="391"/>
                    <a:pt x="0" y="581"/>
                  </a:cubicBezTo>
                  <a:cubicBezTo>
                    <a:pt x="6" y="623"/>
                    <a:pt x="17" y="664"/>
                    <a:pt x="30" y="705"/>
                  </a:cubicBezTo>
                  <a:cubicBezTo>
                    <a:pt x="45" y="756"/>
                    <a:pt x="83" y="796"/>
                    <a:pt x="132" y="817"/>
                  </a:cubicBezTo>
                  <a:lnTo>
                    <a:pt x="144" y="817"/>
                  </a:lnTo>
                  <a:cubicBezTo>
                    <a:pt x="174" y="510"/>
                    <a:pt x="433" y="212"/>
                    <a:pt x="751" y="212"/>
                  </a:cubicBezTo>
                  <a:cubicBezTo>
                    <a:pt x="767" y="212"/>
                    <a:pt x="782" y="212"/>
                    <a:pt x="797" y="214"/>
                  </a:cubicBezTo>
                  <a:cubicBezTo>
                    <a:pt x="966" y="229"/>
                    <a:pt x="1121" y="321"/>
                    <a:pt x="1217" y="462"/>
                  </a:cubicBezTo>
                  <a:cubicBezTo>
                    <a:pt x="1295" y="576"/>
                    <a:pt x="1332" y="710"/>
                    <a:pt x="1328" y="843"/>
                  </a:cubicBezTo>
                  <a:lnTo>
                    <a:pt x="1500" y="847"/>
                  </a:lnTo>
                  <a:cubicBezTo>
                    <a:pt x="1494" y="717"/>
                    <a:pt x="1477" y="589"/>
                    <a:pt x="1429" y="469"/>
                  </a:cubicBezTo>
                  <a:cubicBezTo>
                    <a:pt x="1347" y="261"/>
                    <a:pt x="1178" y="103"/>
                    <a:pt x="965" y="37"/>
                  </a:cubicBezTo>
                  <a:cubicBezTo>
                    <a:pt x="889" y="13"/>
                    <a:pt x="810" y="0"/>
                    <a:pt x="7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30"/>
            <p:cNvSpPr/>
            <p:nvPr/>
          </p:nvSpPr>
          <p:spPr>
            <a:xfrm>
              <a:off x="3868923" y="1607871"/>
              <a:ext cx="167651" cy="75080"/>
            </a:xfrm>
            <a:custGeom>
              <a:rect b="b" l="l" r="r" t="t"/>
              <a:pathLst>
                <a:path extrusionOk="0" h="621" w="1426">
                  <a:moveTo>
                    <a:pt x="2" y="0"/>
                  </a:moveTo>
                  <a:cubicBezTo>
                    <a:pt x="0" y="0"/>
                    <a:pt x="0" y="1"/>
                    <a:pt x="0" y="1"/>
                  </a:cubicBezTo>
                  <a:lnTo>
                    <a:pt x="130" y="549"/>
                  </a:lnTo>
                  <a:cubicBezTo>
                    <a:pt x="130" y="551"/>
                    <a:pt x="131" y="551"/>
                    <a:pt x="131" y="551"/>
                  </a:cubicBezTo>
                  <a:lnTo>
                    <a:pt x="1426" y="620"/>
                  </a:lnTo>
                  <a:lnTo>
                    <a:pt x="1426" y="620"/>
                  </a:lnTo>
                  <a:lnTo>
                    <a:pt x="13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30"/>
            <p:cNvSpPr/>
            <p:nvPr/>
          </p:nvSpPr>
          <p:spPr>
            <a:xfrm>
              <a:off x="4038219" y="1607871"/>
              <a:ext cx="152367" cy="83302"/>
            </a:xfrm>
            <a:custGeom>
              <a:rect b="b" l="l" r="r" t="t"/>
              <a:pathLst>
                <a:path extrusionOk="0" h="689" w="1296">
                  <a:moveTo>
                    <a:pt x="1" y="0"/>
                  </a:moveTo>
                  <a:cubicBezTo>
                    <a:pt x="58" y="208"/>
                    <a:pt x="94" y="420"/>
                    <a:pt x="140" y="630"/>
                  </a:cubicBezTo>
                  <a:lnTo>
                    <a:pt x="1234" y="689"/>
                  </a:lnTo>
                  <a:cubicBezTo>
                    <a:pt x="1234" y="689"/>
                    <a:pt x="1235" y="689"/>
                    <a:pt x="1236" y="689"/>
                  </a:cubicBezTo>
                  <a:cubicBezTo>
                    <a:pt x="1268" y="689"/>
                    <a:pt x="1295" y="664"/>
                    <a:pt x="1295" y="631"/>
                  </a:cubicBezTo>
                  <a:lnTo>
                    <a:pt x="1295" y="559"/>
                  </a:lnTo>
                  <a:cubicBezTo>
                    <a:pt x="1295" y="466"/>
                    <a:pt x="1241" y="379"/>
                    <a:pt x="1156" y="339"/>
                  </a:cubicBezTo>
                  <a:lnTo>
                    <a:pt x="668" y="109"/>
                  </a:lnTo>
                  <a:cubicBezTo>
                    <a:pt x="517" y="37"/>
                    <a:pt x="350" y="0"/>
                    <a:pt x="1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30"/>
            <p:cNvSpPr/>
            <p:nvPr/>
          </p:nvSpPr>
          <p:spPr>
            <a:xfrm>
              <a:off x="4062790" y="1713055"/>
              <a:ext cx="19634" cy="13420"/>
            </a:xfrm>
            <a:custGeom>
              <a:rect b="b" l="l" r="r" t="t"/>
              <a:pathLst>
                <a:path extrusionOk="0" h="111" w="167">
                  <a:moveTo>
                    <a:pt x="13" y="0"/>
                  </a:moveTo>
                  <a:cubicBezTo>
                    <a:pt x="6" y="11"/>
                    <a:pt x="1" y="25"/>
                    <a:pt x="1" y="39"/>
                  </a:cubicBezTo>
                  <a:cubicBezTo>
                    <a:pt x="1" y="78"/>
                    <a:pt x="37" y="111"/>
                    <a:pt x="83" y="111"/>
                  </a:cubicBezTo>
                  <a:cubicBezTo>
                    <a:pt x="130" y="111"/>
                    <a:pt x="166" y="78"/>
                    <a:pt x="166" y="39"/>
                  </a:cubicBezTo>
                  <a:cubicBezTo>
                    <a:pt x="166" y="25"/>
                    <a:pt x="161" y="11"/>
                    <a:pt x="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30"/>
            <p:cNvSpPr/>
            <p:nvPr/>
          </p:nvSpPr>
          <p:spPr>
            <a:xfrm>
              <a:off x="3893847" y="1703020"/>
              <a:ext cx="19516" cy="13299"/>
            </a:xfrm>
            <a:custGeom>
              <a:rect b="b" l="l" r="r" t="t"/>
              <a:pathLst>
                <a:path extrusionOk="0" h="110" w="166">
                  <a:moveTo>
                    <a:pt x="12" y="0"/>
                  </a:moveTo>
                  <a:cubicBezTo>
                    <a:pt x="3" y="11"/>
                    <a:pt x="0" y="25"/>
                    <a:pt x="0" y="38"/>
                  </a:cubicBezTo>
                  <a:cubicBezTo>
                    <a:pt x="0" y="78"/>
                    <a:pt x="37" y="110"/>
                    <a:pt x="83" y="110"/>
                  </a:cubicBezTo>
                  <a:cubicBezTo>
                    <a:pt x="129" y="110"/>
                    <a:pt x="166" y="78"/>
                    <a:pt x="166" y="38"/>
                  </a:cubicBezTo>
                  <a:cubicBezTo>
                    <a:pt x="166" y="25"/>
                    <a:pt x="161" y="11"/>
                    <a:pt x="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30"/>
            <p:cNvSpPr/>
            <p:nvPr/>
          </p:nvSpPr>
          <p:spPr>
            <a:xfrm>
              <a:off x="4187410" y="1664090"/>
              <a:ext cx="27041" cy="27203"/>
            </a:xfrm>
            <a:custGeom>
              <a:rect b="b" l="l" r="r" t="t"/>
              <a:pathLst>
                <a:path extrusionOk="0" h="225" w="230">
                  <a:moveTo>
                    <a:pt x="59" y="1"/>
                  </a:moveTo>
                  <a:cubicBezTo>
                    <a:pt x="1" y="104"/>
                    <a:pt x="46" y="202"/>
                    <a:pt x="46" y="202"/>
                  </a:cubicBezTo>
                  <a:lnTo>
                    <a:pt x="174" y="225"/>
                  </a:lnTo>
                  <a:lnTo>
                    <a:pt x="230" y="18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30"/>
            <p:cNvSpPr/>
            <p:nvPr/>
          </p:nvSpPr>
          <p:spPr>
            <a:xfrm>
              <a:off x="4196933" y="1664090"/>
              <a:ext cx="19516" cy="21883"/>
            </a:xfrm>
            <a:custGeom>
              <a:rect b="b" l="l" r="r" t="t"/>
              <a:pathLst>
                <a:path extrusionOk="0" h="181" w="166">
                  <a:moveTo>
                    <a:pt x="55" y="1"/>
                  </a:moveTo>
                  <a:cubicBezTo>
                    <a:pt x="55" y="1"/>
                    <a:pt x="0" y="31"/>
                    <a:pt x="24" y="157"/>
                  </a:cubicBezTo>
                  <a:lnTo>
                    <a:pt x="147" y="181"/>
                  </a:lnTo>
                  <a:lnTo>
                    <a:pt x="165" y="124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30"/>
            <p:cNvSpPr/>
            <p:nvPr/>
          </p:nvSpPr>
          <p:spPr>
            <a:xfrm>
              <a:off x="3774871" y="1750776"/>
              <a:ext cx="124857" cy="127189"/>
            </a:xfrm>
            <a:custGeom>
              <a:rect b="b" l="l" r="r" t="t"/>
              <a:pathLst>
                <a:path extrusionOk="0" h="1052" w="1062">
                  <a:moveTo>
                    <a:pt x="531" y="0"/>
                  </a:moveTo>
                  <a:cubicBezTo>
                    <a:pt x="237" y="0"/>
                    <a:pt x="0" y="235"/>
                    <a:pt x="0" y="526"/>
                  </a:cubicBezTo>
                  <a:cubicBezTo>
                    <a:pt x="0" y="817"/>
                    <a:pt x="237" y="1052"/>
                    <a:pt x="531" y="1052"/>
                  </a:cubicBezTo>
                  <a:cubicBezTo>
                    <a:pt x="824" y="1052"/>
                    <a:pt x="1061" y="817"/>
                    <a:pt x="1061" y="526"/>
                  </a:cubicBezTo>
                  <a:cubicBezTo>
                    <a:pt x="1061" y="235"/>
                    <a:pt x="824" y="0"/>
                    <a:pt x="5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30"/>
            <p:cNvSpPr/>
            <p:nvPr/>
          </p:nvSpPr>
          <p:spPr>
            <a:xfrm>
              <a:off x="3803557" y="1779914"/>
              <a:ext cx="67484" cy="68794"/>
            </a:xfrm>
            <a:custGeom>
              <a:rect b="b" l="l" r="r" t="t"/>
              <a:pathLst>
                <a:path extrusionOk="0" h="569" w="574">
                  <a:moveTo>
                    <a:pt x="287" y="1"/>
                  </a:moveTo>
                  <a:cubicBezTo>
                    <a:pt x="129" y="1"/>
                    <a:pt x="1" y="127"/>
                    <a:pt x="1" y="285"/>
                  </a:cubicBezTo>
                  <a:cubicBezTo>
                    <a:pt x="1" y="443"/>
                    <a:pt x="129" y="568"/>
                    <a:pt x="287" y="568"/>
                  </a:cubicBezTo>
                  <a:cubicBezTo>
                    <a:pt x="446" y="568"/>
                    <a:pt x="574" y="443"/>
                    <a:pt x="574" y="285"/>
                  </a:cubicBezTo>
                  <a:cubicBezTo>
                    <a:pt x="574" y="127"/>
                    <a:pt x="446" y="1"/>
                    <a:pt x="2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30"/>
            <p:cNvSpPr/>
            <p:nvPr/>
          </p:nvSpPr>
          <p:spPr>
            <a:xfrm>
              <a:off x="4255951" y="1750776"/>
              <a:ext cx="124857" cy="127189"/>
            </a:xfrm>
            <a:custGeom>
              <a:rect b="b" l="l" r="r" t="t"/>
              <a:pathLst>
                <a:path extrusionOk="0" h="1052" w="1062">
                  <a:moveTo>
                    <a:pt x="531" y="0"/>
                  </a:moveTo>
                  <a:cubicBezTo>
                    <a:pt x="238" y="0"/>
                    <a:pt x="1" y="235"/>
                    <a:pt x="1" y="526"/>
                  </a:cubicBezTo>
                  <a:cubicBezTo>
                    <a:pt x="1" y="816"/>
                    <a:pt x="238" y="1052"/>
                    <a:pt x="531" y="1052"/>
                  </a:cubicBezTo>
                  <a:cubicBezTo>
                    <a:pt x="825" y="1052"/>
                    <a:pt x="1062" y="816"/>
                    <a:pt x="1062" y="526"/>
                  </a:cubicBezTo>
                  <a:cubicBezTo>
                    <a:pt x="1062" y="235"/>
                    <a:pt x="825" y="0"/>
                    <a:pt x="5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30"/>
            <p:cNvSpPr/>
            <p:nvPr/>
          </p:nvSpPr>
          <p:spPr>
            <a:xfrm>
              <a:off x="4284755" y="1779914"/>
              <a:ext cx="67484" cy="68794"/>
            </a:xfrm>
            <a:custGeom>
              <a:rect b="b" l="l" r="r" t="t"/>
              <a:pathLst>
                <a:path extrusionOk="0" h="569" w="574">
                  <a:moveTo>
                    <a:pt x="287" y="1"/>
                  </a:moveTo>
                  <a:cubicBezTo>
                    <a:pt x="128" y="1"/>
                    <a:pt x="0" y="127"/>
                    <a:pt x="0" y="285"/>
                  </a:cubicBezTo>
                  <a:cubicBezTo>
                    <a:pt x="0" y="443"/>
                    <a:pt x="128" y="568"/>
                    <a:pt x="287" y="568"/>
                  </a:cubicBezTo>
                  <a:cubicBezTo>
                    <a:pt x="445" y="568"/>
                    <a:pt x="573" y="443"/>
                    <a:pt x="573" y="285"/>
                  </a:cubicBezTo>
                  <a:cubicBezTo>
                    <a:pt x="573" y="127"/>
                    <a:pt x="445" y="1"/>
                    <a:pt x="2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30"/>
            <p:cNvSpPr/>
            <p:nvPr/>
          </p:nvSpPr>
          <p:spPr>
            <a:xfrm>
              <a:off x="4053150" y="1709912"/>
              <a:ext cx="38680" cy="7859"/>
            </a:xfrm>
            <a:custGeom>
              <a:rect b="b" l="l" r="r" t="t"/>
              <a:pathLst>
                <a:path extrusionOk="0" h="65" w="329">
                  <a:moveTo>
                    <a:pt x="2" y="0"/>
                  </a:moveTo>
                  <a:cubicBezTo>
                    <a:pt x="1" y="0"/>
                    <a:pt x="1" y="1"/>
                    <a:pt x="1" y="1"/>
                  </a:cubicBezTo>
                  <a:lnTo>
                    <a:pt x="1" y="65"/>
                  </a:lnTo>
                  <a:lnTo>
                    <a:pt x="328" y="65"/>
                  </a:lnTo>
                  <a:lnTo>
                    <a:pt x="328" y="1"/>
                  </a:lnTo>
                  <a:cubicBezTo>
                    <a:pt x="328" y="0"/>
                    <a:pt x="326" y="0"/>
                    <a:pt x="3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30"/>
            <p:cNvSpPr/>
            <p:nvPr/>
          </p:nvSpPr>
          <p:spPr>
            <a:xfrm>
              <a:off x="3884325" y="1699998"/>
              <a:ext cx="38562" cy="7617"/>
            </a:xfrm>
            <a:custGeom>
              <a:rect b="b" l="l" r="r" t="t"/>
              <a:pathLst>
                <a:path extrusionOk="0" h="63" w="328">
                  <a:moveTo>
                    <a:pt x="0" y="1"/>
                  </a:moveTo>
                  <a:lnTo>
                    <a:pt x="0" y="63"/>
                  </a:lnTo>
                  <a:lnTo>
                    <a:pt x="328" y="63"/>
                  </a:lnTo>
                  <a:lnTo>
                    <a:pt x="3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9" name="Google Shape;2219;p30"/>
          <p:cNvGrpSpPr/>
          <p:nvPr/>
        </p:nvGrpSpPr>
        <p:grpSpPr>
          <a:xfrm>
            <a:off x="5865203" y="3850341"/>
            <a:ext cx="739787" cy="766062"/>
            <a:chOff x="4922961" y="3202133"/>
            <a:chExt cx="1082669" cy="1121121"/>
          </a:xfrm>
        </p:grpSpPr>
        <p:sp>
          <p:nvSpPr>
            <p:cNvPr id="2220" name="Google Shape;2220;p30"/>
            <p:cNvSpPr/>
            <p:nvPr/>
          </p:nvSpPr>
          <p:spPr>
            <a:xfrm>
              <a:off x="5112478" y="3944467"/>
              <a:ext cx="59842" cy="378788"/>
            </a:xfrm>
            <a:custGeom>
              <a:rect b="b" l="l" r="r" t="t"/>
              <a:pathLst>
                <a:path extrusionOk="0" h="3133" w="509">
                  <a:moveTo>
                    <a:pt x="181" y="0"/>
                  </a:moveTo>
                  <a:lnTo>
                    <a:pt x="1" y="3132"/>
                  </a:lnTo>
                  <a:lnTo>
                    <a:pt x="508" y="3132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30"/>
            <p:cNvSpPr/>
            <p:nvPr/>
          </p:nvSpPr>
          <p:spPr>
            <a:xfrm>
              <a:off x="5136226" y="3842547"/>
              <a:ext cx="279693" cy="120540"/>
            </a:xfrm>
            <a:custGeom>
              <a:rect b="b" l="l" r="r" t="t"/>
              <a:pathLst>
                <a:path extrusionOk="0" h="997" w="2379">
                  <a:moveTo>
                    <a:pt x="2006" y="0"/>
                  </a:moveTo>
                  <a:cubicBezTo>
                    <a:pt x="1892" y="0"/>
                    <a:pt x="1781" y="8"/>
                    <a:pt x="1671" y="19"/>
                  </a:cubicBezTo>
                  <a:cubicBezTo>
                    <a:pt x="1468" y="40"/>
                    <a:pt x="1271" y="79"/>
                    <a:pt x="1077" y="127"/>
                  </a:cubicBezTo>
                  <a:cubicBezTo>
                    <a:pt x="883" y="181"/>
                    <a:pt x="689" y="229"/>
                    <a:pt x="511" y="326"/>
                  </a:cubicBezTo>
                  <a:cubicBezTo>
                    <a:pt x="335" y="425"/>
                    <a:pt x="166" y="550"/>
                    <a:pt x="29" y="772"/>
                  </a:cubicBezTo>
                  <a:cubicBezTo>
                    <a:pt x="26" y="776"/>
                    <a:pt x="24" y="781"/>
                    <a:pt x="21" y="786"/>
                  </a:cubicBezTo>
                  <a:cubicBezTo>
                    <a:pt x="0" y="836"/>
                    <a:pt x="25" y="892"/>
                    <a:pt x="75" y="913"/>
                  </a:cubicBezTo>
                  <a:cubicBezTo>
                    <a:pt x="233" y="975"/>
                    <a:pt x="377" y="996"/>
                    <a:pt x="515" y="996"/>
                  </a:cubicBezTo>
                  <a:cubicBezTo>
                    <a:pt x="588" y="996"/>
                    <a:pt x="659" y="990"/>
                    <a:pt x="729" y="981"/>
                  </a:cubicBezTo>
                  <a:cubicBezTo>
                    <a:pt x="929" y="954"/>
                    <a:pt x="1114" y="877"/>
                    <a:pt x="1300" y="803"/>
                  </a:cubicBezTo>
                  <a:cubicBezTo>
                    <a:pt x="1486" y="727"/>
                    <a:pt x="1667" y="639"/>
                    <a:pt x="1842" y="535"/>
                  </a:cubicBezTo>
                  <a:cubicBezTo>
                    <a:pt x="2019" y="430"/>
                    <a:pt x="2190" y="312"/>
                    <a:pt x="2349" y="159"/>
                  </a:cubicBezTo>
                  <a:cubicBezTo>
                    <a:pt x="2362" y="147"/>
                    <a:pt x="2371" y="130"/>
                    <a:pt x="2373" y="111"/>
                  </a:cubicBezTo>
                  <a:cubicBezTo>
                    <a:pt x="2378" y="66"/>
                    <a:pt x="2347" y="25"/>
                    <a:pt x="2302" y="19"/>
                  </a:cubicBezTo>
                  <a:cubicBezTo>
                    <a:pt x="2201" y="5"/>
                    <a:pt x="2102" y="0"/>
                    <a:pt x="20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30"/>
            <p:cNvSpPr/>
            <p:nvPr/>
          </p:nvSpPr>
          <p:spPr>
            <a:xfrm>
              <a:off x="4922961" y="3743287"/>
              <a:ext cx="225377" cy="205655"/>
            </a:xfrm>
            <a:custGeom>
              <a:rect b="b" l="l" r="r" t="t"/>
              <a:pathLst>
                <a:path extrusionOk="0" h="1701" w="1917">
                  <a:moveTo>
                    <a:pt x="95" y="1"/>
                  </a:moveTo>
                  <a:cubicBezTo>
                    <a:pt x="83" y="1"/>
                    <a:pt x="72" y="2"/>
                    <a:pt x="61" y="7"/>
                  </a:cubicBezTo>
                  <a:cubicBezTo>
                    <a:pt x="21" y="23"/>
                    <a:pt x="0" y="72"/>
                    <a:pt x="18" y="114"/>
                  </a:cubicBezTo>
                  <a:cubicBezTo>
                    <a:pt x="104" y="319"/>
                    <a:pt x="214" y="494"/>
                    <a:pt x="335" y="660"/>
                  </a:cubicBezTo>
                  <a:cubicBezTo>
                    <a:pt x="456" y="824"/>
                    <a:pt x="589" y="975"/>
                    <a:pt x="728" y="1118"/>
                  </a:cubicBezTo>
                  <a:cubicBezTo>
                    <a:pt x="870" y="1259"/>
                    <a:pt x="1010" y="1402"/>
                    <a:pt x="1183" y="1507"/>
                  </a:cubicBezTo>
                  <a:cubicBezTo>
                    <a:pt x="1358" y="1611"/>
                    <a:pt x="1550" y="1694"/>
                    <a:pt x="1811" y="1700"/>
                  </a:cubicBezTo>
                  <a:cubicBezTo>
                    <a:pt x="1816" y="1700"/>
                    <a:pt x="1823" y="1700"/>
                    <a:pt x="1828" y="1698"/>
                  </a:cubicBezTo>
                  <a:cubicBezTo>
                    <a:pt x="1881" y="1690"/>
                    <a:pt x="1917" y="1640"/>
                    <a:pt x="1910" y="1588"/>
                  </a:cubicBezTo>
                  <a:cubicBezTo>
                    <a:pt x="1871" y="1330"/>
                    <a:pt x="1764" y="1149"/>
                    <a:pt x="1640" y="988"/>
                  </a:cubicBezTo>
                  <a:cubicBezTo>
                    <a:pt x="1516" y="829"/>
                    <a:pt x="1355" y="708"/>
                    <a:pt x="1199" y="584"/>
                  </a:cubicBezTo>
                  <a:cubicBezTo>
                    <a:pt x="1041" y="463"/>
                    <a:pt x="874" y="351"/>
                    <a:pt x="695" y="251"/>
                  </a:cubicBezTo>
                  <a:cubicBezTo>
                    <a:pt x="516" y="153"/>
                    <a:pt x="330" y="63"/>
                    <a:pt x="116" y="3"/>
                  </a:cubicBezTo>
                  <a:cubicBezTo>
                    <a:pt x="109" y="1"/>
                    <a:pt x="102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30"/>
            <p:cNvSpPr/>
            <p:nvPr/>
          </p:nvSpPr>
          <p:spPr>
            <a:xfrm>
              <a:off x="5066980" y="3939510"/>
              <a:ext cx="99462" cy="294035"/>
            </a:xfrm>
            <a:custGeom>
              <a:rect b="b" l="l" r="r" t="t"/>
              <a:pathLst>
                <a:path extrusionOk="0" h="2432" w="846">
                  <a:moveTo>
                    <a:pt x="608" y="1"/>
                  </a:moveTo>
                  <a:cubicBezTo>
                    <a:pt x="587" y="1"/>
                    <a:pt x="565" y="8"/>
                    <a:pt x="547" y="22"/>
                  </a:cubicBezTo>
                  <a:cubicBezTo>
                    <a:pt x="344" y="186"/>
                    <a:pt x="242" y="369"/>
                    <a:pt x="165" y="557"/>
                  </a:cubicBezTo>
                  <a:cubicBezTo>
                    <a:pt x="92" y="745"/>
                    <a:pt x="68" y="943"/>
                    <a:pt x="39" y="1141"/>
                  </a:cubicBezTo>
                  <a:cubicBezTo>
                    <a:pt x="13" y="1340"/>
                    <a:pt x="0" y="1540"/>
                    <a:pt x="4" y="1745"/>
                  </a:cubicBezTo>
                  <a:cubicBezTo>
                    <a:pt x="9" y="1950"/>
                    <a:pt x="27" y="2155"/>
                    <a:pt x="82" y="2370"/>
                  </a:cubicBezTo>
                  <a:cubicBezTo>
                    <a:pt x="87" y="2386"/>
                    <a:pt x="97" y="2404"/>
                    <a:pt x="113" y="2415"/>
                  </a:cubicBezTo>
                  <a:cubicBezTo>
                    <a:pt x="127" y="2426"/>
                    <a:pt x="144" y="2431"/>
                    <a:pt x="162" y="2431"/>
                  </a:cubicBezTo>
                  <a:cubicBezTo>
                    <a:pt x="187" y="2431"/>
                    <a:pt x="212" y="2420"/>
                    <a:pt x="228" y="2399"/>
                  </a:cubicBezTo>
                  <a:cubicBezTo>
                    <a:pt x="361" y="2221"/>
                    <a:pt x="456" y="2037"/>
                    <a:pt x="538" y="1850"/>
                  </a:cubicBezTo>
                  <a:cubicBezTo>
                    <a:pt x="620" y="1663"/>
                    <a:pt x="685" y="1473"/>
                    <a:pt x="738" y="1279"/>
                  </a:cubicBezTo>
                  <a:cubicBezTo>
                    <a:pt x="787" y="1085"/>
                    <a:pt x="840" y="892"/>
                    <a:pt x="844" y="690"/>
                  </a:cubicBezTo>
                  <a:cubicBezTo>
                    <a:pt x="845" y="486"/>
                    <a:pt x="820" y="280"/>
                    <a:pt x="695" y="51"/>
                  </a:cubicBezTo>
                  <a:cubicBezTo>
                    <a:pt x="692" y="46"/>
                    <a:pt x="690" y="41"/>
                    <a:pt x="685" y="37"/>
                  </a:cubicBezTo>
                  <a:cubicBezTo>
                    <a:pt x="665" y="13"/>
                    <a:pt x="636" y="1"/>
                    <a:pt x="6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30"/>
            <p:cNvSpPr/>
            <p:nvPr/>
          </p:nvSpPr>
          <p:spPr>
            <a:xfrm>
              <a:off x="5101897" y="3907108"/>
              <a:ext cx="80534" cy="74960"/>
            </a:xfrm>
            <a:custGeom>
              <a:rect b="b" l="l" r="r" t="t"/>
              <a:pathLst>
                <a:path extrusionOk="0" h="620" w="685">
                  <a:moveTo>
                    <a:pt x="342" y="0"/>
                  </a:moveTo>
                  <a:cubicBezTo>
                    <a:pt x="260" y="0"/>
                    <a:pt x="179" y="33"/>
                    <a:pt x="118" y="96"/>
                  </a:cubicBezTo>
                  <a:cubicBezTo>
                    <a:pt x="1" y="221"/>
                    <a:pt x="5" y="417"/>
                    <a:pt x="129" y="534"/>
                  </a:cubicBezTo>
                  <a:cubicBezTo>
                    <a:pt x="189" y="592"/>
                    <a:pt x="266" y="620"/>
                    <a:pt x="343" y="620"/>
                  </a:cubicBezTo>
                  <a:cubicBezTo>
                    <a:pt x="425" y="620"/>
                    <a:pt x="506" y="588"/>
                    <a:pt x="567" y="524"/>
                  </a:cubicBezTo>
                  <a:cubicBezTo>
                    <a:pt x="684" y="400"/>
                    <a:pt x="680" y="205"/>
                    <a:pt x="556" y="87"/>
                  </a:cubicBezTo>
                  <a:cubicBezTo>
                    <a:pt x="496" y="29"/>
                    <a:pt x="419" y="0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30"/>
            <p:cNvSpPr/>
            <p:nvPr/>
          </p:nvSpPr>
          <p:spPr>
            <a:xfrm>
              <a:off x="5769790" y="3487702"/>
              <a:ext cx="59842" cy="378667"/>
            </a:xfrm>
            <a:custGeom>
              <a:rect b="b" l="l" r="r" t="t"/>
              <a:pathLst>
                <a:path extrusionOk="0" h="3132" w="509">
                  <a:moveTo>
                    <a:pt x="181" y="1"/>
                  </a:moveTo>
                  <a:lnTo>
                    <a:pt x="1" y="3132"/>
                  </a:lnTo>
                  <a:lnTo>
                    <a:pt x="508" y="3132"/>
                  </a:lnTo>
                  <a:lnTo>
                    <a:pt x="3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30"/>
            <p:cNvSpPr/>
            <p:nvPr/>
          </p:nvSpPr>
          <p:spPr>
            <a:xfrm>
              <a:off x="5776726" y="3202133"/>
              <a:ext cx="110161" cy="289682"/>
            </a:xfrm>
            <a:custGeom>
              <a:rect b="b" l="l" r="r" t="t"/>
              <a:pathLst>
                <a:path extrusionOk="0" h="2396" w="937">
                  <a:moveTo>
                    <a:pt x="812" y="1"/>
                  </a:moveTo>
                  <a:cubicBezTo>
                    <a:pt x="789" y="1"/>
                    <a:pt x="766" y="11"/>
                    <a:pt x="750" y="30"/>
                  </a:cubicBezTo>
                  <a:cubicBezTo>
                    <a:pt x="605" y="197"/>
                    <a:pt x="496" y="375"/>
                    <a:pt x="401" y="555"/>
                  </a:cubicBezTo>
                  <a:cubicBezTo>
                    <a:pt x="308" y="736"/>
                    <a:pt x="230" y="921"/>
                    <a:pt x="164" y="1110"/>
                  </a:cubicBezTo>
                  <a:cubicBezTo>
                    <a:pt x="101" y="1301"/>
                    <a:pt x="35" y="1489"/>
                    <a:pt x="16" y="1690"/>
                  </a:cubicBezTo>
                  <a:cubicBezTo>
                    <a:pt x="1" y="1893"/>
                    <a:pt x="11" y="2103"/>
                    <a:pt x="122" y="2339"/>
                  </a:cubicBezTo>
                  <a:cubicBezTo>
                    <a:pt x="123" y="2344"/>
                    <a:pt x="127" y="2349"/>
                    <a:pt x="128" y="2353"/>
                  </a:cubicBezTo>
                  <a:cubicBezTo>
                    <a:pt x="147" y="2380"/>
                    <a:pt x="178" y="2395"/>
                    <a:pt x="209" y="2395"/>
                  </a:cubicBezTo>
                  <a:cubicBezTo>
                    <a:pt x="228" y="2395"/>
                    <a:pt x="247" y="2390"/>
                    <a:pt x="264" y="2378"/>
                  </a:cubicBezTo>
                  <a:cubicBezTo>
                    <a:pt x="479" y="2230"/>
                    <a:pt x="593" y="2054"/>
                    <a:pt x="683" y="1872"/>
                  </a:cubicBezTo>
                  <a:cubicBezTo>
                    <a:pt x="770" y="1688"/>
                    <a:pt x="808" y="1493"/>
                    <a:pt x="850" y="1297"/>
                  </a:cubicBezTo>
                  <a:cubicBezTo>
                    <a:pt x="889" y="1100"/>
                    <a:pt x="916" y="901"/>
                    <a:pt x="926" y="697"/>
                  </a:cubicBezTo>
                  <a:cubicBezTo>
                    <a:pt x="936" y="493"/>
                    <a:pt x="932" y="286"/>
                    <a:pt x="893" y="68"/>
                  </a:cubicBezTo>
                  <a:cubicBezTo>
                    <a:pt x="890" y="49"/>
                    <a:pt x="880" y="33"/>
                    <a:pt x="865" y="21"/>
                  </a:cubicBezTo>
                  <a:cubicBezTo>
                    <a:pt x="850" y="7"/>
                    <a:pt x="831" y="1"/>
                    <a:pt x="8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30"/>
            <p:cNvSpPr/>
            <p:nvPr/>
          </p:nvSpPr>
          <p:spPr>
            <a:xfrm>
              <a:off x="5518786" y="3464488"/>
              <a:ext cx="284278" cy="110747"/>
            </a:xfrm>
            <a:custGeom>
              <a:rect b="b" l="l" r="r" t="t"/>
              <a:pathLst>
                <a:path extrusionOk="0" h="916" w="2418">
                  <a:moveTo>
                    <a:pt x="1833" y="0"/>
                  </a:moveTo>
                  <a:cubicBezTo>
                    <a:pt x="1788" y="0"/>
                    <a:pt x="1744" y="2"/>
                    <a:pt x="1700" y="5"/>
                  </a:cubicBezTo>
                  <a:cubicBezTo>
                    <a:pt x="1498" y="22"/>
                    <a:pt x="1310" y="88"/>
                    <a:pt x="1120" y="150"/>
                  </a:cubicBezTo>
                  <a:cubicBezTo>
                    <a:pt x="930" y="216"/>
                    <a:pt x="745" y="293"/>
                    <a:pt x="563" y="387"/>
                  </a:cubicBezTo>
                  <a:cubicBezTo>
                    <a:pt x="382" y="480"/>
                    <a:pt x="204" y="588"/>
                    <a:pt x="36" y="732"/>
                  </a:cubicBezTo>
                  <a:cubicBezTo>
                    <a:pt x="24" y="743"/>
                    <a:pt x="13" y="761"/>
                    <a:pt x="9" y="779"/>
                  </a:cubicBezTo>
                  <a:cubicBezTo>
                    <a:pt x="0" y="824"/>
                    <a:pt x="30" y="866"/>
                    <a:pt x="75" y="875"/>
                  </a:cubicBezTo>
                  <a:cubicBezTo>
                    <a:pt x="232" y="905"/>
                    <a:pt x="383" y="915"/>
                    <a:pt x="533" y="915"/>
                  </a:cubicBezTo>
                  <a:cubicBezTo>
                    <a:pt x="590" y="915"/>
                    <a:pt x="647" y="914"/>
                    <a:pt x="704" y="911"/>
                  </a:cubicBezTo>
                  <a:cubicBezTo>
                    <a:pt x="907" y="902"/>
                    <a:pt x="1106" y="875"/>
                    <a:pt x="1304" y="838"/>
                  </a:cubicBezTo>
                  <a:cubicBezTo>
                    <a:pt x="1499" y="796"/>
                    <a:pt x="1697" y="759"/>
                    <a:pt x="1879" y="674"/>
                  </a:cubicBezTo>
                  <a:cubicBezTo>
                    <a:pt x="2062" y="585"/>
                    <a:pt x="2237" y="470"/>
                    <a:pt x="2387" y="256"/>
                  </a:cubicBezTo>
                  <a:cubicBezTo>
                    <a:pt x="2389" y="251"/>
                    <a:pt x="2393" y="246"/>
                    <a:pt x="2396" y="242"/>
                  </a:cubicBezTo>
                  <a:cubicBezTo>
                    <a:pt x="2418" y="194"/>
                    <a:pt x="2397" y="136"/>
                    <a:pt x="2348" y="113"/>
                  </a:cubicBezTo>
                  <a:cubicBezTo>
                    <a:pt x="2163" y="26"/>
                    <a:pt x="1995" y="0"/>
                    <a:pt x="18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30"/>
            <p:cNvSpPr/>
            <p:nvPr/>
          </p:nvSpPr>
          <p:spPr>
            <a:xfrm>
              <a:off x="5791069" y="3482382"/>
              <a:ext cx="214561" cy="217383"/>
            </a:xfrm>
            <a:custGeom>
              <a:rect b="b" l="l" r="r" t="t"/>
              <a:pathLst>
                <a:path extrusionOk="0" h="1798" w="1825">
                  <a:moveTo>
                    <a:pt x="94" y="1"/>
                  </a:moveTo>
                  <a:cubicBezTo>
                    <a:pt x="41" y="5"/>
                    <a:pt x="1" y="52"/>
                    <a:pt x="6" y="106"/>
                  </a:cubicBezTo>
                  <a:cubicBezTo>
                    <a:pt x="30" y="365"/>
                    <a:pt x="124" y="552"/>
                    <a:pt x="240" y="720"/>
                  </a:cubicBezTo>
                  <a:cubicBezTo>
                    <a:pt x="357" y="886"/>
                    <a:pt x="508" y="1017"/>
                    <a:pt x="657" y="1150"/>
                  </a:cubicBezTo>
                  <a:cubicBezTo>
                    <a:pt x="808" y="1280"/>
                    <a:pt x="968" y="1401"/>
                    <a:pt x="1140" y="1511"/>
                  </a:cubicBezTo>
                  <a:cubicBezTo>
                    <a:pt x="1313" y="1620"/>
                    <a:pt x="1495" y="1720"/>
                    <a:pt x="1704" y="1792"/>
                  </a:cubicBezTo>
                  <a:cubicBezTo>
                    <a:pt x="1713" y="1796"/>
                    <a:pt x="1723" y="1798"/>
                    <a:pt x="1732" y="1798"/>
                  </a:cubicBezTo>
                  <a:cubicBezTo>
                    <a:pt x="1741" y="1798"/>
                    <a:pt x="1750" y="1796"/>
                    <a:pt x="1760" y="1792"/>
                  </a:cubicBezTo>
                  <a:cubicBezTo>
                    <a:pt x="1801" y="1777"/>
                    <a:pt x="1825" y="1731"/>
                    <a:pt x="1809" y="1688"/>
                  </a:cubicBezTo>
                  <a:cubicBezTo>
                    <a:pt x="1735" y="1479"/>
                    <a:pt x="1634" y="1298"/>
                    <a:pt x="1524" y="1126"/>
                  </a:cubicBezTo>
                  <a:cubicBezTo>
                    <a:pt x="1413" y="955"/>
                    <a:pt x="1290" y="796"/>
                    <a:pt x="1158" y="645"/>
                  </a:cubicBezTo>
                  <a:cubicBezTo>
                    <a:pt x="1024" y="497"/>
                    <a:pt x="892" y="347"/>
                    <a:pt x="726" y="231"/>
                  </a:cubicBezTo>
                  <a:cubicBezTo>
                    <a:pt x="557" y="117"/>
                    <a:pt x="369" y="24"/>
                    <a:pt x="109" y="2"/>
                  </a:cubicBezTo>
                  <a:cubicBezTo>
                    <a:pt x="104" y="2"/>
                    <a:pt x="98" y="2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30"/>
            <p:cNvSpPr/>
            <p:nvPr/>
          </p:nvSpPr>
          <p:spPr>
            <a:xfrm>
              <a:off x="5759561" y="3450222"/>
              <a:ext cx="79711" cy="74839"/>
            </a:xfrm>
            <a:custGeom>
              <a:rect b="b" l="l" r="r" t="t"/>
              <a:pathLst>
                <a:path extrusionOk="0" h="619" w="678">
                  <a:moveTo>
                    <a:pt x="340" y="1"/>
                  </a:moveTo>
                  <a:cubicBezTo>
                    <a:pt x="317" y="1"/>
                    <a:pt x="293" y="3"/>
                    <a:pt x="270" y="9"/>
                  </a:cubicBezTo>
                  <a:cubicBezTo>
                    <a:pt x="104" y="47"/>
                    <a:pt x="1" y="211"/>
                    <a:pt x="37" y="378"/>
                  </a:cubicBezTo>
                  <a:cubicBezTo>
                    <a:pt x="69" y="521"/>
                    <a:pt x="196" y="619"/>
                    <a:pt x="337" y="619"/>
                  </a:cubicBezTo>
                  <a:cubicBezTo>
                    <a:pt x="360" y="619"/>
                    <a:pt x="383" y="616"/>
                    <a:pt x="407" y="611"/>
                  </a:cubicBezTo>
                  <a:cubicBezTo>
                    <a:pt x="573" y="574"/>
                    <a:pt x="678" y="408"/>
                    <a:pt x="640" y="241"/>
                  </a:cubicBezTo>
                  <a:cubicBezTo>
                    <a:pt x="608" y="99"/>
                    <a:pt x="481" y="1"/>
                    <a:pt x="3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30"/>
            <p:cNvSpPr/>
            <p:nvPr/>
          </p:nvSpPr>
          <p:spPr>
            <a:xfrm>
              <a:off x="5438841" y="3618517"/>
              <a:ext cx="324134" cy="191872"/>
            </a:xfrm>
            <a:custGeom>
              <a:rect b="b" l="l" r="r" t="t"/>
              <a:pathLst>
                <a:path extrusionOk="0" h="1587" w="2757">
                  <a:moveTo>
                    <a:pt x="419" y="0"/>
                  </a:moveTo>
                  <a:cubicBezTo>
                    <a:pt x="322" y="0"/>
                    <a:pt x="220" y="10"/>
                    <a:pt x="111" y="34"/>
                  </a:cubicBezTo>
                  <a:cubicBezTo>
                    <a:pt x="105" y="35"/>
                    <a:pt x="98" y="36"/>
                    <a:pt x="92" y="40"/>
                  </a:cubicBezTo>
                  <a:cubicBezTo>
                    <a:pt x="30" y="65"/>
                    <a:pt x="1" y="134"/>
                    <a:pt x="25" y="196"/>
                  </a:cubicBezTo>
                  <a:cubicBezTo>
                    <a:pt x="146" y="495"/>
                    <a:pt x="325" y="682"/>
                    <a:pt x="521" y="839"/>
                  </a:cubicBezTo>
                  <a:cubicBezTo>
                    <a:pt x="717" y="994"/>
                    <a:pt x="944" y="1094"/>
                    <a:pt x="1168" y="1198"/>
                  </a:cubicBezTo>
                  <a:cubicBezTo>
                    <a:pt x="1394" y="1299"/>
                    <a:pt x="1627" y="1387"/>
                    <a:pt x="1870" y="1454"/>
                  </a:cubicBezTo>
                  <a:cubicBezTo>
                    <a:pt x="2113" y="1523"/>
                    <a:pt x="2363" y="1575"/>
                    <a:pt x="2638" y="1586"/>
                  </a:cubicBezTo>
                  <a:cubicBezTo>
                    <a:pt x="2639" y="1586"/>
                    <a:pt x="2641" y="1586"/>
                    <a:pt x="2642" y="1586"/>
                  </a:cubicBezTo>
                  <a:cubicBezTo>
                    <a:pt x="2662" y="1586"/>
                    <a:pt x="2683" y="1580"/>
                    <a:pt x="2701" y="1567"/>
                  </a:cubicBezTo>
                  <a:cubicBezTo>
                    <a:pt x="2746" y="1534"/>
                    <a:pt x="2756" y="1470"/>
                    <a:pt x="2723" y="1426"/>
                  </a:cubicBezTo>
                  <a:cubicBezTo>
                    <a:pt x="2561" y="1203"/>
                    <a:pt x="2377" y="1024"/>
                    <a:pt x="2184" y="861"/>
                  </a:cubicBezTo>
                  <a:cubicBezTo>
                    <a:pt x="1993" y="697"/>
                    <a:pt x="1790" y="553"/>
                    <a:pt x="1581" y="421"/>
                  </a:cubicBezTo>
                  <a:cubicBezTo>
                    <a:pt x="1370" y="295"/>
                    <a:pt x="1160" y="162"/>
                    <a:pt x="922" y="85"/>
                  </a:cubicBezTo>
                  <a:cubicBezTo>
                    <a:pt x="765" y="36"/>
                    <a:pt x="601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30"/>
            <p:cNvSpPr/>
            <p:nvPr/>
          </p:nvSpPr>
          <p:spPr>
            <a:xfrm>
              <a:off x="5388288" y="3265243"/>
              <a:ext cx="110866" cy="369841"/>
            </a:xfrm>
            <a:custGeom>
              <a:rect b="b" l="l" r="r" t="t"/>
              <a:pathLst>
                <a:path extrusionOk="0" h="3059" w="943">
                  <a:moveTo>
                    <a:pt x="398" y="0"/>
                  </a:moveTo>
                  <a:cubicBezTo>
                    <a:pt x="358" y="0"/>
                    <a:pt x="322" y="24"/>
                    <a:pt x="305" y="61"/>
                  </a:cubicBezTo>
                  <a:cubicBezTo>
                    <a:pt x="195" y="312"/>
                    <a:pt x="133" y="562"/>
                    <a:pt x="89" y="809"/>
                  </a:cubicBezTo>
                  <a:cubicBezTo>
                    <a:pt x="44" y="1058"/>
                    <a:pt x="23" y="1306"/>
                    <a:pt x="13" y="1552"/>
                  </a:cubicBezTo>
                  <a:cubicBezTo>
                    <a:pt x="9" y="1800"/>
                    <a:pt x="0" y="2047"/>
                    <a:pt x="54" y="2292"/>
                  </a:cubicBezTo>
                  <a:cubicBezTo>
                    <a:pt x="111" y="2536"/>
                    <a:pt x="200" y="2780"/>
                    <a:pt x="417" y="3018"/>
                  </a:cubicBezTo>
                  <a:cubicBezTo>
                    <a:pt x="423" y="3024"/>
                    <a:pt x="428" y="3029"/>
                    <a:pt x="433" y="3033"/>
                  </a:cubicBezTo>
                  <a:cubicBezTo>
                    <a:pt x="455" y="3050"/>
                    <a:pt x="481" y="3058"/>
                    <a:pt x="507" y="3058"/>
                  </a:cubicBezTo>
                  <a:cubicBezTo>
                    <a:pt x="543" y="3058"/>
                    <a:pt x="578" y="3042"/>
                    <a:pt x="602" y="3012"/>
                  </a:cubicBezTo>
                  <a:cubicBezTo>
                    <a:pt x="799" y="2757"/>
                    <a:pt x="870" y="2508"/>
                    <a:pt x="909" y="2260"/>
                  </a:cubicBezTo>
                  <a:cubicBezTo>
                    <a:pt x="942" y="2012"/>
                    <a:pt x="915" y="1766"/>
                    <a:pt x="893" y="1520"/>
                  </a:cubicBezTo>
                  <a:cubicBezTo>
                    <a:pt x="866" y="1275"/>
                    <a:pt x="825" y="1029"/>
                    <a:pt x="761" y="785"/>
                  </a:cubicBezTo>
                  <a:cubicBezTo>
                    <a:pt x="697" y="541"/>
                    <a:pt x="617" y="297"/>
                    <a:pt x="489" y="55"/>
                  </a:cubicBezTo>
                  <a:cubicBezTo>
                    <a:pt x="477" y="35"/>
                    <a:pt x="460" y="17"/>
                    <a:pt x="439" y="9"/>
                  </a:cubicBezTo>
                  <a:cubicBezTo>
                    <a:pt x="425" y="3"/>
                    <a:pt x="411" y="0"/>
                    <a:pt x="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30"/>
            <p:cNvSpPr/>
            <p:nvPr/>
          </p:nvSpPr>
          <p:spPr>
            <a:xfrm>
              <a:off x="5143750" y="3619000"/>
              <a:ext cx="308967" cy="212184"/>
            </a:xfrm>
            <a:custGeom>
              <a:rect b="b" l="l" r="r" t="t"/>
              <a:pathLst>
                <a:path extrusionOk="0" h="1755" w="2628">
                  <a:moveTo>
                    <a:pt x="2312" y="0"/>
                  </a:moveTo>
                  <a:cubicBezTo>
                    <a:pt x="2086" y="0"/>
                    <a:pt x="1894" y="55"/>
                    <a:pt x="1712" y="126"/>
                  </a:cubicBezTo>
                  <a:cubicBezTo>
                    <a:pt x="1480" y="221"/>
                    <a:pt x="1281" y="369"/>
                    <a:pt x="1080" y="512"/>
                  </a:cubicBezTo>
                  <a:cubicBezTo>
                    <a:pt x="881" y="660"/>
                    <a:pt x="691" y="819"/>
                    <a:pt x="511" y="996"/>
                  </a:cubicBezTo>
                  <a:cubicBezTo>
                    <a:pt x="332" y="1174"/>
                    <a:pt x="162" y="1366"/>
                    <a:pt x="17" y="1599"/>
                  </a:cubicBezTo>
                  <a:cubicBezTo>
                    <a:pt x="6" y="1617"/>
                    <a:pt x="1" y="1639"/>
                    <a:pt x="3" y="1664"/>
                  </a:cubicBezTo>
                  <a:cubicBezTo>
                    <a:pt x="10" y="1716"/>
                    <a:pt x="53" y="1755"/>
                    <a:pt x="104" y="1755"/>
                  </a:cubicBezTo>
                  <a:cubicBezTo>
                    <a:pt x="108" y="1755"/>
                    <a:pt x="112" y="1754"/>
                    <a:pt x="115" y="1754"/>
                  </a:cubicBezTo>
                  <a:cubicBezTo>
                    <a:pt x="389" y="1720"/>
                    <a:pt x="634" y="1649"/>
                    <a:pt x="872" y="1563"/>
                  </a:cubicBezTo>
                  <a:cubicBezTo>
                    <a:pt x="1108" y="1478"/>
                    <a:pt x="1335" y="1371"/>
                    <a:pt x="1552" y="1255"/>
                  </a:cubicBezTo>
                  <a:cubicBezTo>
                    <a:pt x="1767" y="1133"/>
                    <a:pt x="1986" y="1015"/>
                    <a:pt x="2170" y="846"/>
                  </a:cubicBezTo>
                  <a:cubicBezTo>
                    <a:pt x="2352" y="676"/>
                    <a:pt x="2518" y="475"/>
                    <a:pt x="2615" y="168"/>
                  </a:cubicBezTo>
                  <a:cubicBezTo>
                    <a:pt x="2616" y="161"/>
                    <a:pt x="2619" y="154"/>
                    <a:pt x="2619" y="150"/>
                  </a:cubicBezTo>
                  <a:cubicBezTo>
                    <a:pt x="2627" y="83"/>
                    <a:pt x="2581" y="23"/>
                    <a:pt x="2517" y="15"/>
                  </a:cubicBezTo>
                  <a:cubicBezTo>
                    <a:pt x="2445" y="5"/>
                    <a:pt x="2378" y="0"/>
                    <a:pt x="23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30"/>
            <p:cNvSpPr/>
            <p:nvPr/>
          </p:nvSpPr>
          <p:spPr>
            <a:xfrm>
              <a:off x="5407451" y="3632179"/>
              <a:ext cx="76419" cy="511659"/>
            </a:xfrm>
            <a:custGeom>
              <a:rect b="b" l="l" r="r" t="t"/>
              <a:pathLst>
                <a:path extrusionOk="0" h="4232" w="650">
                  <a:moveTo>
                    <a:pt x="244" y="1"/>
                  </a:moveTo>
                  <a:lnTo>
                    <a:pt x="1" y="4232"/>
                  </a:lnTo>
                  <a:lnTo>
                    <a:pt x="649" y="3872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30"/>
            <p:cNvSpPr/>
            <p:nvPr/>
          </p:nvSpPr>
          <p:spPr>
            <a:xfrm>
              <a:off x="5401455" y="3586115"/>
              <a:ext cx="90057" cy="92490"/>
            </a:xfrm>
            <a:custGeom>
              <a:rect b="b" l="l" r="r" t="t"/>
              <a:pathLst>
                <a:path extrusionOk="0" h="765" w="766">
                  <a:moveTo>
                    <a:pt x="383" y="0"/>
                  </a:moveTo>
                  <a:cubicBezTo>
                    <a:pt x="172" y="0"/>
                    <a:pt x="1" y="171"/>
                    <a:pt x="1" y="382"/>
                  </a:cubicBezTo>
                  <a:cubicBezTo>
                    <a:pt x="1" y="594"/>
                    <a:pt x="172" y="764"/>
                    <a:pt x="383" y="764"/>
                  </a:cubicBezTo>
                  <a:cubicBezTo>
                    <a:pt x="594" y="764"/>
                    <a:pt x="766" y="594"/>
                    <a:pt x="766" y="382"/>
                  </a:cubicBezTo>
                  <a:cubicBezTo>
                    <a:pt x="766" y="171"/>
                    <a:pt x="594" y="0"/>
                    <a:pt x="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5" name="Google Shape;2235;p30"/>
          <p:cNvSpPr txBox="1"/>
          <p:nvPr/>
        </p:nvSpPr>
        <p:spPr>
          <a:xfrm>
            <a:off x="385159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36" name="Google Shape;2236;p30"/>
          <p:cNvSpPr txBox="1"/>
          <p:nvPr/>
        </p:nvSpPr>
        <p:spPr>
          <a:xfrm>
            <a:off x="6861585" y="15426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37" name="Google Shape;2237;p30"/>
          <p:cNvSpPr txBox="1"/>
          <p:nvPr/>
        </p:nvSpPr>
        <p:spPr>
          <a:xfrm>
            <a:off x="385159" y="15426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38" name="Google Shape;2238;p30"/>
          <p:cNvSpPr txBox="1"/>
          <p:nvPr/>
        </p:nvSpPr>
        <p:spPr>
          <a:xfrm>
            <a:off x="6861585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39" name="Google Shape;2239;p30"/>
          <p:cNvSpPr txBox="1"/>
          <p:nvPr/>
        </p:nvSpPr>
        <p:spPr>
          <a:xfrm>
            <a:off x="7479285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D</a:t>
            </a:r>
            <a:endParaRPr b="1" sz="360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40" name="Google Shape;2240;p30"/>
          <p:cNvSpPr txBox="1"/>
          <p:nvPr/>
        </p:nvSpPr>
        <p:spPr>
          <a:xfrm>
            <a:off x="7479285" y="9426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B</a:t>
            </a:r>
            <a:endParaRPr b="1" sz="36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41" name="Google Shape;2241;p30"/>
          <p:cNvSpPr txBox="1"/>
          <p:nvPr/>
        </p:nvSpPr>
        <p:spPr>
          <a:xfrm>
            <a:off x="385159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endParaRPr b="1" sz="360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42" name="Google Shape;2242;p30"/>
          <p:cNvSpPr txBox="1"/>
          <p:nvPr/>
        </p:nvSpPr>
        <p:spPr>
          <a:xfrm>
            <a:off x="385159" y="9426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b="1" sz="360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p31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48" name="Google Shape;2248;p31"/>
          <p:cNvSpPr/>
          <p:nvPr/>
        </p:nvSpPr>
        <p:spPr>
          <a:xfrm>
            <a:off x="4721200" y="1341571"/>
            <a:ext cx="175703" cy="277834"/>
          </a:xfrm>
          <a:custGeom>
            <a:rect b="b" l="l" r="r" t="t"/>
            <a:pathLst>
              <a:path extrusionOk="0" h="5375" w="3399">
                <a:moveTo>
                  <a:pt x="1699" y="1"/>
                </a:moveTo>
                <a:cubicBezTo>
                  <a:pt x="1628" y="1"/>
                  <a:pt x="1557" y="38"/>
                  <a:pt x="1521" y="113"/>
                </a:cubicBezTo>
                <a:lnTo>
                  <a:pt x="205" y="2867"/>
                </a:lnTo>
                <a:cubicBezTo>
                  <a:pt x="75" y="3108"/>
                  <a:pt x="1" y="3384"/>
                  <a:pt x="1" y="3676"/>
                </a:cubicBezTo>
                <a:cubicBezTo>
                  <a:pt x="1" y="4615"/>
                  <a:pt x="761" y="5375"/>
                  <a:pt x="1700" y="5375"/>
                </a:cubicBezTo>
                <a:cubicBezTo>
                  <a:pt x="2637" y="5375"/>
                  <a:pt x="3399" y="4616"/>
                  <a:pt x="3399" y="3676"/>
                </a:cubicBezTo>
                <a:cubicBezTo>
                  <a:pt x="3397" y="3383"/>
                  <a:pt x="3323" y="3108"/>
                  <a:pt x="3192" y="2867"/>
                </a:cubicBezTo>
                <a:lnTo>
                  <a:pt x="1877" y="113"/>
                </a:lnTo>
                <a:cubicBezTo>
                  <a:pt x="1841" y="38"/>
                  <a:pt x="1770" y="1"/>
                  <a:pt x="169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9" name="Google Shape;2249;p31"/>
          <p:cNvSpPr/>
          <p:nvPr/>
        </p:nvSpPr>
        <p:spPr>
          <a:xfrm>
            <a:off x="4721200" y="1480050"/>
            <a:ext cx="175703" cy="139408"/>
          </a:xfrm>
          <a:custGeom>
            <a:rect b="b" l="l" r="r" t="t"/>
            <a:pathLst>
              <a:path extrusionOk="0" h="2697" w="3399">
                <a:moveTo>
                  <a:pt x="1700" y="1"/>
                </a:moveTo>
                <a:cubicBezTo>
                  <a:pt x="1328" y="1"/>
                  <a:pt x="1328" y="376"/>
                  <a:pt x="954" y="376"/>
                </a:cubicBezTo>
                <a:cubicBezTo>
                  <a:pt x="613" y="376"/>
                  <a:pt x="583" y="62"/>
                  <a:pt x="295" y="8"/>
                </a:cubicBezTo>
                <a:lnTo>
                  <a:pt x="293" y="7"/>
                </a:lnTo>
                <a:lnTo>
                  <a:pt x="205" y="188"/>
                </a:lnTo>
                <a:cubicBezTo>
                  <a:pt x="75" y="429"/>
                  <a:pt x="1" y="705"/>
                  <a:pt x="1" y="998"/>
                </a:cubicBezTo>
                <a:cubicBezTo>
                  <a:pt x="1" y="1937"/>
                  <a:pt x="762" y="2697"/>
                  <a:pt x="1700" y="2697"/>
                </a:cubicBezTo>
                <a:cubicBezTo>
                  <a:pt x="2638" y="2697"/>
                  <a:pt x="3399" y="1936"/>
                  <a:pt x="3399" y="998"/>
                </a:cubicBezTo>
                <a:cubicBezTo>
                  <a:pt x="3399" y="705"/>
                  <a:pt x="3324" y="429"/>
                  <a:pt x="3194" y="188"/>
                </a:cubicBezTo>
                <a:lnTo>
                  <a:pt x="3108" y="8"/>
                </a:lnTo>
                <a:cubicBezTo>
                  <a:pt x="2818" y="60"/>
                  <a:pt x="2790" y="376"/>
                  <a:pt x="2447" y="376"/>
                </a:cubicBezTo>
                <a:cubicBezTo>
                  <a:pt x="2074" y="376"/>
                  <a:pt x="2074" y="1"/>
                  <a:pt x="17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0" name="Google Shape;2250;p31"/>
          <p:cNvSpPr/>
          <p:nvPr/>
        </p:nvSpPr>
        <p:spPr>
          <a:xfrm>
            <a:off x="4715875" y="1336195"/>
            <a:ext cx="186196" cy="288482"/>
          </a:xfrm>
          <a:custGeom>
            <a:rect b="b" l="l" r="r" t="t"/>
            <a:pathLst>
              <a:path extrusionOk="0" h="5581" w="3602">
                <a:moveTo>
                  <a:pt x="1803" y="207"/>
                </a:moveTo>
                <a:cubicBezTo>
                  <a:pt x="1816" y="207"/>
                  <a:pt x="1865" y="212"/>
                  <a:pt x="1888" y="262"/>
                </a:cubicBezTo>
                <a:lnTo>
                  <a:pt x="3068" y="2731"/>
                </a:lnTo>
                <a:cubicBezTo>
                  <a:pt x="2976" y="2775"/>
                  <a:pt x="2910" y="2840"/>
                  <a:pt x="2850" y="2899"/>
                </a:cubicBezTo>
                <a:cubicBezTo>
                  <a:pt x="2763" y="2988"/>
                  <a:pt x="2694" y="3057"/>
                  <a:pt x="2549" y="3057"/>
                </a:cubicBezTo>
                <a:cubicBezTo>
                  <a:pt x="2405" y="3057"/>
                  <a:pt x="2336" y="2988"/>
                  <a:pt x="2249" y="2899"/>
                </a:cubicBezTo>
                <a:cubicBezTo>
                  <a:pt x="2153" y="2802"/>
                  <a:pt x="2032" y="2681"/>
                  <a:pt x="1802" y="2681"/>
                </a:cubicBezTo>
                <a:cubicBezTo>
                  <a:pt x="1574" y="2681"/>
                  <a:pt x="1453" y="2802"/>
                  <a:pt x="1356" y="2899"/>
                </a:cubicBezTo>
                <a:cubicBezTo>
                  <a:pt x="1269" y="2988"/>
                  <a:pt x="1201" y="3057"/>
                  <a:pt x="1055" y="3057"/>
                </a:cubicBezTo>
                <a:cubicBezTo>
                  <a:pt x="911" y="3057"/>
                  <a:pt x="842" y="2988"/>
                  <a:pt x="755" y="2899"/>
                </a:cubicBezTo>
                <a:cubicBezTo>
                  <a:pt x="695" y="2840"/>
                  <a:pt x="630" y="2775"/>
                  <a:pt x="538" y="2731"/>
                </a:cubicBezTo>
                <a:lnTo>
                  <a:pt x="1717" y="262"/>
                </a:lnTo>
                <a:cubicBezTo>
                  <a:pt x="1742" y="212"/>
                  <a:pt x="1789" y="207"/>
                  <a:pt x="1803" y="207"/>
                </a:cubicBezTo>
                <a:close/>
                <a:moveTo>
                  <a:pt x="1803" y="2887"/>
                </a:moveTo>
                <a:cubicBezTo>
                  <a:pt x="1947" y="2887"/>
                  <a:pt x="2016" y="2956"/>
                  <a:pt x="2103" y="3045"/>
                </a:cubicBezTo>
                <a:cubicBezTo>
                  <a:pt x="2200" y="3142"/>
                  <a:pt x="2320" y="3263"/>
                  <a:pt x="2550" y="3263"/>
                </a:cubicBezTo>
                <a:cubicBezTo>
                  <a:pt x="2778" y="3263"/>
                  <a:pt x="2899" y="3142"/>
                  <a:pt x="2996" y="3045"/>
                </a:cubicBezTo>
                <a:cubicBezTo>
                  <a:pt x="3048" y="2992"/>
                  <a:pt x="3095" y="2944"/>
                  <a:pt x="3156" y="2917"/>
                </a:cubicBezTo>
                <a:lnTo>
                  <a:pt x="3203" y="3016"/>
                </a:lnTo>
                <a:lnTo>
                  <a:pt x="3206" y="3021"/>
                </a:lnTo>
                <a:cubicBezTo>
                  <a:pt x="3331" y="3252"/>
                  <a:pt x="3398" y="3516"/>
                  <a:pt x="3398" y="3782"/>
                </a:cubicBezTo>
                <a:cubicBezTo>
                  <a:pt x="3397" y="4659"/>
                  <a:pt x="2683" y="5376"/>
                  <a:pt x="1803" y="5376"/>
                </a:cubicBezTo>
                <a:cubicBezTo>
                  <a:pt x="922" y="5376"/>
                  <a:pt x="208" y="4659"/>
                  <a:pt x="208" y="3780"/>
                </a:cubicBezTo>
                <a:cubicBezTo>
                  <a:pt x="208" y="3515"/>
                  <a:pt x="275" y="3252"/>
                  <a:pt x="402" y="3016"/>
                </a:cubicBezTo>
                <a:lnTo>
                  <a:pt x="450" y="2917"/>
                </a:lnTo>
                <a:cubicBezTo>
                  <a:pt x="511" y="2944"/>
                  <a:pt x="557" y="2992"/>
                  <a:pt x="609" y="3045"/>
                </a:cubicBezTo>
                <a:cubicBezTo>
                  <a:pt x="705" y="3142"/>
                  <a:pt x="826" y="3263"/>
                  <a:pt x="1056" y="3263"/>
                </a:cubicBezTo>
                <a:cubicBezTo>
                  <a:pt x="1284" y="3263"/>
                  <a:pt x="1405" y="3142"/>
                  <a:pt x="1502" y="3045"/>
                </a:cubicBezTo>
                <a:cubicBezTo>
                  <a:pt x="1589" y="2956"/>
                  <a:pt x="1658" y="2887"/>
                  <a:pt x="1803" y="2887"/>
                </a:cubicBezTo>
                <a:close/>
                <a:moveTo>
                  <a:pt x="1801" y="1"/>
                </a:moveTo>
                <a:cubicBezTo>
                  <a:pt x="1686" y="1"/>
                  <a:pt x="1581" y="65"/>
                  <a:pt x="1530" y="172"/>
                </a:cubicBezTo>
                <a:lnTo>
                  <a:pt x="218" y="2922"/>
                </a:lnTo>
                <a:cubicBezTo>
                  <a:pt x="76" y="3184"/>
                  <a:pt x="0" y="3481"/>
                  <a:pt x="0" y="3779"/>
                </a:cubicBezTo>
                <a:cubicBezTo>
                  <a:pt x="0" y="4772"/>
                  <a:pt x="808" y="5580"/>
                  <a:pt x="1801" y="5580"/>
                </a:cubicBezTo>
                <a:cubicBezTo>
                  <a:pt x="2794" y="5580"/>
                  <a:pt x="3602" y="4774"/>
                  <a:pt x="3602" y="3779"/>
                </a:cubicBezTo>
                <a:cubicBezTo>
                  <a:pt x="3602" y="3482"/>
                  <a:pt x="3528" y="3186"/>
                  <a:pt x="3386" y="2924"/>
                </a:cubicBezTo>
                <a:lnTo>
                  <a:pt x="2072" y="172"/>
                </a:lnTo>
                <a:cubicBezTo>
                  <a:pt x="2023" y="67"/>
                  <a:pt x="1919" y="1"/>
                  <a:pt x="180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1" name="Google Shape;2251;p31"/>
          <p:cNvSpPr/>
          <p:nvPr/>
        </p:nvSpPr>
        <p:spPr>
          <a:xfrm>
            <a:off x="4833684" y="1563427"/>
            <a:ext cx="38149" cy="33909"/>
          </a:xfrm>
          <a:custGeom>
            <a:rect b="b" l="l" r="r" t="t"/>
            <a:pathLst>
              <a:path extrusionOk="0" h="656" w="738">
                <a:moveTo>
                  <a:pt x="620" y="0"/>
                </a:moveTo>
                <a:cubicBezTo>
                  <a:pt x="587" y="0"/>
                  <a:pt x="554" y="16"/>
                  <a:pt x="534" y="46"/>
                </a:cubicBezTo>
                <a:cubicBezTo>
                  <a:pt x="419" y="222"/>
                  <a:pt x="259" y="366"/>
                  <a:pt x="72" y="461"/>
                </a:cubicBezTo>
                <a:cubicBezTo>
                  <a:pt x="20" y="486"/>
                  <a:pt x="1" y="548"/>
                  <a:pt x="27" y="599"/>
                </a:cubicBezTo>
                <a:cubicBezTo>
                  <a:pt x="44" y="635"/>
                  <a:pt x="80" y="655"/>
                  <a:pt x="119" y="655"/>
                </a:cubicBezTo>
                <a:cubicBezTo>
                  <a:pt x="134" y="655"/>
                  <a:pt x="149" y="651"/>
                  <a:pt x="165" y="643"/>
                </a:cubicBezTo>
                <a:cubicBezTo>
                  <a:pt x="385" y="532"/>
                  <a:pt x="573" y="365"/>
                  <a:pt x="707" y="157"/>
                </a:cubicBezTo>
                <a:cubicBezTo>
                  <a:pt x="738" y="112"/>
                  <a:pt x="723" y="47"/>
                  <a:pt x="676" y="17"/>
                </a:cubicBezTo>
                <a:cubicBezTo>
                  <a:pt x="659" y="6"/>
                  <a:pt x="640" y="0"/>
                  <a:pt x="6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2" name="Google Shape;2252;p31"/>
          <p:cNvSpPr/>
          <p:nvPr/>
        </p:nvSpPr>
        <p:spPr>
          <a:xfrm>
            <a:off x="4867336" y="1533808"/>
            <a:ext cx="14526" cy="24398"/>
          </a:xfrm>
          <a:custGeom>
            <a:rect b="b" l="l" r="r" t="t"/>
            <a:pathLst>
              <a:path extrusionOk="0" h="472" w="281">
                <a:moveTo>
                  <a:pt x="173" y="1"/>
                </a:moveTo>
                <a:cubicBezTo>
                  <a:pt x="121" y="1"/>
                  <a:pt x="76" y="40"/>
                  <a:pt x="70" y="93"/>
                </a:cubicBezTo>
                <a:cubicBezTo>
                  <a:pt x="61" y="176"/>
                  <a:pt x="45" y="257"/>
                  <a:pt x="19" y="337"/>
                </a:cubicBezTo>
                <a:cubicBezTo>
                  <a:pt x="1" y="390"/>
                  <a:pt x="31" y="448"/>
                  <a:pt x="85" y="466"/>
                </a:cubicBezTo>
                <a:cubicBezTo>
                  <a:pt x="96" y="470"/>
                  <a:pt x="105" y="471"/>
                  <a:pt x="117" y="471"/>
                </a:cubicBezTo>
                <a:cubicBezTo>
                  <a:pt x="160" y="471"/>
                  <a:pt x="200" y="442"/>
                  <a:pt x="215" y="399"/>
                </a:cubicBezTo>
                <a:cubicBezTo>
                  <a:pt x="243" y="307"/>
                  <a:pt x="264" y="211"/>
                  <a:pt x="273" y="114"/>
                </a:cubicBezTo>
                <a:cubicBezTo>
                  <a:pt x="280" y="57"/>
                  <a:pt x="239" y="7"/>
                  <a:pt x="183" y="1"/>
                </a:cubicBezTo>
                <a:cubicBezTo>
                  <a:pt x="180" y="1"/>
                  <a:pt x="177" y="1"/>
                  <a:pt x="1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3" name="Google Shape;2253;p31"/>
          <p:cNvSpPr/>
          <p:nvPr/>
        </p:nvSpPr>
        <p:spPr>
          <a:xfrm>
            <a:off x="4981784" y="1340899"/>
            <a:ext cx="176065" cy="278454"/>
          </a:xfrm>
          <a:custGeom>
            <a:rect b="b" l="l" r="r" t="t"/>
            <a:pathLst>
              <a:path extrusionOk="0" h="5387" w="3406">
                <a:moveTo>
                  <a:pt x="1702" y="0"/>
                </a:moveTo>
                <a:cubicBezTo>
                  <a:pt x="1631" y="0"/>
                  <a:pt x="1560" y="38"/>
                  <a:pt x="1524" y="112"/>
                </a:cubicBezTo>
                <a:lnTo>
                  <a:pt x="207" y="2874"/>
                </a:lnTo>
                <a:cubicBezTo>
                  <a:pt x="77" y="3115"/>
                  <a:pt x="1" y="3392"/>
                  <a:pt x="1" y="3685"/>
                </a:cubicBezTo>
                <a:cubicBezTo>
                  <a:pt x="1" y="4625"/>
                  <a:pt x="763" y="5387"/>
                  <a:pt x="1704" y="5387"/>
                </a:cubicBezTo>
                <a:cubicBezTo>
                  <a:pt x="2643" y="5387"/>
                  <a:pt x="3405" y="4625"/>
                  <a:pt x="3405" y="3685"/>
                </a:cubicBezTo>
                <a:cubicBezTo>
                  <a:pt x="3404" y="3392"/>
                  <a:pt x="3328" y="3115"/>
                  <a:pt x="3198" y="2874"/>
                </a:cubicBezTo>
                <a:lnTo>
                  <a:pt x="1881" y="112"/>
                </a:lnTo>
                <a:cubicBezTo>
                  <a:pt x="1845" y="38"/>
                  <a:pt x="1774" y="0"/>
                  <a:pt x="170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4" name="Google Shape;2254;p31"/>
          <p:cNvSpPr/>
          <p:nvPr/>
        </p:nvSpPr>
        <p:spPr>
          <a:xfrm>
            <a:off x="4981732" y="1439990"/>
            <a:ext cx="176065" cy="179364"/>
          </a:xfrm>
          <a:custGeom>
            <a:rect b="b" l="l" r="r" t="t"/>
            <a:pathLst>
              <a:path extrusionOk="0" h="3470" w="3406">
                <a:moveTo>
                  <a:pt x="1701" y="0"/>
                </a:moveTo>
                <a:cubicBezTo>
                  <a:pt x="1328" y="0"/>
                  <a:pt x="1328" y="378"/>
                  <a:pt x="953" y="378"/>
                </a:cubicBezTo>
                <a:cubicBezTo>
                  <a:pt x="764" y="378"/>
                  <a:pt x="671" y="281"/>
                  <a:pt x="575" y="184"/>
                </a:cubicBezTo>
                <a:lnTo>
                  <a:pt x="207" y="957"/>
                </a:lnTo>
                <a:cubicBezTo>
                  <a:pt x="76" y="1198"/>
                  <a:pt x="1" y="1475"/>
                  <a:pt x="1" y="1768"/>
                </a:cubicBezTo>
                <a:cubicBezTo>
                  <a:pt x="1" y="2708"/>
                  <a:pt x="763" y="3470"/>
                  <a:pt x="1702" y="3470"/>
                </a:cubicBezTo>
                <a:cubicBezTo>
                  <a:pt x="2643" y="3470"/>
                  <a:pt x="3405" y="2708"/>
                  <a:pt x="3405" y="1768"/>
                </a:cubicBezTo>
                <a:cubicBezTo>
                  <a:pt x="3405" y="1474"/>
                  <a:pt x="3331" y="1197"/>
                  <a:pt x="3199" y="957"/>
                </a:cubicBezTo>
                <a:lnTo>
                  <a:pt x="2830" y="183"/>
                </a:lnTo>
                <a:lnTo>
                  <a:pt x="2828" y="184"/>
                </a:lnTo>
                <a:cubicBezTo>
                  <a:pt x="2734" y="281"/>
                  <a:pt x="2641" y="378"/>
                  <a:pt x="2449" y="378"/>
                </a:cubicBezTo>
                <a:cubicBezTo>
                  <a:pt x="2075" y="378"/>
                  <a:pt x="2075" y="0"/>
                  <a:pt x="17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5" name="Google Shape;2255;p31"/>
          <p:cNvSpPr/>
          <p:nvPr/>
        </p:nvSpPr>
        <p:spPr>
          <a:xfrm>
            <a:off x="4976563" y="1335575"/>
            <a:ext cx="186662" cy="289102"/>
          </a:xfrm>
          <a:custGeom>
            <a:rect b="b" l="l" r="r" t="t"/>
            <a:pathLst>
              <a:path extrusionOk="0" h="5593" w="3611">
                <a:moveTo>
                  <a:pt x="1802" y="207"/>
                </a:moveTo>
                <a:cubicBezTo>
                  <a:pt x="1817" y="207"/>
                  <a:pt x="1866" y="210"/>
                  <a:pt x="1888" y="260"/>
                </a:cubicBezTo>
                <a:lnTo>
                  <a:pt x="2805" y="2180"/>
                </a:lnTo>
                <a:cubicBezTo>
                  <a:pt x="2737" y="2246"/>
                  <a:pt x="2669" y="2294"/>
                  <a:pt x="2549" y="2294"/>
                </a:cubicBezTo>
                <a:cubicBezTo>
                  <a:pt x="2405" y="2294"/>
                  <a:pt x="2337" y="2224"/>
                  <a:pt x="2248" y="2136"/>
                </a:cubicBezTo>
                <a:cubicBezTo>
                  <a:pt x="2150" y="2039"/>
                  <a:pt x="2031" y="1917"/>
                  <a:pt x="1801" y="1917"/>
                </a:cubicBezTo>
                <a:cubicBezTo>
                  <a:pt x="1571" y="1917"/>
                  <a:pt x="1450" y="2039"/>
                  <a:pt x="1355" y="2136"/>
                </a:cubicBezTo>
                <a:cubicBezTo>
                  <a:pt x="1266" y="2224"/>
                  <a:pt x="1198" y="2294"/>
                  <a:pt x="1053" y="2294"/>
                </a:cubicBezTo>
                <a:cubicBezTo>
                  <a:pt x="936" y="2294"/>
                  <a:pt x="867" y="2248"/>
                  <a:pt x="799" y="2183"/>
                </a:cubicBezTo>
                <a:lnTo>
                  <a:pt x="1718" y="260"/>
                </a:lnTo>
                <a:cubicBezTo>
                  <a:pt x="1741" y="210"/>
                  <a:pt x="1789" y="207"/>
                  <a:pt x="1802" y="207"/>
                </a:cubicBezTo>
                <a:close/>
                <a:moveTo>
                  <a:pt x="1801" y="2122"/>
                </a:moveTo>
                <a:cubicBezTo>
                  <a:pt x="1946" y="2122"/>
                  <a:pt x="2015" y="2191"/>
                  <a:pt x="2103" y="2280"/>
                </a:cubicBezTo>
                <a:cubicBezTo>
                  <a:pt x="2200" y="2377"/>
                  <a:pt x="2321" y="2498"/>
                  <a:pt x="2549" y="2498"/>
                </a:cubicBezTo>
                <a:cubicBezTo>
                  <a:pt x="2708" y="2498"/>
                  <a:pt x="2813" y="2441"/>
                  <a:pt x="2897" y="2372"/>
                </a:cubicBezTo>
                <a:lnTo>
                  <a:pt x="3207" y="3021"/>
                </a:lnTo>
                <a:lnTo>
                  <a:pt x="3209" y="3025"/>
                </a:lnTo>
                <a:cubicBezTo>
                  <a:pt x="3336" y="3258"/>
                  <a:pt x="3403" y="3521"/>
                  <a:pt x="3403" y="3788"/>
                </a:cubicBezTo>
                <a:cubicBezTo>
                  <a:pt x="3403" y="4670"/>
                  <a:pt x="2685" y="5388"/>
                  <a:pt x="1802" y="5388"/>
                </a:cubicBezTo>
                <a:cubicBezTo>
                  <a:pt x="920" y="5388"/>
                  <a:pt x="204" y="4670"/>
                  <a:pt x="204" y="3788"/>
                </a:cubicBezTo>
                <a:cubicBezTo>
                  <a:pt x="204" y="3522"/>
                  <a:pt x="271" y="3258"/>
                  <a:pt x="400" y="3021"/>
                </a:cubicBezTo>
                <a:lnTo>
                  <a:pt x="708" y="2373"/>
                </a:lnTo>
                <a:cubicBezTo>
                  <a:pt x="790" y="2441"/>
                  <a:pt x="896" y="2498"/>
                  <a:pt x="1053" y="2498"/>
                </a:cubicBezTo>
                <a:cubicBezTo>
                  <a:pt x="1284" y="2498"/>
                  <a:pt x="1403" y="2377"/>
                  <a:pt x="1500" y="2280"/>
                </a:cubicBezTo>
                <a:cubicBezTo>
                  <a:pt x="1588" y="2191"/>
                  <a:pt x="1657" y="2122"/>
                  <a:pt x="1801" y="2122"/>
                </a:cubicBezTo>
                <a:close/>
                <a:moveTo>
                  <a:pt x="1805" y="0"/>
                </a:moveTo>
                <a:cubicBezTo>
                  <a:pt x="1688" y="0"/>
                  <a:pt x="1582" y="66"/>
                  <a:pt x="1533" y="172"/>
                </a:cubicBezTo>
                <a:lnTo>
                  <a:pt x="219" y="2929"/>
                </a:lnTo>
                <a:cubicBezTo>
                  <a:pt x="76" y="3191"/>
                  <a:pt x="1" y="3489"/>
                  <a:pt x="1" y="3788"/>
                </a:cubicBezTo>
                <a:cubicBezTo>
                  <a:pt x="1" y="4783"/>
                  <a:pt x="810" y="5592"/>
                  <a:pt x="1806" y="5592"/>
                </a:cubicBezTo>
                <a:cubicBezTo>
                  <a:pt x="2800" y="5592"/>
                  <a:pt x="3610" y="4783"/>
                  <a:pt x="3610" y="3788"/>
                </a:cubicBezTo>
                <a:cubicBezTo>
                  <a:pt x="3607" y="3489"/>
                  <a:pt x="3532" y="3193"/>
                  <a:pt x="3391" y="2931"/>
                </a:cubicBezTo>
                <a:lnTo>
                  <a:pt x="2076" y="172"/>
                </a:lnTo>
                <a:cubicBezTo>
                  <a:pt x="2026" y="66"/>
                  <a:pt x="1920" y="0"/>
                  <a:pt x="1805" y="0"/>
                </a:cubicBezTo>
                <a:close/>
              </a:path>
            </a:pathLst>
          </a:custGeom>
          <a:solidFill>
            <a:srgbClr val="2F5B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6" name="Google Shape;2256;p31"/>
          <p:cNvSpPr/>
          <p:nvPr/>
        </p:nvSpPr>
        <p:spPr>
          <a:xfrm>
            <a:off x="5094526" y="1563324"/>
            <a:ext cx="38149" cy="34012"/>
          </a:xfrm>
          <a:custGeom>
            <a:rect b="b" l="l" r="r" t="t"/>
            <a:pathLst>
              <a:path extrusionOk="0" h="658" w="738">
                <a:moveTo>
                  <a:pt x="620" y="1"/>
                </a:moveTo>
                <a:cubicBezTo>
                  <a:pt x="587" y="1"/>
                  <a:pt x="555" y="17"/>
                  <a:pt x="535" y="47"/>
                </a:cubicBezTo>
                <a:cubicBezTo>
                  <a:pt x="420" y="223"/>
                  <a:pt x="259" y="368"/>
                  <a:pt x="71" y="463"/>
                </a:cubicBezTo>
                <a:cubicBezTo>
                  <a:pt x="21" y="488"/>
                  <a:pt x="0" y="550"/>
                  <a:pt x="25" y="601"/>
                </a:cubicBezTo>
                <a:cubicBezTo>
                  <a:pt x="42" y="637"/>
                  <a:pt x="78" y="657"/>
                  <a:pt x="117" y="657"/>
                </a:cubicBezTo>
                <a:cubicBezTo>
                  <a:pt x="132" y="657"/>
                  <a:pt x="148" y="653"/>
                  <a:pt x="163" y="645"/>
                </a:cubicBezTo>
                <a:cubicBezTo>
                  <a:pt x="383" y="534"/>
                  <a:pt x="571" y="367"/>
                  <a:pt x="706" y="159"/>
                </a:cubicBezTo>
                <a:cubicBezTo>
                  <a:pt x="737" y="111"/>
                  <a:pt x="725" y="48"/>
                  <a:pt x="677" y="18"/>
                </a:cubicBezTo>
                <a:cubicBezTo>
                  <a:pt x="659" y="6"/>
                  <a:pt x="640" y="1"/>
                  <a:pt x="62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7" name="Google Shape;2257;p31"/>
          <p:cNvSpPr/>
          <p:nvPr/>
        </p:nvSpPr>
        <p:spPr>
          <a:xfrm>
            <a:off x="5128230" y="1533602"/>
            <a:ext cx="14474" cy="24346"/>
          </a:xfrm>
          <a:custGeom>
            <a:rect b="b" l="l" r="r" t="t"/>
            <a:pathLst>
              <a:path extrusionOk="0" h="471" w="280">
                <a:moveTo>
                  <a:pt x="173" y="1"/>
                </a:moveTo>
                <a:cubicBezTo>
                  <a:pt x="120" y="1"/>
                  <a:pt x="75" y="40"/>
                  <a:pt x="70" y="93"/>
                </a:cubicBezTo>
                <a:cubicBezTo>
                  <a:pt x="60" y="177"/>
                  <a:pt x="44" y="259"/>
                  <a:pt x="19" y="337"/>
                </a:cubicBezTo>
                <a:cubicBezTo>
                  <a:pt x="0" y="390"/>
                  <a:pt x="31" y="448"/>
                  <a:pt x="85" y="466"/>
                </a:cubicBezTo>
                <a:cubicBezTo>
                  <a:pt x="95" y="470"/>
                  <a:pt x="105" y="471"/>
                  <a:pt x="116" y="471"/>
                </a:cubicBezTo>
                <a:cubicBezTo>
                  <a:pt x="159" y="471"/>
                  <a:pt x="199" y="443"/>
                  <a:pt x="213" y="399"/>
                </a:cubicBezTo>
                <a:cubicBezTo>
                  <a:pt x="243" y="307"/>
                  <a:pt x="263" y="211"/>
                  <a:pt x="273" y="114"/>
                </a:cubicBezTo>
                <a:cubicBezTo>
                  <a:pt x="279" y="58"/>
                  <a:pt x="239" y="6"/>
                  <a:pt x="182" y="1"/>
                </a:cubicBezTo>
                <a:cubicBezTo>
                  <a:pt x="179" y="1"/>
                  <a:pt x="176" y="1"/>
                  <a:pt x="1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8" name="Google Shape;2258;p31"/>
          <p:cNvSpPr/>
          <p:nvPr/>
        </p:nvSpPr>
        <p:spPr>
          <a:xfrm>
            <a:off x="5242575" y="1341571"/>
            <a:ext cx="175599" cy="277730"/>
          </a:xfrm>
          <a:custGeom>
            <a:rect b="b" l="l" r="r" t="t"/>
            <a:pathLst>
              <a:path extrusionOk="0" h="5373" w="3397">
                <a:moveTo>
                  <a:pt x="1698" y="1"/>
                </a:moveTo>
                <a:cubicBezTo>
                  <a:pt x="1627" y="1"/>
                  <a:pt x="1555" y="38"/>
                  <a:pt x="1520" y="113"/>
                </a:cubicBezTo>
                <a:lnTo>
                  <a:pt x="205" y="2866"/>
                </a:lnTo>
                <a:cubicBezTo>
                  <a:pt x="74" y="3106"/>
                  <a:pt x="0" y="3382"/>
                  <a:pt x="0" y="3675"/>
                </a:cubicBezTo>
                <a:cubicBezTo>
                  <a:pt x="0" y="4614"/>
                  <a:pt x="759" y="5373"/>
                  <a:pt x="1697" y="5373"/>
                </a:cubicBezTo>
                <a:cubicBezTo>
                  <a:pt x="2635" y="5373"/>
                  <a:pt x="3394" y="4614"/>
                  <a:pt x="3394" y="3675"/>
                </a:cubicBezTo>
                <a:cubicBezTo>
                  <a:pt x="3396" y="3382"/>
                  <a:pt x="3322" y="3106"/>
                  <a:pt x="3192" y="2866"/>
                </a:cubicBezTo>
                <a:lnTo>
                  <a:pt x="1877" y="113"/>
                </a:lnTo>
                <a:cubicBezTo>
                  <a:pt x="1841" y="38"/>
                  <a:pt x="1770" y="1"/>
                  <a:pt x="169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9" name="Google Shape;2259;p31"/>
          <p:cNvSpPr/>
          <p:nvPr/>
        </p:nvSpPr>
        <p:spPr>
          <a:xfrm>
            <a:off x="5240197" y="1339141"/>
            <a:ext cx="180459" cy="282538"/>
          </a:xfrm>
          <a:custGeom>
            <a:rect b="b" l="l" r="r" t="t"/>
            <a:pathLst>
              <a:path extrusionOk="0" h="5466" w="3491">
                <a:moveTo>
                  <a:pt x="1745" y="94"/>
                </a:moveTo>
                <a:cubicBezTo>
                  <a:pt x="1803" y="94"/>
                  <a:pt x="1854" y="126"/>
                  <a:pt x="1878" y="180"/>
                </a:cubicBezTo>
                <a:lnTo>
                  <a:pt x="3193" y="2933"/>
                </a:lnTo>
                <a:lnTo>
                  <a:pt x="3194" y="2937"/>
                </a:lnTo>
                <a:cubicBezTo>
                  <a:pt x="3325" y="3177"/>
                  <a:pt x="3393" y="3448"/>
                  <a:pt x="3393" y="3722"/>
                </a:cubicBezTo>
                <a:cubicBezTo>
                  <a:pt x="3393" y="4632"/>
                  <a:pt x="2652" y="5373"/>
                  <a:pt x="1744" y="5373"/>
                </a:cubicBezTo>
                <a:cubicBezTo>
                  <a:pt x="834" y="5373"/>
                  <a:pt x="93" y="4632"/>
                  <a:pt x="93" y="3722"/>
                </a:cubicBezTo>
                <a:cubicBezTo>
                  <a:pt x="93" y="3448"/>
                  <a:pt x="162" y="3175"/>
                  <a:pt x="294" y="2933"/>
                </a:cubicBezTo>
                <a:lnTo>
                  <a:pt x="1609" y="180"/>
                </a:lnTo>
                <a:cubicBezTo>
                  <a:pt x="1634" y="126"/>
                  <a:pt x="1685" y="94"/>
                  <a:pt x="1745" y="94"/>
                </a:cubicBezTo>
                <a:close/>
                <a:moveTo>
                  <a:pt x="1746" y="0"/>
                </a:moveTo>
                <a:cubicBezTo>
                  <a:pt x="1650" y="0"/>
                  <a:pt x="1566" y="53"/>
                  <a:pt x="1525" y="139"/>
                </a:cubicBezTo>
                <a:lnTo>
                  <a:pt x="211" y="2891"/>
                </a:lnTo>
                <a:cubicBezTo>
                  <a:pt x="73" y="3143"/>
                  <a:pt x="0" y="3431"/>
                  <a:pt x="0" y="3721"/>
                </a:cubicBezTo>
                <a:cubicBezTo>
                  <a:pt x="0" y="4683"/>
                  <a:pt x="783" y="5466"/>
                  <a:pt x="1745" y="5466"/>
                </a:cubicBezTo>
                <a:cubicBezTo>
                  <a:pt x="2707" y="5466"/>
                  <a:pt x="3489" y="4684"/>
                  <a:pt x="3490" y="3721"/>
                </a:cubicBezTo>
                <a:cubicBezTo>
                  <a:pt x="3490" y="3433"/>
                  <a:pt x="3418" y="3144"/>
                  <a:pt x="3281" y="2892"/>
                </a:cubicBezTo>
                <a:lnTo>
                  <a:pt x="1967" y="139"/>
                </a:lnTo>
                <a:cubicBezTo>
                  <a:pt x="1926" y="53"/>
                  <a:pt x="1842" y="0"/>
                  <a:pt x="1746" y="0"/>
                </a:cubicBezTo>
                <a:close/>
              </a:path>
            </a:pathLst>
          </a:custGeom>
          <a:solidFill>
            <a:srgbClr val="377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0" name="Google Shape;2260;p31"/>
          <p:cNvSpPr/>
          <p:nvPr/>
        </p:nvSpPr>
        <p:spPr>
          <a:xfrm>
            <a:off x="5242627" y="1495402"/>
            <a:ext cx="175496" cy="123901"/>
          </a:xfrm>
          <a:custGeom>
            <a:rect b="b" l="l" r="r" t="t"/>
            <a:pathLst>
              <a:path extrusionOk="0" h="2397" w="3395">
                <a:moveTo>
                  <a:pt x="1695" y="1"/>
                </a:moveTo>
                <a:cubicBezTo>
                  <a:pt x="1170" y="1"/>
                  <a:pt x="1170" y="530"/>
                  <a:pt x="645" y="530"/>
                </a:cubicBezTo>
                <a:cubicBezTo>
                  <a:pt x="349" y="530"/>
                  <a:pt x="220" y="362"/>
                  <a:pt x="71" y="216"/>
                </a:cubicBezTo>
                <a:cubicBezTo>
                  <a:pt x="26" y="370"/>
                  <a:pt x="0" y="531"/>
                  <a:pt x="0" y="699"/>
                </a:cubicBezTo>
                <a:cubicBezTo>
                  <a:pt x="0" y="1638"/>
                  <a:pt x="760" y="2397"/>
                  <a:pt x="1698" y="2397"/>
                </a:cubicBezTo>
                <a:cubicBezTo>
                  <a:pt x="2635" y="2397"/>
                  <a:pt x="3394" y="1638"/>
                  <a:pt x="3394" y="699"/>
                </a:cubicBezTo>
                <a:cubicBezTo>
                  <a:pt x="3394" y="531"/>
                  <a:pt x="3371" y="369"/>
                  <a:pt x="3325" y="213"/>
                </a:cubicBezTo>
                <a:cubicBezTo>
                  <a:pt x="3173" y="361"/>
                  <a:pt x="3044" y="530"/>
                  <a:pt x="2746" y="530"/>
                </a:cubicBezTo>
                <a:cubicBezTo>
                  <a:pt x="2221" y="530"/>
                  <a:pt x="2221" y="1"/>
                  <a:pt x="169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1" name="Google Shape;2261;p31"/>
          <p:cNvSpPr/>
          <p:nvPr/>
        </p:nvSpPr>
        <p:spPr>
          <a:xfrm>
            <a:off x="5237199" y="1336247"/>
            <a:ext cx="186248" cy="288379"/>
          </a:xfrm>
          <a:custGeom>
            <a:rect b="b" l="l" r="r" t="t"/>
            <a:pathLst>
              <a:path extrusionOk="0" h="5579" w="3603">
                <a:moveTo>
                  <a:pt x="1803" y="206"/>
                </a:moveTo>
                <a:cubicBezTo>
                  <a:pt x="1817" y="206"/>
                  <a:pt x="1864" y="211"/>
                  <a:pt x="1888" y="261"/>
                </a:cubicBezTo>
                <a:lnTo>
                  <a:pt x="3203" y="3014"/>
                </a:lnTo>
                <a:lnTo>
                  <a:pt x="3206" y="3019"/>
                </a:lnTo>
                <a:cubicBezTo>
                  <a:pt x="3250" y="3098"/>
                  <a:pt x="3283" y="3180"/>
                  <a:pt x="3313" y="3266"/>
                </a:cubicBezTo>
                <a:lnTo>
                  <a:pt x="3306" y="3273"/>
                </a:lnTo>
                <a:cubicBezTo>
                  <a:pt x="3180" y="3399"/>
                  <a:pt x="3073" y="3507"/>
                  <a:pt x="2853" y="3507"/>
                </a:cubicBezTo>
                <a:cubicBezTo>
                  <a:pt x="2633" y="3507"/>
                  <a:pt x="2524" y="3399"/>
                  <a:pt x="2399" y="3273"/>
                </a:cubicBezTo>
                <a:cubicBezTo>
                  <a:pt x="2263" y="3136"/>
                  <a:pt x="2107" y="2978"/>
                  <a:pt x="1801" y="2978"/>
                </a:cubicBezTo>
                <a:cubicBezTo>
                  <a:pt x="1496" y="2978"/>
                  <a:pt x="1340" y="3134"/>
                  <a:pt x="1202" y="3273"/>
                </a:cubicBezTo>
                <a:cubicBezTo>
                  <a:pt x="1077" y="3399"/>
                  <a:pt x="970" y="3507"/>
                  <a:pt x="750" y="3507"/>
                </a:cubicBezTo>
                <a:cubicBezTo>
                  <a:pt x="530" y="3507"/>
                  <a:pt x="422" y="3399"/>
                  <a:pt x="297" y="3273"/>
                </a:cubicBezTo>
                <a:lnTo>
                  <a:pt x="291" y="3268"/>
                </a:lnTo>
                <a:cubicBezTo>
                  <a:pt x="321" y="3182"/>
                  <a:pt x="357" y="3096"/>
                  <a:pt x="402" y="3015"/>
                </a:cubicBezTo>
                <a:lnTo>
                  <a:pt x="1717" y="261"/>
                </a:lnTo>
                <a:cubicBezTo>
                  <a:pt x="1741" y="211"/>
                  <a:pt x="1788" y="206"/>
                  <a:pt x="1803" y="206"/>
                </a:cubicBezTo>
                <a:close/>
                <a:moveTo>
                  <a:pt x="1802" y="3182"/>
                </a:moveTo>
                <a:cubicBezTo>
                  <a:pt x="2022" y="3182"/>
                  <a:pt x="2130" y="3290"/>
                  <a:pt x="2254" y="3415"/>
                </a:cubicBezTo>
                <a:cubicBezTo>
                  <a:pt x="2391" y="3553"/>
                  <a:pt x="2547" y="3711"/>
                  <a:pt x="2853" y="3711"/>
                </a:cubicBezTo>
                <a:cubicBezTo>
                  <a:pt x="3102" y="3711"/>
                  <a:pt x="3251" y="3605"/>
                  <a:pt x="3372" y="3494"/>
                </a:cubicBezTo>
                <a:cubicBezTo>
                  <a:pt x="3389" y="3587"/>
                  <a:pt x="3398" y="3682"/>
                  <a:pt x="3398" y="3778"/>
                </a:cubicBezTo>
                <a:cubicBezTo>
                  <a:pt x="3398" y="4657"/>
                  <a:pt x="2682" y="5372"/>
                  <a:pt x="1803" y="5372"/>
                </a:cubicBezTo>
                <a:cubicBezTo>
                  <a:pt x="923" y="5372"/>
                  <a:pt x="208" y="4657"/>
                  <a:pt x="208" y="3777"/>
                </a:cubicBezTo>
                <a:cubicBezTo>
                  <a:pt x="208" y="3683"/>
                  <a:pt x="217" y="3588"/>
                  <a:pt x="233" y="3495"/>
                </a:cubicBezTo>
                <a:cubicBezTo>
                  <a:pt x="354" y="3607"/>
                  <a:pt x="503" y="3711"/>
                  <a:pt x="750" y="3711"/>
                </a:cubicBezTo>
                <a:cubicBezTo>
                  <a:pt x="1056" y="3711"/>
                  <a:pt x="1210" y="3554"/>
                  <a:pt x="1348" y="3415"/>
                </a:cubicBezTo>
                <a:cubicBezTo>
                  <a:pt x="1474" y="3290"/>
                  <a:pt x="1582" y="3182"/>
                  <a:pt x="1802" y="3182"/>
                </a:cubicBezTo>
                <a:close/>
                <a:moveTo>
                  <a:pt x="1802" y="1"/>
                </a:moveTo>
                <a:cubicBezTo>
                  <a:pt x="1685" y="1"/>
                  <a:pt x="1582" y="66"/>
                  <a:pt x="1531" y="172"/>
                </a:cubicBezTo>
                <a:lnTo>
                  <a:pt x="218" y="2921"/>
                </a:lnTo>
                <a:cubicBezTo>
                  <a:pt x="76" y="3183"/>
                  <a:pt x="1" y="3480"/>
                  <a:pt x="1" y="3778"/>
                </a:cubicBezTo>
                <a:cubicBezTo>
                  <a:pt x="1" y="4771"/>
                  <a:pt x="807" y="5578"/>
                  <a:pt x="1800" y="5578"/>
                </a:cubicBezTo>
                <a:cubicBezTo>
                  <a:pt x="2792" y="5578"/>
                  <a:pt x="3599" y="4771"/>
                  <a:pt x="3599" y="3778"/>
                </a:cubicBezTo>
                <a:cubicBezTo>
                  <a:pt x="3603" y="3480"/>
                  <a:pt x="3528" y="3184"/>
                  <a:pt x="3386" y="2923"/>
                </a:cubicBezTo>
                <a:lnTo>
                  <a:pt x="2073" y="172"/>
                </a:lnTo>
                <a:cubicBezTo>
                  <a:pt x="2023" y="67"/>
                  <a:pt x="1919" y="1"/>
                  <a:pt x="1802" y="1"/>
                </a:cubicBezTo>
                <a:close/>
              </a:path>
            </a:pathLst>
          </a:custGeom>
          <a:solidFill>
            <a:srgbClr val="2F5B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31"/>
          <p:cNvSpPr/>
          <p:nvPr/>
        </p:nvSpPr>
        <p:spPr>
          <a:xfrm>
            <a:off x="5355008" y="1563324"/>
            <a:ext cx="38149" cy="33909"/>
          </a:xfrm>
          <a:custGeom>
            <a:rect b="b" l="l" r="r" t="t"/>
            <a:pathLst>
              <a:path extrusionOk="0" h="656" w="738">
                <a:moveTo>
                  <a:pt x="619" y="1"/>
                </a:moveTo>
                <a:cubicBezTo>
                  <a:pt x="586" y="1"/>
                  <a:pt x="553" y="17"/>
                  <a:pt x="534" y="47"/>
                </a:cubicBezTo>
                <a:cubicBezTo>
                  <a:pt x="419" y="223"/>
                  <a:pt x="259" y="367"/>
                  <a:pt x="71" y="461"/>
                </a:cubicBezTo>
                <a:cubicBezTo>
                  <a:pt x="20" y="486"/>
                  <a:pt x="1" y="548"/>
                  <a:pt x="25" y="599"/>
                </a:cubicBezTo>
                <a:cubicBezTo>
                  <a:pt x="42" y="635"/>
                  <a:pt x="78" y="655"/>
                  <a:pt x="117" y="655"/>
                </a:cubicBezTo>
                <a:cubicBezTo>
                  <a:pt x="133" y="655"/>
                  <a:pt x="148" y="652"/>
                  <a:pt x="163" y="644"/>
                </a:cubicBezTo>
                <a:cubicBezTo>
                  <a:pt x="383" y="532"/>
                  <a:pt x="571" y="366"/>
                  <a:pt x="706" y="159"/>
                </a:cubicBezTo>
                <a:cubicBezTo>
                  <a:pt x="737" y="112"/>
                  <a:pt x="725" y="48"/>
                  <a:pt x="676" y="18"/>
                </a:cubicBezTo>
                <a:cubicBezTo>
                  <a:pt x="658" y="6"/>
                  <a:pt x="639" y="1"/>
                  <a:pt x="6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3" name="Google Shape;2263;p31"/>
          <p:cNvSpPr/>
          <p:nvPr/>
        </p:nvSpPr>
        <p:spPr>
          <a:xfrm>
            <a:off x="5388660" y="1533705"/>
            <a:ext cx="14474" cy="24294"/>
          </a:xfrm>
          <a:custGeom>
            <a:rect b="b" l="l" r="r" t="t"/>
            <a:pathLst>
              <a:path extrusionOk="0" h="470" w="280">
                <a:moveTo>
                  <a:pt x="173" y="1"/>
                </a:moveTo>
                <a:cubicBezTo>
                  <a:pt x="120" y="1"/>
                  <a:pt x="76" y="39"/>
                  <a:pt x="70" y="93"/>
                </a:cubicBezTo>
                <a:cubicBezTo>
                  <a:pt x="61" y="176"/>
                  <a:pt x="44" y="257"/>
                  <a:pt x="19" y="336"/>
                </a:cubicBezTo>
                <a:cubicBezTo>
                  <a:pt x="0" y="390"/>
                  <a:pt x="31" y="447"/>
                  <a:pt x="85" y="465"/>
                </a:cubicBezTo>
                <a:cubicBezTo>
                  <a:pt x="95" y="469"/>
                  <a:pt x="106" y="470"/>
                  <a:pt x="117" y="470"/>
                </a:cubicBezTo>
                <a:cubicBezTo>
                  <a:pt x="160" y="470"/>
                  <a:pt x="200" y="442"/>
                  <a:pt x="214" y="398"/>
                </a:cubicBezTo>
                <a:cubicBezTo>
                  <a:pt x="244" y="306"/>
                  <a:pt x="264" y="211"/>
                  <a:pt x="272" y="115"/>
                </a:cubicBezTo>
                <a:cubicBezTo>
                  <a:pt x="280" y="58"/>
                  <a:pt x="239" y="7"/>
                  <a:pt x="182" y="1"/>
                </a:cubicBezTo>
                <a:cubicBezTo>
                  <a:pt x="179" y="1"/>
                  <a:pt x="176" y="1"/>
                  <a:pt x="1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31"/>
          <p:cNvSpPr/>
          <p:nvPr/>
        </p:nvSpPr>
        <p:spPr>
          <a:xfrm>
            <a:off x="5147333" y="3881890"/>
            <a:ext cx="45884" cy="45814"/>
          </a:xfrm>
          <a:custGeom>
            <a:rect b="b" l="l" r="r" t="t"/>
            <a:pathLst>
              <a:path extrusionOk="0" h="650" w="651">
                <a:moveTo>
                  <a:pt x="326" y="0"/>
                </a:moveTo>
                <a:cubicBezTo>
                  <a:pt x="147" y="0"/>
                  <a:pt x="0" y="147"/>
                  <a:pt x="0" y="326"/>
                </a:cubicBezTo>
                <a:cubicBezTo>
                  <a:pt x="0" y="505"/>
                  <a:pt x="147" y="650"/>
                  <a:pt x="326" y="650"/>
                </a:cubicBezTo>
                <a:cubicBezTo>
                  <a:pt x="505" y="650"/>
                  <a:pt x="650" y="505"/>
                  <a:pt x="650" y="326"/>
                </a:cubicBezTo>
                <a:cubicBezTo>
                  <a:pt x="650" y="147"/>
                  <a:pt x="505" y="0"/>
                  <a:pt x="326" y="0"/>
                </a:cubicBezTo>
                <a:close/>
              </a:path>
            </a:pathLst>
          </a:custGeom>
          <a:solidFill>
            <a:srgbClr val="2F5B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5" name="Google Shape;2265;p31"/>
          <p:cNvSpPr/>
          <p:nvPr/>
        </p:nvSpPr>
        <p:spPr>
          <a:xfrm>
            <a:off x="5147333" y="1711075"/>
            <a:ext cx="45884" cy="45814"/>
          </a:xfrm>
          <a:custGeom>
            <a:rect b="b" l="l" r="r" t="t"/>
            <a:pathLst>
              <a:path extrusionOk="0" h="650" w="651">
                <a:moveTo>
                  <a:pt x="326" y="0"/>
                </a:moveTo>
                <a:cubicBezTo>
                  <a:pt x="147" y="0"/>
                  <a:pt x="0" y="146"/>
                  <a:pt x="0" y="325"/>
                </a:cubicBezTo>
                <a:cubicBezTo>
                  <a:pt x="0" y="504"/>
                  <a:pt x="147" y="650"/>
                  <a:pt x="326" y="650"/>
                </a:cubicBezTo>
                <a:cubicBezTo>
                  <a:pt x="506" y="650"/>
                  <a:pt x="650" y="504"/>
                  <a:pt x="650" y="325"/>
                </a:cubicBezTo>
                <a:cubicBezTo>
                  <a:pt x="650" y="146"/>
                  <a:pt x="505" y="0"/>
                  <a:pt x="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31"/>
          <p:cNvSpPr/>
          <p:nvPr/>
        </p:nvSpPr>
        <p:spPr>
          <a:xfrm>
            <a:off x="2751750" y="1182662"/>
            <a:ext cx="3498258" cy="3535332"/>
          </a:xfrm>
          <a:custGeom>
            <a:rect b="b" l="l" r="r" t="t"/>
            <a:pathLst>
              <a:path extrusionOk="0" h="50159" w="49633">
                <a:moveTo>
                  <a:pt x="8735" y="205"/>
                </a:moveTo>
                <a:cubicBezTo>
                  <a:pt x="9038" y="205"/>
                  <a:pt x="9287" y="454"/>
                  <a:pt x="9287" y="757"/>
                </a:cubicBezTo>
                <a:cubicBezTo>
                  <a:pt x="9287" y="1060"/>
                  <a:pt x="9040" y="1308"/>
                  <a:pt x="8735" y="1308"/>
                </a:cubicBezTo>
                <a:cubicBezTo>
                  <a:pt x="8431" y="1308"/>
                  <a:pt x="8184" y="1060"/>
                  <a:pt x="8184" y="757"/>
                </a:cubicBezTo>
                <a:cubicBezTo>
                  <a:pt x="8184" y="453"/>
                  <a:pt x="8432" y="205"/>
                  <a:pt x="8735" y="205"/>
                </a:cubicBezTo>
                <a:close/>
                <a:moveTo>
                  <a:pt x="34314" y="7271"/>
                </a:moveTo>
                <a:cubicBezTo>
                  <a:pt x="34618" y="7271"/>
                  <a:pt x="34865" y="7519"/>
                  <a:pt x="34865" y="7822"/>
                </a:cubicBezTo>
                <a:cubicBezTo>
                  <a:pt x="34865" y="8127"/>
                  <a:pt x="34617" y="8373"/>
                  <a:pt x="34314" y="8373"/>
                </a:cubicBezTo>
                <a:cubicBezTo>
                  <a:pt x="34011" y="8373"/>
                  <a:pt x="33762" y="8126"/>
                  <a:pt x="33762" y="7822"/>
                </a:cubicBezTo>
                <a:cubicBezTo>
                  <a:pt x="33762" y="7518"/>
                  <a:pt x="34011" y="7271"/>
                  <a:pt x="34314" y="7271"/>
                </a:cubicBezTo>
                <a:close/>
                <a:moveTo>
                  <a:pt x="5868" y="17513"/>
                </a:moveTo>
                <a:cubicBezTo>
                  <a:pt x="6172" y="17513"/>
                  <a:pt x="6419" y="17760"/>
                  <a:pt x="6419" y="18064"/>
                </a:cubicBezTo>
                <a:cubicBezTo>
                  <a:pt x="6419" y="18369"/>
                  <a:pt x="6171" y="18615"/>
                  <a:pt x="5868" y="18615"/>
                </a:cubicBezTo>
                <a:cubicBezTo>
                  <a:pt x="5563" y="18615"/>
                  <a:pt x="5317" y="18369"/>
                  <a:pt x="5317" y="18064"/>
                </a:cubicBezTo>
                <a:cubicBezTo>
                  <a:pt x="5316" y="17760"/>
                  <a:pt x="5563" y="17513"/>
                  <a:pt x="5868" y="17513"/>
                </a:cubicBezTo>
                <a:close/>
                <a:moveTo>
                  <a:pt x="1690" y="31129"/>
                </a:moveTo>
                <a:cubicBezTo>
                  <a:pt x="1992" y="31129"/>
                  <a:pt x="2239" y="31376"/>
                  <a:pt x="2239" y="31680"/>
                </a:cubicBezTo>
                <a:cubicBezTo>
                  <a:pt x="2239" y="31984"/>
                  <a:pt x="1991" y="32232"/>
                  <a:pt x="1688" y="32232"/>
                </a:cubicBezTo>
                <a:cubicBezTo>
                  <a:pt x="1383" y="32232"/>
                  <a:pt x="1137" y="31984"/>
                  <a:pt x="1137" y="31680"/>
                </a:cubicBezTo>
                <a:cubicBezTo>
                  <a:pt x="1137" y="31375"/>
                  <a:pt x="1384" y="31129"/>
                  <a:pt x="1688" y="31129"/>
                </a:cubicBezTo>
                <a:cubicBezTo>
                  <a:pt x="1689" y="31129"/>
                  <a:pt x="1690" y="31129"/>
                  <a:pt x="1690" y="31129"/>
                </a:cubicBezTo>
                <a:close/>
                <a:moveTo>
                  <a:pt x="34314" y="38069"/>
                </a:moveTo>
                <a:cubicBezTo>
                  <a:pt x="34618" y="38069"/>
                  <a:pt x="34865" y="38316"/>
                  <a:pt x="34865" y="38620"/>
                </a:cubicBezTo>
                <a:cubicBezTo>
                  <a:pt x="34865" y="38925"/>
                  <a:pt x="34617" y="39171"/>
                  <a:pt x="34314" y="39171"/>
                </a:cubicBezTo>
                <a:cubicBezTo>
                  <a:pt x="34009" y="39171"/>
                  <a:pt x="33762" y="38923"/>
                  <a:pt x="33762" y="38620"/>
                </a:cubicBezTo>
                <a:cubicBezTo>
                  <a:pt x="33762" y="38317"/>
                  <a:pt x="34011" y="38069"/>
                  <a:pt x="34314" y="38069"/>
                </a:cubicBezTo>
                <a:close/>
                <a:moveTo>
                  <a:pt x="8735" y="0"/>
                </a:moveTo>
                <a:cubicBezTo>
                  <a:pt x="8360" y="0"/>
                  <a:pt x="8048" y="276"/>
                  <a:pt x="7989" y="636"/>
                </a:cubicBezTo>
                <a:lnTo>
                  <a:pt x="0" y="636"/>
                </a:lnTo>
                <a:lnTo>
                  <a:pt x="0" y="840"/>
                </a:lnTo>
                <a:lnTo>
                  <a:pt x="7983" y="840"/>
                </a:lnTo>
                <a:cubicBezTo>
                  <a:pt x="8022" y="1184"/>
                  <a:pt x="8291" y="1458"/>
                  <a:pt x="8633" y="1505"/>
                </a:cubicBezTo>
                <a:lnTo>
                  <a:pt x="8633" y="4261"/>
                </a:lnTo>
                <a:cubicBezTo>
                  <a:pt x="8521" y="4303"/>
                  <a:pt x="8442" y="4409"/>
                  <a:pt x="8442" y="4535"/>
                </a:cubicBezTo>
                <a:cubicBezTo>
                  <a:pt x="8442" y="4696"/>
                  <a:pt x="8572" y="4828"/>
                  <a:pt x="8735" y="4828"/>
                </a:cubicBezTo>
                <a:cubicBezTo>
                  <a:pt x="8897" y="4828"/>
                  <a:pt x="9028" y="4697"/>
                  <a:pt x="9028" y="4535"/>
                </a:cubicBezTo>
                <a:cubicBezTo>
                  <a:pt x="9028" y="4409"/>
                  <a:pt x="8949" y="4303"/>
                  <a:pt x="8837" y="4261"/>
                </a:cubicBezTo>
                <a:lnTo>
                  <a:pt x="8837" y="1505"/>
                </a:lnTo>
                <a:cubicBezTo>
                  <a:pt x="9179" y="1458"/>
                  <a:pt x="9449" y="1184"/>
                  <a:pt x="9487" y="840"/>
                </a:cubicBezTo>
                <a:lnTo>
                  <a:pt x="46933" y="840"/>
                </a:lnTo>
                <a:cubicBezTo>
                  <a:pt x="48310" y="840"/>
                  <a:pt x="49428" y="1959"/>
                  <a:pt x="49428" y="3335"/>
                </a:cubicBezTo>
                <a:lnTo>
                  <a:pt x="49428" y="5222"/>
                </a:lnTo>
                <a:cubicBezTo>
                  <a:pt x="49428" y="6598"/>
                  <a:pt x="48310" y="7717"/>
                  <a:pt x="46933" y="7717"/>
                </a:cubicBezTo>
                <a:lnTo>
                  <a:pt x="35063" y="7717"/>
                </a:lnTo>
                <a:cubicBezTo>
                  <a:pt x="35011" y="7350"/>
                  <a:pt x="34696" y="7067"/>
                  <a:pt x="34315" y="7067"/>
                </a:cubicBezTo>
                <a:cubicBezTo>
                  <a:pt x="33933" y="7067"/>
                  <a:pt x="33618" y="7350"/>
                  <a:pt x="33567" y="7717"/>
                </a:cubicBezTo>
                <a:lnTo>
                  <a:pt x="4285" y="7717"/>
                </a:lnTo>
                <a:cubicBezTo>
                  <a:pt x="2796" y="7717"/>
                  <a:pt x="1586" y="8929"/>
                  <a:pt x="1586" y="10417"/>
                </a:cubicBezTo>
                <a:lnTo>
                  <a:pt x="1586" y="15477"/>
                </a:lnTo>
                <a:cubicBezTo>
                  <a:pt x="1586" y="16966"/>
                  <a:pt x="2796" y="18176"/>
                  <a:pt x="4285" y="18176"/>
                </a:cubicBezTo>
                <a:lnTo>
                  <a:pt x="5121" y="18176"/>
                </a:lnTo>
                <a:cubicBezTo>
                  <a:pt x="5170" y="18507"/>
                  <a:pt x="5434" y="18768"/>
                  <a:pt x="5766" y="18814"/>
                </a:cubicBezTo>
                <a:lnTo>
                  <a:pt x="5766" y="20296"/>
                </a:lnTo>
                <a:cubicBezTo>
                  <a:pt x="5654" y="20338"/>
                  <a:pt x="5574" y="20445"/>
                  <a:pt x="5574" y="20570"/>
                </a:cubicBezTo>
                <a:cubicBezTo>
                  <a:pt x="5574" y="20731"/>
                  <a:pt x="5705" y="20862"/>
                  <a:pt x="5868" y="20862"/>
                </a:cubicBezTo>
                <a:cubicBezTo>
                  <a:pt x="6029" y="20862"/>
                  <a:pt x="6161" y="20732"/>
                  <a:pt x="6161" y="20570"/>
                </a:cubicBezTo>
                <a:cubicBezTo>
                  <a:pt x="6161" y="20445"/>
                  <a:pt x="6081" y="20338"/>
                  <a:pt x="5970" y="20296"/>
                </a:cubicBezTo>
                <a:lnTo>
                  <a:pt x="5970" y="18814"/>
                </a:lnTo>
                <a:cubicBezTo>
                  <a:pt x="6301" y="18769"/>
                  <a:pt x="6565" y="18508"/>
                  <a:pt x="6615" y="18176"/>
                </a:cubicBezTo>
                <a:lnTo>
                  <a:pt x="16249" y="18176"/>
                </a:lnTo>
                <a:lnTo>
                  <a:pt x="34969" y="18165"/>
                </a:lnTo>
                <a:lnTo>
                  <a:pt x="46932" y="18165"/>
                </a:lnTo>
                <a:cubicBezTo>
                  <a:pt x="48308" y="18165"/>
                  <a:pt x="49427" y="19284"/>
                  <a:pt x="49427" y="20661"/>
                </a:cubicBezTo>
                <a:lnTo>
                  <a:pt x="49427" y="25709"/>
                </a:lnTo>
                <a:cubicBezTo>
                  <a:pt x="49427" y="27085"/>
                  <a:pt x="48308" y="28204"/>
                  <a:pt x="46932" y="28204"/>
                </a:cubicBezTo>
                <a:lnTo>
                  <a:pt x="4285" y="28204"/>
                </a:lnTo>
                <a:cubicBezTo>
                  <a:pt x="2796" y="28204"/>
                  <a:pt x="1586" y="29415"/>
                  <a:pt x="1586" y="30904"/>
                </a:cubicBezTo>
                <a:lnTo>
                  <a:pt x="1586" y="30930"/>
                </a:lnTo>
                <a:cubicBezTo>
                  <a:pt x="1218" y="30980"/>
                  <a:pt x="932" y="31298"/>
                  <a:pt x="932" y="31679"/>
                </a:cubicBezTo>
                <a:cubicBezTo>
                  <a:pt x="932" y="32061"/>
                  <a:pt x="1218" y="32377"/>
                  <a:pt x="1586" y="32427"/>
                </a:cubicBezTo>
                <a:lnTo>
                  <a:pt x="1586" y="35951"/>
                </a:lnTo>
                <a:cubicBezTo>
                  <a:pt x="1586" y="37440"/>
                  <a:pt x="2796" y="38650"/>
                  <a:pt x="4285" y="38650"/>
                </a:cubicBezTo>
                <a:lnTo>
                  <a:pt x="33559" y="38650"/>
                </a:lnTo>
                <a:cubicBezTo>
                  <a:pt x="33574" y="39019"/>
                  <a:pt x="33853" y="39319"/>
                  <a:pt x="34211" y="39369"/>
                </a:cubicBezTo>
                <a:lnTo>
                  <a:pt x="34211" y="40850"/>
                </a:lnTo>
                <a:cubicBezTo>
                  <a:pt x="34100" y="40893"/>
                  <a:pt x="34021" y="40999"/>
                  <a:pt x="34021" y="41124"/>
                </a:cubicBezTo>
                <a:cubicBezTo>
                  <a:pt x="34021" y="41285"/>
                  <a:pt x="34151" y="41417"/>
                  <a:pt x="34314" y="41417"/>
                </a:cubicBezTo>
                <a:cubicBezTo>
                  <a:pt x="34474" y="41417"/>
                  <a:pt x="34606" y="41287"/>
                  <a:pt x="34606" y="41124"/>
                </a:cubicBezTo>
                <a:cubicBezTo>
                  <a:pt x="34606" y="40999"/>
                  <a:pt x="34528" y="40893"/>
                  <a:pt x="34416" y="40850"/>
                </a:cubicBezTo>
                <a:lnTo>
                  <a:pt x="34416" y="39369"/>
                </a:lnTo>
                <a:cubicBezTo>
                  <a:pt x="34753" y="39323"/>
                  <a:pt x="35019" y="39054"/>
                  <a:pt x="35063" y="38717"/>
                </a:cubicBezTo>
                <a:lnTo>
                  <a:pt x="46932" y="38717"/>
                </a:lnTo>
                <a:cubicBezTo>
                  <a:pt x="48308" y="38717"/>
                  <a:pt x="49427" y="39836"/>
                  <a:pt x="49427" y="41212"/>
                </a:cubicBezTo>
                <a:lnTo>
                  <a:pt x="49427" y="50158"/>
                </a:lnTo>
                <a:lnTo>
                  <a:pt x="49632" y="50158"/>
                </a:lnTo>
                <a:lnTo>
                  <a:pt x="49632" y="41212"/>
                </a:lnTo>
                <a:cubicBezTo>
                  <a:pt x="49632" y="39724"/>
                  <a:pt x="48420" y="38512"/>
                  <a:pt x="46932" y="38512"/>
                </a:cubicBezTo>
                <a:lnTo>
                  <a:pt x="35062" y="38512"/>
                </a:lnTo>
                <a:cubicBezTo>
                  <a:pt x="35009" y="38146"/>
                  <a:pt x="34694" y="37862"/>
                  <a:pt x="34314" y="37862"/>
                </a:cubicBezTo>
                <a:cubicBezTo>
                  <a:pt x="33957" y="37862"/>
                  <a:pt x="33656" y="38112"/>
                  <a:pt x="33578" y="38446"/>
                </a:cubicBezTo>
                <a:lnTo>
                  <a:pt x="4285" y="38446"/>
                </a:lnTo>
                <a:cubicBezTo>
                  <a:pt x="2909" y="38446"/>
                  <a:pt x="1791" y="37327"/>
                  <a:pt x="1791" y="35951"/>
                </a:cubicBezTo>
                <a:lnTo>
                  <a:pt x="1791" y="32428"/>
                </a:lnTo>
                <a:cubicBezTo>
                  <a:pt x="2125" y="32382"/>
                  <a:pt x="2391" y="32117"/>
                  <a:pt x="2436" y="31783"/>
                </a:cubicBezTo>
                <a:lnTo>
                  <a:pt x="3919" y="31783"/>
                </a:lnTo>
                <a:cubicBezTo>
                  <a:pt x="3961" y="31894"/>
                  <a:pt x="4067" y="31973"/>
                  <a:pt x="4192" y="31973"/>
                </a:cubicBezTo>
                <a:cubicBezTo>
                  <a:pt x="4354" y="31973"/>
                  <a:pt x="4485" y="31843"/>
                  <a:pt x="4485" y="31680"/>
                </a:cubicBezTo>
                <a:cubicBezTo>
                  <a:pt x="4485" y="31518"/>
                  <a:pt x="4355" y="31388"/>
                  <a:pt x="4192" y="31388"/>
                </a:cubicBezTo>
                <a:cubicBezTo>
                  <a:pt x="4067" y="31388"/>
                  <a:pt x="3961" y="31466"/>
                  <a:pt x="3919" y="31578"/>
                </a:cubicBezTo>
                <a:lnTo>
                  <a:pt x="2436" y="31578"/>
                </a:lnTo>
                <a:cubicBezTo>
                  <a:pt x="2390" y="31242"/>
                  <a:pt x="2125" y="30976"/>
                  <a:pt x="1791" y="30932"/>
                </a:cubicBezTo>
                <a:lnTo>
                  <a:pt x="1791" y="30905"/>
                </a:lnTo>
                <a:cubicBezTo>
                  <a:pt x="1791" y="29529"/>
                  <a:pt x="2909" y="28410"/>
                  <a:pt x="4285" y="28410"/>
                </a:cubicBezTo>
                <a:lnTo>
                  <a:pt x="46933" y="28410"/>
                </a:lnTo>
                <a:cubicBezTo>
                  <a:pt x="48421" y="28410"/>
                  <a:pt x="49633" y="27199"/>
                  <a:pt x="49633" y="25710"/>
                </a:cubicBezTo>
                <a:lnTo>
                  <a:pt x="49633" y="20662"/>
                </a:lnTo>
                <a:cubicBezTo>
                  <a:pt x="49633" y="19173"/>
                  <a:pt x="48422" y="17961"/>
                  <a:pt x="46933" y="17961"/>
                </a:cubicBezTo>
                <a:lnTo>
                  <a:pt x="34970" y="17961"/>
                </a:lnTo>
                <a:lnTo>
                  <a:pt x="16250" y="17973"/>
                </a:lnTo>
                <a:lnTo>
                  <a:pt x="6618" y="17973"/>
                </a:lnTo>
                <a:cubicBezTo>
                  <a:pt x="6572" y="17599"/>
                  <a:pt x="6254" y="17310"/>
                  <a:pt x="5867" y="17310"/>
                </a:cubicBezTo>
                <a:cubicBezTo>
                  <a:pt x="5481" y="17310"/>
                  <a:pt x="5163" y="17599"/>
                  <a:pt x="5117" y="17973"/>
                </a:cubicBezTo>
                <a:lnTo>
                  <a:pt x="4285" y="17973"/>
                </a:lnTo>
                <a:cubicBezTo>
                  <a:pt x="2909" y="17973"/>
                  <a:pt x="1790" y="16854"/>
                  <a:pt x="1790" y="15478"/>
                </a:cubicBezTo>
                <a:lnTo>
                  <a:pt x="1790" y="10417"/>
                </a:lnTo>
                <a:cubicBezTo>
                  <a:pt x="1790" y="9041"/>
                  <a:pt x="2909" y="7922"/>
                  <a:pt x="4285" y="7922"/>
                </a:cubicBezTo>
                <a:lnTo>
                  <a:pt x="33566" y="7922"/>
                </a:lnTo>
                <a:cubicBezTo>
                  <a:pt x="33610" y="8259"/>
                  <a:pt x="33876" y="8526"/>
                  <a:pt x="34212" y="8571"/>
                </a:cubicBezTo>
                <a:lnTo>
                  <a:pt x="34212" y="10052"/>
                </a:lnTo>
                <a:cubicBezTo>
                  <a:pt x="34101" y="10095"/>
                  <a:pt x="34022" y="10201"/>
                  <a:pt x="34022" y="10326"/>
                </a:cubicBezTo>
                <a:cubicBezTo>
                  <a:pt x="34022" y="10487"/>
                  <a:pt x="34152" y="10619"/>
                  <a:pt x="34315" y="10619"/>
                </a:cubicBezTo>
                <a:cubicBezTo>
                  <a:pt x="34475" y="10619"/>
                  <a:pt x="34607" y="10488"/>
                  <a:pt x="34607" y="10326"/>
                </a:cubicBezTo>
                <a:cubicBezTo>
                  <a:pt x="34607" y="10201"/>
                  <a:pt x="34529" y="10095"/>
                  <a:pt x="34417" y="10052"/>
                </a:cubicBezTo>
                <a:lnTo>
                  <a:pt x="34417" y="8571"/>
                </a:lnTo>
                <a:cubicBezTo>
                  <a:pt x="34753" y="8525"/>
                  <a:pt x="35019" y="8259"/>
                  <a:pt x="35063" y="7922"/>
                </a:cubicBezTo>
                <a:lnTo>
                  <a:pt x="46932" y="7922"/>
                </a:lnTo>
                <a:cubicBezTo>
                  <a:pt x="48420" y="7922"/>
                  <a:pt x="49632" y="6710"/>
                  <a:pt x="49632" y="5222"/>
                </a:cubicBezTo>
                <a:lnTo>
                  <a:pt x="49632" y="3335"/>
                </a:lnTo>
                <a:cubicBezTo>
                  <a:pt x="49632" y="1846"/>
                  <a:pt x="48420" y="636"/>
                  <a:pt x="46932" y="636"/>
                </a:cubicBezTo>
                <a:lnTo>
                  <a:pt x="9481" y="636"/>
                </a:lnTo>
                <a:cubicBezTo>
                  <a:pt x="9422" y="276"/>
                  <a:pt x="9111" y="0"/>
                  <a:pt x="873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7" name="Google Shape;2267;p31"/>
          <p:cNvSpPr/>
          <p:nvPr/>
        </p:nvSpPr>
        <p:spPr>
          <a:xfrm>
            <a:off x="3142368" y="2432965"/>
            <a:ext cx="45884" cy="45884"/>
          </a:xfrm>
          <a:custGeom>
            <a:rect b="b" l="l" r="r" t="t"/>
            <a:pathLst>
              <a:path extrusionOk="0" h="651" w="651">
                <a:moveTo>
                  <a:pt x="326" y="0"/>
                </a:moveTo>
                <a:cubicBezTo>
                  <a:pt x="147" y="0"/>
                  <a:pt x="1" y="146"/>
                  <a:pt x="1" y="325"/>
                </a:cubicBezTo>
                <a:cubicBezTo>
                  <a:pt x="1" y="504"/>
                  <a:pt x="145" y="650"/>
                  <a:pt x="326" y="650"/>
                </a:cubicBezTo>
                <a:cubicBezTo>
                  <a:pt x="505" y="650"/>
                  <a:pt x="650" y="504"/>
                  <a:pt x="650" y="325"/>
                </a:cubicBezTo>
                <a:cubicBezTo>
                  <a:pt x="650" y="146"/>
                  <a:pt x="505" y="0"/>
                  <a:pt x="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31"/>
          <p:cNvSpPr/>
          <p:nvPr/>
        </p:nvSpPr>
        <p:spPr>
          <a:xfrm>
            <a:off x="2847748" y="3392595"/>
            <a:ext cx="45884" cy="45884"/>
          </a:xfrm>
          <a:custGeom>
            <a:rect b="b" l="l" r="r" t="t"/>
            <a:pathLst>
              <a:path extrusionOk="0" h="651" w="651">
                <a:moveTo>
                  <a:pt x="326" y="1"/>
                </a:moveTo>
                <a:cubicBezTo>
                  <a:pt x="145" y="1"/>
                  <a:pt x="1" y="146"/>
                  <a:pt x="1" y="326"/>
                </a:cubicBezTo>
                <a:cubicBezTo>
                  <a:pt x="1" y="505"/>
                  <a:pt x="147" y="651"/>
                  <a:pt x="326" y="651"/>
                </a:cubicBezTo>
                <a:cubicBezTo>
                  <a:pt x="505" y="651"/>
                  <a:pt x="651" y="505"/>
                  <a:pt x="651" y="326"/>
                </a:cubicBezTo>
                <a:cubicBezTo>
                  <a:pt x="651" y="147"/>
                  <a:pt x="505" y="1"/>
                  <a:pt x="326" y="1"/>
                </a:cubicBezTo>
                <a:close/>
              </a:path>
            </a:pathLst>
          </a:custGeom>
          <a:solidFill>
            <a:srgbClr val="2F5B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69" name="Google Shape;2269;p31"/>
          <p:cNvGrpSpPr/>
          <p:nvPr/>
        </p:nvGrpSpPr>
        <p:grpSpPr>
          <a:xfrm>
            <a:off x="4181784" y="3372648"/>
            <a:ext cx="727034" cy="322740"/>
            <a:chOff x="4181784" y="3372648"/>
            <a:chExt cx="727034" cy="322740"/>
          </a:xfrm>
        </p:grpSpPr>
        <p:sp>
          <p:nvSpPr>
            <p:cNvPr id="2270" name="Google Shape;2270;p31"/>
            <p:cNvSpPr/>
            <p:nvPr/>
          </p:nvSpPr>
          <p:spPr>
            <a:xfrm>
              <a:off x="4247897" y="3439114"/>
              <a:ext cx="181422" cy="170920"/>
            </a:xfrm>
            <a:custGeom>
              <a:rect b="b" l="l" r="r" t="t"/>
              <a:pathLst>
                <a:path extrusionOk="0" h="2425" w="2574">
                  <a:moveTo>
                    <a:pt x="1286" y="1"/>
                  </a:moveTo>
                  <a:cubicBezTo>
                    <a:pt x="575" y="1"/>
                    <a:pt x="0" y="577"/>
                    <a:pt x="0" y="1288"/>
                  </a:cubicBezTo>
                  <a:cubicBezTo>
                    <a:pt x="0" y="1780"/>
                    <a:pt x="277" y="2209"/>
                    <a:pt x="685" y="2425"/>
                  </a:cubicBezTo>
                  <a:lnTo>
                    <a:pt x="1900" y="2420"/>
                  </a:lnTo>
                  <a:cubicBezTo>
                    <a:pt x="2300" y="2201"/>
                    <a:pt x="2573" y="1776"/>
                    <a:pt x="2573" y="1288"/>
                  </a:cubicBezTo>
                  <a:cubicBezTo>
                    <a:pt x="2573" y="577"/>
                    <a:pt x="1997" y="1"/>
                    <a:pt x="1286" y="1"/>
                  </a:cubicBezTo>
                  <a:close/>
                </a:path>
              </a:pathLst>
            </a:custGeom>
            <a:solidFill>
              <a:srgbClr val="FAF2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31"/>
            <p:cNvSpPr/>
            <p:nvPr/>
          </p:nvSpPr>
          <p:spPr>
            <a:xfrm>
              <a:off x="4247897" y="3524539"/>
              <a:ext cx="181422" cy="85495"/>
            </a:xfrm>
            <a:custGeom>
              <a:rect b="b" l="l" r="r" t="t"/>
              <a:pathLst>
                <a:path extrusionOk="0" h="1213" w="2574">
                  <a:moveTo>
                    <a:pt x="4" y="0"/>
                  </a:moveTo>
                  <a:cubicBezTo>
                    <a:pt x="2" y="26"/>
                    <a:pt x="0" y="52"/>
                    <a:pt x="0" y="76"/>
                  </a:cubicBezTo>
                  <a:cubicBezTo>
                    <a:pt x="0" y="568"/>
                    <a:pt x="277" y="997"/>
                    <a:pt x="685" y="1213"/>
                  </a:cubicBezTo>
                  <a:lnTo>
                    <a:pt x="1900" y="1208"/>
                  </a:lnTo>
                  <a:cubicBezTo>
                    <a:pt x="2302" y="991"/>
                    <a:pt x="2573" y="564"/>
                    <a:pt x="2573" y="76"/>
                  </a:cubicBezTo>
                  <a:cubicBezTo>
                    <a:pt x="2573" y="51"/>
                    <a:pt x="2570" y="26"/>
                    <a:pt x="25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31"/>
            <p:cNvSpPr/>
            <p:nvPr/>
          </p:nvSpPr>
          <p:spPr>
            <a:xfrm>
              <a:off x="4291033" y="3606582"/>
              <a:ext cx="95081" cy="27982"/>
            </a:xfrm>
            <a:custGeom>
              <a:rect b="b" l="l" r="r" t="t"/>
              <a:pathLst>
                <a:path extrusionOk="0" h="397" w="1349">
                  <a:moveTo>
                    <a:pt x="198" y="1"/>
                  </a:moveTo>
                  <a:cubicBezTo>
                    <a:pt x="90" y="1"/>
                    <a:pt x="1" y="90"/>
                    <a:pt x="1" y="198"/>
                  </a:cubicBezTo>
                  <a:cubicBezTo>
                    <a:pt x="1" y="308"/>
                    <a:pt x="90" y="397"/>
                    <a:pt x="198" y="397"/>
                  </a:cubicBezTo>
                  <a:lnTo>
                    <a:pt x="1150" y="397"/>
                  </a:lnTo>
                  <a:cubicBezTo>
                    <a:pt x="1260" y="397"/>
                    <a:pt x="1348" y="308"/>
                    <a:pt x="1349" y="198"/>
                  </a:cubicBezTo>
                  <a:cubicBezTo>
                    <a:pt x="1349" y="90"/>
                    <a:pt x="1260" y="1"/>
                    <a:pt x="1150" y="1"/>
                  </a:cubicBezTo>
                  <a:close/>
                </a:path>
              </a:pathLst>
            </a:custGeom>
            <a:solidFill>
              <a:srgbClr val="FAF2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31"/>
            <p:cNvSpPr/>
            <p:nvPr/>
          </p:nvSpPr>
          <p:spPr>
            <a:xfrm>
              <a:off x="4291033" y="3634423"/>
              <a:ext cx="95081" cy="27982"/>
            </a:xfrm>
            <a:custGeom>
              <a:rect b="b" l="l" r="r" t="t"/>
              <a:pathLst>
                <a:path extrusionOk="0" h="397" w="1349">
                  <a:moveTo>
                    <a:pt x="198" y="1"/>
                  </a:moveTo>
                  <a:cubicBezTo>
                    <a:pt x="90" y="1"/>
                    <a:pt x="1" y="90"/>
                    <a:pt x="1" y="199"/>
                  </a:cubicBezTo>
                  <a:cubicBezTo>
                    <a:pt x="1" y="308"/>
                    <a:pt x="90" y="397"/>
                    <a:pt x="198" y="397"/>
                  </a:cubicBezTo>
                  <a:lnTo>
                    <a:pt x="1150" y="397"/>
                  </a:lnTo>
                  <a:cubicBezTo>
                    <a:pt x="1260" y="397"/>
                    <a:pt x="1348" y="309"/>
                    <a:pt x="1349" y="199"/>
                  </a:cubicBezTo>
                  <a:cubicBezTo>
                    <a:pt x="1349" y="90"/>
                    <a:pt x="1260" y="1"/>
                    <a:pt x="1150" y="1"/>
                  </a:cubicBezTo>
                  <a:close/>
                </a:path>
              </a:pathLst>
            </a:custGeom>
            <a:solidFill>
              <a:srgbClr val="FAF2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31"/>
            <p:cNvSpPr/>
            <p:nvPr/>
          </p:nvSpPr>
          <p:spPr>
            <a:xfrm>
              <a:off x="4312953" y="3662334"/>
              <a:ext cx="51241" cy="25656"/>
            </a:xfrm>
            <a:custGeom>
              <a:rect b="b" l="l" r="r" t="t"/>
              <a:pathLst>
                <a:path extrusionOk="0" h="364" w="727">
                  <a:moveTo>
                    <a:pt x="0" y="1"/>
                  </a:moveTo>
                  <a:cubicBezTo>
                    <a:pt x="0" y="201"/>
                    <a:pt x="163" y="364"/>
                    <a:pt x="363" y="364"/>
                  </a:cubicBezTo>
                  <a:cubicBezTo>
                    <a:pt x="565" y="364"/>
                    <a:pt x="726" y="202"/>
                    <a:pt x="726" y="1"/>
                  </a:cubicBezTo>
                  <a:close/>
                </a:path>
              </a:pathLst>
            </a:custGeom>
            <a:solidFill>
              <a:srgbClr val="FAF2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31"/>
            <p:cNvSpPr/>
            <p:nvPr/>
          </p:nvSpPr>
          <p:spPr>
            <a:xfrm>
              <a:off x="4240637" y="3431924"/>
              <a:ext cx="196012" cy="263464"/>
            </a:xfrm>
            <a:custGeom>
              <a:rect b="b" l="l" r="r" t="t"/>
              <a:pathLst>
                <a:path extrusionOk="0" h="3738" w="2781">
                  <a:moveTo>
                    <a:pt x="1389" y="205"/>
                  </a:moveTo>
                  <a:cubicBezTo>
                    <a:pt x="2043" y="205"/>
                    <a:pt x="2574" y="736"/>
                    <a:pt x="2574" y="1390"/>
                  </a:cubicBezTo>
                  <a:cubicBezTo>
                    <a:pt x="2574" y="1810"/>
                    <a:pt x="2351" y="2193"/>
                    <a:pt x="1993" y="2407"/>
                  </a:cubicBezTo>
                  <a:cubicBezTo>
                    <a:pt x="1954" y="2388"/>
                    <a:pt x="1911" y="2377"/>
                    <a:pt x="1865" y="2377"/>
                  </a:cubicBezTo>
                  <a:lnTo>
                    <a:pt x="1492" y="2377"/>
                  </a:lnTo>
                  <a:lnTo>
                    <a:pt x="1492" y="1878"/>
                  </a:lnTo>
                  <a:lnTo>
                    <a:pt x="1957" y="1252"/>
                  </a:lnTo>
                  <a:cubicBezTo>
                    <a:pt x="1991" y="1206"/>
                    <a:pt x="1982" y="1141"/>
                    <a:pt x="1936" y="1109"/>
                  </a:cubicBezTo>
                  <a:cubicBezTo>
                    <a:pt x="1917" y="1095"/>
                    <a:pt x="1896" y="1088"/>
                    <a:pt x="1875" y="1088"/>
                  </a:cubicBezTo>
                  <a:cubicBezTo>
                    <a:pt x="1843" y="1088"/>
                    <a:pt x="1812" y="1103"/>
                    <a:pt x="1792" y="1130"/>
                  </a:cubicBezTo>
                  <a:lnTo>
                    <a:pt x="1492" y="1535"/>
                  </a:lnTo>
                  <a:lnTo>
                    <a:pt x="1492" y="1042"/>
                  </a:lnTo>
                  <a:cubicBezTo>
                    <a:pt x="1492" y="986"/>
                    <a:pt x="1446" y="940"/>
                    <a:pt x="1389" y="940"/>
                  </a:cubicBezTo>
                  <a:cubicBezTo>
                    <a:pt x="1333" y="940"/>
                    <a:pt x="1287" y="986"/>
                    <a:pt x="1287" y="1042"/>
                  </a:cubicBezTo>
                  <a:lnTo>
                    <a:pt x="1287" y="1535"/>
                  </a:lnTo>
                  <a:lnTo>
                    <a:pt x="987" y="1130"/>
                  </a:lnTo>
                  <a:cubicBezTo>
                    <a:pt x="967" y="1103"/>
                    <a:pt x="935" y="1089"/>
                    <a:pt x="904" y="1089"/>
                  </a:cubicBezTo>
                  <a:cubicBezTo>
                    <a:pt x="883" y="1089"/>
                    <a:pt x="862" y="1095"/>
                    <a:pt x="844" y="1109"/>
                  </a:cubicBezTo>
                  <a:cubicBezTo>
                    <a:pt x="798" y="1141"/>
                    <a:pt x="789" y="1206"/>
                    <a:pt x="821" y="1252"/>
                  </a:cubicBezTo>
                  <a:lnTo>
                    <a:pt x="1287" y="1878"/>
                  </a:lnTo>
                  <a:lnTo>
                    <a:pt x="1287" y="2377"/>
                  </a:lnTo>
                  <a:lnTo>
                    <a:pt x="913" y="2377"/>
                  </a:lnTo>
                  <a:cubicBezTo>
                    <a:pt x="867" y="2377"/>
                    <a:pt x="824" y="2389"/>
                    <a:pt x="786" y="2407"/>
                  </a:cubicBezTo>
                  <a:cubicBezTo>
                    <a:pt x="427" y="2193"/>
                    <a:pt x="205" y="1811"/>
                    <a:pt x="205" y="1390"/>
                  </a:cubicBezTo>
                  <a:cubicBezTo>
                    <a:pt x="205" y="736"/>
                    <a:pt x="736" y="205"/>
                    <a:pt x="1389" y="205"/>
                  </a:cubicBezTo>
                  <a:close/>
                  <a:moveTo>
                    <a:pt x="1865" y="2582"/>
                  </a:moveTo>
                  <a:cubicBezTo>
                    <a:pt x="1918" y="2582"/>
                    <a:pt x="1960" y="2624"/>
                    <a:pt x="1960" y="2676"/>
                  </a:cubicBezTo>
                  <a:cubicBezTo>
                    <a:pt x="1960" y="2729"/>
                    <a:pt x="1918" y="2771"/>
                    <a:pt x="1865" y="2771"/>
                  </a:cubicBezTo>
                  <a:lnTo>
                    <a:pt x="913" y="2771"/>
                  </a:lnTo>
                  <a:cubicBezTo>
                    <a:pt x="861" y="2771"/>
                    <a:pt x="819" y="2729"/>
                    <a:pt x="819" y="2676"/>
                  </a:cubicBezTo>
                  <a:cubicBezTo>
                    <a:pt x="819" y="2624"/>
                    <a:pt x="861" y="2582"/>
                    <a:pt x="913" y="2582"/>
                  </a:cubicBezTo>
                  <a:close/>
                  <a:moveTo>
                    <a:pt x="1865" y="2978"/>
                  </a:moveTo>
                  <a:cubicBezTo>
                    <a:pt x="1918" y="2978"/>
                    <a:pt x="1960" y="3021"/>
                    <a:pt x="1960" y="3073"/>
                  </a:cubicBezTo>
                  <a:cubicBezTo>
                    <a:pt x="1960" y="3125"/>
                    <a:pt x="1918" y="3167"/>
                    <a:pt x="1865" y="3167"/>
                  </a:cubicBezTo>
                  <a:lnTo>
                    <a:pt x="913" y="3167"/>
                  </a:lnTo>
                  <a:cubicBezTo>
                    <a:pt x="861" y="3167"/>
                    <a:pt x="819" y="3125"/>
                    <a:pt x="819" y="3073"/>
                  </a:cubicBezTo>
                  <a:cubicBezTo>
                    <a:pt x="819" y="3021"/>
                    <a:pt x="861" y="2978"/>
                    <a:pt x="913" y="2978"/>
                  </a:cubicBezTo>
                  <a:close/>
                  <a:moveTo>
                    <a:pt x="1629" y="3374"/>
                  </a:moveTo>
                  <a:cubicBezTo>
                    <a:pt x="1589" y="3466"/>
                    <a:pt x="1497" y="3531"/>
                    <a:pt x="1389" y="3531"/>
                  </a:cubicBezTo>
                  <a:cubicBezTo>
                    <a:pt x="1282" y="3531"/>
                    <a:pt x="1190" y="3466"/>
                    <a:pt x="1151" y="3374"/>
                  </a:cubicBezTo>
                  <a:close/>
                  <a:moveTo>
                    <a:pt x="1389" y="1"/>
                  </a:moveTo>
                  <a:cubicBezTo>
                    <a:pt x="624" y="1"/>
                    <a:pt x="1" y="624"/>
                    <a:pt x="1" y="1390"/>
                  </a:cubicBezTo>
                  <a:cubicBezTo>
                    <a:pt x="1" y="1866"/>
                    <a:pt x="242" y="2303"/>
                    <a:pt x="639" y="2558"/>
                  </a:cubicBezTo>
                  <a:cubicBezTo>
                    <a:pt x="624" y="2593"/>
                    <a:pt x="615" y="2634"/>
                    <a:pt x="615" y="2676"/>
                  </a:cubicBezTo>
                  <a:cubicBezTo>
                    <a:pt x="615" y="2752"/>
                    <a:pt x="644" y="2822"/>
                    <a:pt x="690" y="2875"/>
                  </a:cubicBezTo>
                  <a:cubicBezTo>
                    <a:pt x="642" y="2927"/>
                    <a:pt x="615" y="2996"/>
                    <a:pt x="615" y="3073"/>
                  </a:cubicBezTo>
                  <a:cubicBezTo>
                    <a:pt x="615" y="3238"/>
                    <a:pt x="749" y="3374"/>
                    <a:pt x="916" y="3374"/>
                  </a:cubicBezTo>
                  <a:lnTo>
                    <a:pt x="938" y="3374"/>
                  </a:lnTo>
                  <a:cubicBezTo>
                    <a:pt x="985" y="3581"/>
                    <a:pt x="1169" y="3737"/>
                    <a:pt x="1391" y="3737"/>
                  </a:cubicBezTo>
                  <a:cubicBezTo>
                    <a:pt x="1612" y="3737"/>
                    <a:pt x="1796" y="3581"/>
                    <a:pt x="1844" y="3374"/>
                  </a:cubicBezTo>
                  <a:lnTo>
                    <a:pt x="1867" y="3374"/>
                  </a:lnTo>
                  <a:cubicBezTo>
                    <a:pt x="2032" y="3374"/>
                    <a:pt x="2167" y="3239"/>
                    <a:pt x="2167" y="3073"/>
                  </a:cubicBezTo>
                  <a:cubicBezTo>
                    <a:pt x="2167" y="2998"/>
                    <a:pt x="2138" y="2929"/>
                    <a:pt x="2090" y="2875"/>
                  </a:cubicBezTo>
                  <a:cubicBezTo>
                    <a:pt x="2138" y="2823"/>
                    <a:pt x="2167" y="2753"/>
                    <a:pt x="2167" y="2676"/>
                  </a:cubicBezTo>
                  <a:cubicBezTo>
                    <a:pt x="2167" y="2634"/>
                    <a:pt x="2159" y="2594"/>
                    <a:pt x="2143" y="2559"/>
                  </a:cubicBezTo>
                  <a:cubicBezTo>
                    <a:pt x="2538" y="2305"/>
                    <a:pt x="2781" y="1866"/>
                    <a:pt x="2781" y="1390"/>
                  </a:cubicBezTo>
                  <a:cubicBezTo>
                    <a:pt x="2779" y="625"/>
                    <a:pt x="2156" y="1"/>
                    <a:pt x="1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31"/>
            <p:cNvSpPr/>
            <p:nvPr/>
          </p:nvSpPr>
          <p:spPr>
            <a:xfrm>
              <a:off x="4331278" y="3372648"/>
              <a:ext cx="14519" cy="51593"/>
            </a:xfrm>
            <a:custGeom>
              <a:rect b="b" l="l" r="r" t="t"/>
              <a:pathLst>
                <a:path extrusionOk="0" h="732" w="206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629"/>
                  </a:lnTo>
                  <a:cubicBezTo>
                    <a:pt x="1" y="685"/>
                    <a:pt x="47" y="731"/>
                    <a:pt x="103" y="731"/>
                  </a:cubicBezTo>
                  <a:cubicBezTo>
                    <a:pt x="160" y="731"/>
                    <a:pt x="206" y="685"/>
                    <a:pt x="206" y="629"/>
                  </a:cubicBezTo>
                  <a:lnTo>
                    <a:pt x="206" y="103"/>
                  </a:lnTo>
                  <a:cubicBezTo>
                    <a:pt x="206" y="47"/>
                    <a:pt x="16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31"/>
            <p:cNvSpPr/>
            <p:nvPr/>
          </p:nvSpPr>
          <p:spPr>
            <a:xfrm>
              <a:off x="4390202" y="3395555"/>
              <a:ext cx="36158" cy="45814"/>
            </a:xfrm>
            <a:custGeom>
              <a:rect b="b" l="l" r="r" t="t"/>
              <a:pathLst>
                <a:path extrusionOk="0" h="650" w="513">
                  <a:moveTo>
                    <a:pt x="396" y="0"/>
                  </a:moveTo>
                  <a:cubicBezTo>
                    <a:pt x="362" y="0"/>
                    <a:pt x="329" y="17"/>
                    <a:pt x="310" y="48"/>
                  </a:cubicBezTo>
                  <a:lnTo>
                    <a:pt x="32" y="493"/>
                  </a:lnTo>
                  <a:cubicBezTo>
                    <a:pt x="1" y="541"/>
                    <a:pt x="16" y="604"/>
                    <a:pt x="63" y="634"/>
                  </a:cubicBezTo>
                  <a:cubicBezTo>
                    <a:pt x="80" y="645"/>
                    <a:pt x="99" y="650"/>
                    <a:pt x="117" y="650"/>
                  </a:cubicBezTo>
                  <a:cubicBezTo>
                    <a:pt x="151" y="650"/>
                    <a:pt x="185" y="633"/>
                    <a:pt x="203" y="602"/>
                  </a:cubicBezTo>
                  <a:lnTo>
                    <a:pt x="483" y="156"/>
                  </a:lnTo>
                  <a:cubicBezTo>
                    <a:pt x="512" y="109"/>
                    <a:pt x="498" y="45"/>
                    <a:pt x="451" y="15"/>
                  </a:cubicBezTo>
                  <a:cubicBezTo>
                    <a:pt x="434" y="5"/>
                    <a:pt x="415" y="0"/>
                    <a:pt x="3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31"/>
            <p:cNvSpPr/>
            <p:nvPr/>
          </p:nvSpPr>
          <p:spPr>
            <a:xfrm>
              <a:off x="4431929" y="3457016"/>
              <a:ext cx="49831" cy="30730"/>
            </a:xfrm>
            <a:custGeom>
              <a:rect b="b" l="l" r="r" t="t"/>
              <a:pathLst>
                <a:path extrusionOk="0" h="436" w="707">
                  <a:moveTo>
                    <a:pt x="590" y="1"/>
                  </a:moveTo>
                  <a:cubicBezTo>
                    <a:pt x="575" y="1"/>
                    <a:pt x="559" y="4"/>
                    <a:pt x="545" y="11"/>
                  </a:cubicBezTo>
                  <a:lnTo>
                    <a:pt x="72" y="241"/>
                  </a:lnTo>
                  <a:cubicBezTo>
                    <a:pt x="21" y="266"/>
                    <a:pt x="0" y="327"/>
                    <a:pt x="25" y="378"/>
                  </a:cubicBezTo>
                  <a:cubicBezTo>
                    <a:pt x="43" y="414"/>
                    <a:pt x="79" y="436"/>
                    <a:pt x="117" y="436"/>
                  </a:cubicBezTo>
                  <a:cubicBezTo>
                    <a:pt x="132" y="436"/>
                    <a:pt x="148" y="431"/>
                    <a:pt x="162" y="425"/>
                  </a:cubicBezTo>
                  <a:lnTo>
                    <a:pt x="634" y="195"/>
                  </a:lnTo>
                  <a:cubicBezTo>
                    <a:pt x="685" y="171"/>
                    <a:pt x="706" y="109"/>
                    <a:pt x="681" y="58"/>
                  </a:cubicBezTo>
                  <a:cubicBezTo>
                    <a:pt x="664" y="21"/>
                    <a:pt x="628" y="1"/>
                    <a:pt x="5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31"/>
            <p:cNvSpPr/>
            <p:nvPr/>
          </p:nvSpPr>
          <p:spPr>
            <a:xfrm>
              <a:off x="4443276" y="3534689"/>
              <a:ext cx="52087" cy="18325"/>
            </a:xfrm>
            <a:custGeom>
              <a:rect b="b" l="l" r="r" t="t"/>
              <a:pathLst>
                <a:path extrusionOk="0" h="260" w="739">
                  <a:moveTo>
                    <a:pt x="109" y="0"/>
                  </a:moveTo>
                  <a:cubicBezTo>
                    <a:pt x="58" y="0"/>
                    <a:pt x="13" y="39"/>
                    <a:pt x="7" y="92"/>
                  </a:cubicBezTo>
                  <a:cubicBezTo>
                    <a:pt x="1" y="148"/>
                    <a:pt x="42" y="198"/>
                    <a:pt x="98" y="204"/>
                  </a:cubicBezTo>
                  <a:lnTo>
                    <a:pt x="620" y="260"/>
                  </a:lnTo>
                  <a:lnTo>
                    <a:pt x="631" y="260"/>
                  </a:lnTo>
                  <a:cubicBezTo>
                    <a:pt x="682" y="260"/>
                    <a:pt x="727" y="221"/>
                    <a:pt x="734" y="167"/>
                  </a:cubicBezTo>
                  <a:cubicBezTo>
                    <a:pt x="739" y="112"/>
                    <a:pt x="698" y="61"/>
                    <a:pt x="641" y="56"/>
                  </a:cubicBezTo>
                  <a:lnTo>
                    <a:pt x="120" y="1"/>
                  </a:lnTo>
                  <a:cubicBezTo>
                    <a:pt x="116" y="0"/>
                    <a:pt x="112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31"/>
            <p:cNvSpPr/>
            <p:nvPr/>
          </p:nvSpPr>
          <p:spPr>
            <a:xfrm>
              <a:off x="4250787" y="3395555"/>
              <a:ext cx="36158" cy="45814"/>
            </a:xfrm>
            <a:custGeom>
              <a:rect b="b" l="l" r="r" t="t"/>
              <a:pathLst>
                <a:path extrusionOk="0" h="650" w="513">
                  <a:moveTo>
                    <a:pt x="116" y="1"/>
                  </a:moveTo>
                  <a:cubicBezTo>
                    <a:pt x="98" y="1"/>
                    <a:pt x="79" y="6"/>
                    <a:pt x="62" y="16"/>
                  </a:cubicBezTo>
                  <a:cubicBezTo>
                    <a:pt x="14" y="46"/>
                    <a:pt x="0" y="110"/>
                    <a:pt x="31" y="157"/>
                  </a:cubicBezTo>
                  <a:lnTo>
                    <a:pt x="309" y="602"/>
                  </a:lnTo>
                  <a:cubicBezTo>
                    <a:pt x="328" y="632"/>
                    <a:pt x="362" y="650"/>
                    <a:pt x="396" y="650"/>
                  </a:cubicBezTo>
                  <a:cubicBezTo>
                    <a:pt x="415" y="650"/>
                    <a:pt x="434" y="645"/>
                    <a:pt x="450" y="634"/>
                  </a:cubicBezTo>
                  <a:cubicBezTo>
                    <a:pt x="498" y="605"/>
                    <a:pt x="513" y="541"/>
                    <a:pt x="482" y="494"/>
                  </a:cubicBezTo>
                  <a:lnTo>
                    <a:pt x="204" y="49"/>
                  </a:lnTo>
                  <a:cubicBezTo>
                    <a:pt x="184" y="18"/>
                    <a:pt x="151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31"/>
            <p:cNvSpPr/>
            <p:nvPr/>
          </p:nvSpPr>
          <p:spPr>
            <a:xfrm>
              <a:off x="4195528" y="3457016"/>
              <a:ext cx="49690" cy="30730"/>
            </a:xfrm>
            <a:custGeom>
              <a:rect b="b" l="l" r="r" t="t"/>
              <a:pathLst>
                <a:path extrusionOk="0" h="436" w="705">
                  <a:moveTo>
                    <a:pt x="116" y="1"/>
                  </a:moveTo>
                  <a:cubicBezTo>
                    <a:pt x="78" y="1"/>
                    <a:pt x="41" y="21"/>
                    <a:pt x="24" y="58"/>
                  </a:cubicBezTo>
                  <a:cubicBezTo>
                    <a:pt x="0" y="109"/>
                    <a:pt x="21" y="171"/>
                    <a:pt x="72" y="195"/>
                  </a:cubicBezTo>
                  <a:lnTo>
                    <a:pt x="544" y="425"/>
                  </a:lnTo>
                  <a:cubicBezTo>
                    <a:pt x="558" y="431"/>
                    <a:pt x="573" y="436"/>
                    <a:pt x="589" y="436"/>
                  </a:cubicBezTo>
                  <a:cubicBezTo>
                    <a:pt x="626" y="436"/>
                    <a:pt x="662" y="414"/>
                    <a:pt x="681" y="378"/>
                  </a:cubicBezTo>
                  <a:cubicBezTo>
                    <a:pt x="704" y="327"/>
                    <a:pt x="684" y="266"/>
                    <a:pt x="633" y="241"/>
                  </a:cubicBezTo>
                  <a:lnTo>
                    <a:pt x="161" y="11"/>
                  </a:lnTo>
                  <a:cubicBezTo>
                    <a:pt x="146" y="4"/>
                    <a:pt x="131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31"/>
            <p:cNvSpPr/>
            <p:nvPr/>
          </p:nvSpPr>
          <p:spPr>
            <a:xfrm>
              <a:off x="4181784" y="3534619"/>
              <a:ext cx="52157" cy="18396"/>
            </a:xfrm>
            <a:custGeom>
              <a:rect b="b" l="l" r="r" t="t"/>
              <a:pathLst>
                <a:path extrusionOk="0" h="261" w="740">
                  <a:moveTo>
                    <a:pt x="629" y="0"/>
                  </a:moveTo>
                  <a:cubicBezTo>
                    <a:pt x="626" y="0"/>
                    <a:pt x="623" y="0"/>
                    <a:pt x="620" y="1"/>
                  </a:cubicBezTo>
                  <a:lnTo>
                    <a:pt x="98" y="56"/>
                  </a:lnTo>
                  <a:cubicBezTo>
                    <a:pt x="41" y="62"/>
                    <a:pt x="1" y="112"/>
                    <a:pt x="7" y="168"/>
                  </a:cubicBezTo>
                  <a:cubicBezTo>
                    <a:pt x="12" y="221"/>
                    <a:pt x="57" y="261"/>
                    <a:pt x="109" y="261"/>
                  </a:cubicBezTo>
                  <a:lnTo>
                    <a:pt x="121" y="261"/>
                  </a:lnTo>
                  <a:lnTo>
                    <a:pt x="642" y="205"/>
                  </a:lnTo>
                  <a:cubicBezTo>
                    <a:pt x="699" y="199"/>
                    <a:pt x="740" y="149"/>
                    <a:pt x="733" y="93"/>
                  </a:cubicBezTo>
                  <a:cubicBezTo>
                    <a:pt x="728" y="39"/>
                    <a:pt x="680" y="0"/>
                    <a:pt x="6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31"/>
            <p:cNvSpPr/>
            <p:nvPr/>
          </p:nvSpPr>
          <p:spPr>
            <a:xfrm>
              <a:off x="4661281" y="3439114"/>
              <a:ext cx="181422" cy="170920"/>
            </a:xfrm>
            <a:custGeom>
              <a:rect b="b" l="l" r="r" t="t"/>
              <a:pathLst>
                <a:path extrusionOk="0" h="2425" w="2574">
                  <a:moveTo>
                    <a:pt x="1287" y="1"/>
                  </a:moveTo>
                  <a:cubicBezTo>
                    <a:pt x="576" y="1"/>
                    <a:pt x="0" y="577"/>
                    <a:pt x="0" y="1288"/>
                  </a:cubicBezTo>
                  <a:cubicBezTo>
                    <a:pt x="0" y="1780"/>
                    <a:pt x="278" y="2209"/>
                    <a:pt x="685" y="2425"/>
                  </a:cubicBezTo>
                  <a:lnTo>
                    <a:pt x="1901" y="2420"/>
                  </a:lnTo>
                  <a:cubicBezTo>
                    <a:pt x="2301" y="2201"/>
                    <a:pt x="2573" y="1776"/>
                    <a:pt x="2573" y="1288"/>
                  </a:cubicBezTo>
                  <a:cubicBezTo>
                    <a:pt x="2573" y="577"/>
                    <a:pt x="1998" y="1"/>
                    <a:pt x="1287" y="1"/>
                  </a:cubicBezTo>
                  <a:close/>
                </a:path>
              </a:pathLst>
            </a:custGeom>
            <a:solidFill>
              <a:srgbClr val="FAF2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31"/>
            <p:cNvSpPr/>
            <p:nvPr/>
          </p:nvSpPr>
          <p:spPr>
            <a:xfrm>
              <a:off x="4669386" y="3567393"/>
              <a:ext cx="165281" cy="42712"/>
            </a:xfrm>
            <a:custGeom>
              <a:rect b="b" l="l" r="r" t="t"/>
              <a:pathLst>
                <a:path extrusionOk="0" h="606" w="2345">
                  <a:moveTo>
                    <a:pt x="1" y="0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1" y="1"/>
                    <a:pt x="1" y="0"/>
                    <a:pt x="1" y="0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119" y="261"/>
                    <a:pt x="319" y="473"/>
                    <a:pt x="570" y="606"/>
                  </a:cubicBezTo>
                  <a:lnTo>
                    <a:pt x="1786" y="601"/>
                  </a:lnTo>
                  <a:cubicBezTo>
                    <a:pt x="2032" y="468"/>
                    <a:pt x="2228" y="257"/>
                    <a:pt x="23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31"/>
            <p:cNvSpPr/>
            <p:nvPr/>
          </p:nvSpPr>
          <p:spPr>
            <a:xfrm>
              <a:off x="4704417" y="3606582"/>
              <a:ext cx="95151" cy="27982"/>
            </a:xfrm>
            <a:custGeom>
              <a:rect b="b" l="l" r="r" t="t"/>
              <a:pathLst>
                <a:path extrusionOk="0" h="397" w="1350">
                  <a:moveTo>
                    <a:pt x="199" y="1"/>
                  </a:moveTo>
                  <a:cubicBezTo>
                    <a:pt x="91" y="1"/>
                    <a:pt x="1" y="90"/>
                    <a:pt x="1" y="198"/>
                  </a:cubicBezTo>
                  <a:cubicBezTo>
                    <a:pt x="1" y="308"/>
                    <a:pt x="91" y="397"/>
                    <a:pt x="199" y="397"/>
                  </a:cubicBezTo>
                  <a:lnTo>
                    <a:pt x="1151" y="397"/>
                  </a:lnTo>
                  <a:cubicBezTo>
                    <a:pt x="1259" y="397"/>
                    <a:pt x="1349" y="308"/>
                    <a:pt x="1349" y="198"/>
                  </a:cubicBezTo>
                  <a:cubicBezTo>
                    <a:pt x="1349" y="90"/>
                    <a:pt x="1259" y="1"/>
                    <a:pt x="1151" y="1"/>
                  </a:cubicBezTo>
                  <a:close/>
                </a:path>
              </a:pathLst>
            </a:custGeom>
            <a:solidFill>
              <a:srgbClr val="FAF2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31"/>
            <p:cNvSpPr/>
            <p:nvPr/>
          </p:nvSpPr>
          <p:spPr>
            <a:xfrm>
              <a:off x="4704417" y="3634423"/>
              <a:ext cx="95151" cy="27982"/>
            </a:xfrm>
            <a:custGeom>
              <a:rect b="b" l="l" r="r" t="t"/>
              <a:pathLst>
                <a:path extrusionOk="0" h="397" w="1350">
                  <a:moveTo>
                    <a:pt x="199" y="1"/>
                  </a:moveTo>
                  <a:cubicBezTo>
                    <a:pt x="91" y="1"/>
                    <a:pt x="1" y="90"/>
                    <a:pt x="1" y="199"/>
                  </a:cubicBezTo>
                  <a:cubicBezTo>
                    <a:pt x="1" y="308"/>
                    <a:pt x="91" y="397"/>
                    <a:pt x="199" y="397"/>
                  </a:cubicBezTo>
                  <a:lnTo>
                    <a:pt x="1151" y="397"/>
                  </a:lnTo>
                  <a:cubicBezTo>
                    <a:pt x="1259" y="397"/>
                    <a:pt x="1349" y="309"/>
                    <a:pt x="1349" y="199"/>
                  </a:cubicBezTo>
                  <a:cubicBezTo>
                    <a:pt x="1349" y="90"/>
                    <a:pt x="1259" y="1"/>
                    <a:pt x="1151" y="1"/>
                  </a:cubicBezTo>
                  <a:close/>
                </a:path>
              </a:pathLst>
            </a:custGeom>
            <a:solidFill>
              <a:srgbClr val="FAF2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31"/>
            <p:cNvSpPr/>
            <p:nvPr/>
          </p:nvSpPr>
          <p:spPr>
            <a:xfrm>
              <a:off x="4726337" y="3662334"/>
              <a:ext cx="51311" cy="25656"/>
            </a:xfrm>
            <a:custGeom>
              <a:rect b="b" l="l" r="r" t="t"/>
              <a:pathLst>
                <a:path extrusionOk="0" h="364" w="728">
                  <a:moveTo>
                    <a:pt x="1" y="1"/>
                  </a:moveTo>
                  <a:cubicBezTo>
                    <a:pt x="1" y="201"/>
                    <a:pt x="164" y="364"/>
                    <a:pt x="364" y="364"/>
                  </a:cubicBezTo>
                  <a:cubicBezTo>
                    <a:pt x="565" y="364"/>
                    <a:pt x="727" y="202"/>
                    <a:pt x="727" y="1"/>
                  </a:cubicBezTo>
                  <a:close/>
                </a:path>
              </a:pathLst>
            </a:custGeom>
            <a:solidFill>
              <a:srgbClr val="FAF2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31"/>
            <p:cNvSpPr/>
            <p:nvPr/>
          </p:nvSpPr>
          <p:spPr>
            <a:xfrm>
              <a:off x="4654021" y="3431924"/>
              <a:ext cx="196082" cy="263464"/>
            </a:xfrm>
            <a:custGeom>
              <a:rect b="b" l="l" r="r" t="t"/>
              <a:pathLst>
                <a:path extrusionOk="0" h="3738" w="2782">
                  <a:moveTo>
                    <a:pt x="1390" y="205"/>
                  </a:moveTo>
                  <a:cubicBezTo>
                    <a:pt x="2044" y="205"/>
                    <a:pt x="2574" y="736"/>
                    <a:pt x="2574" y="1390"/>
                  </a:cubicBezTo>
                  <a:cubicBezTo>
                    <a:pt x="2574" y="1810"/>
                    <a:pt x="2353" y="2193"/>
                    <a:pt x="1994" y="2407"/>
                  </a:cubicBezTo>
                  <a:cubicBezTo>
                    <a:pt x="1954" y="2388"/>
                    <a:pt x="1912" y="2377"/>
                    <a:pt x="1866" y="2377"/>
                  </a:cubicBezTo>
                  <a:lnTo>
                    <a:pt x="1493" y="2377"/>
                  </a:lnTo>
                  <a:lnTo>
                    <a:pt x="1493" y="1878"/>
                  </a:lnTo>
                  <a:lnTo>
                    <a:pt x="1958" y="1252"/>
                  </a:lnTo>
                  <a:cubicBezTo>
                    <a:pt x="1991" y="1206"/>
                    <a:pt x="1983" y="1141"/>
                    <a:pt x="1937" y="1109"/>
                  </a:cubicBezTo>
                  <a:cubicBezTo>
                    <a:pt x="1918" y="1095"/>
                    <a:pt x="1896" y="1088"/>
                    <a:pt x="1875" y="1088"/>
                  </a:cubicBezTo>
                  <a:cubicBezTo>
                    <a:pt x="1844" y="1088"/>
                    <a:pt x="1813" y="1103"/>
                    <a:pt x="1793" y="1130"/>
                  </a:cubicBezTo>
                  <a:lnTo>
                    <a:pt x="1493" y="1535"/>
                  </a:lnTo>
                  <a:lnTo>
                    <a:pt x="1493" y="1042"/>
                  </a:lnTo>
                  <a:cubicBezTo>
                    <a:pt x="1493" y="986"/>
                    <a:pt x="1446" y="940"/>
                    <a:pt x="1390" y="940"/>
                  </a:cubicBezTo>
                  <a:cubicBezTo>
                    <a:pt x="1334" y="940"/>
                    <a:pt x="1288" y="986"/>
                    <a:pt x="1288" y="1042"/>
                  </a:cubicBezTo>
                  <a:lnTo>
                    <a:pt x="1288" y="1535"/>
                  </a:lnTo>
                  <a:lnTo>
                    <a:pt x="987" y="1130"/>
                  </a:lnTo>
                  <a:cubicBezTo>
                    <a:pt x="967" y="1103"/>
                    <a:pt x="936" y="1089"/>
                    <a:pt x="904" y="1089"/>
                  </a:cubicBezTo>
                  <a:cubicBezTo>
                    <a:pt x="883" y="1089"/>
                    <a:pt x="862" y="1095"/>
                    <a:pt x="844" y="1109"/>
                  </a:cubicBezTo>
                  <a:cubicBezTo>
                    <a:pt x="798" y="1141"/>
                    <a:pt x="789" y="1206"/>
                    <a:pt x="822" y="1252"/>
                  </a:cubicBezTo>
                  <a:lnTo>
                    <a:pt x="1288" y="1878"/>
                  </a:lnTo>
                  <a:lnTo>
                    <a:pt x="1288" y="2377"/>
                  </a:lnTo>
                  <a:lnTo>
                    <a:pt x="914" y="2377"/>
                  </a:lnTo>
                  <a:cubicBezTo>
                    <a:pt x="868" y="2377"/>
                    <a:pt x="824" y="2389"/>
                    <a:pt x="787" y="2407"/>
                  </a:cubicBezTo>
                  <a:cubicBezTo>
                    <a:pt x="428" y="2193"/>
                    <a:pt x="205" y="1811"/>
                    <a:pt x="205" y="1390"/>
                  </a:cubicBezTo>
                  <a:cubicBezTo>
                    <a:pt x="205" y="736"/>
                    <a:pt x="736" y="205"/>
                    <a:pt x="1390" y="205"/>
                  </a:cubicBezTo>
                  <a:close/>
                  <a:moveTo>
                    <a:pt x="1866" y="2582"/>
                  </a:moveTo>
                  <a:cubicBezTo>
                    <a:pt x="1918" y="2582"/>
                    <a:pt x="1960" y="2624"/>
                    <a:pt x="1960" y="2676"/>
                  </a:cubicBezTo>
                  <a:cubicBezTo>
                    <a:pt x="1960" y="2729"/>
                    <a:pt x="1918" y="2771"/>
                    <a:pt x="1866" y="2771"/>
                  </a:cubicBezTo>
                  <a:lnTo>
                    <a:pt x="914" y="2771"/>
                  </a:lnTo>
                  <a:cubicBezTo>
                    <a:pt x="862" y="2771"/>
                    <a:pt x="819" y="2729"/>
                    <a:pt x="819" y="2676"/>
                  </a:cubicBezTo>
                  <a:cubicBezTo>
                    <a:pt x="819" y="2624"/>
                    <a:pt x="862" y="2582"/>
                    <a:pt x="914" y="2582"/>
                  </a:cubicBezTo>
                  <a:close/>
                  <a:moveTo>
                    <a:pt x="1866" y="2978"/>
                  </a:moveTo>
                  <a:cubicBezTo>
                    <a:pt x="1918" y="2978"/>
                    <a:pt x="1960" y="3021"/>
                    <a:pt x="1960" y="3073"/>
                  </a:cubicBezTo>
                  <a:cubicBezTo>
                    <a:pt x="1960" y="3125"/>
                    <a:pt x="1918" y="3167"/>
                    <a:pt x="1866" y="3167"/>
                  </a:cubicBezTo>
                  <a:lnTo>
                    <a:pt x="914" y="3167"/>
                  </a:lnTo>
                  <a:cubicBezTo>
                    <a:pt x="862" y="3167"/>
                    <a:pt x="819" y="3125"/>
                    <a:pt x="819" y="3073"/>
                  </a:cubicBezTo>
                  <a:cubicBezTo>
                    <a:pt x="819" y="3021"/>
                    <a:pt x="862" y="2978"/>
                    <a:pt x="914" y="2978"/>
                  </a:cubicBezTo>
                  <a:close/>
                  <a:moveTo>
                    <a:pt x="1630" y="3374"/>
                  </a:moveTo>
                  <a:cubicBezTo>
                    <a:pt x="1590" y="3466"/>
                    <a:pt x="1498" y="3531"/>
                    <a:pt x="1390" y="3531"/>
                  </a:cubicBezTo>
                  <a:cubicBezTo>
                    <a:pt x="1283" y="3531"/>
                    <a:pt x="1191" y="3466"/>
                    <a:pt x="1151" y="3374"/>
                  </a:cubicBezTo>
                  <a:close/>
                  <a:moveTo>
                    <a:pt x="1390" y="1"/>
                  </a:moveTo>
                  <a:cubicBezTo>
                    <a:pt x="624" y="1"/>
                    <a:pt x="1" y="624"/>
                    <a:pt x="1" y="1390"/>
                  </a:cubicBezTo>
                  <a:cubicBezTo>
                    <a:pt x="1" y="1866"/>
                    <a:pt x="243" y="2303"/>
                    <a:pt x="639" y="2558"/>
                  </a:cubicBezTo>
                  <a:cubicBezTo>
                    <a:pt x="624" y="2593"/>
                    <a:pt x="615" y="2634"/>
                    <a:pt x="615" y="2676"/>
                  </a:cubicBezTo>
                  <a:cubicBezTo>
                    <a:pt x="615" y="2752"/>
                    <a:pt x="644" y="2822"/>
                    <a:pt x="690" y="2875"/>
                  </a:cubicBezTo>
                  <a:cubicBezTo>
                    <a:pt x="643" y="2927"/>
                    <a:pt x="615" y="2996"/>
                    <a:pt x="615" y="3073"/>
                  </a:cubicBezTo>
                  <a:cubicBezTo>
                    <a:pt x="615" y="3238"/>
                    <a:pt x="750" y="3374"/>
                    <a:pt x="915" y="3374"/>
                  </a:cubicBezTo>
                  <a:lnTo>
                    <a:pt x="939" y="3374"/>
                  </a:lnTo>
                  <a:cubicBezTo>
                    <a:pt x="986" y="3581"/>
                    <a:pt x="1170" y="3737"/>
                    <a:pt x="1391" y="3737"/>
                  </a:cubicBezTo>
                  <a:cubicBezTo>
                    <a:pt x="1612" y="3737"/>
                    <a:pt x="1796" y="3581"/>
                    <a:pt x="1844" y="3374"/>
                  </a:cubicBezTo>
                  <a:lnTo>
                    <a:pt x="1867" y="3374"/>
                  </a:lnTo>
                  <a:cubicBezTo>
                    <a:pt x="2032" y="3374"/>
                    <a:pt x="2168" y="3239"/>
                    <a:pt x="2168" y="3073"/>
                  </a:cubicBezTo>
                  <a:cubicBezTo>
                    <a:pt x="2168" y="2998"/>
                    <a:pt x="2138" y="2929"/>
                    <a:pt x="2092" y="2875"/>
                  </a:cubicBezTo>
                  <a:cubicBezTo>
                    <a:pt x="2139" y="2823"/>
                    <a:pt x="2168" y="2753"/>
                    <a:pt x="2168" y="2676"/>
                  </a:cubicBezTo>
                  <a:cubicBezTo>
                    <a:pt x="2168" y="2634"/>
                    <a:pt x="2159" y="2594"/>
                    <a:pt x="2143" y="2559"/>
                  </a:cubicBezTo>
                  <a:cubicBezTo>
                    <a:pt x="2538" y="2305"/>
                    <a:pt x="2782" y="1866"/>
                    <a:pt x="2782" y="1390"/>
                  </a:cubicBezTo>
                  <a:cubicBezTo>
                    <a:pt x="2779" y="625"/>
                    <a:pt x="2157" y="1"/>
                    <a:pt x="13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31"/>
            <p:cNvSpPr/>
            <p:nvPr/>
          </p:nvSpPr>
          <p:spPr>
            <a:xfrm>
              <a:off x="4744733" y="3372648"/>
              <a:ext cx="14519" cy="51593"/>
            </a:xfrm>
            <a:custGeom>
              <a:rect b="b" l="l" r="r" t="t"/>
              <a:pathLst>
                <a:path extrusionOk="0" h="732" w="206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629"/>
                  </a:lnTo>
                  <a:cubicBezTo>
                    <a:pt x="1" y="685"/>
                    <a:pt x="47" y="731"/>
                    <a:pt x="103" y="731"/>
                  </a:cubicBezTo>
                  <a:cubicBezTo>
                    <a:pt x="159" y="731"/>
                    <a:pt x="206" y="685"/>
                    <a:pt x="206" y="629"/>
                  </a:cubicBezTo>
                  <a:lnTo>
                    <a:pt x="206" y="103"/>
                  </a:lnTo>
                  <a:cubicBezTo>
                    <a:pt x="206" y="47"/>
                    <a:pt x="159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31"/>
            <p:cNvSpPr/>
            <p:nvPr/>
          </p:nvSpPr>
          <p:spPr>
            <a:xfrm>
              <a:off x="4803657" y="3395485"/>
              <a:ext cx="36087" cy="45884"/>
            </a:xfrm>
            <a:custGeom>
              <a:rect b="b" l="l" r="r" t="t"/>
              <a:pathLst>
                <a:path extrusionOk="0" h="651" w="512">
                  <a:moveTo>
                    <a:pt x="396" y="0"/>
                  </a:moveTo>
                  <a:cubicBezTo>
                    <a:pt x="362" y="0"/>
                    <a:pt x="328" y="18"/>
                    <a:pt x="310" y="49"/>
                  </a:cubicBezTo>
                  <a:lnTo>
                    <a:pt x="30" y="494"/>
                  </a:lnTo>
                  <a:cubicBezTo>
                    <a:pt x="1" y="542"/>
                    <a:pt x="15" y="605"/>
                    <a:pt x="62" y="635"/>
                  </a:cubicBezTo>
                  <a:cubicBezTo>
                    <a:pt x="80" y="646"/>
                    <a:pt x="98" y="651"/>
                    <a:pt x="116" y="651"/>
                  </a:cubicBezTo>
                  <a:cubicBezTo>
                    <a:pt x="151" y="651"/>
                    <a:pt x="184" y="634"/>
                    <a:pt x="203" y="603"/>
                  </a:cubicBezTo>
                  <a:lnTo>
                    <a:pt x="482" y="157"/>
                  </a:lnTo>
                  <a:cubicBezTo>
                    <a:pt x="511" y="108"/>
                    <a:pt x="497" y="46"/>
                    <a:pt x="450" y="16"/>
                  </a:cubicBezTo>
                  <a:cubicBezTo>
                    <a:pt x="433" y="5"/>
                    <a:pt x="414" y="0"/>
                    <a:pt x="3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31"/>
            <p:cNvSpPr/>
            <p:nvPr/>
          </p:nvSpPr>
          <p:spPr>
            <a:xfrm>
              <a:off x="4845383" y="3457016"/>
              <a:ext cx="49831" cy="30730"/>
            </a:xfrm>
            <a:custGeom>
              <a:rect b="b" l="l" r="r" t="t"/>
              <a:pathLst>
                <a:path extrusionOk="0" h="436" w="707">
                  <a:moveTo>
                    <a:pt x="589" y="1"/>
                  </a:moveTo>
                  <a:cubicBezTo>
                    <a:pt x="574" y="1"/>
                    <a:pt x="558" y="4"/>
                    <a:pt x="544" y="11"/>
                  </a:cubicBezTo>
                  <a:lnTo>
                    <a:pt x="72" y="241"/>
                  </a:lnTo>
                  <a:cubicBezTo>
                    <a:pt x="21" y="266"/>
                    <a:pt x="0" y="327"/>
                    <a:pt x="25" y="378"/>
                  </a:cubicBezTo>
                  <a:cubicBezTo>
                    <a:pt x="42" y="414"/>
                    <a:pt x="78" y="436"/>
                    <a:pt x="117" y="436"/>
                  </a:cubicBezTo>
                  <a:cubicBezTo>
                    <a:pt x="132" y="436"/>
                    <a:pt x="148" y="431"/>
                    <a:pt x="161" y="425"/>
                  </a:cubicBezTo>
                  <a:lnTo>
                    <a:pt x="634" y="195"/>
                  </a:lnTo>
                  <a:cubicBezTo>
                    <a:pt x="685" y="171"/>
                    <a:pt x="706" y="109"/>
                    <a:pt x="681" y="58"/>
                  </a:cubicBezTo>
                  <a:cubicBezTo>
                    <a:pt x="663" y="21"/>
                    <a:pt x="627" y="1"/>
                    <a:pt x="5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31"/>
            <p:cNvSpPr/>
            <p:nvPr/>
          </p:nvSpPr>
          <p:spPr>
            <a:xfrm>
              <a:off x="4856660" y="3534689"/>
              <a:ext cx="52157" cy="18325"/>
            </a:xfrm>
            <a:custGeom>
              <a:rect b="b" l="l" r="r" t="t"/>
              <a:pathLst>
                <a:path extrusionOk="0" h="260" w="740">
                  <a:moveTo>
                    <a:pt x="110" y="0"/>
                  </a:moveTo>
                  <a:cubicBezTo>
                    <a:pt x="59" y="0"/>
                    <a:pt x="14" y="39"/>
                    <a:pt x="7" y="92"/>
                  </a:cubicBezTo>
                  <a:cubicBezTo>
                    <a:pt x="1" y="148"/>
                    <a:pt x="42" y="198"/>
                    <a:pt x="98" y="204"/>
                  </a:cubicBezTo>
                  <a:lnTo>
                    <a:pt x="620" y="260"/>
                  </a:lnTo>
                  <a:lnTo>
                    <a:pt x="632" y="260"/>
                  </a:lnTo>
                  <a:cubicBezTo>
                    <a:pt x="683" y="260"/>
                    <a:pt x="727" y="221"/>
                    <a:pt x="734" y="167"/>
                  </a:cubicBezTo>
                  <a:cubicBezTo>
                    <a:pt x="740" y="112"/>
                    <a:pt x="699" y="61"/>
                    <a:pt x="642" y="56"/>
                  </a:cubicBezTo>
                  <a:lnTo>
                    <a:pt x="121" y="1"/>
                  </a:lnTo>
                  <a:cubicBezTo>
                    <a:pt x="117" y="0"/>
                    <a:pt x="113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31"/>
            <p:cNvSpPr/>
            <p:nvPr/>
          </p:nvSpPr>
          <p:spPr>
            <a:xfrm>
              <a:off x="4664100" y="3395555"/>
              <a:ext cx="36298" cy="45814"/>
            </a:xfrm>
            <a:custGeom>
              <a:rect b="b" l="l" r="r" t="t"/>
              <a:pathLst>
                <a:path extrusionOk="0" h="650" w="515">
                  <a:moveTo>
                    <a:pt x="118" y="1"/>
                  </a:moveTo>
                  <a:cubicBezTo>
                    <a:pt x="100" y="1"/>
                    <a:pt x="81" y="6"/>
                    <a:pt x="64" y="16"/>
                  </a:cubicBezTo>
                  <a:cubicBezTo>
                    <a:pt x="16" y="46"/>
                    <a:pt x="1" y="110"/>
                    <a:pt x="32" y="157"/>
                  </a:cubicBezTo>
                  <a:lnTo>
                    <a:pt x="311" y="602"/>
                  </a:lnTo>
                  <a:cubicBezTo>
                    <a:pt x="330" y="632"/>
                    <a:pt x="363" y="650"/>
                    <a:pt x="398" y="650"/>
                  </a:cubicBezTo>
                  <a:cubicBezTo>
                    <a:pt x="417" y="650"/>
                    <a:pt x="435" y="645"/>
                    <a:pt x="451" y="634"/>
                  </a:cubicBezTo>
                  <a:cubicBezTo>
                    <a:pt x="500" y="605"/>
                    <a:pt x="515" y="541"/>
                    <a:pt x="484" y="494"/>
                  </a:cubicBezTo>
                  <a:lnTo>
                    <a:pt x="205" y="49"/>
                  </a:lnTo>
                  <a:cubicBezTo>
                    <a:pt x="185" y="18"/>
                    <a:pt x="152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31"/>
            <p:cNvSpPr/>
            <p:nvPr/>
          </p:nvSpPr>
          <p:spPr>
            <a:xfrm>
              <a:off x="4608982" y="3457016"/>
              <a:ext cx="49761" cy="30730"/>
            </a:xfrm>
            <a:custGeom>
              <a:rect b="b" l="l" r="r" t="t"/>
              <a:pathLst>
                <a:path extrusionOk="0" h="436" w="706">
                  <a:moveTo>
                    <a:pt x="117" y="1"/>
                  </a:moveTo>
                  <a:cubicBezTo>
                    <a:pt x="79" y="1"/>
                    <a:pt x="42" y="21"/>
                    <a:pt x="25" y="58"/>
                  </a:cubicBezTo>
                  <a:cubicBezTo>
                    <a:pt x="0" y="109"/>
                    <a:pt x="21" y="171"/>
                    <a:pt x="72" y="195"/>
                  </a:cubicBezTo>
                  <a:lnTo>
                    <a:pt x="545" y="425"/>
                  </a:lnTo>
                  <a:cubicBezTo>
                    <a:pt x="558" y="431"/>
                    <a:pt x="573" y="436"/>
                    <a:pt x="589" y="436"/>
                  </a:cubicBezTo>
                  <a:cubicBezTo>
                    <a:pt x="626" y="436"/>
                    <a:pt x="663" y="414"/>
                    <a:pt x="681" y="378"/>
                  </a:cubicBezTo>
                  <a:cubicBezTo>
                    <a:pt x="705" y="327"/>
                    <a:pt x="685" y="266"/>
                    <a:pt x="634" y="241"/>
                  </a:cubicBezTo>
                  <a:lnTo>
                    <a:pt x="162" y="11"/>
                  </a:lnTo>
                  <a:cubicBezTo>
                    <a:pt x="147" y="4"/>
                    <a:pt x="132" y="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31"/>
            <p:cNvSpPr/>
            <p:nvPr/>
          </p:nvSpPr>
          <p:spPr>
            <a:xfrm>
              <a:off x="4595238" y="3534619"/>
              <a:ext cx="52228" cy="18396"/>
            </a:xfrm>
            <a:custGeom>
              <a:rect b="b" l="l" r="r" t="t"/>
              <a:pathLst>
                <a:path extrusionOk="0" h="261" w="741">
                  <a:moveTo>
                    <a:pt x="629" y="0"/>
                  </a:moveTo>
                  <a:cubicBezTo>
                    <a:pt x="626" y="0"/>
                    <a:pt x="623" y="0"/>
                    <a:pt x="620" y="1"/>
                  </a:cubicBezTo>
                  <a:lnTo>
                    <a:pt x="98" y="56"/>
                  </a:lnTo>
                  <a:cubicBezTo>
                    <a:pt x="42" y="62"/>
                    <a:pt x="1" y="112"/>
                    <a:pt x="8" y="168"/>
                  </a:cubicBezTo>
                  <a:cubicBezTo>
                    <a:pt x="13" y="221"/>
                    <a:pt x="57" y="261"/>
                    <a:pt x="110" y="261"/>
                  </a:cubicBezTo>
                  <a:lnTo>
                    <a:pt x="122" y="261"/>
                  </a:lnTo>
                  <a:lnTo>
                    <a:pt x="643" y="205"/>
                  </a:lnTo>
                  <a:cubicBezTo>
                    <a:pt x="700" y="199"/>
                    <a:pt x="741" y="149"/>
                    <a:pt x="734" y="93"/>
                  </a:cubicBezTo>
                  <a:cubicBezTo>
                    <a:pt x="727" y="39"/>
                    <a:pt x="681" y="0"/>
                    <a:pt x="6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6" name="Google Shape;2296;p31"/>
          <p:cNvSpPr/>
          <p:nvPr/>
        </p:nvSpPr>
        <p:spPr>
          <a:xfrm>
            <a:off x="4682214" y="2049325"/>
            <a:ext cx="151608" cy="137652"/>
          </a:xfrm>
          <a:custGeom>
            <a:rect b="b" l="l" r="r" t="t"/>
            <a:pathLst>
              <a:path extrusionOk="0" h="1953" w="2151">
                <a:moveTo>
                  <a:pt x="1207" y="0"/>
                </a:moveTo>
                <a:lnTo>
                  <a:pt x="212" y="575"/>
                </a:lnTo>
                <a:lnTo>
                  <a:pt x="562" y="779"/>
                </a:lnTo>
                <a:lnTo>
                  <a:pt x="32" y="1699"/>
                </a:lnTo>
                <a:cubicBezTo>
                  <a:pt x="1" y="1751"/>
                  <a:pt x="1" y="1816"/>
                  <a:pt x="32" y="1868"/>
                </a:cubicBezTo>
                <a:cubicBezTo>
                  <a:pt x="63" y="1921"/>
                  <a:pt x="117" y="1952"/>
                  <a:pt x="179" y="1952"/>
                </a:cubicBezTo>
                <a:lnTo>
                  <a:pt x="1980" y="1952"/>
                </a:lnTo>
                <a:cubicBezTo>
                  <a:pt x="2074" y="1952"/>
                  <a:pt x="2150" y="1878"/>
                  <a:pt x="2150" y="1782"/>
                </a:cubicBezTo>
                <a:cubicBezTo>
                  <a:pt x="2148" y="1688"/>
                  <a:pt x="2074" y="1613"/>
                  <a:pt x="1980" y="1613"/>
                </a:cubicBezTo>
                <a:lnTo>
                  <a:pt x="472" y="1613"/>
                </a:lnTo>
                <a:lnTo>
                  <a:pt x="856" y="948"/>
                </a:lnTo>
                <a:lnTo>
                  <a:pt x="1207" y="1151"/>
                </a:lnTo>
                <a:lnTo>
                  <a:pt x="120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p31"/>
          <p:cNvSpPr/>
          <p:nvPr/>
        </p:nvSpPr>
        <p:spPr>
          <a:xfrm>
            <a:off x="4854828" y="2052919"/>
            <a:ext cx="158092" cy="162956"/>
          </a:xfrm>
          <a:custGeom>
            <a:rect b="b" l="l" r="r" t="t"/>
            <a:pathLst>
              <a:path extrusionOk="0" h="2312" w="2243">
                <a:moveTo>
                  <a:pt x="1159" y="1"/>
                </a:moveTo>
                <a:cubicBezTo>
                  <a:pt x="1130" y="1"/>
                  <a:pt x="1102" y="8"/>
                  <a:pt x="1076" y="23"/>
                </a:cubicBezTo>
                <a:cubicBezTo>
                  <a:pt x="996" y="71"/>
                  <a:pt x="967" y="174"/>
                  <a:pt x="1013" y="255"/>
                </a:cubicBezTo>
                <a:lnTo>
                  <a:pt x="1770" y="1566"/>
                </a:lnTo>
                <a:lnTo>
                  <a:pt x="997" y="1566"/>
                </a:lnTo>
                <a:lnTo>
                  <a:pt x="997" y="1160"/>
                </a:lnTo>
                <a:lnTo>
                  <a:pt x="0" y="1736"/>
                </a:lnTo>
                <a:lnTo>
                  <a:pt x="997" y="2312"/>
                </a:lnTo>
                <a:lnTo>
                  <a:pt x="997" y="1905"/>
                </a:lnTo>
                <a:lnTo>
                  <a:pt x="2065" y="1905"/>
                </a:lnTo>
                <a:cubicBezTo>
                  <a:pt x="2124" y="1905"/>
                  <a:pt x="2181" y="1874"/>
                  <a:pt x="2211" y="1821"/>
                </a:cubicBezTo>
                <a:cubicBezTo>
                  <a:pt x="2242" y="1769"/>
                  <a:pt x="2242" y="1704"/>
                  <a:pt x="2211" y="1652"/>
                </a:cubicBezTo>
                <a:lnTo>
                  <a:pt x="1308" y="86"/>
                </a:lnTo>
                <a:cubicBezTo>
                  <a:pt x="1275" y="32"/>
                  <a:pt x="1218" y="1"/>
                  <a:pt x="115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8" name="Google Shape;2298;p31"/>
          <p:cNvSpPr/>
          <p:nvPr/>
        </p:nvSpPr>
        <p:spPr>
          <a:xfrm>
            <a:off x="4682144" y="2094857"/>
            <a:ext cx="151537" cy="92050"/>
          </a:xfrm>
          <a:custGeom>
            <a:rect b="b" l="l" r="r" t="t"/>
            <a:pathLst>
              <a:path extrusionOk="0" h="1306" w="2150">
                <a:moveTo>
                  <a:pt x="336" y="1"/>
                </a:moveTo>
                <a:lnTo>
                  <a:pt x="562" y="132"/>
                </a:lnTo>
                <a:lnTo>
                  <a:pt x="31" y="1052"/>
                </a:lnTo>
                <a:cubicBezTo>
                  <a:pt x="1" y="1104"/>
                  <a:pt x="1" y="1169"/>
                  <a:pt x="31" y="1221"/>
                </a:cubicBezTo>
                <a:cubicBezTo>
                  <a:pt x="62" y="1274"/>
                  <a:pt x="117" y="1305"/>
                  <a:pt x="179" y="1305"/>
                </a:cubicBezTo>
                <a:lnTo>
                  <a:pt x="1980" y="1305"/>
                </a:lnTo>
                <a:cubicBezTo>
                  <a:pt x="2073" y="1305"/>
                  <a:pt x="2149" y="1231"/>
                  <a:pt x="2149" y="1135"/>
                </a:cubicBezTo>
                <a:cubicBezTo>
                  <a:pt x="2149" y="1042"/>
                  <a:pt x="2075" y="966"/>
                  <a:pt x="1980" y="966"/>
                </a:cubicBezTo>
                <a:lnTo>
                  <a:pt x="471" y="966"/>
                </a:lnTo>
                <a:lnTo>
                  <a:pt x="855" y="300"/>
                </a:lnTo>
                <a:lnTo>
                  <a:pt x="1207" y="504"/>
                </a:lnTo>
                <a:lnTo>
                  <a:pt x="1207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9" name="Google Shape;2299;p31"/>
          <p:cNvSpPr/>
          <p:nvPr/>
        </p:nvSpPr>
        <p:spPr>
          <a:xfrm>
            <a:off x="4854898" y="2094927"/>
            <a:ext cx="158163" cy="121018"/>
          </a:xfrm>
          <a:custGeom>
            <a:rect b="b" l="l" r="r" t="t"/>
            <a:pathLst>
              <a:path extrusionOk="0" h="1717" w="2244">
                <a:moveTo>
                  <a:pt x="1212" y="1"/>
                </a:moveTo>
                <a:lnTo>
                  <a:pt x="1770" y="971"/>
                </a:lnTo>
                <a:lnTo>
                  <a:pt x="997" y="971"/>
                </a:lnTo>
                <a:lnTo>
                  <a:pt x="997" y="566"/>
                </a:lnTo>
                <a:lnTo>
                  <a:pt x="0" y="1141"/>
                </a:lnTo>
                <a:lnTo>
                  <a:pt x="997" y="1717"/>
                </a:lnTo>
                <a:lnTo>
                  <a:pt x="997" y="1310"/>
                </a:lnTo>
                <a:lnTo>
                  <a:pt x="2065" y="1310"/>
                </a:lnTo>
                <a:cubicBezTo>
                  <a:pt x="2125" y="1310"/>
                  <a:pt x="2182" y="1279"/>
                  <a:pt x="2212" y="1226"/>
                </a:cubicBezTo>
                <a:cubicBezTo>
                  <a:pt x="2243" y="1174"/>
                  <a:pt x="2243" y="1109"/>
                  <a:pt x="2212" y="1057"/>
                </a:cubicBezTo>
                <a:lnTo>
                  <a:pt x="1604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31"/>
          <p:cNvSpPr/>
          <p:nvPr/>
        </p:nvSpPr>
        <p:spPr>
          <a:xfrm>
            <a:off x="4771798" y="1898561"/>
            <a:ext cx="148013" cy="136031"/>
          </a:xfrm>
          <a:custGeom>
            <a:rect b="b" l="l" r="r" t="t"/>
            <a:pathLst>
              <a:path extrusionOk="0" h="1930" w="2100">
                <a:moveTo>
                  <a:pt x="1084" y="1"/>
                </a:moveTo>
                <a:cubicBezTo>
                  <a:pt x="1024" y="1"/>
                  <a:pt x="967" y="32"/>
                  <a:pt x="937" y="84"/>
                </a:cubicBezTo>
                <a:lnTo>
                  <a:pt x="48" y="1624"/>
                </a:lnTo>
                <a:cubicBezTo>
                  <a:pt x="1" y="1705"/>
                  <a:pt x="28" y="1811"/>
                  <a:pt x="110" y="1857"/>
                </a:cubicBezTo>
                <a:cubicBezTo>
                  <a:pt x="138" y="1872"/>
                  <a:pt x="166" y="1879"/>
                  <a:pt x="195" y="1879"/>
                </a:cubicBezTo>
                <a:cubicBezTo>
                  <a:pt x="253" y="1879"/>
                  <a:pt x="310" y="1848"/>
                  <a:pt x="342" y="1794"/>
                </a:cubicBezTo>
                <a:lnTo>
                  <a:pt x="1084" y="509"/>
                </a:lnTo>
                <a:lnTo>
                  <a:pt x="1455" y="1150"/>
                </a:lnTo>
                <a:lnTo>
                  <a:pt x="1103" y="1353"/>
                </a:lnTo>
                <a:lnTo>
                  <a:pt x="2099" y="1929"/>
                </a:lnTo>
                <a:lnTo>
                  <a:pt x="2099" y="778"/>
                </a:lnTo>
                <a:lnTo>
                  <a:pt x="1747" y="982"/>
                </a:lnTo>
                <a:lnTo>
                  <a:pt x="1230" y="84"/>
                </a:lnTo>
                <a:cubicBezTo>
                  <a:pt x="1200" y="32"/>
                  <a:pt x="1146" y="1"/>
                  <a:pt x="108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1" name="Google Shape;2301;p31"/>
          <p:cNvSpPr/>
          <p:nvPr/>
        </p:nvSpPr>
        <p:spPr>
          <a:xfrm>
            <a:off x="4765666" y="1891372"/>
            <a:ext cx="161264" cy="150410"/>
          </a:xfrm>
          <a:custGeom>
            <a:rect b="b" l="l" r="r" t="t"/>
            <a:pathLst>
              <a:path extrusionOk="0" h="2134" w="2288">
                <a:moveTo>
                  <a:pt x="1171" y="205"/>
                </a:moveTo>
                <a:cubicBezTo>
                  <a:pt x="1194" y="205"/>
                  <a:pt x="1217" y="217"/>
                  <a:pt x="1229" y="240"/>
                </a:cubicBezTo>
                <a:lnTo>
                  <a:pt x="1746" y="1135"/>
                </a:lnTo>
                <a:cubicBezTo>
                  <a:pt x="1760" y="1157"/>
                  <a:pt x="1782" y="1176"/>
                  <a:pt x="1809" y="1182"/>
                </a:cubicBezTo>
                <a:cubicBezTo>
                  <a:pt x="1818" y="1184"/>
                  <a:pt x="1828" y="1185"/>
                  <a:pt x="1837" y="1185"/>
                </a:cubicBezTo>
                <a:cubicBezTo>
                  <a:pt x="1855" y="1185"/>
                  <a:pt x="1872" y="1181"/>
                  <a:pt x="1887" y="1172"/>
                </a:cubicBezTo>
                <a:lnTo>
                  <a:pt x="2085" y="1058"/>
                </a:lnTo>
                <a:lnTo>
                  <a:pt x="2085" y="1853"/>
                </a:lnTo>
                <a:lnTo>
                  <a:pt x="1396" y="1455"/>
                </a:lnTo>
                <a:lnTo>
                  <a:pt x="1594" y="1342"/>
                </a:lnTo>
                <a:cubicBezTo>
                  <a:pt x="1617" y="1327"/>
                  <a:pt x="1635" y="1306"/>
                  <a:pt x="1642" y="1279"/>
                </a:cubicBezTo>
                <a:cubicBezTo>
                  <a:pt x="1648" y="1253"/>
                  <a:pt x="1645" y="1224"/>
                  <a:pt x="1632" y="1201"/>
                </a:cubicBezTo>
                <a:lnTo>
                  <a:pt x="1260" y="560"/>
                </a:lnTo>
                <a:cubicBezTo>
                  <a:pt x="1242" y="528"/>
                  <a:pt x="1207" y="512"/>
                  <a:pt x="1172" y="512"/>
                </a:cubicBezTo>
                <a:cubicBezTo>
                  <a:pt x="1136" y="512"/>
                  <a:pt x="1101" y="528"/>
                  <a:pt x="1082" y="560"/>
                </a:cubicBezTo>
                <a:lnTo>
                  <a:pt x="340" y="1846"/>
                </a:lnTo>
                <a:cubicBezTo>
                  <a:pt x="329" y="1867"/>
                  <a:pt x="306" y="1879"/>
                  <a:pt x="282" y="1879"/>
                </a:cubicBezTo>
                <a:cubicBezTo>
                  <a:pt x="271" y="1879"/>
                  <a:pt x="259" y="1876"/>
                  <a:pt x="248" y="1870"/>
                </a:cubicBezTo>
                <a:cubicBezTo>
                  <a:pt x="232" y="1861"/>
                  <a:pt x="222" y="1847"/>
                  <a:pt x="216" y="1829"/>
                </a:cubicBezTo>
                <a:cubicBezTo>
                  <a:pt x="211" y="1811"/>
                  <a:pt x="214" y="1793"/>
                  <a:pt x="223" y="1778"/>
                </a:cubicBezTo>
                <a:lnTo>
                  <a:pt x="1112" y="238"/>
                </a:lnTo>
                <a:cubicBezTo>
                  <a:pt x="1125" y="217"/>
                  <a:pt x="1147" y="205"/>
                  <a:pt x="1171" y="205"/>
                </a:cubicBezTo>
                <a:close/>
                <a:moveTo>
                  <a:pt x="1171" y="0"/>
                </a:moveTo>
                <a:cubicBezTo>
                  <a:pt x="1074" y="0"/>
                  <a:pt x="984" y="51"/>
                  <a:pt x="936" y="135"/>
                </a:cubicBezTo>
                <a:lnTo>
                  <a:pt x="47" y="1675"/>
                </a:lnTo>
                <a:cubicBezTo>
                  <a:pt x="11" y="1739"/>
                  <a:pt x="1" y="1811"/>
                  <a:pt x="20" y="1882"/>
                </a:cubicBezTo>
                <a:cubicBezTo>
                  <a:pt x="38" y="1951"/>
                  <a:pt x="83" y="2011"/>
                  <a:pt x="146" y="2047"/>
                </a:cubicBezTo>
                <a:cubicBezTo>
                  <a:pt x="187" y="2071"/>
                  <a:pt x="235" y="2083"/>
                  <a:pt x="282" y="2083"/>
                </a:cubicBezTo>
                <a:cubicBezTo>
                  <a:pt x="378" y="2083"/>
                  <a:pt x="468" y="2032"/>
                  <a:pt x="517" y="1948"/>
                </a:cubicBezTo>
                <a:lnTo>
                  <a:pt x="1171" y="816"/>
                </a:lnTo>
                <a:lnTo>
                  <a:pt x="1401" y="1215"/>
                </a:lnTo>
                <a:lnTo>
                  <a:pt x="1138" y="1367"/>
                </a:lnTo>
                <a:cubicBezTo>
                  <a:pt x="1107" y="1386"/>
                  <a:pt x="1087" y="1419"/>
                  <a:pt x="1087" y="1455"/>
                </a:cubicBezTo>
                <a:cubicBezTo>
                  <a:pt x="1087" y="1491"/>
                  <a:pt x="1107" y="1526"/>
                  <a:pt x="1138" y="1544"/>
                </a:cubicBezTo>
                <a:lnTo>
                  <a:pt x="2135" y="2119"/>
                </a:lnTo>
                <a:cubicBezTo>
                  <a:pt x="2150" y="2128"/>
                  <a:pt x="2169" y="2134"/>
                  <a:pt x="2186" y="2134"/>
                </a:cubicBezTo>
                <a:cubicBezTo>
                  <a:pt x="2205" y="2134"/>
                  <a:pt x="2221" y="2128"/>
                  <a:pt x="2236" y="2118"/>
                </a:cubicBezTo>
                <a:cubicBezTo>
                  <a:pt x="2268" y="2100"/>
                  <a:pt x="2287" y="2067"/>
                  <a:pt x="2287" y="2030"/>
                </a:cubicBezTo>
                <a:lnTo>
                  <a:pt x="2287" y="879"/>
                </a:lnTo>
                <a:cubicBezTo>
                  <a:pt x="2287" y="843"/>
                  <a:pt x="2268" y="809"/>
                  <a:pt x="2236" y="790"/>
                </a:cubicBezTo>
                <a:cubicBezTo>
                  <a:pt x="2220" y="781"/>
                  <a:pt x="2203" y="777"/>
                  <a:pt x="2185" y="777"/>
                </a:cubicBezTo>
                <a:cubicBezTo>
                  <a:pt x="2167" y="777"/>
                  <a:pt x="2150" y="781"/>
                  <a:pt x="2134" y="790"/>
                </a:cubicBezTo>
                <a:lnTo>
                  <a:pt x="1872" y="943"/>
                </a:lnTo>
                <a:lnTo>
                  <a:pt x="1406" y="135"/>
                </a:lnTo>
                <a:cubicBezTo>
                  <a:pt x="1357" y="52"/>
                  <a:pt x="1268" y="0"/>
                  <a:pt x="117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2" name="Google Shape;2302;p31"/>
          <p:cNvSpPr/>
          <p:nvPr/>
        </p:nvSpPr>
        <p:spPr>
          <a:xfrm>
            <a:off x="4674814" y="2042135"/>
            <a:ext cx="166268" cy="151960"/>
          </a:xfrm>
          <a:custGeom>
            <a:rect b="b" l="l" r="r" t="t"/>
            <a:pathLst>
              <a:path extrusionOk="0" h="2156" w="2359">
                <a:moveTo>
                  <a:pt x="1210" y="280"/>
                </a:moveTo>
                <a:lnTo>
                  <a:pt x="1210" y="1075"/>
                </a:lnTo>
                <a:lnTo>
                  <a:pt x="1012" y="962"/>
                </a:lnTo>
                <a:cubicBezTo>
                  <a:pt x="996" y="952"/>
                  <a:pt x="979" y="948"/>
                  <a:pt x="961" y="948"/>
                </a:cubicBezTo>
                <a:cubicBezTo>
                  <a:pt x="926" y="948"/>
                  <a:pt x="891" y="966"/>
                  <a:pt x="872" y="998"/>
                </a:cubicBezTo>
                <a:lnTo>
                  <a:pt x="488" y="1663"/>
                </a:lnTo>
                <a:cubicBezTo>
                  <a:pt x="471" y="1695"/>
                  <a:pt x="471" y="1734"/>
                  <a:pt x="488" y="1766"/>
                </a:cubicBezTo>
                <a:cubicBezTo>
                  <a:pt x="507" y="1797"/>
                  <a:pt x="540" y="1817"/>
                  <a:pt x="577" y="1817"/>
                </a:cubicBezTo>
                <a:lnTo>
                  <a:pt x="2085" y="1817"/>
                </a:lnTo>
                <a:cubicBezTo>
                  <a:pt x="2122" y="1817"/>
                  <a:pt x="2153" y="1848"/>
                  <a:pt x="2153" y="1884"/>
                </a:cubicBezTo>
                <a:cubicBezTo>
                  <a:pt x="2153" y="1922"/>
                  <a:pt x="2122" y="1952"/>
                  <a:pt x="2085" y="1952"/>
                </a:cubicBezTo>
                <a:lnTo>
                  <a:pt x="284" y="1952"/>
                </a:lnTo>
                <a:cubicBezTo>
                  <a:pt x="259" y="1952"/>
                  <a:pt x="237" y="1940"/>
                  <a:pt x="225" y="1919"/>
                </a:cubicBezTo>
                <a:cubicBezTo>
                  <a:pt x="214" y="1898"/>
                  <a:pt x="214" y="1872"/>
                  <a:pt x="225" y="1852"/>
                </a:cubicBezTo>
                <a:lnTo>
                  <a:pt x="757" y="932"/>
                </a:lnTo>
                <a:cubicBezTo>
                  <a:pt x="770" y="907"/>
                  <a:pt x="774" y="881"/>
                  <a:pt x="767" y="854"/>
                </a:cubicBezTo>
                <a:cubicBezTo>
                  <a:pt x="760" y="826"/>
                  <a:pt x="742" y="805"/>
                  <a:pt x="719" y="792"/>
                </a:cubicBezTo>
                <a:lnTo>
                  <a:pt x="521" y="677"/>
                </a:lnTo>
                <a:lnTo>
                  <a:pt x="1210" y="280"/>
                </a:lnTo>
                <a:close/>
                <a:moveTo>
                  <a:pt x="1314" y="0"/>
                </a:moveTo>
                <a:cubicBezTo>
                  <a:pt x="1296" y="0"/>
                  <a:pt x="1279" y="5"/>
                  <a:pt x="1263" y="14"/>
                </a:cubicBezTo>
                <a:lnTo>
                  <a:pt x="266" y="589"/>
                </a:lnTo>
                <a:cubicBezTo>
                  <a:pt x="234" y="607"/>
                  <a:pt x="215" y="641"/>
                  <a:pt x="215" y="677"/>
                </a:cubicBezTo>
                <a:cubicBezTo>
                  <a:pt x="215" y="713"/>
                  <a:pt x="234" y="748"/>
                  <a:pt x="266" y="766"/>
                </a:cubicBezTo>
                <a:lnTo>
                  <a:pt x="528" y="918"/>
                </a:lnTo>
                <a:lnTo>
                  <a:pt x="48" y="1748"/>
                </a:lnTo>
                <a:cubicBezTo>
                  <a:pt x="0" y="1832"/>
                  <a:pt x="0" y="1936"/>
                  <a:pt x="48" y="2021"/>
                </a:cubicBezTo>
                <a:cubicBezTo>
                  <a:pt x="98" y="2103"/>
                  <a:pt x="187" y="2156"/>
                  <a:pt x="284" y="2156"/>
                </a:cubicBezTo>
                <a:lnTo>
                  <a:pt x="2085" y="2156"/>
                </a:lnTo>
                <a:cubicBezTo>
                  <a:pt x="2235" y="2156"/>
                  <a:pt x="2359" y="2035"/>
                  <a:pt x="2359" y="1883"/>
                </a:cubicBezTo>
                <a:cubicBezTo>
                  <a:pt x="2359" y="1733"/>
                  <a:pt x="2236" y="1611"/>
                  <a:pt x="2087" y="1611"/>
                </a:cubicBezTo>
                <a:lnTo>
                  <a:pt x="757" y="1611"/>
                </a:lnTo>
                <a:lnTo>
                  <a:pt x="1000" y="1189"/>
                </a:lnTo>
                <a:lnTo>
                  <a:pt x="1263" y="1341"/>
                </a:lnTo>
                <a:cubicBezTo>
                  <a:pt x="1279" y="1350"/>
                  <a:pt x="1296" y="1355"/>
                  <a:pt x="1314" y="1355"/>
                </a:cubicBezTo>
                <a:cubicBezTo>
                  <a:pt x="1331" y="1355"/>
                  <a:pt x="1349" y="1350"/>
                  <a:pt x="1365" y="1341"/>
                </a:cubicBezTo>
                <a:cubicBezTo>
                  <a:pt x="1397" y="1324"/>
                  <a:pt x="1416" y="1290"/>
                  <a:pt x="1416" y="1253"/>
                </a:cubicBezTo>
                <a:lnTo>
                  <a:pt x="1416" y="102"/>
                </a:lnTo>
                <a:cubicBezTo>
                  <a:pt x="1416" y="66"/>
                  <a:pt x="1397" y="31"/>
                  <a:pt x="1365" y="14"/>
                </a:cubicBezTo>
                <a:cubicBezTo>
                  <a:pt x="1349" y="5"/>
                  <a:pt x="1331" y="0"/>
                  <a:pt x="131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3" name="Google Shape;2303;p31"/>
          <p:cNvSpPr/>
          <p:nvPr/>
        </p:nvSpPr>
        <p:spPr>
          <a:xfrm>
            <a:off x="4347419" y="1898420"/>
            <a:ext cx="147802" cy="135961"/>
          </a:xfrm>
          <a:custGeom>
            <a:rect b="b" l="l" r="r" t="t"/>
            <a:pathLst>
              <a:path extrusionOk="0" h="1929" w="2097">
                <a:moveTo>
                  <a:pt x="1082" y="1"/>
                </a:moveTo>
                <a:cubicBezTo>
                  <a:pt x="1020" y="1"/>
                  <a:pt x="966" y="33"/>
                  <a:pt x="935" y="85"/>
                </a:cubicBezTo>
                <a:lnTo>
                  <a:pt x="47" y="1624"/>
                </a:lnTo>
                <a:cubicBezTo>
                  <a:pt x="0" y="1704"/>
                  <a:pt x="28" y="1808"/>
                  <a:pt x="110" y="1856"/>
                </a:cubicBezTo>
                <a:cubicBezTo>
                  <a:pt x="137" y="1871"/>
                  <a:pt x="166" y="1878"/>
                  <a:pt x="195" y="1878"/>
                </a:cubicBezTo>
                <a:cubicBezTo>
                  <a:pt x="253" y="1878"/>
                  <a:pt x="309" y="1847"/>
                  <a:pt x="342" y="1794"/>
                </a:cubicBezTo>
                <a:lnTo>
                  <a:pt x="1084" y="510"/>
                </a:lnTo>
                <a:lnTo>
                  <a:pt x="1453" y="1151"/>
                </a:lnTo>
                <a:lnTo>
                  <a:pt x="1102" y="1353"/>
                </a:lnTo>
                <a:lnTo>
                  <a:pt x="2097" y="1928"/>
                </a:lnTo>
                <a:lnTo>
                  <a:pt x="2097" y="779"/>
                </a:lnTo>
                <a:lnTo>
                  <a:pt x="1746" y="981"/>
                </a:lnTo>
                <a:lnTo>
                  <a:pt x="1229" y="85"/>
                </a:lnTo>
                <a:cubicBezTo>
                  <a:pt x="1198" y="33"/>
                  <a:pt x="1143" y="1"/>
                  <a:pt x="10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4" name="Google Shape;2304;p31"/>
          <p:cNvSpPr/>
          <p:nvPr/>
        </p:nvSpPr>
        <p:spPr>
          <a:xfrm>
            <a:off x="4347419" y="1991246"/>
            <a:ext cx="43488" cy="39752"/>
          </a:xfrm>
          <a:custGeom>
            <a:rect b="b" l="l" r="r" t="t"/>
            <a:pathLst>
              <a:path extrusionOk="0" h="564" w="617">
                <a:moveTo>
                  <a:pt x="225" y="0"/>
                </a:moveTo>
                <a:lnTo>
                  <a:pt x="47" y="308"/>
                </a:lnTo>
                <a:cubicBezTo>
                  <a:pt x="0" y="389"/>
                  <a:pt x="28" y="493"/>
                  <a:pt x="109" y="540"/>
                </a:cubicBezTo>
                <a:cubicBezTo>
                  <a:pt x="135" y="555"/>
                  <a:pt x="165" y="563"/>
                  <a:pt x="193" y="563"/>
                </a:cubicBezTo>
                <a:cubicBezTo>
                  <a:pt x="252" y="563"/>
                  <a:pt x="308" y="532"/>
                  <a:pt x="340" y="478"/>
                </a:cubicBezTo>
                <a:lnTo>
                  <a:pt x="61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31"/>
          <p:cNvSpPr/>
          <p:nvPr/>
        </p:nvSpPr>
        <p:spPr>
          <a:xfrm>
            <a:off x="4425021" y="1991246"/>
            <a:ext cx="70201" cy="43135"/>
          </a:xfrm>
          <a:custGeom>
            <a:rect b="b" l="l" r="r" t="t"/>
            <a:pathLst>
              <a:path extrusionOk="0" h="612" w="996">
                <a:moveTo>
                  <a:pt x="65" y="0"/>
                </a:moveTo>
                <a:lnTo>
                  <a:pt x="0" y="37"/>
                </a:lnTo>
                <a:lnTo>
                  <a:pt x="996" y="611"/>
                </a:lnTo>
                <a:lnTo>
                  <a:pt x="99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6" name="Google Shape;2306;p31"/>
          <p:cNvSpPr/>
          <p:nvPr/>
        </p:nvSpPr>
        <p:spPr>
          <a:xfrm>
            <a:off x="4257835" y="2049043"/>
            <a:ext cx="151396" cy="137511"/>
          </a:xfrm>
          <a:custGeom>
            <a:rect b="b" l="l" r="r" t="t"/>
            <a:pathLst>
              <a:path extrusionOk="0" h="1951" w="2148">
                <a:moveTo>
                  <a:pt x="1206" y="1"/>
                </a:moveTo>
                <a:lnTo>
                  <a:pt x="210" y="576"/>
                </a:lnTo>
                <a:lnTo>
                  <a:pt x="561" y="778"/>
                </a:lnTo>
                <a:lnTo>
                  <a:pt x="31" y="1696"/>
                </a:lnTo>
                <a:cubicBezTo>
                  <a:pt x="0" y="1749"/>
                  <a:pt x="0" y="1814"/>
                  <a:pt x="31" y="1866"/>
                </a:cubicBezTo>
                <a:cubicBezTo>
                  <a:pt x="62" y="1918"/>
                  <a:pt x="117" y="1950"/>
                  <a:pt x="178" y="1950"/>
                </a:cubicBezTo>
                <a:lnTo>
                  <a:pt x="1978" y="1950"/>
                </a:lnTo>
                <a:cubicBezTo>
                  <a:pt x="2071" y="1950"/>
                  <a:pt x="2148" y="1875"/>
                  <a:pt x="2148" y="1780"/>
                </a:cubicBezTo>
                <a:cubicBezTo>
                  <a:pt x="2148" y="1688"/>
                  <a:pt x="2071" y="1612"/>
                  <a:pt x="1978" y="1612"/>
                </a:cubicBezTo>
                <a:lnTo>
                  <a:pt x="471" y="1612"/>
                </a:lnTo>
                <a:lnTo>
                  <a:pt x="855" y="949"/>
                </a:lnTo>
                <a:lnTo>
                  <a:pt x="1206" y="1151"/>
                </a:lnTo>
                <a:lnTo>
                  <a:pt x="120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31"/>
          <p:cNvSpPr/>
          <p:nvPr/>
        </p:nvSpPr>
        <p:spPr>
          <a:xfrm>
            <a:off x="4430307" y="2052849"/>
            <a:ext cx="157951" cy="162674"/>
          </a:xfrm>
          <a:custGeom>
            <a:rect b="b" l="l" r="r" t="t"/>
            <a:pathLst>
              <a:path extrusionOk="0" h="2308" w="2241">
                <a:moveTo>
                  <a:pt x="1159" y="1"/>
                </a:moveTo>
                <a:cubicBezTo>
                  <a:pt x="1131" y="1"/>
                  <a:pt x="1102" y="8"/>
                  <a:pt x="1076" y="23"/>
                </a:cubicBezTo>
                <a:cubicBezTo>
                  <a:pt x="995" y="70"/>
                  <a:pt x="968" y="174"/>
                  <a:pt x="1014" y="254"/>
                </a:cubicBezTo>
                <a:lnTo>
                  <a:pt x="1770" y="1564"/>
                </a:lnTo>
                <a:lnTo>
                  <a:pt x="995" y="1564"/>
                </a:lnTo>
                <a:lnTo>
                  <a:pt x="995" y="1158"/>
                </a:lnTo>
                <a:lnTo>
                  <a:pt x="1" y="1732"/>
                </a:lnTo>
                <a:lnTo>
                  <a:pt x="995" y="2307"/>
                </a:lnTo>
                <a:lnTo>
                  <a:pt x="995" y="1901"/>
                </a:lnTo>
                <a:lnTo>
                  <a:pt x="2064" y="1901"/>
                </a:lnTo>
                <a:cubicBezTo>
                  <a:pt x="2124" y="1901"/>
                  <a:pt x="2180" y="1870"/>
                  <a:pt x="2211" y="1817"/>
                </a:cubicBezTo>
                <a:cubicBezTo>
                  <a:pt x="2241" y="1766"/>
                  <a:pt x="2241" y="1702"/>
                  <a:pt x="2211" y="1650"/>
                </a:cubicBezTo>
                <a:lnTo>
                  <a:pt x="1307" y="85"/>
                </a:lnTo>
                <a:cubicBezTo>
                  <a:pt x="1276" y="31"/>
                  <a:pt x="1218" y="1"/>
                  <a:pt x="115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31"/>
          <p:cNvSpPr/>
          <p:nvPr/>
        </p:nvSpPr>
        <p:spPr>
          <a:xfrm>
            <a:off x="4250364" y="2041994"/>
            <a:ext cx="166127" cy="151890"/>
          </a:xfrm>
          <a:custGeom>
            <a:rect b="b" l="l" r="r" t="t"/>
            <a:pathLst>
              <a:path extrusionOk="0" h="2155" w="2357">
                <a:moveTo>
                  <a:pt x="1208" y="281"/>
                </a:moveTo>
                <a:lnTo>
                  <a:pt x="1208" y="1076"/>
                </a:lnTo>
                <a:lnTo>
                  <a:pt x="1011" y="961"/>
                </a:lnTo>
                <a:cubicBezTo>
                  <a:pt x="995" y="953"/>
                  <a:pt x="978" y="948"/>
                  <a:pt x="961" y="948"/>
                </a:cubicBezTo>
                <a:cubicBezTo>
                  <a:pt x="952" y="948"/>
                  <a:pt x="942" y="950"/>
                  <a:pt x="933" y="952"/>
                </a:cubicBezTo>
                <a:cubicBezTo>
                  <a:pt x="906" y="958"/>
                  <a:pt x="884" y="976"/>
                  <a:pt x="871" y="999"/>
                </a:cubicBezTo>
                <a:lnTo>
                  <a:pt x="487" y="1663"/>
                </a:lnTo>
                <a:cubicBezTo>
                  <a:pt x="469" y="1695"/>
                  <a:pt x="469" y="1733"/>
                  <a:pt x="487" y="1766"/>
                </a:cubicBezTo>
                <a:cubicBezTo>
                  <a:pt x="504" y="1797"/>
                  <a:pt x="538" y="1817"/>
                  <a:pt x="575" y="1817"/>
                </a:cubicBezTo>
                <a:lnTo>
                  <a:pt x="2081" y="1817"/>
                </a:lnTo>
                <a:cubicBezTo>
                  <a:pt x="2117" y="1817"/>
                  <a:pt x="2148" y="1846"/>
                  <a:pt x="2148" y="1883"/>
                </a:cubicBezTo>
                <a:cubicBezTo>
                  <a:pt x="2148" y="1919"/>
                  <a:pt x="2119" y="1950"/>
                  <a:pt x="2081" y="1950"/>
                </a:cubicBezTo>
                <a:lnTo>
                  <a:pt x="282" y="1950"/>
                </a:lnTo>
                <a:cubicBezTo>
                  <a:pt x="259" y="1950"/>
                  <a:pt x="236" y="1937"/>
                  <a:pt x="225" y="1916"/>
                </a:cubicBezTo>
                <a:cubicBezTo>
                  <a:pt x="213" y="1896"/>
                  <a:pt x="213" y="1870"/>
                  <a:pt x="225" y="1850"/>
                </a:cubicBezTo>
                <a:lnTo>
                  <a:pt x="755" y="932"/>
                </a:lnTo>
                <a:cubicBezTo>
                  <a:pt x="769" y="907"/>
                  <a:pt x="773" y="881"/>
                  <a:pt x="765" y="853"/>
                </a:cubicBezTo>
                <a:cubicBezTo>
                  <a:pt x="759" y="826"/>
                  <a:pt x="742" y="805"/>
                  <a:pt x="718" y="791"/>
                </a:cubicBezTo>
                <a:lnTo>
                  <a:pt x="522" y="677"/>
                </a:lnTo>
                <a:lnTo>
                  <a:pt x="1208" y="281"/>
                </a:lnTo>
                <a:close/>
                <a:moveTo>
                  <a:pt x="1312" y="1"/>
                </a:moveTo>
                <a:cubicBezTo>
                  <a:pt x="1294" y="1"/>
                  <a:pt x="1276" y="5"/>
                  <a:pt x="1260" y="14"/>
                </a:cubicBezTo>
                <a:lnTo>
                  <a:pt x="266" y="589"/>
                </a:lnTo>
                <a:cubicBezTo>
                  <a:pt x="233" y="606"/>
                  <a:pt x="215" y="641"/>
                  <a:pt x="215" y="677"/>
                </a:cubicBezTo>
                <a:cubicBezTo>
                  <a:pt x="215" y="713"/>
                  <a:pt x="233" y="748"/>
                  <a:pt x="266" y="765"/>
                </a:cubicBezTo>
                <a:lnTo>
                  <a:pt x="528" y="916"/>
                </a:lnTo>
                <a:lnTo>
                  <a:pt x="49" y="1746"/>
                </a:lnTo>
                <a:cubicBezTo>
                  <a:pt x="1" y="1830"/>
                  <a:pt x="1" y="1935"/>
                  <a:pt x="49" y="2018"/>
                </a:cubicBezTo>
                <a:cubicBezTo>
                  <a:pt x="98" y="2101"/>
                  <a:pt x="187" y="2155"/>
                  <a:pt x="284" y="2155"/>
                </a:cubicBezTo>
                <a:lnTo>
                  <a:pt x="2084" y="2155"/>
                </a:lnTo>
                <a:cubicBezTo>
                  <a:pt x="2234" y="2155"/>
                  <a:pt x="2356" y="2033"/>
                  <a:pt x="2356" y="1884"/>
                </a:cubicBezTo>
                <a:cubicBezTo>
                  <a:pt x="2356" y="1733"/>
                  <a:pt x="2234" y="1612"/>
                  <a:pt x="2084" y="1612"/>
                </a:cubicBezTo>
                <a:lnTo>
                  <a:pt x="755" y="1612"/>
                </a:lnTo>
                <a:lnTo>
                  <a:pt x="999" y="1190"/>
                </a:lnTo>
                <a:lnTo>
                  <a:pt x="1260" y="1341"/>
                </a:lnTo>
                <a:cubicBezTo>
                  <a:pt x="1276" y="1350"/>
                  <a:pt x="1294" y="1354"/>
                  <a:pt x="1312" y="1354"/>
                </a:cubicBezTo>
                <a:cubicBezTo>
                  <a:pt x="1329" y="1354"/>
                  <a:pt x="1347" y="1350"/>
                  <a:pt x="1363" y="1341"/>
                </a:cubicBezTo>
                <a:cubicBezTo>
                  <a:pt x="1395" y="1323"/>
                  <a:pt x="1414" y="1290"/>
                  <a:pt x="1414" y="1252"/>
                </a:cubicBezTo>
                <a:lnTo>
                  <a:pt x="1414" y="103"/>
                </a:lnTo>
                <a:cubicBezTo>
                  <a:pt x="1414" y="67"/>
                  <a:pt x="1395" y="32"/>
                  <a:pt x="1363" y="14"/>
                </a:cubicBezTo>
                <a:cubicBezTo>
                  <a:pt x="1347" y="5"/>
                  <a:pt x="1329" y="1"/>
                  <a:pt x="131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9" name="Google Shape;2309;p31"/>
          <p:cNvSpPr/>
          <p:nvPr/>
        </p:nvSpPr>
        <p:spPr>
          <a:xfrm>
            <a:off x="4423118" y="2045800"/>
            <a:ext cx="172541" cy="177052"/>
          </a:xfrm>
          <a:custGeom>
            <a:rect b="b" l="l" r="r" t="t"/>
            <a:pathLst>
              <a:path extrusionOk="0" h="2512" w="2448">
                <a:moveTo>
                  <a:pt x="1260" y="205"/>
                </a:moveTo>
                <a:cubicBezTo>
                  <a:pt x="1266" y="205"/>
                  <a:pt x="1273" y="206"/>
                  <a:pt x="1279" y="208"/>
                </a:cubicBezTo>
                <a:cubicBezTo>
                  <a:pt x="1297" y="211"/>
                  <a:pt x="1311" y="223"/>
                  <a:pt x="1320" y="238"/>
                </a:cubicBezTo>
                <a:lnTo>
                  <a:pt x="2223" y="1802"/>
                </a:lnTo>
                <a:cubicBezTo>
                  <a:pt x="2235" y="1822"/>
                  <a:pt x="2235" y="1848"/>
                  <a:pt x="2223" y="1868"/>
                </a:cubicBezTo>
                <a:cubicBezTo>
                  <a:pt x="2212" y="1889"/>
                  <a:pt x="2190" y="1902"/>
                  <a:pt x="2166" y="1902"/>
                </a:cubicBezTo>
                <a:lnTo>
                  <a:pt x="1097" y="1902"/>
                </a:lnTo>
                <a:cubicBezTo>
                  <a:pt x="1041" y="1902"/>
                  <a:pt x="995" y="1948"/>
                  <a:pt x="995" y="2004"/>
                </a:cubicBezTo>
                <a:lnTo>
                  <a:pt x="995" y="2231"/>
                </a:lnTo>
                <a:lnTo>
                  <a:pt x="307" y="1834"/>
                </a:lnTo>
                <a:lnTo>
                  <a:pt x="995" y="1439"/>
                </a:lnTo>
                <a:lnTo>
                  <a:pt x="995" y="1667"/>
                </a:lnTo>
                <a:cubicBezTo>
                  <a:pt x="995" y="1723"/>
                  <a:pt x="1041" y="1769"/>
                  <a:pt x="1097" y="1769"/>
                </a:cubicBezTo>
                <a:lnTo>
                  <a:pt x="1872" y="1769"/>
                </a:lnTo>
                <a:cubicBezTo>
                  <a:pt x="1908" y="1769"/>
                  <a:pt x="1941" y="1750"/>
                  <a:pt x="1960" y="1718"/>
                </a:cubicBezTo>
                <a:cubicBezTo>
                  <a:pt x="1977" y="1686"/>
                  <a:pt x="1977" y="1647"/>
                  <a:pt x="1960" y="1616"/>
                </a:cubicBezTo>
                <a:lnTo>
                  <a:pt x="1204" y="306"/>
                </a:lnTo>
                <a:cubicBezTo>
                  <a:pt x="1195" y="290"/>
                  <a:pt x="1192" y="272"/>
                  <a:pt x="1198" y="255"/>
                </a:cubicBezTo>
                <a:cubicBezTo>
                  <a:pt x="1202" y="236"/>
                  <a:pt x="1213" y="223"/>
                  <a:pt x="1228" y="214"/>
                </a:cubicBezTo>
                <a:cubicBezTo>
                  <a:pt x="1238" y="208"/>
                  <a:pt x="1249" y="205"/>
                  <a:pt x="1260" y="205"/>
                </a:cubicBezTo>
                <a:close/>
                <a:moveTo>
                  <a:pt x="1260" y="0"/>
                </a:moveTo>
                <a:cubicBezTo>
                  <a:pt x="1213" y="0"/>
                  <a:pt x="1167" y="13"/>
                  <a:pt x="1126" y="37"/>
                </a:cubicBezTo>
                <a:cubicBezTo>
                  <a:pt x="1064" y="73"/>
                  <a:pt x="1019" y="132"/>
                  <a:pt x="999" y="202"/>
                </a:cubicBezTo>
                <a:cubicBezTo>
                  <a:pt x="980" y="272"/>
                  <a:pt x="990" y="346"/>
                  <a:pt x="1026" y="408"/>
                </a:cubicBezTo>
                <a:lnTo>
                  <a:pt x="1694" y="1564"/>
                </a:lnTo>
                <a:lnTo>
                  <a:pt x="1200" y="1564"/>
                </a:lnTo>
                <a:lnTo>
                  <a:pt x="1200" y="1261"/>
                </a:lnTo>
                <a:cubicBezTo>
                  <a:pt x="1200" y="1226"/>
                  <a:pt x="1181" y="1191"/>
                  <a:pt x="1148" y="1172"/>
                </a:cubicBezTo>
                <a:cubicBezTo>
                  <a:pt x="1133" y="1164"/>
                  <a:pt x="1115" y="1159"/>
                  <a:pt x="1098" y="1159"/>
                </a:cubicBezTo>
                <a:cubicBezTo>
                  <a:pt x="1080" y="1159"/>
                  <a:pt x="1063" y="1164"/>
                  <a:pt x="1046" y="1172"/>
                </a:cubicBezTo>
                <a:lnTo>
                  <a:pt x="52" y="1748"/>
                </a:lnTo>
                <a:cubicBezTo>
                  <a:pt x="19" y="1765"/>
                  <a:pt x="0" y="1800"/>
                  <a:pt x="0" y="1835"/>
                </a:cubicBezTo>
                <a:cubicBezTo>
                  <a:pt x="0" y="1871"/>
                  <a:pt x="19" y="1906"/>
                  <a:pt x="52" y="1923"/>
                </a:cubicBezTo>
                <a:lnTo>
                  <a:pt x="1046" y="2498"/>
                </a:lnTo>
                <a:cubicBezTo>
                  <a:pt x="1062" y="2507"/>
                  <a:pt x="1080" y="2512"/>
                  <a:pt x="1097" y="2512"/>
                </a:cubicBezTo>
                <a:cubicBezTo>
                  <a:pt x="1116" y="2512"/>
                  <a:pt x="1133" y="2507"/>
                  <a:pt x="1148" y="2501"/>
                </a:cubicBezTo>
                <a:cubicBezTo>
                  <a:pt x="1181" y="2482"/>
                  <a:pt x="1200" y="2449"/>
                  <a:pt x="1200" y="2413"/>
                </a:cubicBezTo>
                <a:lnTo>
                  <a:pt x="1200" y="2109"/>
                </a:lnTo>
                <a:lnTo>
                  <a:pt x="2164" y="2109"/>
                </a:lnTo>
                <a:cubicBezTo>
                  <a:pt x="2262" y="2109"/>
                  <a:pt x="2351" y="2058"/>
                  <a:pt x="2400" y="1974"/>
                </a:cubicBezTo>
                <a:cubicBezTo>
                  <a:pt x="2448" y="1889"/>
                  <a:pt x="2448" y="1785"/>
                  <a:pt x="2400" y="1701"/>
                </a:cubicBezTo>
                <a:lnTo>
                  <a:pt x="1496" y="137"/>
                </a:lnTo>
                <a:cubicBezTo>
                  <a:pt x="1461" y="75"/>
                  <a:pt x="1402" y="30"/>
                  <a:pt x="1332" y="10"/>
                </a:cubicBezTo>
                <a:cubicBezTo>
                  <a:pt x="1308" y="4"/>
                  <a:pt x="1284" y="0"/>
                  <a:pt x="12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31"/>
          <p:cNvSpPr/>
          <p:nvPr/>
        </p:nvSpPr>
        <p:spPr>
          <a:xfrm>
            <a:off x="4601761" y="4435677"/>
            <a:ext cx="987" cy="846"/>
          </a:xfrm>
          <a:custGeom>
            <a:rect b="b" l="l" r="r" t="t"/>
            <a:pathLst>
              <a:path extrusionOk="0" h="12" w="14">
                <a:moveTo>
                  <a:pt x="13" y="0"/>
                </a:moveTo>
                <a:cubicBezTo>
                  <a:pt x="8" y="4"/>
                  <a:pt x="5" y="8"/>
                  <a:pt x="0" y="12"/>
                </a:cubicBezTo>
                <a:cubicBezTo>
                  <a:pt x="5" y="8"/>
                  <a:pt x="8" y="4"/>
                  <a:pt x="13" y="0"/>
                </a:cubicBezTo>
                <a:close/>
              </a:path>
            </a:pathLst>
          </a:custGeom>
          <a:solidFill>
            <a:srgbClr val="FAF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p31"/>
          <p:cNvSpPr/>
          <p:nvPr/>
        </p:nvSpPr>
        <p:spPr>
          <a:xfrm>
            <a:off x="4679997" y="4572132"/>
            <a:ext cx="1198" cy="775"/>
          </a:xfrm>
          <a:custGeom>
            <a:rect b="b" l="l" r="r" t="t"/>
            <a:pathLst>
              <a:path extrusionOk="0" h="11" w="17">
                <a:moveTo>
                  <a:pt x="17" y="0"/>
                </a:moveTo>
                <a:cubicBezTo>
                  <a:pt x="11" y="3"/>
                  <a:pt x="5" y="7"/>
                  <a:pt x="0" y="10"/>
                </a:cubicBezTo>
                <a:lnTo>
                  <a:pt x="1" y="10"/>
                </a:lnTo>
                <a:cubicBezTo>
                  <a:pt x="6" y="7"/>
                  <a:pt x="11" y="3"/>
                  <a:pt x="17" y="0"/>
                </a:cubicBezTo>
                <a:close/>
              </a:path>
            </a:pathLst>
          </a:custGeom>
          <a:solidFill>
            <a:srgbClr val="FAF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2" name="Google Shape;2312;p31"/>
          <p:cNvSpPr/>
          <p:nvPr/>
        </p:nvSpPr>
        <p:spPr>
          <a:xfrm>
            <a:off x="4610148" y="4429263"/>
            <a:ext cx="141" cy="70"/>
          </a:xfrm>
          <a:custGeom>
            <a:rect b="b" l="l" r="r" t="t"/>
            <a:pathLst>
              <a:path extrusionOk="0" h="1" w="2">
                <a:moveTo>
                  <a:pt x="2" y="0"/>
                </a:moveTo>
                <a:cubicBezTo>
                  <a:pt x="1" y="0"/>
                  <a:pt x="1" y="0"/>
                  <a:pt x="2" y="0"/>
                </a:cubicBezTo>
                <a:cubicBezTo>
                  <a:pt x="1" y="0"/>
                  <a:pt x="1" y="0"/>
                  <a:pt x="2" y="0"/>
                </a:cubicBezTo>
                <a:close/>
              </a:path>
            </a:pathLst>
          </a:custGeom>
          <a:solidFill>
            <a:srgbClr val="FAF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31"/>
          <p:cNvSpPr/>
          <p:nvPr/>
        </p:nvSpPr>
        <p:spPr>
          <a:xfrm>
            <a:off x="4623540" y="4325652"/>
            <a:ext cx="169863" cy="170568"/>
          </a:xfrm>
          <a:custGeom>
            <a:rect b="b" l="l" r="r" t="t"/>
            <a:pathLst>
              <a:path extrusionOk="0" h="2420" w="2410">
                <a:moveTo>
                  <a:pt x="2357" y="1"/>
                </a:moveTo>
                <a:lnTo>
                  <a:pt x="164" y="390"/>
                </a:lnTo>
                <a:cubicBezTo>
                  <a:pt x="175" y="457"/>
                  <a:pt x="183" y="528"/>
                  <a:pt x="183" y="600"/>
                </a:cubicBezTo>
                <a:cubicBezTo>
                  <a:pt x="184" y="836"/>
                  <a:pt x="117" y="1055"/>
                  <a:pt x="0" y="1239"/>
                </a:cubicBezTo>
                <a:lnTo>
                  <a:pt x="1887" y="2420"/>
                </a:lnTo>
                <a:cubicBezTo>
                  <a:pt x="2218" y="1892"/>
                  <a:pt x="2410" y="1269"/>
                  <a:pt x="2410" y="600"/>
                </a:cubicBezTo>
                <a:cubicBezTo>
                  <a:pt x="2410" y="395"/>
                  <a:pt x="2390" y="195"/>
                  <a:pt x="2357" y="1"/>
                </a:cubicBezTo>
                <a:close/>
              </a:path>
            </a:pathLst>
          </a:custGeom>
          <a:solidFill>
            <a:srgbClr val="FAF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p31"/>
          <p:cNvSpPr/>
          <p:nvPr/>
        </p:nvSpPr>
        <p:spPr>
          <a:xfrm>
            <a:off x="4592386" y="4441386"/>
            <a:ext cx="1833" cy="987"/>
          </a:xfrm>
          <a:custGeom>
            <a:rect b="b" l="l" r="r" t="t"/>
            <a:pathLst>
              <a:path extrusionOk="0" h="14" w="26">
                <a:moveTo>
                  <a:pt x="26" y="0"/>
                </a:moveTo>
                <a:cubicBezTo>
                  <a:pt x="16" y="5"/>
                  <a:pt x="8" y="10"/>
                  <a:pt x="0" y="13"/>
                </a:cubicBezTo>
                <a:cubicBezTo>
                  <a:pt x="8" y="10"/>
                  <a:pt x="17" y="5"/>
                  <a:pt x="26" y="0"/>
                </a:cubicBezTo>
                <a:close/>
              </a:path>
            </a:pathLst>
          </a:custGeom>
          <a:solidFill>
            <a:srgbClr val="FAF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5" name="Google Shape;2315;p31"/>
          <p:cNvSpPr/>
          <p:nvPr/>
        </p:nvSpPr>
        <p:spPr>
          <a:xfrm>
            <a:off x="4689160" y="4563604"/>
            <a:ext cx="4581" cy="3172"/>
          </a:xfrm>
          <a:custGeom>
            <a:rect b="b" l="l" r="r" t="t"/>
            <a:pathLst>
              <a:path extrusionOk="0" h="45" w="65">
                <a:moveTo>
                  <a:pt x="65" y="0"/>
                </a:moveTo>
                <a:cubicBezTo>
                  <a:pt x="44" y="16"/>
                  <a:pt x="22" y="29"/>
                  <a:pt x="0" y="44"/>
                </a:cubicBezTo>
                <a:cubicBezTo>
                  <a:pt x="22" y="29"/>
                  <a:pt x="44" y="16"/>
                  <a:pt x="65" y="0"/>
                </a:cubicBezTo>
                <a:close/>
              </a:path>
            </a:pathLst>
          </a:custGeom>
          <a:solidFill>
            <a:srgbClr val="FAF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6" name="Google Shape;2316;p31"/>
          <p:cNvSpPr/>
          <p:nvPr/>
        </p:nvSpPr>
        <p:spPr>
          <a:xfrm>
            <a:off x="4700931" y="4554230"/>
            <a:ext cx="4863" cy="3806"/>
          </a:xfrm>
          <a:custGeom>
            <a:rect b="b" l="l" r="r" t="t"/>
            <a:pathLst>
              <a:path extrusionOk="0" h="54" w="69">
                <a:moveTo>
                  <a:pt x="69" y="0"/>
                </a:moveTo>
                <a:cubicBezTo>
                  <a:pt x="46" y="18"/>
                  <a:pt x="22" y="36"/>
                  <a:pt x="1" y="54"/>
                </a:cubicBezTo>
                <a:cubicBezTo>
                  <a:pt x="23" y="36"/>
                  <a:pt x="47" y="18"/>
                  <a:pt x="69" y="0"/>
                </a:cubicBezTo>
                <a:close/>
              </a:path>
            </a:pathLst>
          </a:custGeom>
          <a:solidFill>
            <a:srgbClr val="FAF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p31"/>
          <p:cNvSpPr/>
          <p:nvPr/>
        </p:nvSpPr>
        <p:spPr>
          <a:xfrm>
            <a:off x="4732507" y="4521948"/>
            <a:ext cx="5357" cy="6273"/>
          </a:xfrm>
          <a:custGeom>
            <a:rect b="b" l="l" r="r" t="t"/>
            <a:pathLst>
              <a:path extrusionOk="0" h="89" w="76">
                <a:moveTo>
                  <a:pt x="76" y="0"/>
                </a:moveTo>
                <a:cubicBezTo>
                  <a:pt x="51" y="31"/>
                  <a:pt x="26" y="59"/>
                  <a:pt x="0" y="88"/>
                </a:cubicBezTo>
                <a:cubicBezTo>
                  <a:pt x="26" y="60"/>
                  <a:pt x="53" y="31"/>
                  <a:pt x="76" y="0"/>
                </a:cubicBezTo>
                <a:close/>
              </a:path>
            </a:pathLst>
          </a:custGeom>
          <a:solidFill>
            <a:srgbClr val="FAF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8" name="Google Shape;2318;p31"/>
          <p:cNvSpPr/>
          <p:nvPr/>
        </p:nvSpPr>
        <p:spPr>
          <a:xfrm>
            <a:off x="4750480" y="4497420"/>
            <a:ext cx="5357" cy="7894"/>
          </a:xfrm>
          <a:custGeom>
            <a:rect b="b" l="l" r="r" t="t"/>
            <a:pathLst>
              <a:path extrusionOk="0" h="112" w="76">
                <a:moveTo>
                  <a:pt x="76" y="0"/>
                </a:moveTo>
                <a:lnTo>
                  <a:pt x="76" y="0"/>
                </a:lnTo>
                <a:cubicBezTo>
                  <a:pt x="52" y="37"/>
                  <a:pt x="26" y="75"/>
                  <a:pt x="1" y="112"/>
                </a:cubicBezTo>
                <a:cubicBezTo>
                  <a:pt x="26" y="75"/>
                  <a:pt x="51" y="39"/>
                  <a:pt x="76" y="0"/>
                </a:cubicBezTo>
                <a:close/>
              </a:path>
            </a:pathLst>
          </a:custGeom>
          <a:solidFill>
            <a:srgbClr val="FAF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31"/>
          <p:cNvSpPr/>
          <p:nvPr/>
        </p:nvSpPr>
        <p:spPr>
          <a:xfrm>
            <a:off x="4741881" y="4510037"/>
            <a:ext cx="5427" cy="7119"/>
          </a:xfrm>
          <a:custGeom>
            <a:rect b="b" l="l" r="r" t="t"/>
            <a:pathLst>
              <a:path extrusionOk="0" h="101" w="77">
                <a:moveTo>
                  <a:pt x="0" y="101"/>
                </a:moveTo>
                <a:lnTo>
                  <a:pt x="77" y="0"/>
                </a:lnTo>
                <a:close/>
              </a:path>
            </a:pathLst>
          </a:custGeom>
          <a:solidFill>
            <a:srgbClr val="FAF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31"/>
          <p:cNvSpPr/>
          <p:nvPr/>
        </p:nvSpPr>
        <p:spPr>
          <a:xfrm>
            <a:off x="4712067" y="4544221"/>
            <a:ext cx="5145" cy="4511"/>
          </a:xfrm>
          <a:custGeom>
            <a:rect b="b" l="l" r="r" t="t"/>
            <a:pathLst>
              <a:path extrusionOk="0" h="64" w="73">
                <a:moveTo>
                  <a:pt x="72" y="0"/>
                </a:moveTo>
                <a:cubicBezTo>
                  <a:pt x="49" y="22"/>
                  <a:pt x="24" y="42"/>
                  <a:pt x="1" y="64"/>
                </a:cubicBezTo>
                <a:cubicBezTo>
                  <a:pt x="24" y="43"/>
                  <a:pt x="49" y="22"/>
                  <a:pt x="72" y="0"/>
                </a:cubicBezTo>
                <a:close/>
              </a:path>
            </a:pathLst>
          </a:custGeom>
          <a:solidFill>
            <a:srgbClr val="FAF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31"/>
          <p:cNvSpPr/>
          <p:nvPr/>
        </p:nvSpPr>
        <p:spPr>
          <a:xfrm>
            <a:off x="4722569" y="4533366"/>
            <a:ext cx="5286" cy="5427"/>
          </a:xfrm>
          <a:custGeom>
            <a:rect b="b" l="l" r="r" t="t"/>
            <a:pathLst>
              <a:path extrusionOk="0" h="77" w="75">
                <a:moveTo>
                  <a:pt x="74" y="1"/>
                </a:moveTo>
                <a:lnTo>
                  <a:pt x="74" y="1"/>
                </a:lnTo>
                <a:cubicBezTo>
                  <a:pt x="51" y="26"/>
                  <a:pt x="26" y="51"/>
                  <a:pt x="1" y="76"/>
                </a:cubicBezTo>
                <a:cubicBezTo>
                  <a:pt x="26" y="52"/>
                  <a:pt x="51" y="26"/>
                  <a:pt x="74" y="1"/>
                </a:cubicBezTo>
                <a:close/>
              </a:path>
            </a:pathLst>
          </a:custGeom>
          <a:solidFill>
            <a:srgbClr val="FAF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p31"/>
          <p:cNvSpPr/>
          <p:nvPr/>
        </p:nvSpPr>
        <p:spPr>
          <a:xfrm>
            <a:off x="4309749" y="4126044"/>
            <a:ext cx="479986" cy="483862"/>
          </a:xfrm>
          <a:custGeom>
            <a:rect b="b" l="l" r="r" t="t"/>
            <a:pathLst>
              <a:path extrusionOk="0" h="6865" w="6810">
                <a:moveTo>
                  <a:pt x="3432" y="1"/>
                </a:moveTo>
                <a:cubicBezTo>
                  <a:pt x="1536" y="1"/>
                  <a:pt x="0" y="1538"/>
                  <a:pt x="0" y="3433"/>
                </a:cubicBezTo>
                <a:cubicBezTo>
                  <a:pt x="0" y="5328"/>
                  <a:pt x="1536" y="6864"/>
                  <a:pt x="3432" y="6864"/>
                </a:cubicBezTo>
                <a:cubicBezTo>
                  <a:pt x="4658" y="6864"/>
                  <a:pt x="5734" y="6221"/>
                  <a:pt x="6340" y="5253"/>
                </a:cubicBezTo>
                <a:lnTo>
                  <a:pt x="4452" y="4071"/>
                </a:lnTo>
                <a:cubicBezTo>
                  <a:pt x="4238" y="4411"/>
                  <a:pt x="3863" y="4638"/>
                  <a:pt x="3432" y="4638"/>
                </a:cubicBezTo>
                <a:cubicBezTo>
                  <a:pt x="2767" y="4638"/>
                  <a:pt x="2227" y="4098"/>
                  <a:pt x="2227" y="3433"/>
                </a:cubicBezTo>
                <a:cubicBezTo>
                  <a:pt x="2227" y="2767"/>
                  <a:pt x="2767" y="2228"/>
                  <a:pt x="3432" y="2228"/>
                </a:cubicBezTo>
                <a:cubicBezTo>
                  <a:pt x="4025" y="2228"/>
                  <a:pt x="4518" y="2658"/>
                  <a:pt x="4617" y="3223"/>
                </a:cubicBezTo>
                <a:lnTo>
                  <a:pt x="6809" y="2834"/>
                </a:lnTo>
                <a:cubicBezTo>
                  <a:pt x="6527" y="1224"/>
                  <a:pt x="5122" y="1"/>
                  <a:pt x="343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31"/>
          <p:cNvSpPr/>
          <p:nvPr/>
        </p:nvSpPr>
        <p:spPr>
          <a:xfrm>
            <a:off x="4348233" y="4360753"/>
            <a:ext cx="22977" cy="69214"/>
          </a:xfrm>
          <a:custGeom>
            <a:rect b="b" l="l" r="r" t="t"/>
            <a:pathLst>
              <a:path extrusionOk="0" h="982" w="326">
                <a:moveTo>
                  <a:pt x="103" y="0"/>
                </a:moveTo>
                <a:cubicBezTo>
                  <a:pt x="47" y="0"/>
                  <a:pt x="1" y="46"/>
                  <a:pt x="1" y="103"/>
                </a:cubicBezTo>
                <a:cubicBezTo>
                  <a:pt x="1" y="377"/>
                  <a:pt x="38" y="646"/>
                  <a:pt x="114" y="907"/>
                </a:cubicBezTo>
                <a:cubicBezTo>
                  <a:pt x="126" y="952"/>
                  <a:pt x="167" y="981"/>
                  <a:pt x="212" y="981"/>
                </a:cubicBezTo>
                <a:cubicBezTo>
                  <a:pt x="222" y="981"/>
                  <a:pt x="232" y="979"/>
                  <a:pt x="241" y="977"/>
                </a:cubicBezTo>
                <a:cubicBezTo>
                  <a:pt x="294" y="962"/>
                  <a:pt x="326" y="905"/>
                  <a:pt x="311" y="851"/>
                </a:cubicBezTo>
                <a:cubicBezTo>
                  <a:pt x="241" y="608"/>
                  <a:pt x="205" y="357"/>
                  <a:pt x="205" y="103"/>
                </a:cubicBezTo>
                <a:cubicBezTo>
                  <a:pt x="205" y="46"/>
                  <a:pt x="159" y="0"/>
                  <a:pt x="10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4" name="Google Shape;2324;p31"/>
          <p:cNvSpPr/>
          <p:nvPr/>
        </p:nvSpPr>
        <p:spPr>
          <a:xfrm>
            <a:off x="4372902" y="4457949"/>
            <a:ext cx="125177" cy="103468"/>
          </a:xfrm>
          <a:custGeom>
            <a:rect b="b" l="l" r="r" t="t"/>
            <a:pathLst>
              <a:path extrusionOk="0" h="1468" w="1776">
                <a:moveTo>
                  <a:pt x="117" y="1"/>
                </a:moveTo>
                <a:cubicBezTo>
                  <a:pt x="100" y="1"/>
                  <a:pt x="83" y="5"/>
                  <a:pt x="67" y="14"/>
                </a:cubicBezTo>
                <a:cubicBezTo>
                  <a:pt x="19" y="42"/>
                  <a:pt x="0" y="105"/>
                  <a:pt x="29" y="154"/>
                </a:cubicBezTo>
                <a:cubicBezTo>
                  <a:pt x="384" y="774"/>
                  <a:pt x="952" y="1240"/>
                  <a:pt x="1628" y="1464"/>
                </a:cubicBezTo>
                <a:cubicBezTo>
                  <a:pt x="1639" y="1467"/>
                  <a:pt x="1651" y="1468"/>
                  <a:pt x="1660" y="1468"/>
                </a:cubicBezTo>
                <a:cubicBezTo>
                  <a:pt x="1704" y="1468"/>
                  <a:pt x="1744" y="1441"/>
                  <a:pt x="1757" y="1398"/>
                </a:cubicBezTo>
                <a:cubicBezTo>
                  <a:pt x="1776" y="1346"/>
                  <a:pt x="1746" y="1287"/>
                  <a:pt x="1693" y="1269"/>
                </a:cubicBezTo>
                <a:cubicBezTo>
                  <a:pt x="1065" y="1061"/>
                  <a:pt x="537" y="630"/>
                  <a:pt x="206" y="53"/>
                </a:cubicBezTo>
                <a:cubicBezTo>
                  <a:pt x="187" y="19"/>
                  <a:pt x="153" y="1"/>
                  <a:pt x="1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31"/>
          <p:cNvSpPr/>
          <p:nvPr/>
        </p:nvSpPr>
        <p:spPr>
          <a:xfrm>
            <a:off x="4302489" y="4118784"/>
            <a:ext cx="498241" cy="498170"/>
          </a:xfrm>
          <a:custGeom>
            <a:rect b="b" l="l" r="r" t="t"/>
            <a:pathLst>
              <a:path extrusionOk="0" h="7068" w="7069">
                <a:moveTo>
                  <a:pt x="3535" y="2434"/>
                </a:moveTo>
                <a:cubicBezTo>
                  <a:pt x="4077" y="2434"/>
                  <a:pt x="4528" y="2828"/>
                  <a:pt x="4620" y="3344"/>
                </a:cubicBezTo>
                <a:cubicBezTo>
                  <a:pt x="4631" y="3407"/>
                  <a:pt x="4637" y="3470"/>
                  <a:pt x="4637" y="3536"/>
                </a:cubicBezTo>
                <a:cubicBezTo>
                  <a:pt x="4637" y="4143"/>
                  <a:pt x="4142" y="4639"/>
                  <a:pt x="3535" y="4639"/>
                </a:cubicBezTo>
                <a:cubicBezTo>
                  <a:pt x="2927" y="4639"/>
                  <a:pt x="2432" y="4143"/>
                  <a:pt x="2432" y="3536"/>
                </a:cubicBezTo>
                <a:cubicBezTo>
                  <a:pt x="2432" y="2928"/>
                  <a:pt x="2927" y="2434"/>
                  <a:pt x="3535" y="2434"/>
                </a:cubicBezTo>
                <a:close/>
                <a:moveTo>
                  <a:pt x="6830" y="3056"/>
                </a:moveTo>
                <a:cubicBezTo>
                  <a:pt x="6852" y="3212"/>
                  <a:pt x="6863" y="3372"/>
                  <a:pt x="6863" y="3536"/>
                </a:cubicBezTo>
                <a:cubicBezTo>
                  <a:pt x="6863" y="4147"/>
                  <a:pt x="6698" y="4720"/>
                  <a:pt x="6408" y="5213"/>
                </a:cubicBezTo>
                <a:lnTo>
                  <a:pt x="4693" y="4139"/>
                </a:lnTo>
                <a:cubicBezTo>
                  <a:pt x="4788" y="3959"/>
                  <a:pt x="4843" y="3754"/>
                  <a:pt x="4843" y="3536"/>
                </a:cubicBezTo>
                <a:cubicBezTo>
                  <a:pt x="4843" y="3494"/>
                  <a:pt x="4841" y="3452"/>
                  <a:pt x="4836" y="3409"/>
                </a:cubicBezTo>
                <a:lnTo>
                  <a:pt x="6830" y="3056"/>
                </a:lnTo>
                <a:close/>
                <a:moveTo>
                  <a:pt x="3535" y="206"/>
                </a:moveTo>
                <a:cubicBezTo>
                  <a:pt x="5137" y="206"/>
                  <a:pt x="6478" y="1345"/>
                  <a:pt x="6794" y="2854"/>
                </a:cubicBezTo>
                <a:lnTo>
                  <a:pt x="4800" y="3207"/>
                </a:lnTo>
                <a:cubicBezTo>
                  <a:pt x="4653" y="2644"/>
                  <a:pt x="4143" y="2227"/>
                  <a:pt x="3536" y="2227"/>
                </a:cubicBezTo>
                <a:cubicBezTo>
                  <a:pt x="2815" y="2227"/>
                  <a:pt x="2228" y="2814"/>
                  <a:pt x="2228" y="3535"/>
                </a:cubicBezTo>
                <a:cubicBezTo>
                  <a:pt x="2228" y="4256"/>
                  <a:pt x="2816" y="4841"/>
                  <a:pt x="3536" y="4841"/>
                </a:cubicBezTo>
                <a:cubicBezTo>
                  <a:pt x="3966" y="4841"/>
                  <a:pt x="4346" y="4631"/>
                  <a:pt x="4585" y="4311"/>
                </a:cubicBezTo>
                <a:lnTo>
                  <a:pt x="6301" y="5385"/>
                </a:lnTo>
                <a:cubicBezTo>
                  <a:pt x="5701" y="6277"/>
                  <a:pt x="4686" y="6865"/>
                  <a:pt x="3535" y="6865"/>
                </a:cubicBezTo>
                <a:cubicBezTo>
                  <a:pt x="1699" y="6865"/>
                  <a:pt x="206" y="5371"/>
                  <a:pt x="206" y="3536"/>
                </a:cubicBezTo>
                <a:cubicBezTo>
                  <a:pt x="206" y="1700"/>
                  <a:pt x="1699" y="206"/>
                  <a:pt x="3535" y="206"/>
                </a:cubicBezTo>
                <a:close/>
                <a:moveTo>
                  <a:pt x="3535" y="0"/>
                </a:moveTo>
                <a:cubicBezTo>
                  <a:pt x="1585" y="0"/>
                  <a:pt x="1" y="1585"/>
                  <a:pt x="1" y="3535"/>
                </a:cubicBezTo>
                <a:cubicBezTo>
                  <a:pt x="1" y="5482"/>
                  <a:pt x="1586" y="7068"/>
                  <a:pt x="3535" y="7068"/>
                </a:cubicBezTo>
                <a:cubicBezTo>
                  <a:pt x="4790" y="7068"/>
                  <a:pt x="5895" y="6408"/>
                  <a:pt x="6522" y="5418"/>
                </a:cubicBezTo>
                <a:cubicBezTo>
                  <a:pt x="6525" y="5415"/>
                  <a:pt x="6528" y="5413"/>
                  <a:pt x="6530" y="5409"/>
                </a:cubicBezTo>
                <a:cubicBezTo>
                  <a:pt x="6531" y="5408"/>
                  <a:pt x="6531" y="5406"/>
                  <a:pt x="6533" y="5403"/>
                </a:cubicBezTo>
                <a:cubicBezTo>
                  <a:pt x="6872" y="4861"/>
                  <a:pt x="7068" y="4220"/>
                  <a:pt x="7068" y="3535"/>
                </a:cubicBezTo>
                <a:cubicBezTo>
                  <a:pt x="7068" y="3325"/>
                  <a:pt x="7050" y="3120"/>
                  <a:pt x="7014" y="2920"/>
                </a:cubicBezTo>
                <a:lnTo>
                  <a:pt x="7014" y="2918"/>
                </a:lnTo>
                <a:lnTo>
                  <a:pt x="7014" y="2917"/>
                </a:lnTo>
                <a:cubicBezTo>
                  <a:pt x="6720" y="1262"/>
                  <a:pt x="5272" y="0"/>
                  <a:pt x="353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31"/>
          <p:cNvSpPr/>
          <p:nvPr/>
        </p:nvSpPr>
        <p:spPr>
          <a:xfrm>
            <a:off x="5305638" y="2628204"/>
            <a:ext cx="5427" cy="473431"/>
          </a:xfrm>
          <a:custGeom>
            <a:rect b="b" l="l" r="r" t="t"/>
            <a:pathLst>
              <a:path extrusionOk="0" h="6717" w="77">
                <a:moveTo>
                  <a:pt x="0" y="0"/>
                </a:moveTo>
                <a:lnTo>
                  <a:pt x="0" y="6716"/>
                </a:lnTo>
                <a:lnTo>
                  <a:pt x="77" y="6716"/>
                </a:lnTo>
                <a:lnTo>
                  <a:pt x="77" y="0"/>
                </a:lnTo>
                <a:close/>
              </a:path>
            </a:pathLst>
          </a:custGeom>
          <a:solidFill>
            <a:srgbClr val="4E89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7" name="Google Shape;2327;p31"/>
          <p:cNvSpPr/>
          <p:nvPr/>
        </p:nvSpPr>
        <p:spPr>
          <a:xfrm>
            <a:off x="5066912" y="3350234"/>
            <a:ext cx="5498" cy="473360"/>
          </a:xfrm>
          <a:custGeom>
            <a:rect b="b" l="l" r="r" t="t"/>
            <a:pathLst>
              <a:path extrusionOk="0" h="6716" w="78">
                <a:moveTo>
                  <a:pt x="0" y="0"/>
                </a:moveTo>
                <a:lnTo>
                  <a:pt x="0" y="6716"/>
                </a:lnTo>
                <a:lnTo>
                  <a:pt x="77" y="6716"/>
                </a:lnTo>
                <a:lnTo>
                  <a:pt x="77" y="0"/>
                </a:lnTo>
                <a:close/>
              </a:path>
            </a:pathLst>
          </a:custGeom>
          <a:solidFill>
            <a:srgbClr val="E398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31"/>
          <p:cNvSpPr/>
          <p:nvPr/>
        </p:nvSpPr>
        <p:spPr>
          <a:xfrm>
            <a:off x="5827897" y="4259620"/>
            <a:ext cx="182902" cy="105230"/>
          </a:xfrm>
          <a:custGeom>
            <a:rect b="b" l="l" r="r" t="t"/>
            <a:pathLst>
              <a:path extrusionOk="0" h="1493" w="2595">
                <a:moveTo>
                  <a:pt x="284" y="0"/>
                </a:moveTo>
                <a:cubicBezTo>
                  <a:pt x="286" y="22"/>
                  <a:pt x="287" y="44"/>
                  <a:pt x="287" y="68"/>
                </a:cubicBezTo>
                <a:cubicBezTo>
                  <a:pt x="287" y="283"/>
                  <a:pt x="173" y="471"/>
                  <a:pt x="1" y="574"/>
                </a:cubicBezTo>
                <a:lnTo>
                  <a:pt x="2594" y="1492"/>
                </a:lnTo>
                <a:lnTo>
                  <a:pt x="2594" y="1492"/>
                </a:lnTo>
                <a:lnTo>
                  <a:pt x="28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31"/>
          <p:cNvSpPr/>
          <p:nvPr/>
        </p:nvSpPr>
        <p:spPr>
          <a:xfrm>
            <a:off x="5602069" y="4259620"/>
            <a:ext cx="182832" cy="105230"/>
          </a:xfrm>
          <a:custGeom>
            <a:rect b="b" l="l" r="r" t="t"/>
            <a:pathLst>
              <a:path extrusionOk="0" h="1493" w="2594">
                <a:moveTo>
                  <a:pt x="2311" y="0"/>
                </a:moveTo>
                <a:lnTo>
                  <a:pt x="0" y="1492"/>
                </a:lnTo>
                <a:lnTo>
                  <a:pt x="2594" y="574"/>
                </a:lnTo>
                <a:cubicBezTo>
                  <a:pt x="2422" y="471"/>
                  <a:pt x="2307" y="283"/>
                  <a:pt x="2307" y="68"/>
                </a:cubicBezTo>
                <a:cubicBezTo>
                  <a:pt x="2307" y="44"/>
                  <a:pt x="2308" y="23"/>
                  <a:pt x="231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31"/>
          <p:cNvSpPr/>
          <p:nvPr/>
        </p:nvSpPr>
        <p:spPr>
          <a:xfrm>
            <a:off x="5783845" y="4036540"/>
            <a:ext cx="45179" cy="192699"/>
          </a:xfrm>
          <a:custGeom>
            <a:rect b="b" l="l" r="r" t="t"/>
            <a:pathLst>
              <a:path extrusionOk="0" h="2734" w="641">
                <a:moveTo>
                  <a:pt x="321" y="1"/>
                </a:moveTo>
                <a:lnTo>
                  <a:pt x="1" y="2733"/>
                </a:lnTo>
                <a:cubicBezTo>
                  <a:pt x="93" y="2675"/>
                  <a:pt x="201" y="2639"/>
                  <a:pt x="321" y="2639"/>
                </a:cubicBezTo>
                <a:cubicBezTo>
                  <a:pt x="437" y="2639"/>
                  <a:pt x="548" y="2674"/>
                  <a:pt x="640" y="2733"/>
                </a:cubicBezTo>
                <a:lnTo>
                  <a:pt x="32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31"/>
          <p:cNvSpPr/>
          <p:nvPr/>
        </p:nvSpPr>
        <p:spPr>
          <a:xfrm>
            <a:off x="5789836" y="4306139"/>
            <a:ext cx="33268" cy="269384"/>
          </a:xfrm>
          <a:custGeom>
            <a:rect b="b" l="l" r="r" t="t"/>
            <a:pathLst>
              <a:path extrusionOk="0" h="3822" w="472">
                <a:moveTo>
                  <a:pt x="121" y="0"/>
                </a:moveTo>
                <a:lnTo>
                  <a:pt x="0" y="3822"/>
                </a:lnTo>
                <a:lnTo>
                  <a:pt x="471" y="3822"/>
                </a:lnTo>
                <a:lnTo>
                  <a:pt x="349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31"/>
          <p:cNvSpPr/>
          <p:nvPr/>
        </p:nvSpPr>
        <p:spPr>
          <a:xfrm>
            <a:off x="5764673" y="4222616"/>
            <a:ext cx="83522" cy="83592"/>
          </a:xfrm>
          <a:custGeom>
            <a:rect b="b" l="l" r="r" t="t"/>
            <a:pathLst>
              <a:path extrusionOk="0" h="1186" w="1185">
                <a:moveTo>
                  <a:pt x="595" y="0"/>
                </a:moveTo>
                <a:cubicBezTo>
                  <a:pt x="594" y="0"/>
                  <a:pt x="593" y="0"/>
                  <a:pt x="593" y="0"/>
                </a:cubicBezTo>
                <a:cubicBezTo>
                  <a:pt x="264" y="0"/>
                  <a:pt x="0" y="265"/>
                  <a:pt x="0" y="593"/>
                </a:cubicBezTo>
                <a:cubicBezTo>
                  <a:pt x="0" y="920"/>
                  <a:pt x="264" y="1185"/>
                  <a:pt x="593" y="1185"/>
                </a:cubicBezTo>
                <a:cubicBezTo>
                  <a:pt x="920" y="1185"/>
                  <a:pt x="1184" y="920"/>
                  <a:pt x="1184" y="593"/>
                </a:cubicBezTo>
                <a:cubicBezTo>
                  <a:pt x="1184" y="266"/>
                  <a:pt x="921" y="0"/>
                  <a:pt x="595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31"/>
          <p:cNvSpPr/>
          <p:nvPr/>
        </p:nvSpPr>
        <p:spPr>
          <a:xfrm>
            <a:off x="5432438" y="2602477"/>
            <a:ext cx="282000" cy="411265"/>
          </a:xfrm>
          <a:custGeom>
            <a:rect b="b" l="l" r="r" t="t"/>
            <a:pathLst>
              <a:path extrusionOk="0" h="5835" w="4001">
                <a:moveTo>
                  <a:pt x="849" y="1"/>
                </a:moveTo>
                <a:cubicBezTo>
                  <a:pt x="780" y="1"/>
                  <a:pt x="722" y="53"/>
                  <a:pt x="716" y="122"/>
                </a:cubicBezTo>
                <a:lnTo>
                  <a:pt x="347" y="1409"/>
                </a:lnTo>
                <a:lnTo>
                  <a:pt x="137" y="1409"/>
                </a:lnTo>
                <a:cubicBezTo>
                  <a:pt x="62" y="1409"/>
                  <a:pt x="1" y="1469"/>
                  <a:pt x="1" y="1545"/>
                </a:cubicBezTo>
                <a:lnTo>
                  <a:pt x="1" y="1636"/>
                </a:lnTo>
                <a:cubicBezTo>
                  <a:pt x="1" y="1710"/>
                  <a:pt x="61" y="1771"/>
                  <a:pt x="137" y="1771"/>
                </a:cubicBezTo>
                <a:lnTo>
                  <a:pt x="347" y="1771"/>
                </a:lnTo>
                <a:lnTo>
                  <a:pt x="716" y="5713"/>
                </a:lnTo>
                <a:cubicBezTo>
                  <a:pt x="722" y="5782"/>
                  <a:pt x="780" y="5834"/>
                  <a:pt x="849" y="5834"/>
                </a:cubicBezTo>
                <a:lnTo>
                  <a:pt x="3152" y="5834"/>
                </a:lnTo>
                <a:cubicBezTo>
                  <a:pt x="3222" y="5834"/>
                  <a:pt x="3279" y="5782"/>
                  <a:pt x="3285" y="5713"/>
                </a:cubicBezTo>
                <a:lnTo>
                  <a:pt x="3655" y="1771"/>
                </a:lnTo>
                <a:lnTo>
                  <a:pt x="3865" y="1771"/>
                </a:lnTo>
                <a:cubicBezTo>
                  <a:pt x="3939" y="1771"/>
                  <a:pt x="4001" y="1711"/>
                  <a:pt x="4001" y="1636"/>
                </a:cubicBezTo>
                <a:lnTo>
                  <a:pt x="4001" y="1545"/>
                </a:lnTo>
                <a:cubicBezTo>
                  <a:pt x="3998" y="1469"/>
                  <a:pt x="3937" y="1409"/>
                  <a:pt x="3864" y="1409"/>
                </a:cubicBezTo>
                <a:lnTo>
                  <a:pt x="3654" y="1409"/>
                </a:lnTo>
                <a:lnTo>
                  <a:pt x="3284" y="122"/>
                </a:lnTo>
                <a:cubicBezTo>
                  <a:pt x="3278" y="52"/>
                  <a:pt x="3220" y="1"/>
                  <a:pt x="315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31"/>
          <p:cNvSpPr/>
          <p:nvPr/>
        </p:nvSpPr>
        <p:spPr>
          <a:xfrm>
            <a:off x="5461688" y="2780518"/>
            <a:ext cx="223218" cy="233156"/>
          </a:xfrm>
          <a:custGeom>
            <a:rect b="b" l="l" r="r" t="t"/>
            <a:pathLst>
              <a:path extrusionOk="0" h="3308" w="3167">
                <a:moveTo>
                  <a:pt x="0" y="0"/>
                </a:moveTo>
                <a:lnTo>
                  <a:pt x="298" y="3185"/>
                </a:lnTo>
                <a:cubicBezTo>
                  <a:pt x="305" y="3255"/>
                  <a:pt x="363" y="3307"/>
                  <a:pt x="431" y="3307"/>
                </a:cubicBezTo>
                <a:lnTo>
                  <a:pt x="2735" y="3307"/>
                </a:lnTo>
                <a:cubicBezTo>
                  <a:pt x="2804" y="3307"/>
                  <a:pt x="2861" y="3255"/>
                  <a:pt x="2868" y="3185"/>
                </a:cubicBezTo>
                <a:lnTo>
                  <a:pt x="31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31"/>
          <p:cNvSpPr/>
          <p:nvPr/>
        </p:nvSpPr>
        <p:spPr>
          <a:xfrm>
            <a:off x="5425319" y="2595218"/>
            <a:ext cx="296308" cy="425714"/>
          </a:xfrm>
          <a:custGeom>
            <a:rect b="b" l="l" r="r" t="t"/>
            <a:pathLst>
              <a:path extrusionOk="0" h="6040" w="4204">
                <a:moveTo>
                  <a:pt x="2845" y="205"/>
                </a:moveTo>
                <a:lnTo>
                  <a:pt x="2845" y="845"/>
                </a:lnTo>
                <a:cubicBezTo>
                  <a:pt x="2845" y="860"/>
                  <a:pt x="2834" y="871"/>
                  <a:pt x="2819" y="871"/>
                </a:cubicBezTo>
                <a:lnTo>
                  <a:pt x="1381" y="871"/>
                </a:lnTo>
                <a:cubicBezTo>
                  <a:pt x="1366" y="871"/>
                  <a:pt x="1354" y="860"/>
                  <a:pt x="1354" y="845"/>
                </a:cubicBezTo>
                <a:lnTo>
                  <a:pt x="1354" y="205"/>
                </a:lnTo>
                <a:close/>
                <a:moveTo>
                  <a:pt x="3251" y="205"/>
                </a:moveTo>
                <a:cubicBezTo>
                  <a:pt x="3268" y="205"/>
                  <a:pt x="3280" y="216"/>
                  <a:pt x="3282" y="233"/>
                </a:cubicBezTo>
                <a:lnTo>
                  <a:pt x="3617" y="1408"/>
                </a:lnTo>
                <a:lnTo>
                  <a:pt x="581" y="1408"/>
                </a:lnTo>
                <a:lnTo>
                  <a:pt x="914" y="252"/>
                </a:lnTo>
                <a:lnTo>
                  <a:pt x="918" y="233"/>
                </a:lnTo>
                <a:cubicBezTo>
                  <a:pt x="920" y="217"/>
                  <a:pt x="932" y="205"/>
                  <a:pt x="949" y="205"/>
                </a:cubicBezTo>
                <a:lnTo>
                  <a:pt x="1150" y="205"/>
                </a:lnTo>
                <a:lnTo>
                  <a:pt x="1150" y="845"/>
                </a:lnTo>
                <a:cubicBezTo>
                  <a:pt x="1150" y="973"/>
                  <a:pt x="1253" y="1076"/>
                  <a:pt x="1381" y="1076"/>
                </a:cubicBezTo>
                <a:lnTo>
                  <a:pt x="2819" y="1076"/>
                </a:lnTo>
                <a:cubicBezTo>
                  <a:pt x="2946" y="1076"/>
                  <a:pt x="3050" y="973"/>
                  <a:pt x="3050" y="845"/>
                </a:cubicBezTo>
                <a:lnTo>
                  <a:pt x="3050" y="205"/>
                </a:lnTo>
                <a:close/>
                <a:moveTo>
                  <a:pt x="3965" y="1613"/>
                </a:moveTo>
                <a:cubicBezTo>
                  <a:pt x="3982" y="1613"/>
                  <a:pt x="3998" y="1628"/>
                  <a:pt x="3998" y="1647"/>
                </a:cubicBezTo>
                <a:lnTo>
                  <a:pt x="3998" y="1737"/>
                </a:lnTo>
                <a:lnTo>
                  <a:pt x="3996" y="1737"/>
                </a:lnTo>
                <a:cubicBezTo>
                  <a:pt x="3996" y="1755"/>
                  <a:pt x="3981" y="1771"/>
                  <a:pt x="3963" y="1771"/>
                </a:cubicBezTo>
                <a:lnTo>
                  <a:pt x="236" y="1771"/>
                </a:lnTo>
                <a:cubicBezTo>
                  <a:pt x="219" y="1771"/>
                  <a:pt x="203" y="1755"/>
                  <a:pt x="203" y="1737"/>
                </a:cubicBezTo>
                <a:lnTo>
                  <a:pt x="203" y="1647"/>
                </a:lnTo>
                <a:cubicBezTo>
                  <a:pt x="203" y="1628"/>
                  <a:pt x="217" y="1613"/>
                  <a:pt x="236" y="1613"/>
                </a:cubicBezTo>
                <a:close/>
                <a:moveTo>
                  <a:pt x="3641" y="1975"/>
                </a:moveTo>
                <a:lnTo>
                  <a:pt x="3283" y="5806"/>
                </a:lnTo>
                <a:cubicBezTo>
                  <a:pt x="3282" y="5823"/>
                  <a:pt x="3268" y="5834"/>
                  <a:pt x="3252" y="5834"/>
                </a:cubicBezTo>
                <a:lnTo>
                  <a:pt x="949" y="5834"/>
                </a:lnTo>
                <a:cubicBezTo>
                  <a:pt x="932" y="5834"/>
                  <a:pt x="920" y="5823"/>
                  <a:pt x="918" y="5806"/>
                </a:cubicBezTo>
                <a:lnTo>
                  <a:pt x="558" y="1975"/>
                </a:lnTo>
                <a:close/>
                <a:moveTo>
                  <a:pt x="950" y="1"/>
                </a:moveTo>
                <a:cubicBezTo>
                  <a:pt x="832" y="1"/>
                  <a:pt x="732" y="88"/>
                  <a:pt x="717" y="204"/>
                </a:cubicBezTo>
                <a:lnTo>
                  <a:pt x="372" y="1410"/>
                </a:lnTo>
                <a:lnTo>
                  <a:pt x="239" y="1410"/>
                </a:lnTo>
                <a:cubicBezTo>
                  <a:pt x="108" y="1410"/>
                  <a:pt x="1" y="1516"/>
                  <a:pt x="1" y="1648"/>
                </a:cubicBezTo>
                <a:lnTo>
                  <a:pt x="1" y="1739"/>
                </a:lnTo>
                <a:cubicBezTo>
                  <a:pt x="1" y="1870"/>
                  <a:pt x="107" y="1976"/>
                  <a:pt x="239" y="1976"/>
                </a:cubicBezTo>
                <a:lnTo>
                  <a:pt x="356" y="1976"/>
                </a:lnTo>
                <a:lnTo>
                  <a:pt x="716" y="5827"/>
                </a:lnTo>
                <a:cubicBezTo>
                  <a:pt x="727" y="5947"/>
                  <a:pt x="828" y="6039"/>
                  <a:pt x="950" y="6039"/>
                </a:cubicBezTo>
                <a:lnTo>
                  <a:pt x="3253" y="6039"/>
                </a:lnTo>
                <a:cubicBezTo>
                  <a:pt x="3376" y="6039"/>
                  <a:pt x="3476" y="5947"/>
                  <a:pt x="3489" y="5827"/>
                </a:cubicBezTo>
                <a:lnTo>
                  <a:pt x="3850" y="1976"/>
                </a:lnTo>
                <a:lnTo>
                  <a:pt x="3966" y="1976"/>
                </a:lnTo>
                <a:cubicBezTo>
                  <a:pt x="4097" y="1976"/>
                  <a:pt x="4204" y="1870"/>
                  <a:pt x="4204" y="1739"/>
                </a:cubicBezTo>
                <a:lnTo>
                  <a:pt x="4204" y="1648"/>
                </a:lnTo>
                <a:cubicBezTo>
                  <a:pt x="4201" y="1516"/>
                  <a:pt x="4095" y="1410"/>
                  <a:pt x="3965" y="1410"/>
                </a:cubicBezTo>
                <a:lnTo>
                  <a:pt x="3832" y="1410"/>
                </a:lnTo>
                <a:lnTo>
                  <a:pt x="3487" y="204"/>
                </a:lnTo>
                <a:cubicBezTo>
                  <a:pt x="3469" y="88"/>
                  <a:pt x="3371" y="1"/>
                  <a:pt x="325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31"/>
          <p:cNvSpPr/>
          <p:nvPr/>
        </p:nvSpPr>
        <p:spPr>
          <a:xfrm>
            <a:off x="5809382" y="2602477"/>
            <a:ext cx="281930" cy="411265"/>
          </a:xfrm>
          <a:custGeom>
            <a:rect b="b" l="l" r="r" t="t"/>
            <a:pathLst>
              <a:path extrusionOk="0" h="5835" w="4000">
                <a:moveTo>
                  <a:pt x="848" y="1"/>
                </a:moveTo>
                <a:cubicBezTo>
                  <a:pt x="780" y="1"/>
                  <a:pt x="722" y="53"/>
                  <a:pt x="715" y="122"/>
                </a:cubicBezTo>
                <a:lnTo>
                  <a:pt x="346" y="1409"/>
                </a:lnTo>
                <a:lnTo>
                  <a:pt x="136" y="1409"/>
                </a:lnTo>
                <a:cubicBezTo>
                  <a:pt x="62" y="1409"/>
                  <a:pt x="0" y="1469"/>
                  <a:pt x="0" y="1545"/>
                </a:cubicBezTo>
                <a:lnTo>
                  <a:pt x="0" y="1636"/>
                </a:lnTo>
                <a:cubicBezTo>
                  <a:pt x="0" y="1710"/>
                  <a:pt x="61" y="1771"/>
                  <a:pt x="136" y="1771"/>
                </a:cubicBezTo>
                <a:lnTo>
                  <a:pt x="346" y="1771"/>
                </a:lnTo>
                <a:lnTo>
                  <a:pt x="715" y="5713"/>
                </a:lnTo>
                <a:cubicBezTo>
                  <a:pt x="722" y="5782"/>
                  <a:pt x="780" y="5834"/>
                  <a:pt x="848" y="5834"/>
                </a:cubicBezTo>
                <a:lnTo>
                  <a:pt x="3152" y="5834"/>
                </a:lnTo>
                <a:cubicBezTo>
                  <a:pt x="3221" y="5834"/>
                  <a:pt x="3278" y="5782"/>
                  <a:pt x="3285" y="5713"/>
                </a:cubicBezTo>
                <a:lnTo>
                  <a:pt x="3654" y="1771"/>
                </a:lnTo>
                <a:lnTo>
                  <a:pt x="3864" y="1771"/>
                </a:lnTo>
                <a:cubicBezTo>
                  <a:pt x="3938" y="1771"/>
                  <a:pt x="4000" y="1711"/>
                  <a:pt x="4000" y="1636"/>
                </a:cubicBezTo>
                <a:lnTo>
                  <a:pt x="4000" y="1545"/>
                </a:lnTo>
                <a:cubicBezTo>
                  <a:pt x="4000" y="1469"/>
                  <a:pt x="3939" y="1409"/>
                  <a:pt x="3865" y="1409"/>
                </a:cubicBezTo>
                <a:lnTo>
                  <a:pt x="3655" y="1409"/>
                </a:lnTo>
                <a:lnTo>
                  <a:pt x="3285" y="122"/>
                </a:lnTo>
                <a:cubicBezTo>
                  <a:pt x="3278" y="52"/>
                  <a:pt x="3221" y="1"/>
                  <a:pt x="315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31"/>
          <p:cNvSpPr/>
          <p:nvPr/>
        </p:nvSpPr>
        <p:spPr>
          <a:xfrm>
            <a:off x="5848500" y="2884340"/>
            <a:ext cx="203835" cy="129335"/>
          </a:xfrm>
          <a:custGeom>
            <a:rect b="b" l="l" r="r" t="t"/>
            <a:pathLst>
              <a:path extrusionOk="0" h="1835" w="2892">
                <a:moveTo>
                  <a:pt x="1" y="1"/>
                </a:moveTo>
                <a:lnTo>
                  <a:pt x="161" y="1712"/>
                </a:lnTo>
                <a:cubicBezTo>
                  <a:pt x="169" y="1782"/>
                  <a:pt x="226" y="1834"/>
                  <a:pt x="294" y="1834"/>
                </a:cubicBezTo>
                <a:lnTo>
                  <a:pt x="2599" y="1834"/>
                </a:lnTo>
                <a:cubicBezTo>
                  <a:pt x="2667" y="1834"/>
                  <a:pt x="2724" y="1782"/>
                  <a:pt x="2732" y="1712"/>
                </a:cubicBezTo>
                <a:lnTo>
                  <a:pt x="289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31"/>
          <p:cNvSpPr/>
          <p:nvPr/>
        </p:nvSpPr>
        <p:spPr>
          <a:xfrm>
            <a:off x="5802122" y="2595218"/>
            <a:ext cx="296449" cy="425714"/>
          </a:xfrm>
          <a:custGeom>
            <a:rect b="b" l="l" r="r" t="t"/>
            <a:pathLst>
              <a:path extrusionOk="0" h="6040" w="4206">
                <a:moveTo>
                  <a:pt x="2849" y="205"/>
                </a:moveTo>
                <a:lnTo>
                  <a:pt x="2849" y="845"/>
                </a:lnTo>
                <a:cubicBezTo>
                  <a:pt x="2849" y="860"/>
                  <a:pt x="2838" y="871"/>
                  <a:pt x="2823" y="871"/>
                </a:cubicBezTo>
                <a:lnTo>
                  <a:pt x="1385" y="871"/>
                </a:lnTo>
                <a:cubicBezTo>
                  <a:pt x="1370" y="871"/>
                  <a:pt x="1358" y="860"/>
                  <a:pt x="1358" y="845"/>
                </a:cubicBezTo>
                <a:lnTo>
                  <a:pt x="1358" y="205"/>
                </a:lnTo>
                <a:close/>
                <a:moveTo>
                  <a:pt x="3255" y="205"/>
                </a:moveTo>
                <a:cubicBezTo>
                  <a:pt x="3271" y="205"/>
                  <a:pt x="3284" y="216"/>
                  <a:pt x="3285" y="233"/>
                </a:cubicBezTo>
                <a:lnTo>
                  <a:pt x="3621" y="1408"/>
                </a:lnTo>
                <a:lnTo>
                  <a:pt x="584" y="1408"/>
                </a:lnTo>
                <a:lnTo>
                  <a:pt x="918" y="252"/>
                </a:lnTo>
                <a:lnTo>
                  <a:pt x="922" y="233"/>
                </a:lnTo>
                <a:cubicBezTo>
                  <a:pt x="924" y="217"/>
                  <a:pt x="936" y="205"/>
                  <a:pt x="952" y="205"/>
                </a:cubicBezTo>
                <a:lnTo>
                  <a:pt x="1153" y="205"/>
                </a:lnTo>
                <a:lnTo>
                  <a:pt x="1153" y="845"/>
                </a:lnTo>
                <a:cubicBezTo>
                  <a:pt x="1153" y="973"/>
                  <a:pt x="1257" y="1076"/>
                  <a:pt x="1385" y="1076"/>
                </a:cubicBezTo>
                <a:lnTo>
                  <a:pt x="2823" y="1076"/>
                </a:lnTo>
                <a:cubicBezTo>
                  <a:pt x="2951" y="1076"/>
                  <a:pt x="3054" y="973"/>
                  <a:pt x="3054" y="845"/>
                </a:cubicBezTo>
                <a:lnTo>
                  <a:pt x="3054" y="205"/>
                </a:lnTo>
                <a:close/>
                <a:moveTo>
                  <a:pt x="3968" y="1613"/>
                </a:moveTo>
                <a:cubicBezTo>
                  <a:pt x="3985" y="1613"/>
                  <a:pt x="4000" y="1628"/>
                  <a:pt x="4000" y="1647"/>
                </a:cubicBezTo>
                <a:lnTo>
                  <a:pt x="4000" y="1737"/>
                </a:lnTo>
                <a:cubicBezTo>
                  <a:pt x="4000" y="1755"/>
                  <a:pt x="3985" y="1771"/>
                  <a:pt x="3967" y="1771"/>
                </a:cubicBezTo>
                <a:lnTo>
                  <a:pt x="240" y="1771"/>
                </a:lnTo>
                <a:cubicBezTo>
                  <a:pt x="223" y="1771"/>
                  <a:pt x="207" y="1755"/>
                  <a:pt x="207" y="1737"/>
                </a:cubicBezTo>
                <a:lnTo>
                  <a:pt x="207" y="1647"/>
                </a:lnTo>
                <a:cubicBezTo>
                  <a:pt x="207" y="1628"/>
                  <a:pt x="222" y="1613"/>
                  <a:pt x="240" y="1613"/>
                </a:cubicBezTo>
                <a:close/>
                <a:moveTo>
                  <a:pt x="3643" y="1975"/>
                </a:moveTo>
                <a:lnTo>
                  <a:pt x="3287" y="5806"/>
                </a:lnTo>
                <a:cubicBezTo>
                  <a:pt x="3285" y="5823"/>
                  <a:pt x="3272" y="5834"/>
                  <a:pt x="3257" y="5834"/>
                </a:cubicBezTo>
                <a:lnTo>
                  <a:pt x="951" y="5834"/>
                </a:lnTo>
                <a:cubicBezTo>
                  <a:pt x="935" y="5834"/>
                  <a:pt x="922" y="5823"/>
                  <a:pt x="921" y="5806"/>
                </a:cubicBezTo>
                <a:lnTo>
                  <a:pt x="562" y="1975"/>
                </a:lnTo>
                <a:close/>
                <a:moveTo>
                  <a:pt x="951" y="1"/>
                </a:moveTo>
                <a:cubicBezTo>
                  <a:pt x="833" y="1"/>
                  <a:pt x="734" y="88"/>
                  <a:pt x="717" y="204"/>
                </a:cubicBezTo>
                <a:lnTo>
                  <a:pt x="372" y="1410"/>
                </a:lnTo>
                <a:lnTo>
                  <a:pt x="239" y="1410"/>
                </a:lnTo>
                <a:cubicBezTo>
                  <a:pt x="107" y="1410"/>
                  <a:pt x="1" y="1516"/>
                  <a:pt x="1" y="1648"/>
                </a:cubicBezTo>
                <a:lnTo>
                  <a:pt x="1" y="1739"/>
                </a:lnTo>
                <a:cubicBezTo>
                  <a:pt x="1" y="1870"/>
                  <a:pt x="107" y="1976"/>
                  <a:pt x="239" y="1976"/>
                </a:cubicBezTo>
                <a:lnTo>
                  <a:pt x="356" y="1976"/>
                </a:lnTo>
                <a:lnTo>
                  <a:pt x="716" y="5827"/>
                </a:lnTo>
                <a:cubicBezTo>
                  <a:pt x="727" y="5947"/>
                  <a:pt x="829" y="6039"/>
                  <a:pt x="951" y="6039"/>
                </a:cubicBezTo>
                <a:lnTo>
                  <a:pt x="3255" y="6039"/>
                </a:lnTo>
                <a:cubicBezTo>
                  <a:pt x="3377" y="6039"/>
                  <a:pt x="3479" y="5947"/>
                  <a:pt x="3490" y="5827"/>
                </a:cubicBezTo>
                <a:lnTo>
                  <a:pt x="3851" y="1976"/>
                </a:lnTo>
                <a:lnTo>
                  <a:pt x="3968" y="1976"/>
                </a:lnTo>
                <a:cubicBezTo>
                  <a:pt x="4099" y="1976"/>
                  <a:pt x="4205" y="1870"/>
                  <a:pt x="4205" y="1739"/>
                </a:cubicBezTo>
                <a:lnTo>
                  <a:pt x="4205" y="1648"/>
                </a:lnTo>
                <a:cubicBezTo>
                  <a:pt x="4205" y="1516"/>
                  <a:pt x="4099" y="1410"/>
                  <a:pt x="3968" y="1410"/>
                </a:cubicBezTo>
                <a:lnTo>
                  <a:pt x="3835" y="1410"/>
                </a:lnTo>
                <a:lnTo>
                  <a:pt x="3489" y="204"/>
                </a:lnTo>
                <a:cubicBezTo>
                  <a:pt x="3473" y="88"/>
                  <a:pt x="3374" y="1"/>
                  <a:pt x="325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31"/>
          <p:cNvSpPr/>
          <p:nvPr/>
        </p:nvSpPr>
        <p:spPr>
          <a:xfrm>
            <a:off x="4489161" y="2802438"/>
            <a:ext cx="271781" cy="271781"/>
          </a:xfrm>
          <a:custGeom>
            <a:rect b="b" l="l" r="r" t="t"/>
            <a:pathLst>
              <a:path extrusionOk="0" h="3856" w="3856">
                <a:moveTo>
                  <a:pt x="1928" y="0"/>
                </a:moveTo>
                <a:cubicBezTo>
                  <a:pt x="863" y="0"/>
                  <a:pt x="1" y="864"/>
                  <a:pt x="1" y="1928"/>
                </a:cubicBezTo>
                <a:cubicBezTo>
                  <a:pt x="1" y="2993"/>
                  <a:pt x="863" y="3856"/>
                  <a:pt x="1928" y="3856"/>
                </a:cubicBezTo>
                <a:cubicBezTo>
                  <a:pt x="2992" y="3856"/>
                  <a:pt x="3855" y="2993"/>
                  <a:pt x="3855" y="1928"/>
                </a:cubicBezTo>
                <a:cubicBezTo>
                  <a:pt x="3855" y="864"/>
                  <a:pt x="2992" y="0"/>
                  <a:pt x="19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0" name="Google Shape;2340;p31"/>
          <p:cNvSpPr/>
          <p:nvPr/>
        </p:nvSpPr>
        <p:spPr>
          <a:xfrm>
            <a:off x="4383225" y="2666617"/>
            <a:ext cx="271781" cy="271710"/>
          </a:xfrm>
          <a:custGeom>
            <a:rect b="b" l="l" r="r" t="t"/>
            <a:pathLst>
              <a:path extrusionOk="0" h="3855" w="3856">
                <a:moveTo>
                  <a:pt x="1928" y="1"/>
                </a:moveTo>
                <a:cubicBezTo>
                  <a:pt x="864" y="1"/>
                  <a:pt x="1" y="863"/>
                  <a:pt x="1" y="1928"/>
                </a:cubicBezTo>
                <a:cubicBezTo>
                  <a:pt x="1" y="2992"/>
                  <a:pt x="864" y="3855"/>
                  <a:pt x="1928" y="3855"/>
                </a:cubicBezTo>
                <a:cubicBezTo>
                  <a:pt x="2992" y="3855"/>
                  <a:pt x="3856" y="2992"/>
                  <a:pt x="3856" y="1928"/>
                </a:cubicBezTo>
                <a:cubicBezTo>
                  <a:pt x="3856" y="863"/>
                  <a:pt x="2992" y="1"/>
                  <a:pt x="192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1" name="Google Shape;2341;p31"/>
          <p:cNvSpPr/>
          <p:nvPr/>
        </p:nvSpPr>
        <p:spPr>
          <a:xfrm>
            <a:off x="4489372" y="2802509"/>
            <a:ext cx="165422" cy="135749"/>
          </a:xfrm>
          <a:custGeom>
            <a:rect b="b" l="l" r="r" t="t"/>
            <a:pathLst>
              <a:path extrusionOk="0" h="1926" w="2347">
                <a:moveTo>
                  <a:pt x="1925" y="0"/>
                </a:moveTo>
                <a:cubicBezTo>
                  <a:pt x="878" y="0"/>
                  <a:pt x="26" y="837"/>
                  <a:pt x="1" y="1879"/>
                </a:cubicBezTo>
                <a:cubicBezTo>
                  <a:pt x="136" y="1909"/>
                  <a:pt x="277" y="1926"/>
                  <a:pt x="422" y="1926"/>
                </a:cubicBezTo>
                <a:cubicBezTo>
                  <a:pt x="1470" y="1926"/>
                  <a:pt x="2321" y="1088"/>
                  <a:pt x="2347" y="47"/>
                </a:cubicBezTo>
                <a:cubicBezTo>
                  <a:pt x="2212" y="17"/>
                  <a:pt x="2071" y="0"/>
                  <a:pt x="1925" y="0"/>
                </a:cubicBezTo>
                <a:close/>
              </a:path>
            </a:pathLst>
          </a:custGeom>
          <a:solidFill>
            <a:srgbClr val="D9D9D9">
              <a:alpha val="3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2" name="Google Shape;2342;p31"/>
          <p:cNvSpPr/>
          <p:nvPr/>
        </p:nvSpPr>
        <p:spPr>
          <a:xfrm>
            <a:off x="4597071" y="2666617"/>
            <a:ext cx="271781" cy="271710"/>
          </a:xfrm>
          <a:custGeom>
            <a:rect b="b" l="l" r="r" t="t"/>
            <a:pathLst>
              <a:path extrusionOk="0" h="3855" w="3856">
                <a:moveTo>
                  <a:pt x="1928" y="1"/>
                </a:moveTo>
                <a:cubicBezTo>
                  <a:pt x="864" y="1"/>
                  <a:pt x="0" y="863"/>
                  <a:pt x="0" y="1928"/>
                </a:cubicBezTo>
                <a:cubicBezTo>
                  <a:pt x="0" y="2992"/>
                  <a:pt x="864" y="3855"/>
                  <a:pt x="1928" y="3855"/>
                </a:cubicBezTo>
                <a:cubicBezTo>
                  <a:pt x="2992" y="3855"/>
                  <a:pt x="3856" y="2992"/>
                  <a:pt x="3856" y="1928"/>
                </a:cubicBezTo>
                <a:cubicBezTo>
                  <a:pt x="3856" y="863"/>
                  <a:pt x="2992" y="1"/>
                  <a:pt x="192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3" name="Google Shape;2343;p31"/>
          <p:cNvSpPr/>
          <p:nvPr/>
        </p:nvSpPr>
        <p:spPr>
          <a:xfrm>
            <a:off x="4597071" y="2718916"/>
            <a:ext cx="57937" cy="167184"/>
          </a:xfrm>
          <a:custGeom>
            <a:rect b="b" l="l" r="r" t="t"/>
            <a:pathLst>
              <a:path extrusionOk="0" h="2372" w="822">
                <a:moveTo>
                  <a:pt x="412" y="0"/>
                </a:moveTo>
                <a:cubicBezTo>
                  <a:pt x="185" y="0"/>
                  <a:pt x="0" y="531"/>
                  <a:pt x="0" y="1186"/>
                </a:cubicBezTo>
                <a:cubicBezTo>
                  <a:pt x="0" y="1840"/>
                  <a:pt x="185" y="2371"/>
                  <a:pt x="412" y="2371"/>
                </a:cubicBezTo>
                <a:cubicBezTo>
                  <a:pt x="638" y="2371"/>
                  <a:pt x="822" y="1840"/>
                  <a:pt x="822" y="1186"/>
                </a:cubicBezTo>
                <a:cubicBezTo>
                  <a:pt x="822" y="531"/>
                  <a:pt x="638" y="0"/>
                  <a:pt x="412" y="0"/>
                </a:cubicBezTo>
                <a:close/>
              </a:path>
            </a:pathLst>
          </a:custGeom>
          <a:solidFill>
            <a:srgbClr val="D9D9D9">
              <a:alpha val="3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4" name="Google Shape;2344;p31"/>
          <p:cNvSpPr/>
          <p:nvPr/>
        </p:nvSpPr>
        <p:spPr>
          <a:xfrm>
            <a:off x="4597282" y="2802509"/>
            <a:ext cx="163449" cy="135820"/>
          </a:xfrm>
          <a:custGeom>
            <a:rect b="b" l="l" r="r" t="t"/>
            <a:pathLst>
              <a:path extrusionOk="0" h="1927" w="2319">
                <a:moveTo>
                  <a:pt x="394" y="0"/>
                </a:moveTo>
                <a:cubicBezTo>
                  <a:pt x="260" y="0"/>
                  <a:pt x="128" y="14"/>
                  <a:pt x="0" y="41"/>
                </a:cubicBezTo>
                <a:cubicBezTo>
                  <a:pt x="22" y="1086"/>
                  <a:pt x="875" y="1927"/>
                  <a:pt x="1925" y="1927"/>
                </a:cubicBezTo>
                <a:cubicBezTo>
                  <a:pt x="2061" y="1927"/>
                  <a:pt x="2191" y="1914"/>
                  <a:pt x="2319" y="1886"/>
                </a:cubicBezTo>
                <a:cubicBezTo>
                  <a:pt x="2298" y="841"/>
                  <a:pt x="1444" y="0"/>
                  <a:pt x="394" y="0"/>
                </a:cubicBezTo>
                <a:close/>
              </a:path>
            </a:pathLst>
          </a:custGeom>
          <a:solidFill>
            <a:srgbClr val="D9D9D9">
              <a:alpha val="3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5" name="Google Shape;2345;p31"/>
          <p:cNvSpPr/>
          <p:nvPr/>
        </p:nvSpPr>
        <p:spPr>
          <a:xfrm>
            <a:off x="4376035" y="2659428"/>
            <a:ext cx="286229" cy="286159"/>
          </a:xfrm>
          <a:custGeom>
            <a:rect b="b" l="l" r="r" t="t"/>
            <a:pathLst>
              <a:path extrusionOk="0" h="4060" w="4061">
                <a:moveTo>
                  <a:pt x="2030" y="205"/>
                </a:moveTo>
                <a:cubicBezTo>
                  <a:pt x="3037" y="205"/>
                  <a:pt x="3856" y="1023"/>
                  <a:pt x="3856" y="2028"/>
                </a:cubicBezTo>
                <a:cubicBezTo>
                  <a:pt x="3856" y="3035"/>
                  <a:pt x="3037" y="3854"/>
                  <a:pt x="2030" y="3854"/>
                </a:cubicBezTo>
                <a:cubicBezTo>
                  <a:pt x="1024" y="3854"/>
                  <a:pt x="205" y="3035"/>
                  <a:pt x="205" y="2028"/>
                </a:cubicBezTo>
                <a:cubicBezTo>
                  <a:pt x="205" y="1023"/>
                  <a:pt x="1024" y="205"/>
                  <a:pt x="2030" y="205"/>
                </a:cubicBezTo>
                <a:close/>
                <a:moveTo>
                  <a:pt x="2030" y="0"/>
                </a:moveTo>
                <a:cubicBezTo>
                  <a:pt x="911" y="0"/>
                  <a:pt x="0" y="911"/>
                  <a:pt x="0" y="2030"/>
                </a:cubicBezTo>
                <a:cubicBezTo>
                  <a:pt x="0" y="3149"/>
                  <a:pt x="911" y="4059"/>
                  <a:pt x="2030" y="4059"/>
                </a:cubicBezTo>
                <a:cubicBezTo>
                  <a:pt x="3150" y="4059"/>
                  <a:pt x="4060" y="3149"/>
                  <a:pt x="4060" y="2030"/>
                </a:cubicBezTo>
                <a:cubicBezTo>
                  <a:pt x="4060" y="911"/>
                  <a:pt x="3150" y="0"/>
                  <a:pt x="203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6" name="Google Shape;2346;p31"/>
          <p:cNvSpPr/>
          <p:nvPr/>
        </p:nvSpPr>
        <p:spPr>
          <a:xfrm>
            <a:off x="4589881" y="2659428"/>
            <a:ext cx="286229" cy="286159"/>
          </a:xfrm>
          <a:custGeom>
            <a:rect b="b" l="l" r="r" t="t"/>
            <a:pathLst>
              <a:path extrusionOk="0" h="4060" w="4061">
                <a:moveTo>
                  <a:pt x="2030" y="205"/>
                </a:moveTo>
                <a:cubicBezTo>
                  <a:pt x="3037" y="205"/>
                  <a:pt x="3855" y="1023"/>
                  <a:pt x="3855" y="2028"/>
                </a:cubicBezTo>
                <a:cubicBezTo>
                  <a:pt x="3855" y="3035"/>
                  <a:pt x="3036" y="3854"/>
                  <a:pt x="2030" y="3854"/>
                </a:cubicBezTo>
                <a:cubicBezTo>
                  <a:pt x="1025" y="3854"/>
                  <a:pt x="207" y="3035"/>
                  <a:pt x="207" y="2028"/>
                </a:cubicBezTo>
                <a:cubicBezTo>
                  <a:pt x="207" y="1023"/>
                  <a:pt x="1023" y="205"/>
                  <a:pt x="2030" y="205"/>
                </a:cubicBezTo>
                <a:close/>
                <a:moveTo>
                  <a:pt x="2030" y="0"/>
                </a:moveTo>
                <a:cubicBezTo>
                  <a:pt x="911" y="0"/>
                  <a:pt x="0" y="911"/>
                  <a:pt x="0" y="2030"/>
                </a:cubicBezTo>
                <a:cubicBezTo>
                  <a:pt x="0" y="3149"/>
                  <a:pt x="911" y="4059"/>
                  <a:pt x="2030" y="4059"/>
                </a:cubicBezTo>
                <a:cubicBezTo>
                  <a:pt x="3149" y="4059"/>
                  <a:pt x="4060" y="3149"/>
                  <a:pt x="4060" y="2030"/>
                </a:cubicBezTo>
                <a:cubicBezTo>
                  <a:pt x="4060" y="911"/>
                  <a:pt x="3149" y="0"/>
                  <a:pt x="203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7" name="Google Shape;2347;p31"/>
          <p:cNvSpPr/>
          <p:nvPr/>
        </p:nvSpPr>
        <p:spPr>
          <a:xfrm>
            <a:off x="4481972" y="2795108"/>
            <a:ext cx="286229" cy="286229"/>
          </a:xfrm>
          <a:custGeom>
            <a:rect b="b" l="l" r="r" t="t"/>
            <a:pathLst>
              <a:path extrusionOk="0" h="4061" w="4061">
                <a:moveTo>
                  <a:pt x="2030" y="208"/>
                </a:moveTo>
                <a:cubicBezTo>
                  <a:pt x="3037" y="208"/>
                  <a:pt x="3856" y="1026"/>
                  <a:pt x="3856" y="2032"/>
                </a:cubicBezTo>
                <a:cubicBezTo>
                  <a:pt x="3856" y="3038"/>
                  <a:pt x="3037" y="3856"/>
                  <a:pt x="2030" y="3856"/>
                </a:cubicBezTo>
                <a:cubicBezTo>
                  <a:pt x="1024" y="3856"/>
                  <a:pt x="205" y="3039"/>
                  <a:pt x="205" y="2032"/>
                </a:cubicBezTo>
                <a:cubicBezTo>
                  <a:pt x="205" y="1026"/>
                  <a:pt x="1024" y="208"/>
                  <a:pt x="2030" y="208"/>
                </a:cubicBezTo>
                <a:close/>
                <a:moveTo>
                  <a:pt x="2030" y="1"/>
                </a:moveTo>
                <a:cubicBezTo>
                  <a:pt x="911" y="1"/>
                  <a:pt x="0" y="911"/>
                  <a:pt x="0" y="2031"/>
                </a:cubicBezTo>
                <a:cubicBezTo>
                  <a:pt x="0" y="3150"/>
                  <a:pt x="911" y="4061"/>
                  <a:pt x="2030" y="4061"/>
                </a:cubicBezTo>
                <a:cubicBezTo>
                  <a:pt x="3150" y="4061"/>
                  <a:pt x="4060" y="3150"/>
                  <a:pt x="4060" y="2031"/>
                </a:cubicBezTo>
                <a:cubicBezTo>
                  <a:pt x="4060" y="911"/>
                  <a:pt x="3150" y="1"/>
                  <a:pt x="203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8" name="Google Shape;2348;p31"/>
          <p:cNvSpPr/>
          <p:nvPr/>
        </p:nvSpPr>
        <p:spPr>
          <a:xfrm>
            <a:off x="2910901" y="1852316"/>
            <a:ext cx="301947" cy="399354"/>
          </a:xfrm>
          <a:custGeom>
            <a:rect b="b" l="l" r="r" t="t"/>
            <a:pathLst>
              <a:path extrusionOk="0" h="5666" w="4284">
                <a:moveTo>
                  <a:pt x="3007" y="0"/>
                </a:moveTo>
                <a:cubicBezTo>
                  <a:pt x="3007" y="0"/>
                  <a:pt x="0" y="4488"/>
                  <a:pt x="3007" y="5666"/>
                </a:cubicBezTo>
                <a:lnTo>
                  <a:pt x="4283" y="3021"/>
                </a:lnTo>
                <a:cubicBezTo>
                  <a:pt x="4025" y="1519"/>
                  <a:pt x="3007" y="0"/>
                  <a:pt x="30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p31"/>
          <p:cNvSpPr/>
          <p:nvPr/>
        </p:nvSpPr>
        <p:spPr>
          <a:xfrm>
            <a:off x="3056026" y="2003150"/>
            <a:ext cx="379548" cy="270794"/>
          </a:xfrm>
          <a:custGeom>
            <a:rect b="b" l="l" r="r" t="t"/>
            <a:pathLst>
              <a:path extrusionOk="0" h="3842" w="5385">
                <a:moveTo>
                  <a:pt x="5385" y="1"/>
                </a:moveTo>
                <a:lnTo>
                  <a:pt x="5385" y="1"/>
                </a:lnTo>
                <a:cubicBezTo>
                  <a:pt x="5385" y="1"/>
                  <a:pt x="1" y="439"/>
                  <a:pt x="948" y="3526"/>
                </a:cubicBezTo>
                <a:cubicBezTo>
                  <a:pt x="1329" y="3746"/>
                  <a:pt x="1688" y="3842"/>
                  <a:pt x="2024" y="3842"/>
                </a:cubicBezTo>
                <a:cubicBezTo>
                  <a:pt x="4159" y="3842"/>
                  <a:pt x="5385" y="1"/>
                  <a:pt x="538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0" name="Google Shape;2350;p31"/>
          <p:cNvSpPr/>
          <p:nvPr/>
        </p:nvSpPr>
        <p:spPr>
          <a:xfrm>
            <a:off x="3012890" y="1845056"/>
            <a:ext cx="430155" cy="436216"/>
          </a:xfrm>
          <a:custGeom>
            <a:rect b="b" l="l" r="r" t="t"/>
            <a:pathLst>
              <a:path extrusionOk="0" h="6189" w="6103">
                <a:moveTo>
                  <a:pt x="1458" y="462"/>
                </a:moveTo>
                <a:lnTo>
                  <a:pt x="1458" y="1673"/>
                </a:lnTo>
                <a:lnTo>
                  <a:pt x="1073" y="1174"/>
                </a:lnTo>
                <a:cubicBezTo>
                  <a:pt x="1217" y="885"/>
                  <a:pt x="1353" y="640"/>
                  <a:pt x="1458" y="462"/>
                </a:cubicBezTo>
                <a:close/>
                <a:moveTo>
                  <a:pt x="1664" y="462"/>
                </a:moveTo>
                <a:cubicBezTo>
                  <a:pt x="1769" y="639"/>
                  <a:pt x="1905" y="885"/>
                  <a:pt x="2048" y="1174"/>
                </a:cubicBezTo>
                <a:lnTo>
                  <a:pt x="1664" y="1673"/>
                </a:lnTo>
                <a:lnTo>
                  <a:pt x="1664" y="462"/>
                </a:lnTo>
                <a:close/>
                <a:moveTo>
                  <a:pt x="5652" y="2389"/>
                </a:moveTo>
                <a:lnTo>
                  <a:pt x="4706" y="3141"/>
                </a:lnTo>
                <a:lnTo>
                  <a:pt x="4855" y="2529"/>
                </a:lnTo>
                <a:cubicBezTo>
                  <a:pt x="5169" y="2462"/>
                  <a:pt x="5447" y="2417"/>
                  <a:pt x="5652" y="2389"/>
                </a:cubicBezTo>
                <a:close/>
                <a:moveTo>
                  <a:pt x="5778" y="2549"/>
                </a:moveTo>
                <a:lnTo>
                  <a:pt x="5778" y="2549"/>
                </a:lnTo>
                <a:cubicBezTo>
                  <a:pt x="5705" y="2740"/>
                  <a:pt x="5598" y="3001"/>
                  <a:pt x="5461" y="3292"/>
                </a:cubicBezTo>
                <a:lnTo>
                  <a:pt x="4832" y="3301"/>
                </a:lnTo>
                <a:lnTo>
                  <a:pt x="5778" y="2549"/>
                </a:lnTo>
                <a:close/>
                <a:moveTo>
                  <a:pt x="974" y="1382"/>
                </a:moveTo>
                <a:lnTo>
                  <a:pt x="1459" y="2007"/>
                </a:lnTo>
                <a:lnTo>
                  <a:pt x="1459" y="3363"/>
                </a:lnTo>
                <a:lnTo>
                  <a:pt x="614" y="2272"/>
                </a:lnTo>
                <a:cubicBezTo>
                  <a:pt x="720" y="1956"/>
                  <a:pt x="846" y="1654"/>
                  <a:pt x="974" y="1382"/>
                </a:cubicBezTo>
                <a:close/>
                <a:moveTo>
                  <a:pt x="2149" y="1381"/>
                </a:moveTo>
                <a:cubicBezTo>
                  <a:pt x="2276" y="1653"/>
                  <a:pt x="2401" y="1955"/>
                  <a:pt x="2509" y="2271"/>
                </a:cubicBezTo>
                <a:lnTo>
                  <a:pt x="1664" y="3363"/>
                </a:lnTo>
                <a:lnTo>
                  <a:pt x="1664" y="2007"/>
                </a:lnTo>
                <a:lnTo>
                  <a:pt x="2149" y="1381"/>
                </a:lnTo>
                <a:close/>
                <a:moveTo>
                  <a:pt x="2584" y="2507"/>
                </a:moveTo>
                <a:cubicBezTo>
                  <a:pt x="2639" y="2692"/>
                  <a:pt x="2686" y="2880"/>
                  <a:pt x="2722" y="3067"/>
                </a:cubicBezTo>
                <a:cubicBezTo>
                  <a:pt x="2265" y="3330"/>
                  <a:pt x="1917" y="3632"/>
                  <a:pt x="1684" y="3973"/>
                </a:cubicBezTo>
                <a:cubicBezTo>
                  <a:pt x="1677" y="3985"/>
                  <a:pt x="1670" y="3996"/>
                  <a:pt x="1663" y="4007"/>
                </a:cubicBezTo>
                <a:lnTo>
                  <a:pt x="1663" y="3697"/>
                </a:lnTo>
                <a:lnTo>
                  <a:pt x="2584" y="2507"/>
                </a:lnTo>
                <a:close/>
                <a:moveTo>
                  <a:pt x="4631" y="2580"/>
                </a:moveTo>
                <a:lnTo>
                  <a:pt x="4443" y="3349"/>
                </a:lnTo>
                <a:lnTo>
                  <a:pt x="3382" y="4192"/>
                </a:lnTo>
                <a:lnTo>
                  <a:pt x="3710" y="2851"/>
                </a:lnTo>
                <a:cubicBezTo>
                  <a:pt x="4023" y="2739"/>
                  <a:pt x="4338" y="2651"/>
                  <a:pt x="4631" y="2580"/>
                </a:cubicBezTo>
                <a:close/>
                <a:moveTo>
                  <a:pt x="5361" y="3500"/>
                </a:moveTo>
                <a:cubicBezTo>
                  <a:pt x="5227" y="3768"/>
                  <a:pt x="5069" y="4055"/>
                  <a:pt x="4888" y="4335"/>
                </a:cubicBezTo>
                <a:lnTo>
                  <a:pt x="3509" y="4354"/>
                </a:lnTo>
                <a:lnTo>
                  <a:pt x="4570" y="3510"/>
                </a:lnTo>
                <a:lnTo>
                  <a:pt x="5361" y="3500"/>
                </a:lnTo>
                <a:close/>
                <a:moveTo>
                  <a:pt x="537" y="2509"/>
                </a:moveTo>
                <a:lnTo>
                  <a:pt x="1458" y="3699"/>
                </a:lnTo>
                <a:lnTo>
                  <a:pt x="1458" y="4420"/>
                </a:lnTo>
                <a:cubicBezTo>
                  <a:pt x="1401" y="4580"/>
                  <a:pt x="1366" y="4745"/>
                  <a:pt x="1353" y="4918"/>
                </a:cubicBezTo>
                <a:lnTo>
                  <a:pt x="333" y="3599"/>
                </a:lnTo>
                <a:cubicBezTo>
                  <a:pt x="353" y="3240"/>
                  <a:pt x="430" y="2870"/>
                  <a:pt x="537" y="2509"/>
                </a:cubicBezTo>
                <a:close/>
                <a:moveTo>
                  <a:pt x="3478" y="2939"/>
                </a:moveTo>
                <a:lnTo>
                  <a:pt x="3120" y="4402"/>
                </a:lnTo>
                <a:lnTo>
                  <a:pt x="2058" y="5245"/>
                </a:lnTo>
                <a:lnTo>
                  <a:pt x="2496" y="3458"/>
                </a:lnTo>
                <a:cubicBezTo>
                  <a:pt x="2789" y="3249"/>
                  <a:pt x="3128" y="3080"/>
                  <a:pt x="3478" y="2939"/>
                </a:cubicBezTo>
                <a:close/>
                <a:moveTo>
                  <a:pt x="4750" y="4543"/>
                </a:moveTo>
                <a:cubicBezTo>
                  <a:pt x="4535" y="4851"/>
                  <a:pt x="4293" y="5142"/>
                  <a:pt x="4023" y="5382"/>
                </a:cubicBezTo>
                <a:lnTo>
                  <a:pt x="2185" y="5404"/>
                </a:lnTo>
                <a:lnTo>
                  <a:pt x="2185" y="5404"/>
                </a:lnTo>
                <a:lnTo>
                  <a:pt x="3246" y="4561"/>
                </a:lnTo>
                <a:lnTo>
                  <a:pt x="4750" y="4543"/>
                </a:lnTo>
                <a:close/>
                <a:moveTo>
                  <a:pt x="332" y="3932"/>
                </a:moveTo>
                <a:lnTo>
                  <a:pt x="1355" y="5255"/>
                </a:lnTo>
                <a:cubicBezTo>
                  <a:pt x="1363" y="5363"/>
                  <a:pt x="1381" y="5475"/>
                  <a:pt x="1407" y="5589"/>
                </a:cubicBezTo>
                <a:cubicBezTo>
                  <a:pt x="911" y="5347"/>
                  <a:pt x="580" y="4980"/>
                  <a:pt x="429" y="4494"/>
                </a:cubicBezTo>
                <a:cubicBezTo>
                  <a:pt x="372" y="4316"/>
                  <a:pt x="343" y="4126"/>
                  <a:pt x="332" y="3932"/>
                </a:cubicBezTo>
                <a:close/>
                <a:moveTo>
                  <a:pt x="2235" y="3665"/>
                </a:moveTo>
                <a:lnTo>
                  <a:pt x="1796" y="5453"/>
                </a:lnTo>
                <a:lnTo>
                  <a:pt x="1621" y="5592"/>
                </a:lnTo>
                <a:cubicBezTo>
                  <a:pt x="1483" y="5030"/>
                  <a:pt x="1559" y="4524"/>
                  <a:pt x="1854" y="4090"/>
                </a:cubicBezTo>
                <a:cubicBezTo>
                  <a:pt x="1959" y="3935"/>
                  <a:pt x="2088" y="3794"/>
                  <a:pt x="2235" y="3665"/>
                </a:cubicBezTo>
                <a:close/>
                <a:moveTo>
                  <a:pt x="3762" y="5589"/>
                </a:moveTo>
                <a:lnTo>
                  <a:pt x="3762" y="5589"/>
                </a:lnTo>
                <a:cubicBezTo>
                  <a:pt x="3604" y="5702"/>
                  <a:pt x="3438" y="5796"/>
                  <a:pt x="3264" y="5863"/>
                </a:cubicBezTo>
                <a:cubicBezTo>
                  <a:pt x="3059" y="5942"/>
                  <a:pt x="2850" y="5981"/>
                  <a:pt x="2639" y="5981"/>
                </a:cubicBezTo>
                <a:cubicBezTo>
                  <a:pt x="2345" y="5981"/>
                  <a:pt x="2046" y="5905"/>
                  <a:pt x="1746" y="5752"/>
                </a:cubicBezTo>
                <a:lnTo>
                  <a:pt x="1923" y="5612"/>
                </a:lnTo>
                <a:lnTo>
                  <a:pt x="3762" y="5589"/>
                </a:lnTo>
                <a:close/>
                <a:moveTo>
                  <a:pt x="1564" y="1"/>
                </a:moveTo>
                <a:cubicBezTo>
                  <a:pt x="1551" y="1"/>
                  <a:pt x="1540" y="3"/>
                  <a:pt x="1529" y="8"/>
                </a:cubicBezTo>
                <a:cubicBezTo>
                  <a:pt x="1526" y="10"/>
                  <a:pt x="1524" y="10"/>
                  <a:pt x="1522" y="11"/>
                </a:cubicBezTo>
                <a:cubicBezTo>
                  <a:pt x="1511" y="16"/>
                  <a:pt x="1501" y="22"/>
                  <a:pt x="1494" y="31"/>
                </a:cubicBezTo>
                <a:cubicBezTo>
                  <a:pt x="1493" y="32"/>
                  <a:pt x="1491" y="34"/>
                  <a:pt x="1490" y="36"/>
                </a:cubicBezTo>
                <a:cubicBezTo>
                  <a:pt x="1486" y="39"/>
                  <a:pt x="1483" y="43"/>
                  <a:pt x="1480" y="47"/>
                </a:cubicBezTo>
                <a:cubicBezTo>
                  <a:pt x="1475" y="52"/>
                  <a:pt x="1179" y="498"/>
                  <a:pt x="867" y="1137"/>
                </a:cubicBezTo>
                <a:cubicBezTo>
                  <a:pt x="794" y="1286"/>
                  <a:pt x="720" y="1446"/>
                  <a:pt x="649" y="1613"/>
                </a:cubicBezTo>
                <a:cubicBezTo>
                  <a:pt x="139" y="2812"/>
                  <a:pt x="0" y="3802"/>
                  <a:pt x="236" y="4556"/>
                </a:cubicBezTo>
                <a:cubicBezTo>
                  <a:pt x="426" y="5162"/>
                  <a:pt x="858" y="5600"/>
                  <a:pt x="1519" y="5863"/>
                </a:cubicBezTo>
                <a:cubicBezTo>
                  <a:pt x="1895" y="6080"/>
                  <a:pt x="2271" y="6188"/>
                  <a:pt x="2641" y="6188"/>
                </a:cubicBezTo>
                <a:cubicBezTo>
                  <a:pt x="2877" y="6188"/>
                  <a:pt x="3112" y="6144"/>
                  <a:pt x="3342" y="6055"/>
                </a:cubicBezTo>
                <a:cubicBezTo>
                  <a:pt x="3612" y="5952"/>
                  <a:pt x="3874" y="5788"/>
                  <a:pt x="4130" y="5568"/>
                </a:cubicBezTo>
                <a:cubicBezTo>
                  <a:pt x="4137" y="5563"/>
                  <a:pt x="4144" y="5558"/>
                  <a:pt x="4150" y="5552"/>
                </a:cubicBezTo>
                <a:cubicBezTo>
                  <a:pt x="4586" y="5169"/>
                  <a:pt x="5000" y="4618"/>
                  <a:pt x="5389" y="3903"/>
                </a:cubicBezTo>
                <a:cubicBezTo>
                  <a:pt x="5476" y="3743"/>
                  <a:pt x="5556" y="3586"/>
                  <a:pt x="5628" y="3436"/>
                </a:cubicBezTo>
                <a:cubicBezTo>
                  <a:pt x="5933" y="2794"/>
                  <a:pt x="6098" y="2285"/>
                  <a:pt x="6099" y="2278"/>
                </a:cubicBezTo>
                <a:cubicBezTo>
                  <a:pt x="6100" y="2273"/>
                  <a:pt x="6102" y="2268"/>
                  <a:pt x="6102" y="2263"/>
                </a:cubicBezTo>
                <a:cubicBezTo>
                  <a:pt x="6098" y="2258"/>
                  <a:pt x="6098" y="2256"/>
                  <a:pt x="6099" y="2254"/>
                </a:cubicBezTo>
                <a:cubicBezTo>
                  <a:pt x="6100" y="2243"/>
                  <a:pt x="6099" y="2231"/>
                  <a:pt x="6097" y="2220"/>
                </a:cubicBezTo>
                <a:cubicBezTo>
                  <a:pt x="6097" y="2217"/>
                  <a:pt x="6095" y="2215"/>
                  <a:pt x="6094" y="2212"/>
                </a:cubicBezTo>
                <a:cubicBezTo>
                  <a:pt x="6090" y="2201"/>
                  <a:pt x="6085" y="2189"/>
                  <a:pt x="6078" y="2180"/>
                </a:cubicBezTo>
                <a:cubicBezTo>
                  <a:pt x="6070" y="2170"/>
                  <a:pt x="6059" y="2162"/>
                  <a:pt x="6049" y="2156"/>
                </a:cubicBezTo>
                <a:cubicBezTo>
                  <a:pt x="6048" y="2155"/>
                  <a:pt x="6046" y="2154"/>
                  <a:pt x="6044" y="2154"/>
                </a:cubicBezTo>
                <a:cubicBezTo>
                  <a:pt x="6034" y="2149"/>
                  <a:pt x="6023" y="2144"/>
                  <a:pt x="6011" y="2143"/>
                </a:cubicBezTo>
                <a:lnTo>
                  <a:pt x="6006" y="2143"/>
                </a:lnTo>
                <a:cubicBezTo>
                  <a:pt x="6003" y="2143"/>
                  <a:pt x="5999" y="2143"/>
                  <a:pt x="5996" y="2143"/>
                </a:cubicBezTo>
                <a:cubicBezTo>
                  <a:pt x="5994" y="2143"/>
                  <a:pt x="5992" y="2143"/>
                  <a:pt x="5991" y="2143"/>
                </a:cubicBezTo>
                <a:cubicBezTo>
                  <a:pt x="5985" y="2143"/>
                  <a:pt x="5451" y="2187"/>
                  <a:pt x="4757" y="2341"/>
                </a:cubicBezTo>
                <a:cubicBezTo>
                  <a:pt x="4594" y="2377"/>
                  <a:pt x="4422" y="2418"/>
                  <a:pt x="4247" y="2467"/>
                </a:cubicBezTo>
                <a:cubicBezTo>
                  <a:pt x="3737" y="2607"/>
                  <a:pt x="3294" y="2775"/>
                  <a:pt x="2915" y="2968"/>
                </a:cubicBezTo>
                <a:cubicBezTo>
                  <a:pt x="2620" y="1510"/>
                  <a:pt x="1688" y="107"/>
                  <a:pt x="1648" y="47"/>
                </a:cubicBezTo>
                <a:cubicBezTo>
                  <a:pt x="1645" y="43"/>
                  <a:pt x="1642" y="39"/>
                  <a:pt x="1638" y="36"/>
                </a:cubicBezTo>
                <a:cubicBezTo>
                  <a:pt x="1637" y="34"/>
                  <a:pt x="1636" y="32"/>
                  <a:pt x="1634" y="31"/>
                </a:cubicBezTo>
                <a:cubicBezTo>
                  <a:pt x="1627" y="22"/>
                  <a:pt x="1617" y="16"/>
                  <a:pt x="1606" y="11"/>
                </a:cubicBezTo>
                <a:cubicBezTo>
                  <a:pt x="1603" y="10"/>
                  <a:pt x="1601" y="10"/>
                  <a:pt x="1600" y="8"/>
                </a:cubicBezTo>
                <a:cubicBezTo>
                  <a:pt x="1588" y="5"/>
                  <a:pt x="1577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p31"/>
          <p:cNvSpPr txBox="1"/>
          <p:nvPr/>
        </p:nvSpPr>
        <p:spPr>
          <a:xfrm>
            <a:off x="3604300" y="1267600"/>
            <a:ext cx="301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2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b="1" sz="22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52" name="Google Shape;2352;p31"/>
          <p:cNvSpPr txBox="1"/>
          <p:nvPr/>
        </p:nvSpPr>
        <p:spPr>
          <a:xfrm>
            <a:off x="5506424" y="1712325"/>
            <a:ext cx="301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2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B</a:t>
            </a:r>
            <a:endParaRPr b="1" sz="220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53" name="Google Shape;2353;p31"/>
          <p:cNvSpPr txBox="1"/>
          <p:nvPr/>
        </p:nvSpPr>
        <p:spPr>
          <a:xfrm>
            <a:off x="3010375" y="2631050"/>
            <a:ext cx="302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2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endParaRPr b="1" sz="22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54" name="Google Shape;2354;p31"/>
          <p:cNvSpPr txBox="1"/>
          <p:nvPr/>
        </p:nvSpPr>
        <p:spPr>
          <a:xfrm>
            <a:off x="3103949" y="3184750"/>
            <a:ext cx="301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2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D</a:t>
            </a:r>
            <a:endParaRPr b="1" sz="22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55" name="Google Shape;2355;p31"/>
          <p:cNvSpPr txBox="1"/>
          <p:nvPr/>
        </p:nvSpPr>
        <p:spPr>
          <a:xfrm>
            <a:off x="4917675" y="4115075"/>
            <a:ext cx="480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2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E</a:t>
            </a:r>
            <a:endParaRPr b="1" sz="22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356" name="Google Shape;2356;p31"/>
          <p:cNvCxnSpPr/>
          <p:nvPr/>
        </p:nvCxnSpPr>
        <p:spPr>
          <a:xfrm>
            <a:off x="5173900" y="1911688"/>
            <a:ext cx="2142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7" name="Google Shape;2357;p31"/>
          <p:cNvSpPr/>
          <p:nvPr/>
        </p:nvSpPr>
        <p:spPr>
          <a:xfrm>
            <a:off x="5378314" y="1887288"/>
            <a:ext cx="45884" cy="45814"/>
          </a:xfrm>
          <a:custGeom>
            <a:rect b="b" l="l" r="r" t="t"/>
            <a:pathLst>
              <a:path extrusionOk="0" h="650" w="651">
                <a:moveTo>
                  <a:pt x="326" y="0"/>
                </a:moveTo>
                <a:cubicBezTo>
                  <a:pt x="147" y="0"/>
                  <a:pt x="0" y="146"/>
                  <a:pt x="0" y="325"/>
                </a:cubicBezTo>
                <a:cubicBezTo>
                  <a:pt x="0" y="504"/>
                  <a:pt x="147" y="650"/>
                  <a:pt x="326" y="650"/>
                </a:cubicBezTo>
                <a:cubicBezTo>
                  <a:pt x="506" y="650"/>
                  <a:pt x="650" y="504"/>
                  <a:pt x="650" y="325"/>
                </a:cubicBezTo>
                <a:cubicBezTo>
                  <a:pt x="650" y="146"/>
                  <a:pt x="505" y="0"/>
                  <a:pt x="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58" name="Google Shape;2358;p31"/>
          <p:cNvCxnSpPr/>
          <p:nvPr/>
        </p:nvCxnSpPr>
        <p:spPr>
          <a:xfrm>
            <a:off x="3369050" y="1504500"/>
            <a:ext cx="2142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9" name="Google Shape;2359;p31"/>
          <p:cNvSpPr/>
          <p:nvPr/>
        </p:nvSpPr>
        <p:spPr>
          <a:xfrm>
            <a:off x="3573464" y="1480100"/>
            <a:ext cx="45884" cy="45814"/>
          </a:xfrm>
          <a:custGeom>
            <a:rect b="b" l="l" r="r" t="t"/>
            <a:pathLst>
              <a:path extrusionOk="0" h="650" w="651">
                <a:moveTo>
                  <a:pt x="326" y="0"/>
                </a:moveTo>
                <a:cubicBezTo>
                  <a:pt x="147" y="0"/>
                  <a:pt x="0" y="146"/>
                  <a:pt x="0" y="325"/>
                </a:cubicBezTo>
                <a:cubicBezTo>
                  <a:pt x="0" y="504"/>
                  <a:pt x="147" y="650"/>
                  <a:pt x="326" y="650"/>
                </a:cubicBezTo>
                <a:cubicBezTo>
                  <a:pt x="506" y="650"/>
                  <a:pt x="650" y="504"/>
                  <a:pt x="650" y="325"/>
                </a:cubicBezTo>
                <a:cubicBezTo>
                  <a:pt x="650" y="146"/>
                  <a:pt x="505" y="0"/>
                  <a:pt x="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0" name="Google Shape;2360;p31"/>
          <p:cNvSpPr/>
          <p:nvPr/>
        </p:nvSpPr>
        <p:spPr>
          <a:xfrm>
            <a:off x="3342345" y="1211013"/>
            <a:ext cx="45884" cy="45814"/>
          </a:xfrm>
          <a:custGeom>
            <a:rect b="b" l="l" r="r" t="t"/>
            <a:pathLst>
              <a:path extrusionOk="0" h="650" w="651">
                <a:moveTo>
                  <a:pt x="326" y="0"/>
                </a:moveTo>
                <a:cubicBezTo>
                  <a:pt x="147" y="0"/>
                  <a:pt x="0" y="146"/>
                  <a:pt x="0" y="325"/>
                </a:cubicBezTo>
                <a:cubicBezTo>
                  <a:pt x="0" y="504"/>
                  <a:pt x="147" y="650"/>
                  <a:pt x="326" y="650"/>
                </a:cubicBezTo>
                <a:cubicBezTo>
                  <a:pt x="506" y="650"/>
                  <a:pt x="650" y="504"/>
                  <a:pt x="650" y="325"/>
                </a:cubicBezTo>
                <a:cubicBezTo>
                  <a:pt x="650" y="146"/>
                  <a:pt x="505" y="0"/>
                  <a:pt x="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1" name="Google Shape;2361;p31"/>
          <p:cNvSpPr txBox="1"/>
          <p:nvPr/>
        </p:nvSpPr>
        <p:spPr>
          <a:xfrm>
            <a:off x="7018500" y="2633219"/>
            <a:ext cx="17601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2" name="Google Shape;2362;p31"/>
          <p:cNvSpPr txBox="1"/>
          <p:nvPr/>
        </p:nvSpPr>
        <p:spPr>
          <a:xfrm>
            <a:off x="7018500" y="4067799"/>
            <a:ext cx="17601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3" name="Google Shape;2363;p31"/>
          <p:cNvSpPr txBox="1"/>
          <p:nvPr/>
        </p:nvSpPr>
        <p:spPr>
          <a:xfrm>
            <a:off x="7018500" y="1262550"/>
            <a:ext cx="17601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4" name="Google Shape;2364;p31"/>
          <p:cNvSpPr txBox="1"/>
          <p:nvPr/>
        </p:nvSpPr>
        <p:spPr>
          <a:xfrm>
            <a:off x="7626300" y="951050"/>
            <a:ext cx="1152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 sz="1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5" name="Google Shape;2365;p31"/>
          <p:cNvSpPr txBox="1"/>
          <p:nvPr/>
        </p:nvSpPr>
        <p:spPr>
          <a:xfrm>
            <a:off x="7626300" y="3756299"/>
            <a:ext cx="1152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6" name="Google Shape;2366;p31"/>
          <p:cNvSpPr txBox="1"/>
          <p:nvPr/>
        </p:nvSpPr>
        <p:spPr>
          <a:xfrm>
            <a:off x="7626300" y="2325100"/>
            <a:ext cx="1152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7" name="Google Shape;2367;p31"/>
          <p:cNvSpPr txBox="1"/>
          <p:nvPr/>
        </p:nvSpPr>
        <p:spPr>
          <a:xfrm>
            <a:off x="390449" y="1983675"/>
            <a:ext cx="17601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8" name="Google Shape;2368;p31"/>
          <p:cNvSpPr txBox="1"/>
          <p:nvPr/>
        </p:nvSpPr>
        <p:spPr>
          <a:xfrm>
            <a:off x="390449" y="166242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6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9" name="Google Shape;2369;p31"/>
          <p:cNvSpPr txBox="1"/>
          <p:nvPr/>
        </p:nvSpPr>
        <p:spPr>
          <a:xfrm>
            <a:off x="390449" y="3257444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 sz="160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70" name="Google Shape;2370;p31"/>
          <p:cNvSpPr txBox="1"/>
          <p:nvPr/>
        </p:nvSpPr>
        <p:spPr>
          <a:xfrm>
            <a:off x="390449" y="3551825"/>
            <a:ext cx="17601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71" name="Google Shape;2371;p31"/>
          <p:cNvSpPr/>
          <p:nvPr/>
        </p:nvSpPr>
        <p:spPr>
          <a:xfrm>
            <a:off x="4341287" y="1891372"/>
            <a:ext cx="161123" cy="150198"/>
          </a:xfrm>
          <a:custGeom>
            <a:rect b="b" l="l" r="r" t="t"/>
            <a:pathLst>
              <a:path extrusionOk="0" h="2131" w="2286">
                <a:moveTo>
                  <a:pt x="1169" y="205"/>
                </a:moveTo>
                <a:cubicBezTo>
                  <a:pt x="1192" y="205"/>
                  <a:pt x="1215" y="217"/>
                  <a:pt x="1230" y="241"/>
                </a:cubicBezTo>
                <a:lnTo>
                  <a:pt x="1747" y="1136"/>
                </a:lnTo>
                <a:cubicBezTo>
                  <a:pt x="1766" y="1168"/>
                  <a:pt x="1800" y="1187"/>
                  <a:pt x="1836" y="1187"/>
                </a:cubicBezTo>
                <a:cubicBezTo>
                  <a:pt x="1853" y="1187"/>
                  <a:pt x="1871" y="1182"/>
                  <a:pt x="1887" y="1173"/>
                </a:cubicBezTo>
                <a:lnTo>
                  <a:pt x="2083" y="1059"/>
                </a:lnTo>
                <a:lnTo>
                  <a:pt x="2083" y="1853"/>
                </a:lnTo>
                <a:lnTo>
                  <a:pt x="1396" y="1455"/>
                </a:lnTo>
                <a:lnTo>
                  <a:pt x="1592" y="1342"/>
                </a:lnTo>
                <a:cubicBezTo>
                  <a:pt x="1616" y="1327"/>
                  <a:pt x="1633" y="1306"/>
                  <a:pt x="1639" y="1279"/>
                </a:cubicBezTo>
                <a:cubicBezTo>
                  <a:pt x="1646" y="1253"/>
                  <a:pt x="1643" y="1224"/>
                  <a:pt x="1629" y="1201"/>
                </a:cubicBezTo>
                <a:lnTo>
                  <a:pt x="1260" y="560"/>
                </a:lnTo>
                <a:cubicBezTo>
                  <a:pt x="1241" y="528"/>
                  <a:pt x="1206" y="512"/>
                  <a:pt x="1171" y="512"/>
                </a:cubicBezTo>
                <a:cubicBezTo>
                  <a:pt x="1136" y="512"/>
                  <a:pt x="1101" y="528"/>
                  <a:pt x="1082" y="560"/>
                </a:cubicBezTo>
                <a:lnTo>
                  <a:pt x="340" y="1844"/>
                </a:lnTo>
                <a:cubicBezTo>
                  <a:pt x="328" y="1865"/>
                  <a:pt x="305" y="1877"/>
                  <a:pt x="281" y="1877"/>
                </a:cubicBezTo>
                <a:cubicBezTo>
                  <a:pt x="270" y="1877"/>
                  <a:pt x="258" y="1874"/>
                  <a:pt x="248" y="1869"/>
                </a:cubicBezTo>
                <a:cubicBezTo>
                  <a:pt x="232" y="1859"/>
                  <a:pt x="222" y="1846"/>
                  <a:pt x="217" y="1828"/>
                </a:cubicBezTo>
                <a:cubicBezTo>
                  <a:pt x="212" y="1810"/>
                  <a:pt x="215" y="1792"/>
                  <a:pt x="224" y="1777"/>
                </a:cubicBezTo>
                <a:lnTo>
                  <a:pt x="1111" y="238"/>
                </a:lnTo>
                <a:cubicBezTo>
                  <a:pt x="1123" y="217"/>
                  <a:pt x="1145" y="205"/>
                  <a:pt x="1169" y="205"/>
                </a:cubicBezTo>
                <a:close/>
                <a:moveTo>
                  <a:pt x="1169" y="0"/>
                </a:moveTo>
                <a:cubicBezTo>
                  <a:pt x="1071" y="0"/>
                  <a:pt x="982" y="51"/>
                  <a:pt x="933" y="135"/>
                </a:cubicBezTo>
                <a:lnTo>
                  <a:pt x="46" y="1674"/>
                </a:lnTo>
                <a:cubicBezTo>
                  <a:pt x="10" y="1737"/>
                  <a:pt x="0" y="1810"/>
                  <a:pt x="20" y="1880"/>
                </a:cubicBezTo>
                <a:cubicBezTo>
                  <a:pt x="38" y="1950"/>
                  <a:pt x="83" y="2010"/>
                  <a:pt x="145" y="2046"/>
                </a:cubicBezTo>
                <a:cubicBezTo>
                  <a:pt x="186" y="2069"/>
                  <a:pt x="234" y="2082"/>
                  <a:pt x="282" y="2082"/>
                </a:cubicBezTo>
                <a:cubicBezTo>
                  <a:pt x="378" y="2082"/>
                  <a:pt x="468" y="2031"/>
                  <a:pt x="517" y="1946"/>
                </a:cubicBezTo>
                <a:lnTo>
                  <a:pt x="1169" y="816"/>
                </a:lnTo>
                <a:lnTo>
                  <a:pt x="1399" y="1215"/>
                </a:lnTo>
                <a:lnTo>
                  <a:pt x="1137" y="1366"/>
                </a:lnTo>
                <a:cubicBezTo>
                  <a:pt x="1105" y="1384"/>
                  <a:pt x="1086" y="1417"/>
                  <a:pt x="1086" y="1454"/>
                </a:cubicBezTo>
                <a:cubicBezTo>
                  <a:pt x="1086" y="1490"/>
                  <a:pt x="1105" y="1525"/>
                  <a:pt x="1137" y="1542"/>
                </a:cubicBezTo>
                <a:lnTo>
                  <a:pt x="2132" y="2117"/>
                </a:lnTo>
                <a:cubicBezTo>
                  <a:pt x="2148" y="2125"/>
                  <a:pt x="2165" y="2131"/>
                  <a:pt x="2184" y="2131"/>
                </a:cubicBezTo>
                <a:cubicBezTo>
                  <a:pt x="2201" y="2131"/>
                  <a:pt x="2219" y="2127"/>
                  <a:pt x="2235" y="2117"/>
                </a:cubicBezTo>
                <a:cubicBezTo>
                  <a:pt x="2266" y="2099"/>
                  <a:pt x="2286" y="2066"/>
                  <a:pt x="2286" y="2028"/>
                </a:cubicBezTo>
                <a:lnTo>
                  <a:pt x="2286" y="879"/>
                </a:lnTo>
                <a:cubicBezTo>
                  <a:pt x="2286" y="843"/>
                  <a:pt x="2266" y="809"/>
                  <a:pt x="2235" y="790"/>
                </a:cubicBezTo>
                <a:cubicBezTo>
                  <a:pt x="2218" y="781"/>
                  <a:pt x="2201" y="777"/>
                  <a:pt x="2183" y="777"/>
                </a:cubicBezTo>
                <a:cubicBezTo>
                  <a:pt x="2166" y="777"/>
                  <a:pt x="2148" y="781"/>
                  <a:pt x="2132" y="790"/>
                </a:cubicBezTo>
                <a:lnTo>
                  <a:pt x="1870" y="942"/>
                </a:lnTo>
                <a:lnTo>
                  <a:pt x="1404" y="135"/>
                </a:lnTo>
                <a:cubicBezTo>
                  <a:pt x="1356" y="52"/>
                  <a:pt x="1266" y="0"/>
                  <a:pt x="11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2" name="Google Shape;2372;p31"/>
          <p:cNvSpPr/>
          <p:nvPr/>
        </p:nvSpPr>
        <p:spPr>
          <a:xfrm>
            <a:off x="4847568" y="2045800"/>
            <a:ext cx="173035" cy="177334"/>
          </a:xfrm>
          <a:custGeom>
            <a:rect b="b" l="l" r="r" t="t"/>
            <a:pathLst>
              <a:path extrusionOk="0" h="2516" w="2455">
                <a:moveTo>
                  <a:pt x="1262" y="206"/>
                </a:moveTo>
                <a:cubicBezTo>
                  <a:pt x="1268" y="206"/>
                  <a:pt x="1275" y="207"/>
                  <a:pt x="1281" y="209"/>
                </a:cubicBezTo>
                <a:cubicBezTo>
                  <a:pt x="1299" y="213"/>
                  <a:pt x="1314" y="224"/>
                  <a:pt x="1322" y="239"/>
                </a:cubicBezTo>
                <a:lnTo>
                  <a:pt x="2226" y="1805"/>
                </a:lnTo>
                <a:cubicBezTo>
                  <a:pt x="2238" y="1826"/>
                  <a:pt x="2238" y="1852"/>
                  <a:pt x="2226" y="1872"/>
                </a:cubicBezTo>
                <a:cubicBezTo>
                  <a:pt x="2214" y="1893"/>
                  <a:pt x="2192" y="1906"/>
                  <a:pt x="2168" y="1906"/>
                </a:cubicBezTo>
                <a:lnTo>
                  <a:pt x="1100" y="1906"/>
                </a:lnTo>
                <a:cubicBezTo>
                  <a:pt x="1044" y="1906"/>
                  <a:pt x="998" y="1952"/>
                  <a:pt x="998" y="2008"/>
                </a:cubicBezTo>
                <a:lnTo>
                  <a:pt x="998" y="2236"/>
                </a:lnTo>
                <a:lnTo>
                  <a:pt x="308" y="1838"/>
                </a:lnTo>
                <a:lnTo>
                  <a:pt x="998" y="1442"/>
                </a:lnTo>
                <a:lnTo>
                  <a:pt x="998" y="1669"/>
                </a:lnTo>
                <a:cubicBezTo>
                  <a:pt x="998" y="1725"/>
                  <a:pt x="1044" y="1771"/>
                  <a:pt x="1100" y="1771"/>
                </a:cubicBezTo>
                <a:lnTo>
                  <a:pt x="1873" y="1771"/>
                </a:lnTo>
                <a:cubicBezTo>
                  <a:pt x="1909" y="1771"/>
                  <a:pt x="1944" y="1753"/>
                  <a:pt x="1961" y="1720"/>
                </a:cubicBezTo>
                <a:cubicBezTo>
                  <a:pt x="1980" y="1688"/>
                  <a:pt x="1980" y="1650"/>
                  <a:pt x="1961" y="1618"/>
                </a:cubicBezTo>
                <a:lnTo>
                  <a:pt x="1204" y="307"/>
                </a:lnTo>
                <a:cubicBezTo>
                  <a:pt x="1196" y="292"/>
                  <a:pt x="1193" y="274"/>
                  <a:pt x="1198" y="256"/>
                </a:cubicBezTo>
                <a:cubicBezTo>
                  <a:pt x="1203" y="238"/>
                  <a:pt x="1214" y="224"/>
                  <a:pt x="1230" y="215"/>
                </a:cubicBezTo>
                <a:cubicBezTo>
                  <a:pt x="1240" y="209"/>
                  <a:pt x="1251" y="206"/>
                  <a:pt x="1262" y="206"/>
                </a:cubicBezTo>
                <a:close/>
                <a:moveTo>
                  <a:pt x="1265" y="0"/>
                </a:moveTo>
                <a:cubicBezTo>
                  <a:pt x="1217" y="0"/>
                  <a:pt x="1171" y="13"/>
                  <a:pt x="1130" y="37"/>
                </a:cubicBezTo>
                <a:cubicBezTo>
                  <a:pt x="1066" y="73"/>
                  <a:pt x="1022" y="132"/>
                  <a:pt x="1003" y="202"/>
                </a:cubicBezTo>
                <a:cubicBezTo>
                  <a:pt x="983" y="271"/>
                  <a:pt x="993" y="346"/>
                  <a:pt x="1029" y="408"/>
                </a:cubicBezTo>
                <a:lnTo>
                  <a:pt x="1696" y="1565"/>
                </a:lnTo>
                <a:lnTo>
                  <a:pt x="1202" y="1565"/>
                </a:lnTo>
                <a:lnTo>
                  <a:pt x="1202" y="1263"/>
                </a:lnTo>
                <a:cubicBezTo>
                  <a:pt x="1202" y="1227"/>
                  <a:pt x="1183" y="1192"/>
                  <a:pt x="1151" y="1175"/>
                </a:cubicBezTo>
                <a:cubicBezTo>
                  <a:pt x="1135" y="1165"/>
                  <a:pt x="1117" y="1161"/>
                  <a:pt x="1100" y="1161"/>
                </a:cubicBezTo>
                <a:cubicBezTo>
                  <a:pt x="1082" y="1161"/>
                  <a:pt x="1065" y="1165"/>
                  <a:pt x="1049" y="1175"/>
                </a:cubicBezTo>
                <a:lnTo>
                  <a:pt x="52" y="1750"/>
                </a:lnTo>
                <a:cubicBezTo>
                  <a:pt x="20" y="1768"/>
                  <a:pt x="1" y="1801"/>
                  <a:pt x="1" y="1838"/>
                </a:cubicBezTo>
                <a:cubicBezTo>
                  <a:pt x="1" y="1873"/>
                  <a:pt x="20" y="1908"/>
                  <a:pt x="52" y="1927"/>
                </a:cubicBezTo>
                <a:lnTo>
                  <a:pt x="1049" y="2502"/>
                </a:lnTo>
                <a:cubicBezTo>
                  <a:pt x="1064" y="2511"/>
                  <a:pt x="1081" y="2516"/>
                  <a:pt x="1100" y="2516"/>
                </a:cubicBezTo>
                <a:cubicBezTo>
                  <a:pt x="1117" y="2516"/>
                  <a:pt x="1136" y="2511"/>
                  <a:pt x="1153" y="2502"/>
                </a:cubicBezTo>
                <a:cubicBezTo>
                  <a:pt x="1185" y="2484"/>
                  <a:pt x="1204" y="2450"/>
                  <a:pt x="1204" y="2414"/>
                </a:cubicBezTo>
                <a:lnTo>
                  <a:pt x="1204" y="2111"/>
                </a:lnTo>
                <a:lnTo>
                  <a:pt x="2170" y="2111"/>
                </a:lnTo>
                <a:cubicBezTo>
                  <a:pt x="2267" y="2111"/>
                  <a:pt x="2356" y="2060"/>
                  <a:pt x="2405" y="1975"/>
                </a:cubicBezTo>
                <a:cubicBezTo>
                  <a:pt x="2455" y="1891"/>
                  <a:pt x="2455" y="1786"/>
                  <a:pt x="2405" y="1702"/>
                </a:cubicBezTo>
                <a:lnTo>
                  <a:pt x="1501" y="137"/>
                </a:lnTo>
                <a:cubicBezTo>
                  <a:pt x="1465" y="75"/>
                  <a:pt x="1407" y="30"/>
                  <a:pt x="1336" y="10"/>
                </a:cubicBezTo>
                <a:cubicBezTo>
                  <a:pt x="1313" y="4"/>
                  <a:pt x="1289" y="0"/>
                  <a:pt x="126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3" name="Google Shape;2373;p31"/>
          <p:cNvSpPr/>
          <p:nvPr/>
        </p:nvSpPr>
        <p:spPr>
          <a:xfrm>
            <a:off x="5593822" y="4029421"/>
            <a:ext cx="425080" cy="553499"/>
          </a:xfrm>
          <a:custGeom>
            <a:rect b="b" l="l" r="r" t="t"/>
            <a:pathLst>
              <a:path extrusionOk="0" h="7853" w="6031">
                <a:moveTo>
                  <a:pt x="3015" y="982"/>
                </a:moveTo>
                <a:lnTo>
                  <a:pt x="3212" y="2668"/>
                </a:lnTo>
                <a:cubicBezTo>
                  <a:pt x="3209" y="2668"/>
                  <a:pt x="3208" y="2666"/>
                  <a:pt x="3205" y="2666"/>
                </a:cubicBezTo>
                <a:cubicBezTo>
                  <a:pt x="3178" y="2658"/>
                  <a:pt x="3152" y="2651"/>
                  <a:pt x="3123" y="2648"/>
                </a:cubicBezTo>
                <a:cubicBezTo>
                  <a:pt x="3119" y="2647"/>
                  <a:pt x="3113" y="2647"/>
                  <a:pt x="3107" y="2645"/>
                </a:cubicBezTo>
                <a:cubicBezTo>
                  <a:pt x="3076" y="2642"/>
                  <a:pt x="3045" y="2639"/>
                  <a:pt x="3015" y="2639"/>
                </a:cubicBezTo>
                <a:cubicBezTo>
                  <a:pt x="2983" y="2639"/>
                  <a:pt x="2952" y="2642"/>
                  <a:pt x="2922" y="2645"/>
                </a:cubicBezTo>
                <a:cubicBezTo>
                  <a:pt x="2917" y="2647"/>
                  <a:pt x="2911" y="2647"/>
                  <a:pt x="2906" y="2648"/>
                </a:cubicBezTo>
                <a:cubicBezTo>
                  <a:pt x="2878" y="2653"/>
                  <a:pt x="2849" y="2658"/>
                  <a:pt x="2821" y="2666"/>
                </a:cubicBezTo>
                <a:cubicBezTo>
                  <a:pt x="2822" y="2666"/>
                  <a:pt x="2820" y="2666"/>
                  <a:pt x="2818" y="2668"/>
                </a:cubicBezTo>
                <a:lnTo>
                  <a:pt x="3015" y="982"/>
                </a:lnTo>
                <a:close/>
                <a:moveTo>
                  <a:pt x="3015" y="2848"/>
                </a:moveTo>
                <a:cubicBezTo>
                  <a:pt x="3030" y="2848"/>
                  <a:pt x="3045" y="2849"/>
                  <a:pt x="3060" y="2850"/>
                </a:cubicBezTo>
                <a:cubicBezTo>
                  <a:pt x="3071" y="2852"/>
                  <a:pt x="3081" y="2852"/>
                  <a:pt x="3093" y="2854"/>
                </a:cubicBezTo>
                <a:cubicBezTo>
                  <a:pt x="3108" y="2857"/>
                  <a:pt x="3123" y="2860"/>
                  <a:pt x="3139" y="2864"/>
                </a:cubicBezTo>
                <a:cubicBezTo>
                  <a:pt x="3153" y="2868"/>
                  <a:pt x="3166" y="2872"/>
                  <a:pt x="3179" y="2877"/>
                </a:cubicBezTo>
                <a:cubicBezTo>
                  <a:pt x="3192" y="2881"/>
                  <a:pt x="3204" y="2885"/>
                  <a:pt x="3215" y="2890"/>
                </a:cubicBezTo>
                <a:cubicBezTo>
                  <a:pt x="3387" y="2966"/>
                  <a:pt x="3506" y="3138"/>
                  <a:pt x="3506" y="3336"/>
                </a:cubicBezTo>
                <a:cubicBezTo>
                  <a:pt x="3506" y="3363"/>
                  <a:pt x="3503" y="3392"/>
                  <a:pt x="3498" y="3422"/>
                </a:cubicBezTo>
                <a:cubicBezTo>
                  <a:pt x="3496" y="3428"/>
                  <a:pt x="3495" y="3433"/>
                  <a:pt x="3494" y="3440"/>
                </a:cubicBezTo>
                <a:cubicBezTo>
                  <a:pt x="3487" y="3468"/>
                  <a:pt x="3479" y="3495"/>
                  <a:pt x="3468" y="3523"/>
                </a:cubicBezTo>
                <a:cubicBezTo>
                  <a:pt x="3468" y="3524"/>
                  <a:pt x="3466" y="3524"/>
                  <a:pt x="3466" y="3525"/>
                </a:cubicBezTo>
                <a:cubicBezTo>
                  <a:pt x="3455" y="3551"/>
                  <a:pt x="3442" y="3575"/>
                  <a:pt x="3427" y="3600"/>
                </a:cubicBezTo>
                <a:cubicBezTo>
                  <a:pt x="3424" y="3603"/>
                  <a:pt x="3422" y="3609"/>
                  <a:pt x="3419" y="3612"/>
                </a:cubicBezTo>
                <a:cubicBezTo>
                  <a:pt x="3403" y="3636"/>
                  <a:pt x="3386" y="3657"/>
                  <a:pt x="3366" y="3678"/>
                </a:cubicBezTo>
                <a:cubicBezTo>
                  <a:pt x="3362" y="3682"/>
                  <a:pt x="3358" y="3686"/>
                  <a:pt x="3352" y="3689"/>
                </a:cubicBezTo>
                <a:cubicBezTo>
                  <a:pt x="3337" y="3703"/>
                  <a:pt x="3321" y="3717"/>
                  <a:pt x="3302" y="3730"/>
                </a:cubicBezTo>
                <a:cubicBezTo>
                  <a:pt x="3295" y="3737"/>
                  <a:pt x="3286" y="3742"/>
                  <a:pt x="3277" y="3748"/>
                </a:cubicBezTo>
                <a:cubicBezTo>
                  <a:pt x="3202" y="3796"/>
                  <a:pt x="3112" y="3826"/>
                  <a:pt x="3015" y="3826"/>
                </a:cubicBezTo>
                <a:cubicBezTo>
                  <a:pt x="2919" y="3826"/>
                  <a:pt x="2830" y="3796"/>
                  <a:pt x="2753" y="3749"/>
                </a:cubicBezTo>
                <a:cubicBezTo>
                  <a:pt x="2744" y="3744"/>
                  <a:pt x="2736" y="3738"/>
                  <a:pt x="2727" y="3732"/>
                </a:cubicBezTo>
                <a:cubicBezTo>
                  <a:pt x="2711" y="3718"/>
                  <a:pt x="2693" y="3706"/>
                  <a:pt x="2678" y="3691"/>
                </a:cubicBezTo>
                <a:cubicBezTo>
                  <a:pt x="2675" y="3687"/>
                  <a:pt x="2670" y="3683"/>
                  <a:pt x="2666" y="3679"/>
                </a:cubicBezTo>
                <a:cubicBezTo>
                  <a:pt x="2646" y="3658"/>
                  <a:pt x="2629" y="3637"/>
                  <a:pt x="2612" y="3615"/>
                </a:cubicBezTo>
                <a:cubicBezTo>
                  <a:pt x="2610" y="3611"/>
                  <a:pt x="2608" y="3606"/>
                  <a:pt x="2604" y="3602"/>
                </a:cubicBezTo>
                <a:cubicBezTo>
                  <a:pt x="2589" y="3579"/>
                  <a:pt x="2575" y="3555"/>
                  <a:pt x="2565" y="3528"/>
                </a:cubicBezTo>
                <a:cubicBezTo>
                  <a:pt x="2565" y="3527"/>
                  <a:pt x="2564" y="3527"/>
                  <a:pt x="2564" y="3525"/>
                </a:cubicBezTo>
                <a:cubicBezTo>
                  <a:pt x="2552" y="3499"/>
                  <a:pt x="2544" y="3471"/>
                  <a:pt x="2538" y="3442"/>
                </a:cubicBezTo>
                <a:cubicBezTo>
                  <a:pt x="2537" y="3436"/>
                  <a:pt x="2535" y="3431"/>
                  <a:pt x="2534" y="3425"/>
                </a:cubicBezTo>
                <a:cubicBezTo>
                  <a:pt x="2529" y="3395"/>
                  <a:pt x="2525" y="3365"/>
                  <a:pt x="2525" y="3336"/>
                </a:cubicBezTo>
                <a:cubicBezTo>
                  <a:pt x="2525" y="3136"/>
                  <a:pt x="2645" y="2966"/>
                  <a:pt x="2815" y="2890"/>
                </a:cubicBezTo>
                <a:cubicBezTo>
                  <a:pt x="2826" y="2885"/>
                  <a:pt x="2840" y="2881"/>
                  <a:pt x="2852" y="2877"/>
                </a:cubicBezTo>
                <a:cubicBezTo>
                  <a:pt x="2865" y="2872"/>
                  <a:pt x="2878" y="2868"/>
                  <a:pt x="2892" y="2864"/>
                </a:cubicBezTo>
                <a:cubicBezTo>
                  <a:pt x="2907" y="2860"/>
                  <a:pt x="2923" y="2857"/>
                  <a:pt x="2939" y="2854"/>
                </a:cubicBezTo>
                <a:cubicBezTo>
                  <a:pt x="2949" y="2853"/>
                  <a:pt x="2962" y="2852"/>
                  <a:pt x="2972" y="2850"/>
                </a:cubicBezTo>
                <a:cubicBezTo>
                  <a:pt x="2986" y="2849"/>
                  <a:pt x="3001" y="2848"/>
                  <a:pt x="3015" y="2848"/>
                </a:cubicBezTo>
                <a:close/>
                <a:moveTo>
                  <a:pt x="2331" y="3450"/>
                </a:moveTo>
                <a:cubicBezTo>
                  <a:pt x="2331" y="3453"/>
                  <a:pt x="2332" y="3457"/>
                  <a:pt x="2333" y="3461"/>
                </a:cubicBezTo>
                <a:cubicBezTo>
                  <a:pt x="2338" y="3488"/>
                  <a:pt x="2345" y="3515"/>
                  <a:pt x="2354" y="3543"/>
                </a:cubicBezTo>
                <a:cubicBezTo>
                  <a:pt x="2357" y="3551"/>
                  <a:pt x="2360" y="3559"/>
                  <a:pt x="2363" y="3568"/>
                </a:cubicBezTo>
                <a:cubicBezTo>
                  <a:pt x="2369" y="3585"/>
                  <a:pt x="2377" y="3603"/>
                  <a:pt x="2384" y="3621"/>
                </a:cubicBezTo>
                <a:cubicBezTo>
                  <a:pt x="2390" y="3633"/>
                  <a:pt x="2395" y="3643"/>
                  <a:pt x="2400" y="3655"/>
                </a:cubicBezTo>
                <a:cubicBezTo>
                  <a:pt x="2410" y="3676"/>
                  <a:pt x="2421" y="3694"/>
                  <a:pt x="2435" y="3713"/>
                </a:cubicBezTo>
                <a:cubicBezTo>
                  <a:pt x="2441" y="3724"/>
                  <a:pt x="2449" y="3734"/>
                  <a:pt x="2456" y="3743"/>
                </a:cubicBezTo>
                <a:cubicBezTo>
                  <a:pt x="2468" y="3759"/>
                  <a:pt x="2482" y="3775"/>
                  <a:pt x="2494" y="3791"/>
                </a:cubicBezTo>
                <a:cubicBezTo>
                  <a:pt x="2498" y="3795"/>
                  <a:pt x="2501" y="3800"/>
                  <a:pt x="2505" y="3804"/>
                </a:cubicBezTo>
                <a:lnTo>
                  <a:pt x="907" y="4369"/>
                </a:lnTo>
                <a:lnTo>
                  <a:pt x="2331" y="3450"/>
                </a:lnTo>
                <a:close/>
                <a:moveTo>
                  <a:pt x="3700" y="3450"/>
                </a:moveTo>
                <a:lnTo>
                  <a:pt x="5125" y="4369"/>
                </a:lnTo>
                <a:lnTo>
                  <a:pt x="3526" y="3804"/>
                </a:lnTo>
                <a:cubicBezTo>
                  <a:pt x="3530" y="3800"/>
                  <a:pt x="3534" y="3795"/>
                  <a:pt x="3537" y="3791"/>
                </a:cubicBezTo>
                <a:cubicBezTo>
                  <a:pt x="3551" y="3776"/>
                  <a:pt x="3564" y="3760"/>
                  <a:pt x="3575" y="3744"/>
                </a:cubicBezTo>
                <a:cubicBezTo>
                  <a:pt x="3583" y="3734"/>
                  <a:pt x="3590" y="3725"/>
                  <a:pt x="3597" y="3713"/>
                </a:cubicBezTo>
                <a:cubicBezTo>
                  <a:pt x="3610" y="3694"/>
                  <a:pt x="3622" y="3676"/>
                  <a:pt x="3632" y="3655"/>
                </a:cubicBezTo>
                <a:cubicBezTo>
                  <a:pt x="3637" y="3645"/>
                  <a:pt x="3642" y="3633"/>
                  <a:pt x="3647" y="3621"/>
                </a:cubicBezTo>
                <a:cubicBezTo>
                  <a:pt x="3654" y="3604"/>
                  <a:pt x="3662" y="3585"/>
                  <a:pt x="3669" y="3568"/>
                </a:cubicBezTo>
                <a:cubicBezTo>
                  <a:pt x="3671" y="3559"/>
                  <a:pt x="3675" y="3551"/>
                  <a:pt x="3678" y="3543"/>
                </a:cubicBezTo>
                <a:cubicBezTo>
                  <a:pt x="3686" y="3515"/>
                  <a:pt x="3693" y="3488"/>
                  <a:pt x="3698" y="3461"/>
                </a:cubicBezTo>
                <a:cubicBezTo>
                  <a:pt x="3698" y="3457"/>
                  <a:pt x="3699" y="3453"/>
                  <a:pt x="3700" y="3450"/>
                </a:cubicBezTo>
                <a:close/>
                <a:moveTo>
                  <a:pt x="3030" y="4029"/>
                </a:moveTo>
                <a:lnTo>
                  <a:pt x="3146" y="7645"/>
                </a:lnTo>
                <a:lnTo>
                  <a:pt x="2887" y="7645"/>
                </a:lnTo>
                <a:lnTo>
                  <a:pt x="3002" y="4029"/>
                </a:lnTo>
                <a:close/>
                <a:moveTo>
                  <a:pt x="3015" y="0"/>
                </a:moveTo>
                <a:cubicBezTo>
                  <a:pt x="2963" y="0"/>
                  <a:pt x="2919" y="39"/>
                  <a:pt x="2912" y="91"/>
                </a:cubicBezTo>
                <a:lnTo>
                  <a:pt x="2598" y="2780"/>
                </a:lnTo>
                <a:cubicBezTo>
                  <a:pt x="2462" y="2883"/>
                  <a:pt x="2365" y="3033"/>
                  <a:pt x="2332" y="3206"/>
                </a:cubicBezTo>
                <a:lnTo>
                  <a:pt x="59" y="4674"/>
                </a:lnTo>
                <a:cubicBezTo>
                  <a:pt x="16" y="4702"/>
                  <a:pt x="0" y="4758"/>
                  <a:pt x="23" y="4806"/>
                </a:cubicBezTo>
                <a:cubicBezTo>
                  <a:pt x="41" y="4842"/>
                  <a:pt x="77" y="4863"/>
                  <a:pt x="115" y="4863"/>
                </a:cubicBezTo>
                <a:cubicBezTo>
                  <a:pt x="127" y="4863"/>
                  <a:pt x="139" y="4862"/>
                  <a:pt x="150" y="4857"/>
                </a:cubicBezTo>
                <a:lnTo>
                  <a:pt x="2701" y="3954"/>
                </a:lnTo>
                <a:cubicBezTo>
                  <a:pt x="2731" y="3969"/>
                  <a:pt x="2763" y="3983"/>
                  <a:pt x="2796" y="3995"/>
                </a:cubicBezTo>
                <a:lnTo>
                  <a:pt x="2677" y="7748"/>
                </a:lnTo>
                <a:cubicBezTo>
                  <a:pt x="2676" y="7775"/>
                  <a:pt x="2686" y="7802"/>
                  <a:pt x="2707" y="7821"/>
                </a:cubicBezTo>
                <a:cubicBezTo>
                  <a:pt x="2726" y="7842"/>
                  <a:pt x="2753" y="7852"/>
                  <a:pt x="2779" y="7852"/>
                </a:cubicBezTo>
                <a:lnTo>
                  <a:pt x="3250" y="7852"/>
                </a:lnTo>
                <a:cubicBezTo>
                  <a:pt x="3279" y="7852"/>
                  <a:pt x="3304" y="7841"/>
                  <a:pt x="3323" y="7821"/>
                </a:cubicBezTo>
                <a:cubicBezTo>
                  <a:pt x="3342" y="7801"/>
                  <a:pt x="3352" y="7774"/>
                  <a:pt x="3352" y="7748"/>
                </a:cubicBezTo>
                <a:lnTo>
                  <a:pt x="3234" y="3995"/>
                </a:lnTo>
                <a:cubicBezTo>
                  <a:pt x="3266" y="3983"/>
                  <a:pt x="3299" y="3970"/>
                  <a:pt x="3330" y="3954"/>
                </a:cubicBezTo>
                <a:lnTo>
                  <a:pt x="5880" y="4857"/>
                </a:lnTo>
                <a:cubicBezTo>
                  <a:pt x="5891" y="4860"/>
                  <a:pt x="5903" y="4863"/>
                  <a:pt x="5914" y="4863"/>
                </a:cubicBezTo>
                <a:cubicBezTo>
                  <a:pt x="5952" y="4863"/>
                  <a:pt x="5988" y="4842"/>
                  <a:pt x="6007" y="4806"/>
                </a:cubicBezTo>
                <a:cubicBezTo>
                  <a:pt x="6030" y="4757"/>
                  <a:pt x="6015" y="4701"/>
                  <a:pt x="5971" y="4673"/>
                </a:cubicBezTo>
                <a:lnTo>
                  <a:pt x="3698" y="3205"/>
                </a:lnTo>
                <a:cubicBezTo>
                  <a:pt x="3664" y="3031"/>
                  <a:pt x="3567" y="2881"/>
                  <a:pt x="3432" y="2778"/>
                </a:cubicBezTo>
                <a:lnTo>
                  <a:pt x="3117" y="91"/>
                </a:lnTo>
                <a:cubicBezTo>
                  <a:pt x="3111" y="40"/>
                  <a:pt x="3068" y="0"/>
                  <a:pt x="301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7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p32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79" name="Google Shape;2379;p32"/>
          <p:cNvSpPr txBox="1"/>
          <p:nvPr/>
        </p:nvSpPr>
        <p:spPr>
          <a:xfrm>
            <a:off x="368899" y="274858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80" name="Google Shape;2380;p32"/>
          <p:cNvSpPr txBox="1"/>
          <p:nvPr/>
        </p:nvSpPr>
        <p:spPr>
          <a:xfrm>
            <a:off x="368899" y="4158416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81" name="Google Shape;2381;p32"/>
          <p:cNvSpPr txBox="1"/>
          <p:nvPr/>
        </p:nvSpPr>
        <p:spPr>
          <a:xfrm>
            <a:off x="368899" y="133875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82" name="Google Shape;2382;p32"/>
          <p:cNvSpPr txBox="1"/>
          <p:nvPr/>
        </p:nvSpPr>
        <p:spPr>
          <a:xfrm>
            <a:off x="368899" y="102724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 sz="160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83" name="Google Shape;2383;p32"/>
          <p:cNvSpPr txBox="1"/>
          <p:nvPr/>
        </p:nvSpPr>
        <p:spPr>
          <a:xfrm>
            <a:off x="368899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60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84" name="Google Shape;2384;p32"/>
          <p:cNvSpPr txBox="1"/>
          <p:nvPr/>
        </p:nvSpPr>
        <p:spPr>
          <a:xfrm>
            <a:off x="368899" y="24195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6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85" name="Google Shape;2385;p32"/>
          <p:cNvSpPr txBox="1"/>
          <p:nvPr/>
        </p:nvSpPr>
        <p:spPr>
          <a:xfrm>
            <a:off x="6850111" y="1334023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86" name="Google Shape;2386;p32"/>
          <p:cNvSpPr txBox="1"/>
          <p:nvPr/>
        </p:nvSpPr>
        <p:spPr>
          <a:xfrm>
            <a:off x="7467811" y="101276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87" name="Google Shape;2387;p32"/>
          <p:cNvSpPr txBox="1"/>
          <p:nvPr/>
        </p:nvSpPr>
        <p:spPr>
          <a:xfrm>
            <a:off x="7467811" y="241229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 sz="1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88" name="Google Shape;2388;p32"/>
          <p:cNvSpPr txBox="1"/>
          <p:nvPr/>
        </p:nvSpPr>
        <p:spPr>
          <a:xfrm>
            <a:off x="7467811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NEPTUNE</a:t>
            </a:r>
            <a:endParaRPr b="1" sz="160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89" name="Google Shape;2389;p32"/>
          <p:cNvSpPr txBox="1"/>
          <p:nvPr/>
        </p:nvSpPr>
        <p:spPr>
          <a:xfrm>
            <a:off x="6850100" y="4106225"/>
            <a:ext cx="19266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planet from the Sun and the fourth-largest one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90" name="Google Shape;2390;p32"/>
          <p:cNvSpPr txBox="1"/>
          <p:nvPr/>
        </p:nvSpPr>
        <p:spPr>
          <a:xfrm>
            <a:off x="6850100" y="274857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391" name="Google Shape;2391;p32"/>
          <p:cNvGrpSpPr/>
          <p:nvPr/>
        </p:nvGrpSpPr>
        <p:grpSpPr>
          <a:xfrm>
            <a:off x="2817061" y="1321801"/>
            <a:ext cx="656209" cy="656146"/>
            <a:chOff x="2794621" y="1321801"/>
            <a:chExt cx="656209" cy="656146"/>
          </a:xfrm>
        </p:grpSpPr>
        <p:sp>
          <p:nvSpPr>
            <p:cNvPr id="2392" name="Google Shape;2392;p32"/>
            <p:cNvSpPr/>
            <p:nvPr/>
          </p:nvSpPr>
          <p:spPr>
            <a:xfrm>
              <a:off x="2794621" y="1321801"/>
              <a:ext cx="656209" cy="656146"/>
            </a:xfrm>
            <a:custGeom>
              <a:rect b="b" l="l" r="r" t="t"/>
              <a:pathLst>
                <a:path extrusionOk="0" h="10380" w="10381">
                  <a:moveTo>
                    <a:pt x="5190" y="1"/>
                  </a:moveTo>
                  <a:cubicBezTo>
                    <a:pt x="3814" y="1"/>
                    <a:pt x="2494" y="547"/>
                    <a:pt x="1520" y="1520"/>
                  </a:cubicBezTo>
                  <a:cubicBezTo>
                    <a:pt x="547" y="2494"/>
                    <a:pt x="0" y="3814"/>
                    <a:pt x="0" y="5190"/>
                  </a:cubicBezTo>
                  <a:cubicBezTo>
                    <a:pt x="0" y="6566"/>
                    <a:pt x="547" y="7887"/>
                    <a:pt x="1520" y="8860"/>
                  </a:cubicBezTo>
                  <a:cubicBezTo>
                    <a:pt x="2494" y="9833"/>
                    <a:pt x="3814" y="10380"/>
                    <a:pt x="5190" y="10380"/>
                  </a:cubicBezTo>
                  <a:cubicBezTo>
                    <a:pt x="6566" y="10380"/>
                    <a:pt x="7887" y="9833"/>
                    <a:pt x="8860" y="8860"/>
                  </a:cubicBezTo>
                  <a:cubicBezTo>
                    <a:pt x="9833" y="7887"/>
                    <a:pt x="10381" y="6566"/>
                    <a:pt x="10381" y="5190"/>
                  </a:cubicBezTo>
                  <a:cubicBezTo>
                    <a:pt x="10381" y="3814"/>
                    <a:pt x="9833" y="2494"/>
                    <a:pt x="8860" y="1520"/>
                  </a:cubicBezTo>
                  <a:cubicBezTo>
                    <a:pt x="7887" y="547"/>
                    <a:pt x="6566" y="1"/>
                    <a:pt x="5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32"/>
            <p:cNvSpPr/>
            <p:nvPr/>
          </p:nvSpPr>
          <p:spPr>
            <a:xfrm>
              <a:off x="2996202" y="1450373"/>
              <a:ext cx="253166" cy="306644"/>
            </a:xfrm>
            <a:custGeom>
              <a:rect b="b" l="l" r="r" t="t"/>
              <a:pathLst>
                <a:path extrusionOk="0" h="4851" w="4005">
                  <a:moveTo>
                    <a:pt x="2003" y="1"/>
                  </a:moveTo>
                  <a:lnTo>
                    <a:pt x="468" y="2039"/>
                  </a:lnTo>
                  <a:lnTo>
                    <a:pt x="1185" y="2039"/>
                  </a:lnTo>
                  <a:lnTo>
                    <a:pt x="137" y="3430"/>
                  </a:lnTo>
                  <a:lnTo>
                    <a:pt x="1045" y="3430"/>
                  </a:lnTo>
                  <a:lnTo>
                    <a:pt x="1" y="4851"/>
                  </a:lnTo>
                  <a:lnTo>
                    <a:pt x="4004" y="4851"/>
                  </a:lnTo>
                  <a:lnTo>
                    <a:pt x="2960" y="3430"/>
                  </a:lnTo>
                  <a:lnTo>
                    <a:pt x="3868" y="3430"/>
                  </a:lnTo>
                  <a:lnTo>
                    <a:pt x="2821" y="2039"/>
                  </a:lnTo>
                  <a:lnTo>
                    <a:pt x="3538" y="2039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32"/>
            <p:cNvSpPr/>
            <p:nvPr/>
          </p:nvSpPr>
          <p:spPr>
            <a:xfrm>
              <a:off x="3092473" y="1783875"/>
              <a:ext cx="60684" cy="62391"/>
            </a:xfrm>
            <a:custGeom>
              <a:rect b="b" l="l" r="r" t="t"/>
              <a:pathLst>
                <a:path extrusionOk="0" h="987" w="960">
                  <a:moveTo>
                    <a:pt x="0" y="0"/>
                  </a:moveTo>
                  <a:lnTo>
                    <a:pt x="0" y="987"/>
                  </a:lnTo>
                  <a:lnTo>
                    <a:pt x="960" y="987"/>
                  </a:lnTo>
                  <a:lnTo>
                    <a:pt x="9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5" name="Google Shape;2395;p32"/>
          <p:cNvGrpSpPr/>
          <p:nvPr/>
        </p:nvGrpSpPr>
        <p:grpSpPr>
          <a:xfrm>
            <a:off x="5690644" y="3850250"/>
            <a:ext cx="656209" cy="656209"/>
            <a:chOff x="5664412" y="3850250"/>
            <a:chExt cx="656209" cy="656209"/>
          </a:xfrm>
        </p:grpSpPr>
        <p:sp>
          <p:nvSpPr>
            <p:cNvPr id="2396" name="Google Shape;2396;p32"/>
            <p:cNvSpPr/>
            <p:nvPr/>
          </p:nvSpPr>
          <p:spPr>
            <a:xfrm>
              <a:off x="5664412" y="3850250"/>
              <a:ext cx="656209" cy="656209"/>
            </a:xfrm>
            <a:custGeom>
              <a:rect b="b" l="l" r="r" t="t"/>
              <a:pathLst>
                <a:path extrusionOk="0" h="10381" w="10381">
                  <a:moveTo>
                    <a:pt x="5191" y="0"/>
                  </a:moveTo>
                  <a:cubicBezTo>
                    <a:pt x="3815" y="0"/>
                    <a:pt x="2494" y="547"/>
                    <a:pt x="1521" y="1520"/>
                  </a:cubicBezTo>
                  <a:cubicBezTo>
                    <a:pt x="548" y="2494"/>
                    <a:pt x="0" y="3813"/>
                    <a:pt x="0" y="5191"/>
                  </a:cubicBezTo>
                  <a:cubicBezTo>
                    <a:pt x="0" y="6567"/>
                    <a:pt x="548" y="7887"/>
                    <a:pt x="1521" y="8860"/>
                  </a:cubicBezTo>
                  <a:cubicBezTo>
                    <a:pt x="2494" y="9834"/>
                    <a:pt x="3815" y="10380"/>
                    <a:pt x="5191" y="10380"/>
                  </a:cubicBezTo>
                  <a:cubicBezTo>
                    <a:pt x="6567" y="10380"/>
                    <a:pt x="7887" y="9834"/>
                    <a:pt x="8861" y="8860"/>
                  </a:cubicBezTo>
                  <a:cubicBezTo>
                    <a:pt x="9834" y="7887"/>
                    <a:pt x="10380" y="6567"/>
                    <a:pt x="10380" y="5191"/>
                  </a:cubicBezTo>
                  <a:cubicBezTo>
                    <a:pt x="10380" y="3813"/>
                    <a:pt x="9834" y="2494"/>
                    <a:pt x="8861" y="1520"/>
                  </a:cubicBezTo>
                  <a:cubicBezTo>
                    <a:pt x="7887" y="547"/>
                    <a:pt x="6567" y="0"/>
                    <a:pt x="519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32"/>
            <p:cNvSpPr/>
            <p:nvPr/>
          </p:nvSpPr>
          <p:spPr>
            <a:xfrm>
              <a:off x="5836283" y="4018139"/>
              <a:ext cx="335089" cy="311638"/>
            </a:xfrm>
            <a:custGeom>
              <a:rect b="b" l="l" r="r" t="t"/>
              <a:pathLst>
                <a:path extrusionOk="0" h="4930" w="5301">
                  <a:moveTo>
                    <a:pt x="2807" y="758"/>
                  </a:moveTo>
                  <a:lnTo>
                    <a:pt x="2807" y="1119"/>
                  </a:lnTo>
                  <a:lnTo>
                    <a:pt x="333" y="1119"/>
                  </a:lnTo>
                  <a:lnTo>
                    <a:pt x="333" y="758"/>
                  </a:lnTo>
                  <a:close/>
                  <a:moveTo>
                    <a:pt x="2807" y="1761"/>
                  </a:moveTo>
                  <a:lnTo>
                    <a:pt x="2807" y="2121"/>
                  </a:lnTo>
                  <a:lnTo>
                    <a:pt x="333" y="2121"/>
                  </a:lnTo>
                  <a:lnTo>
                    <a:pt x="333" y="1761"/>
                  </a:lnTo>
                  <a:close/>
                  <a:moveTo>
                    <a:pt x="3592" y="2441"/>
                  </a:moveTo>
                  <a:lnTo>
                    <a:pt x="3592" y="2843"/>
                  </a:lnTo>
                  <a:lnTo>
                    <a:pt x="3263" y="2843"/>
                  </a:lnTo>
                  <a:lnTo>
                    <a:pt x="3263" y="2441"/>
                  </a:lnTo>
                  <a:close/>
                  <a:moveTo>
                    <a:pt x="4279" y="2441"/>
                  </a:moveTo>
                  <a:lnTo>
                    <a:pt x="4279" y="2843"/>
                  </a:lnTo>
                  <a:lnTo>
                    <a:pt x="3949" y="2843"/>
                  </a:lnTo>
                  <a:lnTo>
                    <a:pt x="3949" y="2441"/>
                  </a:lnTo>
                  <a:close/>
                  <a:moveTo>
                    <a:pt x="4964" y="2441"/>
                  </a:moveTo>
                  <a:lnTo>
                    <a:pt x="4964" y="2843"/>
                  </a:lnTo>
                  <a:lnTo>
                    <a:pt x="4635" y="2843"/>
                  </a:lnTo>
                  <a:lnTo>
                    <a:pt x="4635" y="2441"/>
                  </a:lnTo>
                  <a:close/>
                  <a:moveTo>
                    <a:pt x="2807" y="2764"/>
                  </a:moveTo>
                  <a:lnTo>
                    <a:pt x="2807" y="3124"/>
                  </a:lnTo>
                  <a:lnTo>
                    <a:pt x="333" y="3124"/>
                  </a:lnTo>
                  <a:lnTo>
                    <a:pt x="333" y="2764"/>
                  </a:lnTo>
                  <a:close/>
                  <a:moveTo>
                    <a:pt x="3592" y="3253"/>
                  </a:moveTo>
                  <a:lnTo>
                    <a:pt x="3592" y="3654"/>
                  </a:lnTo>
                  <a:lnTo>
                    <a:pt x="3263" y="3654"/>
                  </a:lnTo>
                  <a:lnTo>
                    <a:pt x="3263" y="3253"/>
                  </a:lnTo>
                  <a:close/>
                  <a:moveTo>
                    <a:pt x="4279" y="3253"/>
                  </a:moveTo>
                  <a:lnTo>
                    <a:pt x="4279" y="3654"/>
                  </a:lnTo>
                  <a:lnTo>
                    <a:pt x="3949" y="3654"/>
                  </a:lnTo>
                  <a:lnTo>
                    <a:pt x="3949" y="3253"/>
                  </a:lnTo>
                  <a:close/>
                  <a:moveTo>
                    <a:pt x="4964" y="3253"/>
                  </a:moveTo>
                  <a:lnTo>
                    <a:pt x="4964" y="3654"/>
                  </a:lnTo>
                  <a:lnTo>
                    <a:pt x="4635" y="3654"/>
                  </a:lnTo>
                  <a:lnTo>
                    <a:pt x="4635" y="3253"/>
                  </a:lnTo>
                  <a:close/>
                  <a:moveTo>
                    <a:pt x="2807" y="3766"/>
                  </a:moveTo>
                  <a:lnTo>
                    <a:pt x="2807" y="4125"/>
                  </a:lnTo>
                  <a:lnTo>
                    <a:pt x="333" y="4125"/>
                  </a:lnTo>
                  <a:lnTo>
                    <a:pt x="333" y="3766"/>
                  </a:lnTo>
                  <a:close/>
                  <a:moveTo>
                    <a:pt x="3592" y="4066"/>
                  </a:moveTo>
                  <a:lnTo>
                    <a:pt x="3592" y="4467"/>
                  </a:lnTo>
                  <a:lnTo>
                    <a:pt x="3263" y="4467"/>
                  </a:lnTo>
                  <a:lnTo>
                    <a:pt x="3263" y="4066"/>
                  </a:lnTo>
                  <a:close/>
                  <a:moveTo>
                    <a:pt x="4279" y="4066"/>
                  </a:moveTo>
                  <a:lnTo>
                    <a:pt x="4279" y="4467"/>
                  </a:lnTo>
                  <a:lnTo>
                    <a:pt x="3949" y="4467"/>
                  </a:lnTo>
                  <a:lnTo>
                    <a:pt x="3949" y="4066"/>
                  </a:lnTo>
                  <a:close/>
                  <a:moveTo>
                    <a:pt x="4964" y="4066"/>
                  </a:moveTo>
                  <a:lnTo>
                    <a:pt x="4964" y="4467"/>
                  </a:lnTo>
                  <a:lnTo>
                    <a:pt x="4635" y="4467"/>
                  </a:lnTo>
                  <a:lnTo>
                    <a:pt x="4635" y="4066"/>
                  </a:lnTo>
                  <a:close/>
                  <a:moveTo>
                    <a:pt x="1" y="0"/>
                  </a:moveTo>
                  <a:lnTo>
                    <a:pt x="1" y="4930"/>
                  </a:lnTo>
                  <a:lnTo>
                    <a:pt x="5301" y="4930"/>
                  </a:lnTo>
                  <a:lnTo>
                    <a:pt x="5301" y="2031"/>
                  </a:lnTo>
                  <a:lnTo>
                    <a:pt x="3138" y="2031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8" name="Google Shape;2398;p32"/>
          <p:cNvGrpSpPr/>
          <p:nvPr/>
        </p:nvGrpSpPr>
        <p:grpSpPr>
          <a:xfrm>
            <a:off x="3291651" y="1496777"/>
            <a:ext cx="2577252" cy="3021602"/>
            <a:chOff x="3291651" y="1496777"/>
            <a:chExt cx="2577252" cy="3021602"/>
          </a:xfrm>
        </p:grpSpPr>
        <p:sp>
          <p:nvSpPr>
            <p:cNvPr id="2399" name="Google Shape;2399;p32"/>
            <p:cNvSpPr/>
            <p:nvPr/>
          </p:nvSpPr>
          <p:spPr>
            <a:xfrm>
              <a:off x="3375596" y="2073698"/>
              <a:ext cx="2444680" cy="2444680"/>
            </a:xfrm>
            <a:custGeom>
              <a:rect b="b" l="l" r="r" t="t"/>
              <a:pathLst>
                <a:path extrusionOk="0" h="38674" w="38674">
                  <a:moveTo>
                    <a:pt x="19338" y="0"/>
                  </a:moveTo>
                  <a:cubicBezTo>
                    <a:pt x="19337" y="0"/>
                    <a:pt x="19336" y="0"/>
                    <a:pt x="19335" y="0"/>
                  </a:cubicBezTo>
                  <a:cubicBezTo>
                    <a:pt x="18101" y="0"/>
                    <a:pt x="16892" y="117"/>
                    <a:pt x="15722" y="338"/>
                  </a:cubicBezTo>
                  <a:cubicBezTo>
                    <a:pt x="13261" y="803"/>
                    <a:pt x="10965" y="1734"/>
                    <a:pt x="8929" y="3038"/>
                  </a:cubicBezTo>
                  <a:cubicBezTo>
                    <a:pt x="5915" y="4967"/>
                    <a:pt x="3470" y="7709"/>
                    <a:pt x="1909" y="10955"/>
                  </a:cubicBezTo>
                  <a:cubicBezTo>
                    <a:pt x="685" y="13492"/>
                    <a:pt x="1" y="16336"/>
                    <a:pt x="2" y="19340"/>
                  </a:cubicBezTo>
                  <a:cubicBezTo>
                    <a:pt x="2" y="20336"/>
                    <a:pt x="78" y="21316"/>
                    <a:pt x="223" y="22272"/>
                  </a:cubicBezTo>
                  <a:cubicBezTo>
                    <a:pt x="1040" y="27642"/>
                    <a:pt x="4066" y="32285"/>
                    <a:pt x="8345" y="35247"/>
                  </a:cubicBezTo>
                  <a:cubicBezTo>
                    <a:pt x="8740" y="35519"/>
                    <a:pt x="9144" y="35778"/>
                    <a:pt x="9559" y="36021"/>
                  </a:cubicBezTo>
                  <a:cubicBezTo>
                    <a:pt x="12428" y="37708"/>
                    <a:pt x="15772" y="38674"/>
                    <a:pt x="19340" y="38674"/>
                  </a:cubicBezTo>
                  <a:cubicBezTo>
                    <a:pt x="28148" y="38672"/>
                    <a:pt x="35576" y="32783"/>
                    <a:pt x="37911" y="24730"/>
                  </a:cubicBezTo>
                  <a:cubicBezTo>
                    <a:pt x="38407" y="23017"/>
                    <a:pt x="38673" y="21206"/>
                    <a:pt x="38673" y="19333"/>
                  </a:cubicBezTo>
                  <a:cubicBezTo>
                    <a:pt x="38673" y="15475"/>
                    <a:pt x="37542" y="11880"/>
                    <a:pt x="35596" y="8865"/>
                  </a:cubicBezTo>
                  <a:cubicBezTo>
                    <a:pt x="32153" y="3530"/>
                    <a:pt x="26159" y="0"/>
                    <a:pt x="193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32"/>
            <p:cNvSpPr/>
            <p:nvPr/>
          </p:nvSpPr>
          <p:spPr>
            <a:xfrm>
              <a:off x="4530086" y="1556757"/>
              <a:ext cx="433069" cy="433132"/>
            </a:xfrm>
            <a:custGeom>
              <a:rect b="b" l="l" r="r" t="t"/>
              <a:pathLst>
                <a:path extrusionOk="0" h="6852" w="6851">
                  <a:moveTo>
                    <a:pt x="3425" y="1"/>
                  </a:moveTo>
                  <a:cubicBezTo>
                    <a:pt x="1533" y="1"/>
                    <a:pt x="1" y="1534"/>
                    <a:pt x="1" y="3425"/>
                  </a:cubicBezTo>
                  <a:cubicBezTo>
                    <a:pt x="1" y="5317"/>
                    <a:pt x="1533" y="6851"/>
                    <a:pt x="3425" y="6851"/>
                  </a:cubicBezTo>
                  <a:cubicBezTo>
                    <a:pt x="5317" y="6851"/>
                    <a:pt x="6851" y="5317"/>
                    <a:pt x="6851" y="3425"/>
                  </a:cubicBezTo>
                  <a:cubicBezTo>
                    <a:pt x="6851" y="1534"/>
                    <a:pt x="5317" y="1"/>
                    <a:pt x="34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32"/>
            <p:cNvSpPr/>
            <p:nvPr/>
          </p:nvSpPr>
          <p:spPr>
            <a:xfrm>
              <a:off x="3961880" y="1545695"/>
              <a:ext cx="935166" cy="704503"/>
            </a:xfrm>
            <a:custGeom>
              <a:rect b="b" l="l" r="r" t="t"/>
              <a:pathLst>
                <a:path extrusionOk="0" h="11145" w="14794">
                  <a:moveTo>
                    <a:pt x="7397" y="1"/>
                  </a:moveTo>
                  <a:cubicBezTo>
                    <a:pt x="7391" y="1"/>
                    <a:pt x="7386" y="3"/>
                    <a:pt x="7382" y="9"/>
                  </a:cubicBezTo>
                  <a:lnTo>
                    <a:pt x="1" y="11144"/>
                  </a:lnTo>
                  <a:lnTo>
                    <a:pt x="14793" y="11144"/>
                  </a:lnTo>
                  <a:lnTo>
                    <a:pt x="7413" y="9"/>
                  </a:lnTo>
                  <a:cubicBezTo>
                    <a:pt x="7409" y="3"/>
                    <a:pt x="7403" y="1"/>
                    <a:pt x="73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32"/>
            <p:cNvSpPr/>
            <p:nvPr/>
          </p:nvSpPr>
          <p:spPr>
            <a:xfrm>
              <a:off x="4350376" y="1657073"/>
              <a:ext cx="546662" cy="593123"/>
            </a:xfrm>
            <a:custGeom>
              <a:rect b="b" l="l" r="r" t="t"/>
              <a:pathLst>
                <a:path extrusionOk="0" h="9383" w="8648">
                  <a:moveTo>
                    <a:pt x="1252" y="0"/>
                  </a:moveTo>
                  <a:cubicBezTo>
                    <a:pt x="813" y="0"/>
                    <a:pt x="373" y="130"/>
                    <a:pt x="0" y="390"/>
                  </a:cubicBezTo>
                  <a:cubicBezTo>
                    <a:pt x="220" y="542"/>
                    <a:pt x="418" y="741"/>
                    <a:pt x="577" y="982"/>
                  </a:cubicBezTo>
                  <a:lnTo>
                    <a:pt x="6144" y="9382"/>
                  </a:lnTo>
                  <a:lnTo>
                    <a:pt x="8647" y="9382"/>
                  </a:lnTo>
                  <a:lnTo>
                    <a:pt x="3080" y="982"/>
                  </a:lnTo>
                  <a:cubicBezTo>
                    <a:pt x="2646" y="327"/>
                    <a:pt x="1949" y="0"/>
                    <a:pt x="1252" y="0"/>
                  </a:cubicBez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32"/>
            <p:cNvSpPr/>
            <p:nvPr/>
          </p:nvSpPr>
          <p:spPr>
            <a:xfrm>
              <a:off x="4354548" y="1657073"/>
              <a:ext cx="352663" cy="559873"/>
            </a:xfrm>
            <a:custGeom>
              <a:rect b="b" l="l" r="r" t="t"/>
              <a:pathLst>
                <a:path extrusionOk="0" h="8857" w="5579">
                  <a:moveTo>
                    <a:pt x="1185" y="1"/>
                  </a:moveTo>
                  <a:cubicBezTo>
                    <a:pt x="772" y="1"/>
                    <a:pt x="359" y="115"/>
                    <a:pt x="1" y="345"/>
                  </a:cubicBezTo>
                  <a:lnTo>
                    <a:pt x="1639" y="3091"/>
                  </a:lnTo>
                  <a:cubicBezTo>
                    <a:pt x="1869" y="3478"/>
                    <a:pt x="1759" y="3976"/>
                    <a:pt x="1390" y="4231"/>
                  </a:cubicBezTo>
                  <a:cubicBezTo>
                    <a:pt x="1038" y="4473"/>
                    <a:pt x="921" y="4937"/>
                    <a:pt x="1115" y="5316"/>
                  </a:cubicBezTo>
                  <a:lnTo>
                    <a:pt x="2925" y="8856"/>
                  </a:lnTo>
                  <a:lnTo>
                    <a:pt x="5578" y="4851"/>
                  </a:lnTo>
                  <a:lnTo>
                    <a:pt x="3013" y="982"/>
                  </a:lnTo>
                  <a:cubicBezTo>
                    <a:pt x="2579" y="327"/>
                    <a:pt x="1882" y="1"/>
                    <a:pt x="11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32"/>
            <p:cNvSpPr/>
            <p:nvPr/>
          </p:nvSpPr>
          <p:spPr>
            <a:xfrm>
              <a:off x="4514220" y="1796517"/>
              <a:ext cx="715123" cy="453676"/>
            </a:xfrm>
            <a:custGeom>
              <a:rect b="b" l="l" r="r" t="t"/>
              <a:pathLst>
                <a:path extrusionOk="0" h="7177" w="11313">
                  <a:moveTo>
                    <a:pt x="5658" y="1"/>
                  </a:moveTo>
                  <a:cubicBezTo>
                    <a:pt x="5620" y="1"/>
                    <a:pt x="5584" y="3"/>
                    <a:pt x="5548" y="5"/>
                  </a:cubicBezTo>
                  <a:cubicBezTo>
                    <a:pt x="5532" y="6"/>
                    <a:pt x="5517" y="8"/>
                    <a:pt x="5503" y="9"/>
                  </a:cubicBezTo>
                  <a:cubicBezTo>
                    <a:pt x="5482" y="11"/>
                    <a:pt x="5461" y="14"/>
                    <a:pt x="5438" y="16"/>
                  </a:cubicBezTo>
                  <a:cubicBezTo>
                    <a:pt x="5426" y="19"/>
                    <a:pt x="5414" y="20"/>
                    <a:pt x="5400" y="23"/>
                  </a:cubicBezTo>
                  <a:cubicBezTo>
                    <a:pt x="5375" y="26"/>
                    <a:pt x="5347" y="30"/>
                    <a:pt x="5320" y="37"/>
                  </a:cubicBezTo>
                  <a:cubicBezTo>
                    <a:pt x="5311" y="39"/>
                    <a:pt x="5302" y="41"/>
                    <a:pt x="5293" y="42"/>
                  </a:cubicBezTo>
                  <a:cubicBezTo>
                    <a:pt x="5259" y="51"/>
                    <a:pt x="5224" y="60"/>
                    <a:pt x="5190" y="69"/>
                  </a:cubicBezTo>
                  <a:lnTo>
                    <a:pt x="5189" y="69"/>
                  </a:lnTo>
                  <a:cubicBezTo>
                    <a:pt x="5152" y="81"/>
                    <a:pt x="5113" y="93"/>
                    <a:pt x="5076" y="106"/>
                  </a:cubicBezTo>
                  <a:cubicBezTo>
                    <a:pt x="5037" y="120"/>
                    <a:pt x="5000" y="136"/>
                    <a:pt x="4963" y="151"/>
                  </a:cubicBezTo>
                  <a:cubicBezTo>
                    <a:pt x="4930" y="166"/>
                    <a:pt x="4896" y="184"/>
                    <a:pt x="4862" y="200"/>
                  </a:cubicBezTo>
                  <a:cubicBezTo>
                    <a:pt x="4856" y="203"/>
                    <a:pt x="4851" y="207"/>
                    <a:pt x="4845" y="210"/>
                  </a:cubicBezTo>
                  <a:cubicBezTo>
                    <a:pt x="4814" y="228"/>
                    <a:pt x="4781" y="245"/>
                    <a:pt x="4753" y="265"/>
                  </a:cubicBezTo>
                  <a:cubicBezTo>
                    <a:pt x="4753" y="266"/>
                    <a:pt x="4751" y="266"/>
                    <a:pt x="4751" y="266"/>
                  </a:cubicBezTo>
                  <a:cubicBezTo>
                    <a:pt x="4563" y="387"/>
                    <a:pt x="4392" y="548"/>
                    <a:pt x="4258" y="753"/>
                  </a:cubicBezTo>
                  <a:lnTo>
                    <a:pt x="1" y="7176"/>
                  </a:lnTo>
                  <a:lnTo>
                    <a:pt x="11312" y="7176"/>
                  </a:lnTo>
                  <a:lnTo>
                    <a:pt x="7054" y="752"/>
                  </a:lnTo>
                  <a:cubicBezTo>
                    <a:pt x="6950" y="594"/>
                    <a:pt x="6828" y="462"/>
                    <a:pt x="6691" y="355"/>
                  </a:cubicBezTo>
                  <a:cubicBezTo>
                    <a:pt x="6636" y="313"/>
                    <a:pt x="6580" y="273"/>
                    <a:pt x="6521" y="239"/>
                  </a:cubicBezTo>
                  <a:cubicBezTo>
                    <a:pt x="6493" y="221"/>
                    <a:pt x="6462" y="204"/>
                    <a:pt x="6432" y="189"/>
                  </a:cubicBezTo>
                  <a:cubicBezTo>
                    <a:pt x="6341" y="142"/>
                    <a:pt x="6248" y="103"/>
                    <a:pt x="6151" y="73"/>
                  </a:cubicBezTo>
                  <a:cubicBezTo>
                    <a:pt x="5991" y="26"/>
                    <a:pt x="5825" y="1"/>
                    <a:pt x="56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32"/>
            <p:cNvSpPr/>
            <p:nvPr/>
          </p:nvSpPr>
          <p:spPr>
            <a:xfrm>
              <a:off x="4811250" y="1796644"/>
              <a:ext cx="418087" cy="453550"/>
            </a:xfrm>
            <a:custGeom>
              <a:rect b="b" l="l" r="r" t="t"/>
              <a:pathLst>
                <a:path extrusionOk="0" h="7175" w="6614">
                  <a:moveTo>
                    <a:pt x="958" y="0"/>
                  </a:moveTo>
                  <a:cubicBezTo>
                    <a:pt x="622" y="0"/>
                    <a:pt x="286" y="100"/>
                    <a:pt x="0" y="299"/>
                  </a:cubicBezTo>
                  <a:cubicBezTo>
                    <a:pt x="168" y="415"/>
                    <a:pt x="320" y="566"/>
                    <a:pt x="442" y="751"/>
                  </a:cubicBezTo>
                  <a:lnTo>
                    <a:pt x="4700" y="7174"/>
                  </a:lnTo>
                  <a:lnTo>
                    <a:pt x="6613" y="7174"/>
                  </a:lnTo>
                  <a:lnTo>
                    <a:pt x="2356" y="751"/>
                  </a:lnTo>
                  <a:cubicBezTo>
                    <a:pt x="2024" y="251"/>
                    <a:pt x="1491" y="0"/>
                    <a:pt x="958" y="0"/>
                  </a:cubicBez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32"/>
            <p:cNvSpPr/>
            <p:nvPr/>
          </p:nvSpPr>
          <p:spPr>
            <a:xfrm>
              <a:off x="4814473" y="1796517"/>
              <a:ext cx="414864" cy="453676"/>
            </a:xfrm>
            <a:custGeom>
              <a:rect b="b" l="l" r="r" t="t"/>
              <a:pathLst>
                <a:path extrusionOk="0" h="7177" w="6563">
                  <a:moveTo>
                    <a:pt x="908" y="1"/>
                  </a:moveTo>
                  <a:cubicBezTo>
                    <a:pt x="870" y="1"/>
                    <a:pt x="834" y="3"/>
                    <a:pt x="798" y="5"/>
                  </a:cubicBezTo>
                  <a:cubicBezTo>
                    <a:pt x="782" y="6"/>
                    <a:pt x="767" y="8"/>
                    <a:pt x="753" y="9"/>
                  </a:cubicBezTo>
                  <a:cubicBezTo>
                    <a:pt x="732" y="11"/>
                    <a:pt x="711" y="14"/>
                    <a:pt x="688" y="16"/>
                  </a:cubicBezTo>
                  <a:cubicBezTo>
                    <a:pt x="676" y="19"/>
                    <a:pt x="664" y="20"/>
                    <a:pt x="650" y="23"/>
                  </a:cubicBezTo>
                  <a:cubicBezTo>
                    <a:pt x="625" y="26"/>
                    <a:pt x="597" y="30"/>
                    <a:pt x="570" y="37"/>
                  </a:cubicBezTo>
                  <a:cubicBezTo>
                    <a:pt x="561" y="39"/>
                    <a:pt x="552" y="41"/>
                    <a:pt x="543" y="42"/>
                  </a:cubicBezTo>
                  <a:cubicBezTo>
                    <a:pt x="509" y="51"/>
                    <a:pt x="474" y="60"/>
                    <a:pt x="440" y="69"/>
                  </a:cubicBezTo>
                  <a:lnTo>
                    <a:pt x="439" y="69"/>
                  </a:lnTo>
                  <a:cubicBezTo>
                    <a:pt x="402" y="81"/>
                    <a:pt x="363" y="93"/>
                    <a:pt x="326" y="106"/>
                  </a:cubicBezTo>
                  <a:cubicBezTo>
                    <a:pt x="287" y="120"/>
                    <a:pt x="250" y="136"/>
                    <a:pt x="213" y="151"/>
                  </a:cubicBezTo>
                  <a:cubicBezTo>
                    <a:pt x="180" y="166"/>
                    <a:pt x="146" y="184"/>
                    <a:pt x="112" y="200"/>
                  </a:cubicBezTo>
                  <a:cubicBezTo>
                    <a:pt x="106" y="203"/>
                    <a:pt x="101" y="207"/>
                    <a:pt x="95" y="210"/>
                  </a:cubicBezTo>
                  <a:cubicBezTo>
                    <a:pt x="64" y="228"/>
                    <a:pt x="31" y="245"/>
                    <a:pt x="3" y="265"/>
                  </a:cubicBezTo>
                  <a:cubicBezTo>
                    <a:pt x="3" y="266"/>
                    <a:pt x="1" y="266"/>
                    <a:pt x="1" y="266"/>
                  </a:cubicBezTo>
                  <a:lnTo>
                    <a:pt x="1253" y="2366"/>
                  </a:lnTo>
                  <a:cubicBezTo>
                    <a:pt x="1430" y="2661"/>
                    <a:pt x="1345" y="3044"/>
                    <a:pt x="1063" y="3237"/>
                  </a:cubicBezTo>
                  <a:cubicBezTo>
                    <a:pt x="793" y="3422"/>
                    <a:pt x="704" y="3776"/>
                    <a:pt x="853" y="4067"/>
                  </a:cubicBezTo>
                  <a:lnTo>
                    <a:pt x="2468" y="7176"/>
                  </a:lnTo>
                  <a:lnTo>
                    <a:pt x="6562" y="7176"/>
                  </a:lnTo>
                  <a:lnTo>
                    <a:pt x="2304" y="752"/>
                  </a:lnTo>
                  <a:cubicBezTo>
                    <a:pt x="2200" y="594"/>
                    <a:pt x="2078" y="462"/>
                    <a:pt x="1941" y="355"/>
                  </a:cubicBezTo>
                  <a:cubicBezTo>
                    <a:pt x="1886" y="313"/>
                    <a:pt x="1830" y="275"/>
                    <a:pt x="1771" y="239"/>
                  </a:cubicBezTo>
                  <a:cubicBezTo>
                    <a:pt x="1743" y="221"/>
                    <a:pt x="1712" y="204"/>
                    <a:pt x="1682" y="189"/>
                  </a:cubicBezTo>
                  <a:cubicBezTo>
                    <a:pt x="1591" y="142"/>
                    <a:pt x="1498" y="103"/>
                    <a:pt x="1401" y="73"/>
                  </a:cubicBezTo>
                  <a:cubicBezTo>
                    <a:pt x="1241" y="26"/>
                    <a:pt x="1075" y="1"/>
                    <a:pt x="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32"/>
            <p:cNvSpPr/>
            <p:nvPr/>
          </p:nvSpPr>
          <p:spPr>
            <a:xfrm>
              <a:off x="3691652" y="1792282"/>
              <a:ext cx="377505" cy="161065"/>
            </a:xfrm>
            <a:custGeom>
              <a:rect b="b" l="l" r="r" t="t"/>
              <a:pathLst>
                <a:path extrusionOk="0" h="2548" w="5972">
                  <a:moveTo>
                    <a:pt x="2874" y="0"/>
                  </a:moveTo>
                  <a:cubicBezTo>
                    <a:pt x="2441" y="0"/>
                    <a:pt x="2061" y="328"/>
                    <a:pt x="1850" y="819"/>
                  </a:cubicBezTo>
                  <a:cubicBezTo>
                    <a:pt x="1749" y="744"/>
                    <a:pt x="1636" y="699"/>
                    <a:pt x="1514" y="690"/>
                  </a:cubicBezTo>
                  <a:cubicBezTo>
                    <a:pt x="1499" y="689"/>
                    <a:pt x="1484" y="688"/>
                    <a:pt x="1469" y="688"/>
                  </a:cubicBezTo>
                  <a:cubicBezTo>
                    <a:pt x="1063" y="688"/>
                    <a:pt x="711" y="1108"/>
                    <a:pt x="669" y="1671"/>
                  </a:cubicBezTo>
                  <a:cubicBezTo>
                    <a:pt x="666" y="1708"/>
                    <a:pt x="665" y="1745"/>
                    <a:pt x="665" y="1781"/>
                  </a:cubicBezTo>
                  <a:cubicBezTo>
                    <a:pt x="645" y="1776"/>
                    <a:pt x="624" y="1771"/>
                    <a:pt x="604" y="1770"/>
                  </a:cubicBezTo>
                  <a:cubicBezTo>
                    <a:pt x="579" y="1767"/>
                    <a:pt x="553" y="1766"/>
                    <a:pt x="528" y="1766"/>
                  </a:cubicBezTo>
                  <a:cubicBezTo>
                    <a:pt x="520" y="1766"/>
                    <a:pt x="512" y="1766"/>
                    <a:pt x="504" y="1766"/>
                  </a:cubicBezTo>
                  <a:cubicBezTo>
                    <a:pt x="1" y="1785"/>
                    <a:pt x="30" y="2548"/>
                    <a:pt x="532" y="2548"/>
                  </a:cubicBezTo>
                  <a:lnTo>
                    <a:pt x="5489" y="2548"/>
                  </a:lnTo>
                  <a:lnTo>
                    <a:pt x="5489" y="2547"/>
                  </a:lnTo>
                  <a:cubicBezTo>
                    <a:pt x="5779" y="2547"/>
                    <a:pt x="5971" y="2242"/>
                    <a:pt x="5841" y="1984"/>
                  </a:cubicBezTo>
                  <a:cubicBezTo>
                    <a:pt x="5631" y="1567"/>
                    <a:pt x="5280" y="1290"/>
                    <a:pt x="4897" y="1250"/>
                  </a:cubicBezTo>
                  <a:cubicBezTo>
                    <a:pt x="4897" y="1244"/>
                    <a:pt x="4897" y="1238"/>
                    <a:pt x="4896" y="1233"/>
                  </a:cubicBezTo>
                  <a:cubicBezTo>
                    <a:pt x="4864" y="764"/>
                    <a:pt x="4573" y="412"/>
                    <a:pt x="4236" y="412"/>
                  </a:cubicBezTo>
                  <a:cubicBezTo>
                    <a:pt x="4225" y="412"/>
                    <a:pt x="4213" y="413"/>
                    <a:pt x="4201" y="414"/>
                  </a:cubicBezTo>
                  <a:cubicBezTo>
                    <a:pt x="4051" y="425"/>
                    <a:pt x="3915" y="506"/>
                    <a:pt x="3807" y="634"/>
                  </a:cubicBezTo>
                  <a:cubicBezTo>
                    <a:pt x="3586" y="247"/>
                    <a:pt x="3250" y="0"/>
                    <a:pt x="2874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32"/>
            <p:cNvSpPr/>
            <p:nvPr/>
          </p:nvSpPr>
          <p:spPr>
            <a:xfrm>
              <a:off x="4130027" y="1496777"/>
              <a:ext cx="468657" cy="199941"/>
            </a:xfrm>
            <a:custGeom>
              <a:rect b="b" l="l" r="r" t="t"/>
              <a:pathLst>
                <a:path extrusionOk="0" h="3163" w="7414">
                  <a:moveTo>
                    <a:pt x="3568" y="1"/>
                  </a:moveTo>
                  <a:cubicBezTo>
                    <a:pt x="3030" y="2"/>
                    <a:pt x="2557" y="406"/>
                    <a:pt x="2295" y="1018"/>
                  </a:cubicBezTo>
                  <a:cubicBezTo>
                    <a:pt x="2170" y="926"/>
                    <a:pt x="2029" y="868"/>
                    <a:pt x="1878" y="856"/>
                  </a:cubicBezTo>
                  <a:cubicBezTo>
                    <a:pt x="1860" y="855"/>
                    <a:pt x="1842" y="854"/>
                    <a:pt x="1824" y="854"/>
                  </a:cubicBezTo>
                  <a:cubicBezTo>
                    <a:pt x="1319" y="854"/>
                    <a:pt x="880" y="1375"/>
                    <a:pt x="827" y="2074"/>
                  </a:cubicBezTo>
                  <a:cubicBezTo>
                    <a:pt x="825" y="2120"/>
                    <a:pt x="822" y="2165"/>
                    <a:pt x="824" y="2211"/>
                  </a:cubicBezTo>
                  <a:cubicBezTo>
                    <a:pt x="799" y="2206"/>
                    <a:pt x="773" y="2201"/>
                    <a:pt x="748" y="2197"/>
                  </a:cubicBezTo>
                  <a:cubicBezTo>
                    <a:pt x="715" y="2193"/>
                    <a:pt x="683" y="2191"/>
                    <a:pt x="651" y="2191"/>
                  </a:cubicBezTo>
                  <a:cubicBezTo>
                    <a:pt x="642" y="2191"/>
                    <a:pt x="634" y="2191"/>
                    <a:pt x="625" y="2191"/>
                  </a:cubicBezTo>
                  <a:cubicBezTo>
                    <a:pt x="1" y="2214"/>
                    <a:pt x="34" y="3162"/>
                    <a:pt x="660" y="3162"/>
                  </a:cubicBezTo>
                  <a:lnTo>
                    <a:pt x="6813" y="3162"/>
                  </a:lnTo>
                  <a:cubicBezTo>
                    <a:pt x="7171" y="3162"/>
                    <a:pt x="7414" y="2784"/>
                    <a:pt x="7251" y="2465"/>
                  </a:cubicBezTo>
                  <a:cubicBezTo>
                    <a:pt x="6989" y="1946"/>
                    <a:pt x="6554" y="1602"/>
                    <a:pt x="6078" y="1552"/>
                  </a:cubicBezTo>
                  <a:cubicBezTo>
                    <a:pt x="6078" y="1546"/>
                    <a:pt x="6078" y="1539"/>
                    <a:pt x="6076" y="1531"/>
                  </a:cubicBezTo>
                  <a:cubicBezTo>
                    <a:pt x="6037" y="950"/>
                    <a:pt x="5675" y="512"/>
                    <a:pt x="5258" y="512"/>
                  </a:cubicBezTo>
                  <a:cubicBezTo>
                    <a:pt x="5244" y="512"/>
                    <a:pt x="5229" y="512"/>
                    <a:pt x="5215" y="513"/>
                  </a:cubicBezTo>
                  <a:cubicBezTo>
                    <a:pt x="5027" y="528"/>
                    <a:pt x="4858" y="629"/>
                    <a:pt x="4726" y="787"/>
                  </a:cubicBezTo>
                  <a:cubicBezTo>
                    <a:pt x="4452" y="307"/>
                    <a:pt x="4033" y="1"/>
                    <a:pt x="3568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32"/>
            <p:cNvSpPr/>
            <p:nvPr/>
          </p:nvSpPr>
          <p:spPr>
            <a:xfrm>
              <a:off x="4896585" y="1725152"/>
              <a:ext cx="568217" cy="242483"/>
            </a:xfrm>
            <a:custGeom>
              <a:rect b="b" l="l" r="r" t="t"/>
              <a:pathLst>
                <a:path extrusionOk="0" h="3836" w="8989">
                  <a:moveTo>
                    <a:pt x="4327" y="0"/>
                  </a:moveTo>
                  <a:cubicBezTo>
                    <a:pt x="3677" y="2"/>
                    <a:pt x="3101" y="493"/>
                    <a:pt x="2784" y="1233"/>
                  </a:cubicBezTo>
                  <a:cubicBezTo>
                    <a:pt x="2634" y="1123"/>
                    <a:pt x="2462" y="1053"/>
                    <a:pt x="2280" y="1039"/>
                  </a:cubicBezTo>
                  <a:cubicBezTo>
                    <a:pt x="2258" y="1037"/>
                    <a:pt x="2236" y="1036"/>
                    <a:pt x="2214" y="1036"/>
                  </a:cubicBezTo>
                  <a:cubicBezTo>
                    <a:pt x="1603" y="1036"/>
                    <a:pt x="1070" y="1667"/>
                    <a:pt x="1007" y="2515"/>
                  </a:cubicBezTo>
                  <a:cubicBezTo>
                    <a:pt x="1003" y="2570"/>
                    <a:pt x="1002" y="2627"/>
                    <a:pt x="1002" y="2680"/>
                  </a:cubicBezTo>
                  <a:cubicBezTo>
                    <a:pt x="971" y="2674"/>
                    <a:pt x="940" y="2668"/>
                    <a:pt x="909" y="2663"/>
                  </a:cubicBezTo>
                  <a:cubicBezTo>
                    <a:pt x="871" y="2659"/>
                    <a:pt x="833" y="2657"/>
                    <a:pt x="796" y="2657"/>
                  </a:cubicBezTo>
                  <a:cubicBezTo>
                    <a:pt x="783" y="2657"/>
                    <a:pt x="771" y="2657"/>
                    <a:pt x="758" y="2657"/>
                  </a:cubicBezTo>
                  <a:cubicBezTo>
                    <a:pt x="1" y="2683"/>
                    <a:pt x="44" y="3834"/>
                    <a:pt x="800" y="3834"/>
                  </a:cubicBezTo>
                  <a:lnTo>
                    <a:pt x="8262" y="3834"/>
                  </a:lnTo>
                  <a:lnTo>
                    <a:pt x="8262" y="3835"/>
                  </a:lnTo>
                  <a:cubicBezTo>
                    <a:pt x="8697" y="3835"/>
                    <a:pt x="8989" y="3378"/>
                    <a:pt x="8792" y="2989"/>
                  </a:cubicBezTo>
                  <a:cubicBezTo>
                    <a:pt x="8473" y="2361"/>
                    <a:pt x="7948" y="1944"/>
                    <a:pt x="7371" y="1882"/>
                  </a:cubicBezTo>
                  <a:cubicBezTo>
                    <a:pt x="7371" y="1874"/>
                    <a:pt x="7371" y="1865"/>
                    <a:pt x="7370" y="1856"/>
                  </a:cubicBezTo>
                  <a:cubicBezTo>
                    <a:pt x="7321" y="1150"/>
                    <a:pt x="6882" y="620"/>
                    <a:pt x="6376" y="620"/>
                  </a:cubicBezTo>
                  <a:cubicBezTo>
                    <a:pt x="6359" y="620"/>
                    <a:pt x="6342" y="621"/>
                    <a:pt x="6324" y="622"/>
                  </a:cubicBezTo>
                  <a:cubicBezTo>
                    <a:pt x="6097" y="639"/>
                    <a:pt x="5892" y="761"/>
                    <a:pt x="5733" y="954"/>
                  </a:cubicBezTo>
                  <a:cubicBezTo>
                    <a:pt x="5398" y="372"/>
                    <a:pt x="4892" y="2"/>
                    <a:pt x="4327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32"/>
            <p:cNvSpPr/>
            <p:nvPr/>
          </p:nvSpPr>
          <p:spPr>
            <a:xfrm>
              <a:off x="4165104" y="2250058"/>
              <a:ext cx="630608" cy="1273922"/>
            </a:xfrm>
            <a:custGeom>
              <a:rect b="b" l="l" r="r" t="t"/>
              <a:pathLst>
                <a:path extrusionOk="0" h="20153" w="9976">
                  <a:moveTo>
                    <a:pt x="2506" y="0"/>
                  </a:moveTo>
                  <a:cubicBezTo>
                    <a:pt x="1215" y="1185"/>
                    <a:pt x="1" y="2994"/>
                    <a:pt x="74" y="4891"/>
                  </a:cubicBezTo>
                  <a:cubicBezTo>
                    <a:pt x="167" y="7331"/>
                    <a:pt x="1653" y="9483"/>
                    <a:pt x="4490" y="11289"/>
                  </a:cubicBezTo>
                  <a:cubicBezTo>
                    <a:pt x="6106" y="12317"/>
                    <a:pt x="6940" y="13446"/>
                    <a:pt x="6968" y="14644"/>
                  </a:cubicBezTo>
                  <a:cubicBezTo>
                    <a:pt x="7019" y="16770"/>
                    <a:pt x="4723" y="19071"/>
                    <a:pt x="3380" y="20152"/>
                  </a:cubicBezTo>
                  <a:lnTo>
                    <a:pt x="7607" y="20152"/>
                  </a:lnTo>
                  <a:cubicBezTo>
                    <a:pt x="9192" y="18266"/>
                    <a:pt x="9976" y="16395"/>
                    <a:pt x="9935" y="14583"/>
                  </a:cubicBezTo>
                  <a:cubicBezTo>
                    <a:pt x="9884" y="12330"/>
                    <a:pt x="8589" y="10381"/>
                    <a:pt x="6083" y="8785"/>
                  </a:cubicBezTo>
                  <a:cubicBezTo>
                    <a:pt x="4121" y="7534"/>
                    <a:pt x="3096" y="6189"/>
                    <a:pt x="3039" y="4786"/>
                  </a:cubicBezTo>
                  <a:cubicBezTo>
                    <a:pt x="2985" y="3470"/>
                    <a:pt x="3769" y="2198"/>
                    <a:pt x="4436" y="1363"/>
                  </a:cubicBezTo>
                  <a:cubicBezTo>
                    <a:pt x="4921" y="759"/>
                    <a:pt x="5422" y="284"/>
                    <a:pt x="5743" y="1"/>
                  </a:cubicBezTo>
                  <a:lnTo>
                    <a:pt x="57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32"/>
            <p:cNvSpPr/>
            <p:nvPr/>
          </p:nvSpPr>
          <p:spPr>
            <a:xfrm>
              <a:off x="4165041" y="2250121"/>
              <a:ext cx="472197" cy="1273922"/>
            </a:xfrm>
            <a:custGeom>
              <a:rect b="b" l="l" r="r" t="t"/>
              <a:pathLst>
                <a:path extrusionOk="0" h="20153" w="7470">
                  <a:moveTo>
                    <a:pt x="2505" y="0"/>
                  </a:moveTo>
                  <a:cubicBezTo>
                    <a:pt x="1213" y="1186"/>
                    <a:pt x="1" y="2994"/>
                    <a:pt x="72" y="4891"/>
                  </a:cubicBezTo>
                  <a:cubicBezTo>
                    <a:pt x="165" y="7330"/>
                    <a:pt x="1652" y="9482"/>
                    <a:pt x="4488" y="11290"/>
                  </a:cubicBezTo>
                  <a:cubicBezTo>
                    <a:pt x="6104" y="12319"/>
                    <a:pt x="6938" y="13446"/>
                    <a:pt x="6967" y="14644"/>
                  </a:cubicBezTo>
                  <a:cubicBezTo>
                    <a:pt x="7018" y="16770"/>
                    <a:pt x="4722" y="19072"/>
                    <a:pt x="3378" y="20152"/>
                  </a:cubicBezTo>
                  <a:lnTo>
                    <a:pt x="3830" y="20152"/>
                  </a:lnTo>
                  <a:cubicBezTo>
                    <a:pt x="5174" y="19072"/>
                    <a:pt x="7470" y="16770"/>
                    <a:pt x="7418" y="14644"/>
                  </a:cubicBezTo>
                  <a:cubicBezTo>
                    <a:pt x="7389" y="13446"/>
                    <a:pt x="6555" y="12319"/>
                    <a:pt x="4941" y="11290"/>
                  </a:cubicBezTo>
                  <a:cubicBezTo>
                    <a:pt x="2103" y="9484"/>
                    <a:pt x="618" y="7331"/>
                    <a:pt x="524" y="4891"/>
                  </a:cubicBezTo>
                  <a:cubicBezTo>
                    <a:pt x="451" y="2994"/>
                    <a:pt x="1664" y="1186"/>
                    <a:pt x="29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32"/>
            <p:cNvSpPr/>
            <p:nvPr/>
          </p:nvSpPr>
          <p:spPr>
            <a:xfrm>
              <a:off x="4333246" y="2250121"/>
              <a:ext cx="462463" cy="1273732"/>
            </a:xfrm>
            <a:custGeom>
              <a:rect b="b" l="l" r="r" t="t"/>
              <a:pathLst>
                <a:path extrusionOk="0" h="20150" w="7316">
                  <a:moveTo>
                    <a:pt x="2758" y="0"/>
                  </a:moveTo>
                  <a:cubicBezTo>
                    <a:pt x="2438" y="283"/>
                    <a:pt x="1938" y="758"/>
                    <a:pt x="1453" y="1362"/>
                  </a:cubicBezTo>
                  <a:cubicBezTo>
                    <a:pt x="785" y="2197"/>
                    <a:pt x="1" y="3469"/>
                    <a:pt x="55" y="4785"/>
                  </a:cubicBezTo>
                  <a:cubicBezTo>
                    <a:pt x="113" y="6188"/>
                    <a:pt x="1137" y="7533"/>
                    <a:pt x="3099" y="8784"/>
                  </a:cubicBezTo>
                  <a:cubicBezTo>
                    <a:pt x="5606" y="10380"/>
                    <a:pt x="6900" y="12329"/>
                    <a:pt x="6952" y="14582"/>
                  </a:cubicBezTo>
                  <a:cubicBezTo>
                    <a:pt x="6992" y="16394"/>
                    <a:pt x="6209" y="18265"/>
                    <a:pt x="4624" y="20150"/>
                  </a:cubicBezTo>
                  <a:lnTo>
                    <a:pt x="4946" y="20150"/>
                  </a:lnTo>
                  <a:cubicBezTo>
                    <a:pt x="6532" y="18265"/>
                    <a:pt x="7316" y="16394"/>
                    <a:pt x="7274" y="14582"/>
                  </a:cubicBezTo>
                  <a:cubicBezTo>
                    <a:pt x="7224" y="12330"/>
                    <a:pt x="5928" y="10380"/>
                    <a:pt x="3422" y="8784"/>
                  </a:cubicBezTo>
                  <a:cubicBezTo>
                    <a:pt x="1459" y="7534"/>
                    <a:pt x="436" y="6190"/>
                    <a:pt x="378" y="4785"/>
                  </a:cubicBezTo>
                  <a:cubicBezTo>
                    <a:pt x="325" y="3467"/>
                    <a:pt x="1108" y="2197"/>
                    <a:pt x="1775" y="1362"/>
                  </a:cubicBezTo>
                  <a:cubicBezTo>
                    <a:pt x="2260" y="758"/>
                    <a:pt x="2758" y="283"/>
                    <a:pt x="3081" y="0"/>
                  </a:cubicBezTo>
                  <a:close/>
                </a:path>
              </a:pathLst>
            </a:custGeom>
            <a:solidFill>
              <a:srgbClr val="FFFFFF">
                <a:alpha val="28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32"/>
            <p:cNvSpPr/>
            <p:nvPr/>
          </p:nvSpPr>
          <p:spPr>
            <a:xfrm>
              <a:off x="4404738" y="3133182"/>
              <a:ext cx="115489" cy="20481"/>
            </a:xfrm>
            <a:custGeom>
              <a:rect b="b" l="l" r="r" t="t"/>
              <a:pathLst>
                <a:path extrusionOk="0" h="324" w="1827">
                  <a:moveTo>
                    <a:pt x="914" y="1"/>
                  </a:moveTo>
                  <a:cubicBezTo>
                    <a:pt x="410" y="1"/>
                    <a:pt x="1" y="73"/>
                    <a:pt x="1" y="162"/>
                  </a:cubicBezTo>
                  <a:cubicBezTo>
                    <a:pt x="1" y="252"/>
                    <a:pt x="409" y="323"/>
                    <a:pt x="914" y="323"/>
                  </a:cubicBezTo>
                  <a:cubicBezTo>
                    <a:pt x="1420" y="323"/>
                    <a:pt x="1827" y="250"/>
                    <a:pt x="1827" y="162"/>
                  </a:cubicBezTo>
                  <a:cubicBezTo>
                    <a:pt x="1827" y="73"/>
                    <a:pt x="1420" y="1"/>
                    <a:pt x="914" y="1"/>
                  </a:cubicBezTo>
                  <a:close/>
                </a:path>
              </a:pathLst>
            </a:custGeom>
            <a:solidFill>
              <a:srgbClr val="83AA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32"/>
            <p:cNvSpPr/>
            <p:nvPr/>
          </p:nvSpPr>
          <p:spPr>
            <a:xfrm>
              <a:off x="4451830" y="2700880"/>
              <a:ext cx="115489" cy="20481"/>
            </a:xfrm>
            <a:custGeom>
              <a:rect b="b" l="l" r="r" t="t"/>
              <a:pathLst>
                <a:path extrusionOk="0" h="324" w="1827">
                  <a:moveTo>
                    <a:pt x="913" y="1"/>
                  </a:moveTo>
                  <a:cubicBezTo>
                    <a:pt x="410" y="1"/>
                    <a:pt x="0" y="73"/>
                    <a:pt x="0" y="162"/>
                  </a:cubicBezTo>
                  <a:cubicBezTo>
                    <a:pt x="0" y="252"/>
                    <a:pt x="409" y="323"/>
                    <a:pt x="913" y="323"/>
                  </a:cubicBezTo>
                  <a:cubicBezTo>
                    <a:pt x="1418" y="323"/>
                    <a:pt x="1827" y="252"/>
                    <a:pt x="1827" y="162"/>
                  </a:cubicBezTo>
                  <a:cubicBezTo>
                    <a:pt x="1827" y="73"/>
                    <a:pt x="1419" y="1"/>
                    <a:pt x="913" y="1"/>
                  </a:cubicBez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32"/>
            <p:cNvSpPr/>
            <p:nvPr/>
          </p:nvSpPr>
          <p:spPr>
            <a:xfrm>
              <a:off x="4468645" y="2390703"/>
              <a:ext cx="115426" cy="20481"/>
            </a:xfrm>
            <a:custGeom>
              <a:rect b="b" l="l" r="r" t="t"/>
              <a:pathLst>
                <a:path extrusionOk="0" h="324" w="1826">
                  <a:moveTo>
                    <a:pt x="882" y="1"/>
                  </a:moveTo>
                  <a:cubicBezTo>
                    <a:pt x="393" y="1"/>
                    <a:pt x="1" y="70"/>
                    <a:pt x="1" y="156"/>
                  </a:cubicBezTo>
                  <a:cubicBezTo>
                    <a:pt x="1" y="246"/>
                    <a:pt x="409" y="320"/>
                    <a:pt x="912" y="323"/>
                  </a:cubicBezTo>
                  <a:cubicBezTo>
                    <a:pt x="923" y="323"/>
                    <a:pt x="934" y="323"/>
                    <a:pt x="944" y="323"/>
                  </a:cubicBezTo>
                  <a:cubicBezTo>
                    <a:pt x="1434" y="323"/>
                    <a:pt x="1826" y="255"/>
                    <a:pt x="1826" y="167"/>
                  </a:cubicBezTo>
                  <a:cubicBezTo>
                    <a:pt x="1826" y="78"/>
                    <a:pt x="1418" y="3"/>
                    <a:pt x="913" y="1"/>
                  </a:cubicBezTo>
                  <a:cubicBezTo>
                    <a:pt x="903" y="1"/>
                    <a:pt x="892" y="1"/>
                    <a:pt x="882" y="1"/>
                  </a:cubicBezTo>
                  <a:close/>
                </a:path>
              </a:pathLst>
            </a:custGeom>
            <a:solidFill>
              <a:srgbClr val="83AA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32"/>
            <p:cNvSpPr/>
            <p:nvPr/>
          </p:nvSpPr>
          <p:spPr>
            <a:xfrm>
              <a:off x="4141526" y="2882107"/>
              <a:ext cx="115489" cy="20481"/>
            </a:xfrm>
            <a:custGeom>
              <a:rect b="b" l="l" r="r" t="t"/>
              <a:pathLst>
                <a:path extrusionOk="0" h="324" w="1827">
                  <a:moveTo>
                    <a:pt x="914" y="1"/>
                  </a:moveTo>
                  <a:cubicBezTo>
                    <a:pt x="410" y="1"/>
                    <a:pt x="0" y="73"/>
                    <a:pt x="0" y="163"/>
                  </a:cubicBezTo>
                  <a:cubicBezTo>
                    <a:pt x="0" y="252"/>
                    <a:pt x="408" y="323"/>
                    <a:pt x="914" y="323"/>
                  </a:cubicBezTo>
                  <a:cubicBezTo>
                    <a:pt x="1419" y="323"/>
                    <a:pt x="1827" y="252"/>
                    <a:pt x="1827" y="163"/>
                  </a:cubicBezTo>
                  <a:cubicBezTo>
                    <a:pt x="1827" y="73"/>
                    <a:pt x="1419" y="1"/>
                    <a:pt x="914" y="1"/>
                  </a:cubicBez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32"/>
            <p:cNvSpPr/>
            <p:nvPr/>
          </p:nvSpPr>
          <p:spPr>
            <a:xfrm>
              <a:off x="5135270" y="2706000"/>
              <a:ext cx="115489" cy="20481"/>
            </a:xfrm>
            <a:custGeom>
              <a:rect b="b" l="l" r="r" t="t"/>
              <a:pathLst>
                <a:path extrusionOk="0" h="324" w="1827">
                  <a:moveTo>
                    <a:pt x="914" y="1"/>
                  </a:moveTo>
                  <a:cubicBezTo>
                    <a:pt x="410" y="1"/>
                    <a:pt x="1" y="72"/>
                    <a:pt x="1" y="161"/>
                  </a:cubicBezTo>
                  <a:cubicBezTo>
                    <a:pt x="1" y="251"/>
                    <a:pt x="409" y="323"/>
                    <a:pt x="914" y="323"/>
                  </a:cubicBezTo>
                  <a:cubicBezTo>
                    <a:pt x="1418" y="323"/>
                    <a:pt x="1827" y="251"/>
                    <a:pt x="1827" y="161"/>
                  </a:cubicBezTo>
                  <a:cubicBezTo>
                    <a:pt x="1827" y="72"/>
                    <a:pt x="1420" y="1"/>
                    <a:pt x="914" y="1"/>
                  </a:cubicBez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32"/>
            <p:cNvSpPr/>
            <p:nvPr/>
          </p:nvSpPr>
          <p:spPr>
            <a:xfrm>
              <a:off x="5174651" y="2616240"/>
              <a:ext cx="36094" cy="102025"/>
            </a:xfrm>
            <a:custGeom>
              <a:rect b="b" l="l" r="r" t="t"/>
              <a:pathLst>
                <a:path extrusionOk="0" h="1614" w="571">
                  <a:moveTo>
                    <a:pt x="1" y="1"/>
                  </a:moveTo>
                  <a:lnTo>
                    <a:pt x="1" y="1613"/>
                  </a:lnTo>
                  <a:lnTo>
                    <a:pt x="571" y="161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FFD6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32"/>
            <p:cNvSpPr/>
            <p:nvPr/>
          </p:nvSpPr>
          <p:spPr>
            <a:xfrm>
              <a:off x="5196648" y="2616240"/>
              <a:ext cx="14160" cy="102025"/>
            </a:xfrm>
            <a:custGeom>
              <a:rect b="b" l="l" r="r" t="t"/>
              <a:pathLst>
                <a:path extrusionOk="0" h="1614" w="224">
                  <a:moveTo>
                    <a:pt x="1" y="1"/>
                  </a:moveTo>
                  <a:lnTo>
                    <a:pt x="1" y="1613"/>
                  </a:lnTo>
                  <a:lnTo>
                    <a:pt x="224" y="1613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32"/>
            <p:cNvSpPr/>
            <p:nvPr/>
          </p:nvSpPr>
          <p:spPr>
            <a:xfrm>
              <a:off x="5113715" y="2491335"/>
              <a:ext cx="149814" cy="149814"/>
            </a:xfrm>
            <a:custGeom>
              <a:rect b="b" l="l" r="r" t="t"/>
              <a:pathLst>
                <a:path extrusionOk="0" h="2370" w="2370">
                  <a:moveTo>
                    <a:pt x="1185" y="1"/>
                  </a:moveTo>
                  <a:cubicBezTo>
                    <a:pt x="531" y="1"/>
                    <a:pt x="1" y="531"/>
                    <a:pt x="1" y="1185"/>
                  </a:cubicBezTo>
                  <a:cubicBezTo>
                    <a:pt x="1" y="1840"/>
                    <a:pt x="531" y="2370"/>
                    <a:pt x="1185" y="2370"/>
                  </a:cubicBezTo>
                  <a:cubicBezTo>
                    <a:pt x="1838" y="2370"/>
                    <a:pt x="2369" y="1840"/>
                    <a:pt x="2369" y="1185"/>
                  </a:cubicBezTo>
                  <a:cubicBezTo>
                    <a:pt x="2369" y="531"/>
                    <a:pt x="1838" y="1"/>
                    <a:pt x="11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32"/>
            <p:cNvSpPr/>
            <p:nvPr/>
          </p:nvSpPr>
          <p:spPr>
            <a:xfrm>
              <a:off x="5174651" y="2616240"/>
              <a:ext cx="36221" cy="40456"/>
            </a:xfrm>
            <a:custGeom>
              <a:rect b="b" l="l" r="r" t="t"/>
              <a:pathLst>
                <a:path extrusionOk="0" h="640" w="573">
                  <a:moveTo>
                    <a:pt x="2" y="1"/>
                  </a:moveTo>
                  <a:lnTo>
                    <a:pt x="2" y="623"/>
                  </a:lnTo>
                  <a:lnTo>
                    <a:pt x="1" y="623"/>
                  </a:lnTo>
                  <a:cubicBezTo>
                    <a:pt x="72" y="634"/>
                    <a:pt x="147" y="639"/>
                    <a:pt x="222" y="639"/>
                  </a:cubicBezTo>
                  <a:cubicBezTo>
                    <a:pt x="342" y="639"/>
                    <a:pt x="460" y="624"/>
                    <a:pt x="573" y="595"/>
                  </a:cubicBezTo>
                  <a:lnTo>
                    <a:pt x="573" y="1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32"/>
            <p:cNvSpPr/>
            <p:nvPr/>
          </p:nvSpPr>
          <p:spPr>
            <a:xfrm>
              <a:off x="5121048" y="2491398"/>
              <a:ext cx="142481" cy="149814"/>
            </a:xfrm>
            <a:custGeom>
              <a:rect b="b" l="l" r="r" t="t"/>
              <a:pathLst>
                <a:path extrusionOk="0" h="2370" w="2254">
                  <a:moveTo>
                    <a:pt x="1069" y="1"/>
                  </a:moveTo>
                  <a:cubicBezTo>
                    <a:pt x="952" y="1"/>
                    <a:pt x="839" y="17"/>
                    <a:pt x="734" y="50"/>
                  </a:cubicBezTo>
                  <a:cubicBezTo>
                    <a:pt x="1141" y="143"/>
                    <a:pt x="1446" y="507"/>
                    <a:pt x="1446" y="945"/>
                  </a:cubicBezTo>
                  <a:cubicBezTo>
                    <a:pt x="1446" y="1453"/>
                    <a:pt x="1036" y="1863"/>
                    <a:pt x="527" y="1863"/>
                  </a:cubicBezTo>
                  <a:cubicBezTo>
                    <a:pt x="332" y="1863"/>
                    <a:pt x="151" y="1802"/>
                    <a:pt x="0" y="1696"/>
                  </a:cubicBezTo>
                  <a:lnTo>
                    <a:pt x="0" y="1696"/>
                  </a:lnTo>
                  <a:cubicBezTo>
                    <a:pt x="192" y="2094"/>
                    <a:pt x="598" y="2370"/>
                    <a:pt x="1069" y="2370"/>
                  </a:cubicBezTo>
                  <a:cubicBezTo>
                    <a:pt x="1722" y="2370"/>
                    <a:pt x="2253" y="1841"/>
                    <a:pt x="2253" y="1185"/>
                  </a:cubicBezTo>
                  <a:cubicBezTo>
                    <a:pt x="2253" y="531"/>
                    <a:pt x="1723" y="1"/>
                    <a:pt x="10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32"/>
            <p:cNvSpPr/>
            <p:nvPr/>
          </p:nvSpPr>
          <p:spPr>
            <a:xfrm>
              <a:off x="3979390" y="2584256"/>
              <a:ext cx="115489" cy="20418"/>
            </a:xfrm>
            <a:custGeom>
              <a:rect b="b" l="l" r="r" t="t"/>
              <a:pathLst>
                <a:path extrusionOk="0" h="323" w="1827">
                  <a:moveTo>
                    <a:pt x="913" y="0"/>
                  </a:moveTo>
                  <a:cubicBezTo>
                    <a:pt x="409" y="0"/>
                    <a:pt x="0" y="72"/>
                    <a:pt x="0" y="162"/>
                  </a:cubicBezTo>
                  <a:cubicBezTo>
                    <a:pt x="0" y="251"/>
                    <a:pt x="408" y="322"/>
                    <a:pt x="913" y="322"/>
                  </a:cubicBezTo>
                  <a:cubicBezTo>
                    <a:pt x="1417" y="322"/>
                    <a:pt x="1827" y="251"/>
                    <a:pt x="1827" y="162"/>
                  </a:cubicBezTo>
                  <a:cubicBezTo>
                    <a:pt x="1827" y="72"/>
                    <a:pt x="1418" y="0"/>
                    <a:pt x="913" y="0"/>
                  </a:cubicBez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32"/>
            <p:cNvSpPr/>
            <p:nvPr/>
          </p:nvSpPr>
          <p:spPr>
            <a:xfrm>
              <a:off x="4018517" y="2500311"/>
              <a:ext cx="33945" cy="95893"/>
            </a:xfrm>
            <a:custGeom>
              <a:rect b="b" l="l" r="r" t="t"/>
              <a:pathLst>
                <a:path extrusionOk="0" h="1517" w="537">
                  <a:moveTo>
                    <a:pt x="0" y="0"/>
                  </a:moveTo>
                  <a:lnTo>
                    <a:pt x="0" y="1516"/>
                  </a:lnTo>
                  <a:lnTo>
                    <a:pt x="536" y="1516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32"/>
            <p:cNvSpPr/>
            <p:nvPr/>
          </p:nvSpPr>
          <p:spPr>
            <a:xfrm>
              <a:off x="4039124" y="2500311"/>
              <a:ext cx="13338" cy="95893"/>
            </a:xfrm>
            <a:custGeom>
              <a:rect b="b" l="l" r="r" t="t"/>
              <a:pathLst>
                <a:path extrusionOk="0" h="1517" w="211">
                  <a:moveTo>
                    <a:pt x="1" y="0"/>
                  </a:moveTo>
                  <a:lnTo>
                    <a:pt x="1" y="1516"/>
                  </a:lnTo>
                  <a:lnTo>
                    <a:pt x="210" y="1516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32"/>
            <p:cNvSpPr/>
            <p:nvPr/>
          </p:nvSpPr>
          <p:spPr>
            <a:xfrm>
              <a:off x="3953663" y="2382865"/>
              <a:ext cx="154871" cy="140774"/>
            </a:xfrm>
            <a:custGeom>
              <a:rect b="b" l="l" r="r" t="t"/>
              <a:pathLst>
                <a:path extrusionOk="0" h="2227" w="2450">
                  <a:moveTo>
                    <a:pt x="1224" y="1"/>
                  </a:moveTo>
                  <a:cubicBezTo>
                    <a:pt x="719" y="1"/>
                    <a:pt x="262" y="347"/>
                    <a:pt x="142" y="859"/>
                  </a:cubicBezTo>
                  <a:cubicBezTo>
                    <a:pt x="1" y="1457"/>
                    <a:pt x="372" y="2057"/>
                    <a:pt x="970" y="2197"/>
                  </a:cubicBezTo>
                  <a:cubicBezTo>
                    <a:pt x="1056" y="2217"/>
                    <a:pt x="1142" y="2227"/>
                    <a:pt x="1226" y="2227"/>
                  </a:cubicBezTo>
                  <a:cubicBezTo>
                    <a:pt x="1731" y="2227"/>
                    <a:pt x="2188" y="1881"/>
                    <a:pt x="2308" y="1369"/>
                  </a:cubicBezTo>
                  <a:cubicBezTo>
                    <a:pt x="2449" y="770"/>
                    <a:pt x="2078" y="172"/>
                    <a:pt x="1480" y="31"/>
                  </a:cubicBezTo>
                  <a:cubicBezTo>
                    <a:pt x="1395" y="10"/>
                    <a:pt x="1309" y="1"/>
                    <a:pt x="12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32"/>
            <p:cNvSpPr/>
            <p:nvPr/>
          </p:nvSpPr>
          <p:spPr>
            <a:xfrm>
              <a:off x="4018517" y="2500248"/>
              <a:ext cx="33945" cy="38054"/>
            </a:xfrm>
            <a:custGeom>
              <a:rect b="b" l="l" r="r" t="t"/>
              <a:pathLst>
                <a:path extrusionOk="0" h="602" w="537">
                  <a:moveTo>
                    <a:pt x="0" y="0"/>
                  </a:moveTo>
                  <a:lnTo>
                    <a:pt x="0" y="586"/>
                  </a:lnTo>
                  <a:cubicBezTo>
                    <a:pt x="68" y="597"/>
                    <a:pt x="137" y="602"/>
                    <a:pt x="207" y="602"/>
                  </a:cubicBezTo>
                  <a:cubicBezTo>
                    <a:pt x="321" y="602"/>
                    <a:pt x="431" y="587"/>
                    <a:pt x="536" y="561"/>
                  </a:cubicBezTo>
                  <a:lnTo>
                    <a:pt x="536" y="0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32"/>
            <p:cNvSpPr/>
            <p:nvPr/>
          </p:nvSpPr>
          <p:spPr>
            <a:xfrm>
              <a:off x="3968201" y="2382928"/>
              <a:ext cx="133884" cy="140837"/>
            </a:xfrm>
            <a:custGeom>
              <a:rect b="b" l="l" r="r" t="t"/>
              <a:pathLst>
                <a:path extrusionOk="0" h="2228" w="2118">
                  <a:moveTo>
                    <a:pt x="1003" y="1"/>
                  </a:moveTo>
                  <a:cubicBezTo>
                    <a:pt x="893" y="1"/>
                    <a:pt x="788" y="17"/>
                    <a:pt x="689" y="47"/>
                  </a:cubicBezTo>
                  <a:cubicBezTo>
                    <a:pt x="1072" y="135"/>
                    <a:pt x="1359" y="478"/>
                    <a:pt x="1359" y="888"/>
                  </a:cubicBezTo>
                  <a:cubicBezTo>
                    <a:pt x="1359" y="1365"/>
                    <a:pt x="972" y="1752"/>
                    <a:pt x="495" y="1752"/>
                  </a:cubicBezTo>
                  <a:cubicBezTo>
                    <a:pt x="311" y="1752"/>
                    <a:pt x="140" y="1693"/>
                    <a:pt x="0" y="1595"/>
                  </a:cubicBezTo>
                  <a:lnTo>
                    <a:pt x="0" y="1595"/>
                  </a:lnTo>
                  <a:cubicBezTo>
                    <a:pt x="179" y="1969"/>
                    <a:pt x="562" y="2227"/>
                    <a:pt x="1005" y="2227"/>
                  </a:cubicBezTo>
                  <a:cubicBezTo>
                    <a:pt x="1619" y="2227"/>
                    <a:pt x="2117" y="1728"/>
                    <a:pt x="2117" y="1114"/>
                  </a:cubicBezTo>
                  <a:cubicBezTo>
                    <a:pt x="2116" y="499"/>
                    <a:pt x="1617" y="1"/>
                    <a:pt x="10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32"/>
            <p:cNvSpPr/>
            <p:nvPr/>
          </p:nvSpPr>
          <p:spPr>
            <a:xfrm>
              <a:off x="5661883" y="2893991"/>
              <a:ext cx="115489" cy="20418"/>
            </a:xfrm>
            <a:custGeom>
              <a:rect b="b" l="l" r="r" t="t"/>
              <a:pathLst>
                <a:path extrusionOk="0" h="323" w="1827">
                  <a:moveTo>
                    <a:pt x="913" y="0"/>
                  </a:moveTo>
                  <a:cubicBezTo>
                    <a:pt x="408" y="0"/>
                    <a:pt x="0" y="72"/>
                    <a:pt x="0" y="161"/>
                  </a:cubicBezTo>
                  <a:cubicBezTo>
                    <a:pt x="0" y="251"/>
                    <a:pt x="408" y="322"/>
                    <a:pt x="913" y="322"/>
                  </a:cubicBezTo>
                  <a:cubicBezTo>
                    <a:pt x="1418" y="322"/>
                    <a:pt x="1827" y="251"/>
                    <a:pt x="1827" y="161"/>
                  </a:cubicBezTo>
                  <a:cubicBezTo>
                    <a:pt x="1827" y="72"/>
                    <a:pt x="1418" y="0"/>
                    <a:pt x="913" y="0"/>
                  </a:cubicBez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32"/>
            <p:cNvSpPr/>
            <p:nvPr/>
          </p:nvSpPr>
          <p:spPr>
            <a:xfrm>
              <a:off x="5699810" y="2807707"/>
              <a:ext cx="34008" cy="95830"/>
            </a:xfrm>
            <a:custGeom>
              <a:rect b="b" l="l" r="r" t="t"/>
              <a:pathLst>
                <a:path extrusionOk="0" h="1516" w="538">
                  <a:moveTo>
                    <a:pt x="1" y="0"/>
                  </a:moveTo>
                  <a:lnTo>
                    <a:pt x="1" y="1516"/>
                  </a:lnTo>
                  <a:lnTo>
                    <a:pt x="537" y="1516"/>
                  </a:lnTo>
                  <a:lnTo>
                    <a:pt x="537" y="0"/>
                  </a:lnTo>
                  <a:close/>
                </a:path>
              </a:pathLst>
            </a:custGeom>
            <a:solidFill>
              <a:srgbClr val="FFD6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32"/>
            <p:cNvSpPr/>
            <p:nvPr/>
          </p:nvSpPr>
          <p:spPr>
            <a:xfrm>
              <a:off x="5720543" y="2807707"/>
              <a:ext cx="13338" cy="95830"/>
            </a:xfrm>
            <a:custGeom>
              <a:rect b="b" l="l" r="r" t="t"/>
              <a:pathLst>
                <a:path extrusionOk="0" h="1516" w="211">
                  <a:moveTo>
                    <a:pt x="0" y="0"/>
                  </a:moveTo>
                  <a:lnTo>
                    <a:pt x="0" y="1516"/>
                  </a:lnTo>
                  <a:lnTo>
                    <a:pt x="210" y="1516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32"/>
            <p:cNvSpPr/>
            <p:nvPr/>
          </p:nvSpPr>
          <p:spPr>
            <a:xfrm>
              <a:off x="5633691" y="2690640"/>
              <a:ext cx="159106" cy="140711"/>
            </a:xfrm>
            <a:custGeom>
              <a:rect b="b" l="l" r="r" t="t"/>
              <a:pathLst>
                <a:path extrusionOk="0" h="2226" w="2517">
                  <a:moveTo>
                    <a:pt x="1259" y="0"/>
                  </a:moveTo>
                  <a:cubicBezTo>
                    <a:pt x="923" y="0"/>
                    <a:pt x="591" y="152"/>
                    <a:pt x="372" y="440"/>
                  </a:cubicBezTo>
                  <a:cubicBezTo>
                    <a:pt x="0" y="930"/>
                    <a:pt x="96" y="1628"/>
                    <a:pt x="586" y="2000"/>
                  </a:cubicBezTo>
                  <a:cubicBezTo>
                    <a:pt x="787" y="2152"/>
                    <a:pt x="1023" y="2226"/>
                    <a:pt x="1257" y="2226"/>
                  </a:cubicBezTo>
                  <a:cubicBezTo>
                    <a:pt x="1594" y="2226"/>
                    <a:pt x="1926" y="2074"/>
                    <a:pt x="2145" y="1785"/>
                  </a:cubicBezTo>
                  <a:cubicBezTo>
                    <a:pt x="2516" y="1295"/>
                    <a:pt x="2420" y="597"/>
                    <a:pt x="1930" y="226"/>
                  </a:cubicBezTo>
                  <a:cubicBezTo>
                    <a:pt x="1729" y="74"/>
                    <a:pt x="1493" y="0"/>
                    <a:pt x="12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32"/>
            <p:cNvSpPr/>
            <p:nvPr/>
          </p:nvSpPr>
          <p:spPr>
            <a:xfrm>
              <a:off x="5699810" y="2807770"/>
              <a:ext cx="34008" cy="38054"/>
            </a:xfrm>
            <a:custGeom>
              <a:rect b="b" l="l" r="r" t="t"/>
              <a:pathLst>
                <a:path extrusionOk="0" h="602" w="538">
                  <a:moveTo>
                    <a:pt x="1" y="0"/>
                  </a:moveTo>
                  <a:lnTo>
                    <a:pt x="1" y="586"/>
                  </a:lnTo>
                  <a:cubicBezTo>
                    <a:pt x="68" y="596"/>
                    <a:pt x="138" y="602"/>
                    <a:pt x="209" y="602"/>
                  </a:cubicBezTo>
                  <a:cubicBezTo>
                    <a:pt x="322" y="602"/>
                    <a:pt x="432" y="588"/>
                    <a:pt x="537" y="561"/>
                  </a:cubicBezTo>
                  <a:lnTo>
                    <a:pt x="537" y="0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32"/>
            <p:cNvSpPr/>
            <p:nvPr/>
          </p:nvSpPr>
          <p:spPr>
            <a:xfrm>
              <a:off x="5649494" y="2690387"/>
              <a:ext cx="133884" cy="140774"/>
            </a:xfrm>
            <a:custGeom>
              <a:rect b="b" l="l" r="r" t="t"/>
              <a:pathLst>
                <a:path extrusionOk="0" h="2227" w="2118">
                  <a:moveTo>
                    <a:pt x="1005" y="0"/>
                  </a:moveTo>
                  <a:cubicBezTo>
                    <a:pt x="894" y="0"/>
                    <a:pt x="790" y="18"/>
                    <a:pt x="689" y="46"/>
                  </a:cubicBezTo>
                  <a:cubicBezTo>
                    <a:pt x="1073" y="135"/>
                    <a:pt x="1360" y="478"/>
                    <a:pt x="1360" y="888"/>
                  </a:cubicBezTo>
                  <a:cubicBezTo>
                    <a:pt x="1360" y="1365"/>
                    <a:pt x="973" y="1752"/>
                    <a:pt x="496" y="1752"/>
                  </a:cubicBezTo>
                  <a:cubicBezTo>
                    <a:pt x="312" y="1752"/>
                    <a:pt x="141" y="1694"/>
                    <a:pt x="1" y="1595"/>
                  </a:cubicBezTo>
                  <a:lnTo>
                    <a:pt x="1" y="1595"/>
                  </a:lnTo>
                  <a:cubicBezTo>
                    <a:pt x="180" y="1969"/>
                    <a:pt x="563" y="2227"/>
                    <a:pt x="1006" y="2227"/>
                  </a:cubicBezTo>
                  <a:cubicBezTo>
                    <a:pt x="1620" y="2227"/>
                    <a:pt x="2118" y="1728"/>
                    <a:pt x="2118" y="1114"/>
                  </a:cubicBezTo>
                  <a:cubicBezTo>
                    <a:pt x="2118" y="501"/>
                    <a:pt x="1620" y="0"/>
                    <a:pt x="10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32"/>
            <p:cNvSpPr/>
            <p:nvPr/>
          </p:nvSpPr>
          <p:spPr>
            <a:xfrm>
              <a:off x="5468583" y="2692347"/>
              <a:ext cx="115489" cy="20544"/>
            </a:xfrm>
            <a:custGeom>
              <a:rect b="b" l="l" r="r" t="t"/>
              <a:pathLst>
                <a:path extrusionOk="0" h="325" w="1827">
                  <a:moveTo>
                    <a:pt x="913" y="1"/>
                  </a:moveTo>
                  <a:cubicBezTo>
                    <a:pt x="409" y="1"/>
                    <a:pt x="0" y="73"/>
                    <a:pt x="0" y="163"/>
                  </a:cubicBezTo>
                  <a:cubicBezTo>
                    <a:pt x="0" y="252"/>
                    <a:pt x="408" y="324"/>
                    <a:pt x="913" y="324"/>
                  </a:cubicBezTo>
                  <a:cubicBezTo>
                    <a:pt x="1418" y="324"/>
                    <a:pt x="1826" y="252"/>
                    <a:pt x="1826" y="163"/>
                  </a:cubicBezTo>
                  <a:cubicBezTo>
                    <a:pt x="1826" y="73"/>
                    <a:pt x="1418" y="1"/>
                    <a:pt x="913" y="1"/>
                  </a:cubicBez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32"/>
            <p:cNvSpPr/>
            <p:nvPr/>
          </p:nvSpPr>
          <p:spPr>
            <a:xfrm>
              <a:off x="5496902" y="2606759"/>
              <a:ext cx="51708" cy="99054"/>
            </a:xfrm>
            <a:custGeom>
              <a:rect b="b" l="l" r="r" t="t"/>
              <a:pathLst>
                <a:path extrusionOk="0" h="1567" w="818">
                  <a:moveTo>
                    <a:pt x="0" y="0"/>
                  </a:moveTo>
                  <a:lnTo>
                    <a:pt x="0" y="1567"/>
                  </a:lnTo>
                  <a:lnTo>
                    <a:pt x="818" y="1567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32"/>
            <p:cNvSpPr/>
            <p:nvPr/>
          </p:nvSpPr>
          <p:spPr>
            <a:xfrm>
              <a:off x="5528381" y="2606759"/>
              <a:ext cx="20228" cy="99054"/>
            </a:xfrm>
            <a:custGeom>
              <a:rect b="b" l="l" r="r" t="t"/>
              <a:pathLst>
                <a:path extrusionOk="0" h="1567" w="320">
                  <a:moveTo>
                    <a:pt x="0" y="0"/>
                  </a:moveTo>
                  <a:lnTo>
                    <a:pt x="0" y="1567"/>
                  </a:lnTo>
                  <a:lnTo>
                    <a:pt x="320" y="1567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32"/>
            <p:cNvSpPr/>
            <p:nvPr/>
          </p:nvSpPr>
          <p:spPr>
            <a:xfrm>
              <a:off x="5496965" y="2606696"/>
              <a:ext cx="51645" cy="57903"/>
            </a:xfrm>
            <a:custGeom>
              <a:rect b="b" l="l" r="r" t="t"/>
              <a:pathLst>
                <a:path extrusionOk="0" h="916" w="817">
                  <a:moveTo>
                    <a:pt x="0" y="0"/>
                  </a:moveTo>
                  <a:lnTo>
                    <a:pt x="0" y="892"/>
                  </a:lnTo>
                  <a:cubicBezTo>
                    <a:pt x="104" y="908"/>
                    <a:pt x="208" y="916"/>
                    <a:pt x="315" y="916"/>
                  </a:cubicBezTo>
                  <a:cubicBezTo>
                    <a:pt x="488" y="916"/>
                    <a:pt x="657" y="894"/>
                    <a:pt x="817" y="854"/>
                  </a:cubicBezTo>
                  <a:lnTo>
                    <a:pt x="817" y="0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32"/>
            <p:cNvSpPr/>
            <p:nvPr/>
          </p:nvSpPr>
          <p:spPr>
            <a:xfrm>
              <a:off x="5459102" y="2568010"/>
              <a:ext cx="131040" cy="79395"/>
            </a:xfrm>
            <a:custGeom>
              <a:rect b="b" l="l" r="r" t="t"/>
              <a:pathLst>
                <a:path extrusionOk="0" h="1256" w="2073">
                  <a:moveTo>
                    <a:pt x="1042" y="0"/>
                  </a:moveTo>
                  <a:lnTo>
                    <a:pt x="1042" y="2"/>
                  </a:lnTo>
                  <a:cubicBezTo>
                    <a:pt x="868" y="171"/>
                    <a:pt x="435" y="616"/>
                    <a:pt x="1" y="1256"/>
                  </a:cubicBezTo>
                  <a:lnTo>
                    <a:pt x="2073" y="1256"/>
                  </a:lnTo>
                  <a:lnTo>
                    <a:pt x="2073" y="1255"/>
                  </a:lnTo>
                  <a:cubicBezTo>
                    <a:pt x="1855" y="928"/>
                    <a:pt x="1636" y="652"/>
                    <a:pt x="1452" y="439"/>
                  </a:cubicBezTo>
                  <a:cubicBezTo>
                    <a:pt x="1276" y="233"/>
                    <a:pt x="1129" y="86"/>
                    <a:pt x="1045" y="2"/>
                  </a:cubicBezTo>
                  <a:lnTo>
                    <a:pt x="1045" y="0"/>
                  </a:lnTo>
                  <a:lnTo>
                    <a:pt x="1044" y="1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32"/>
            <p:cNvSpPr/>
            <p:nvPr/>
          </p:nvSpPr>
          <p:spPr>
            <a:xfrm>
              <a:off x="5458659" y="2567315"/>
              <a:ext cx="131924" cy="80027"/>
            </a:xfrm>
            <a:custGeom>
              <a:rect b="b" l="l" r="r" t="t"/>
              <a:pathLst>
                <a:path extrusionOk="0" h="1266" w="2087">
                  <a:moveTo>
                    <a:pt x="1051" y="0"/>
                  </a:moveTo>
                  <a:lnTo>
                    <a:pt x="1051" y="2"/>
                  </a:lnTo>
                  <a:cubicBezTo>
                    <a:pt x="875" y="171"/>
                    <a:pt x="438" y="620"/>
                    <a:pt x="0" y="1266"/>
                  </a:cubicBezTo>
                  <a:lnTo>
                    <a:pt x="2087" y="1266"/>
                  </a:lnTo>
                  <a:cubicBezTo>
                    <a:pt x="1657" y="622"/>
                    <a:pt x="1226" y="172"/>
                    <a:pt x="1053" y="2"/>
                  </a:cubicBezTo>
                  <a:lnTo>
                    <a:pt x="1053" y="0"/>
                  </a:lnTo>
                  <a:lnTo>
                    <a:pt x="1052" y="1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32"/>
            <p:cNvSpPr/>
            <p:nvPr/>
          </p:nvSpPr>
          <p:spPr>
            <a:xfrm>
              <a:off x="5429898" y="2486847"/>
              <a:ext cx="189701" cy="160497"/>
            </a:xfrm>
            <a:custGeom>
              <a:rect b="b" l="l" r="r" t="t"/>
              <a:pathLst>
                <a:path extrusionOk="0" h="2539" w="3001">
                  <a:moveTo>
                    <a:pt x="1513" y="1"/>
                  </a:moveTo>
                  <a:cubicBezTo>
                    <a:pt x="1512" y="1"/>
                    <a:pt x="1512" y="1"/>
                    <a:pt x="1512" y="1"/>
                  </a:cubicBezTo>
                  <a:lnTo>
                    <a:pt x="1511" y="1"/>
                  </a:lnTo>
                  <a:cubicBezTo>
                    <a:pt x="1264" y="240"/>
                    <a:pt x="315" y="1226"/>
                    <a:pt x="0" y="2539"/>
                  </a:cubicBezTo>
                  <a:lnTo>
                    <a:pt x="3000" y="2539"/>
                  </a:lnTo>
                  <a:cubicBezTo>
                    <a:pt x="2693" y="1230"/>
                    <a:pt x="1758" y="241"/>
                    <a:pt x="1513" y="1"/>
                  </a:cubicBezTo>
                  <a:cubicBezTo>
                    <a:pt x="1513" y="1"/>
                    <a:pt x="1513" y="1"/>
                    <a:pt x="15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32"/>
            <p:cNvSpPr/>
            <p:nvPr/>
          </p:nvSpPr>
          <p:spPr>
            <a:xfrm>
              <a:off x="5461567" y="2486847"/>
              <a:ext cx="126804" cy="82808"/>
            </a:xfrm>
            <a:custGeom>
              <a:rect b="b" l="l" r="r" t="t"/>
              <a:pathLst>
                <a:path extrusionOk="0" h="1310" w="2006">
                  <a:moveTo>
                    <a:pt x="1012" y="1"/>
                  </a:moveTo>
                  <a:cubicBezTo>
                    <a:pt x="1011" y="1"/>
                    <a:pt x="1011" y="1"/>
                    <a:pt x="1011" y="1"/>
                  </a:cubicBezTo>
                  <a:lnTo>
                    <a:pt x="1010" y="1"/>
                  </a:lnTo>
                  <a:cubicBezTo>
                    <a:pt x="849" y="158"/>
                    <a:pt x="388" y="634"/>
                    <a:pt x="1" y="1310"/>
                  </a:cubicBezTo>
                  <a:lnTo>
                    <a:pt x="2006" y="1310"/>
                  </a:lnTo>
                  <a:cubicBezTo>
                    <a:pt x="1625" y="635"/>
                    <a:pt x="1172" y="157"/>
                    <a:pt x="1012" y="1"/>
                  </a:cubicBezTo>
                  <a:cubicBezTo>
                    <a:pt x="1012" y="1"/>
                    <a:pt x="1012" y="1"/>
                    <a:pt x="1012" y="1"/>
                  </a:cubicBez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32"/>
            <p:cNvSpPr/>
            <p:nvPr/>
          </p:nvSpPr>
          <p:spPr>
            <a:xfrm>
              <a:off x="5525410" y="2486910"/>
              <a:ext cx="94187" cy="160433"/>
            </a:xfrm>
            <a:custGeom>
              <a:rect b="b" l="l" r="r" t="t"/>
              <a:pathLst>
                <a:path extrusionOk="0" h="2538" w="1490">
                  <a:moveTo>
                    <a:pt x="0" y="0"/>
                  </a:moveTo>
                  <a:cubicBezTo>
                    <a:pt x="0" y="0"/>
                    <a:pt x="191" y="696"/>
                    <a:pt x="405" y="1711"/>
                  </a:cubicBezTo>
                  <a:cubicBezTo>
                    <a:pt x="458" y="1967"/>
                    <a:pt x="513" y="2246"/>
                    <a:pt x="566" y="2538"/>
                  </a:cubicBezTo>
                  <a:lnTo>
                    <a:pt x="1489" y="2538"/>
                  </a:lnTo>
                  <a:cubicBezTo>
                    <a:pt x="1182" y="1229"/>
                    <a:pt x="247" y="240"/>
                    <a:pt x="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32"/>
            <p:cNvSpPr/>
            <p:nvPr/>
          </p:nvSpPr>
          <p:spPr>
            <a:xfrm>
              <a:off x="5471681" y="2490766"/>
              <a:ext cx="106007" cy="64287"/>
            </a:xfrm>
            <a:custGeom>
              <a:rect b="b" l="l" r="r" t="t"/>
              <a:pathLst>
                <a:path extrusionOk="0" h="1017" w="1677">
                  <a:moveTo>
                    <a:pt x="843" y="1"/>
                  </a:moveTo>
                  <a:lnTo>
                    <a:pt x="843" y="4"/>
                  </a:lnTo>
                  <a:cubicBezTo>
                    <a:pt x="703" y="140"/>
                    <a:pt x="351" y="499"/>
                    <a:pt x="0" y="1017"/>
                  </a:cubicBezTo>
                  <a:lnTo>
                    <a:pt x="1676" y="1017"/>
                  </a:lnTo>
                  <a:cubicBezTo>
                    <a:pt x="1500" y="753"/>
                    <a:pt x="1323" y="529"/>
                    <a:pt x="1175" y="357"/>
                  </a:cubicBezTo>
                  <a:cubicBezTo>
                    <a:pt x="1031" y="190"/>
                    <a:pt x="914" y="70"/>
                    <a:pt x="846" y="4"/>
                  </a:cubicBezTo>
                  <a:lnTo>
                    <a:pt x="846" y="1"/>
                  </a:lnTo>
                  <a:lnTo>
                    <a:pt x="844" y="2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32"/>
            <p:cNvSpPr/>
            <p:nvPr/>
          </p:nvSpPr>
          <p:spPr>
            <a:xfrm>
              <a:off x="5471238" y="2490197"/>
              <a:ext cx="106766" cy="64856"/>
            </a:xfrm>
            <a:custGeom>
              <a:rect b="b" l="l" r="r" t="t"/>
              <a:pathLst>
                <a:path extrusionOk="0" h="1026" w="1689">
                  <a:moveTo>
                    <a:pt x="850" y="0"/>
                  </a:moveTo>
                  <a:lnTo>
                    <a:pt x="850" y="3"/>
                  </a:lnTo>
                  <a:cubicBezTo>
                    <a:pt x="709" y="141"/>
                    <a:pt x="354" y="504"/>
                    <a:pt x="1" y="1026"/>
                  </a:cubicBezTo>
                  <a:lnTo>
                    <a:pt x="1688" y="1026"/>
                  </a:lnTo>
                  <a:cubicBezTo>
                    <a:pt x="1341" y="505"/>
                    <a:pt x="992" y="142"/>
                    <a:pt x="853" y="3"/>
                  </a:cubicBezTo>
                  <a:lnTo>
                    <a:pt x="853" y="0"/>
                  </a:lnTo>
                  <a:lnTo>
                    <a:pt x="852" y="2"/>
                  </a:lnTo>
                  <a:lnTo>
                    <a:pt x="850" y="0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32"/>
            <p:cNvSpPr/>
            <p:nvPr/>
          </p:nvSpPr>
          <p:spPr>
            <a:xfrm>
              <a:off x="5448103" y="2425153"/>
              <a:ext cx="153354" cy="129902"/>
            </a:xfrm>
            <a:custGeom>
              <a:rect b="b" l="l" r="r" t="t"/>
              <a:pathLst>
                <a:path extrusionOk="0" h="2055" w="2426">
                  <a:moveTo>
                    <a:pt x="1224" y="1"/>
                  </a:moveTo>
                  <a:cubicBezTo>
                    <a:pt x="1223" y="1"/>
                    <a:pt x="1223" y="1"/>
                    <a:pt x="1223" y="1"/>
                  </a:cubicBezTo>
                  <a:lnTo>
                    <a:pt x="1221" y="1"/>
                  </a:lnTo>
                  <a:cubicBezTo>
                    <a:pt x="1022" y="195"/>
                    <a:pt x="254" y="993"/>
                    <a:pt x="1" y="2055"/>
                  </a:cubicBezTo>
                  <a:lnTo>
                    <a:pt x="2426" y="2055"/>
                  </a:lnTo>
                  <a:cubicBezTo>
                    <a:pt x="2177" y="996"/>
                    <a:pt x="1421" y="196"/>
                    <a:pt x="1224" y="1"/>
                  </a:cubicBezTo>
                  <a:cubicBezTo>
                    <a:pt x="1224" y="1"/>
                    <a:pt x="1224" y="1"/>
                    <a:pt x="12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32"/>
            <p:cNvSpPr/>
            <p:nvPr/>
          </p:nvSpPr>
          <p:spPr>
            <a:xfrm>
              <a:off x="5473640" y="2425216"/>
              <a:ext cx="102594" cy="67005"/>
            </a:xfrm>
            <a:custGeom>
              <a:rect b="b" l="l" r="r" t="t"/>
              <a:pathLst>
                <a:path extrusionOk="0" h="1060" w="1623">
                  <a:moveTo>
                    <a:pt x="818" y="1"/>
                  </a:moveTo>
                  <a:cubicBezTo>
                    <a:pt x="817" y="1"/>
                    <a:pt x="817" y="1"/>
                    <a:pt x="817" y="1"/>
                  </a:cubicBezTo>
                  <a:lnTo>
                    <a:pt x="816" y="1"/>
                  </a:lnTo>
                  <a:cubicBezTo>
                    <a:pt x="686" y="127"/>
                    <a:pt x="314" y="513"/>
                    <a:pt x="1" y="1059"/>
                  </a:cubicBezTo>
                  <a:lnTo>
                    <a:pt x="1623" y="1059"/>
                  </a:lnTo>
                  <a:cubicBezTo>
                    <a:pt x="1314" y="513"/>
                    <a:pt x="947" y="128"/>
                    <a:pt x="819" y="1"/>
                  </a:cubicBezTo>
                  <a:cubicBezTo>
                    <a:pt x="819" y="1"/>
                    <a:pt x="818" y="1"/>
                    <a:pt x="818" y="1"/>
                  </a:cubicBez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32"/>
            <p:cNvSpPr/>
            <p:nvPr/>
          </p:nvSpPr>
          <p:spPr>
            <a:xfrm>
              <a:off x="5525284" y="2425216"/>
              <a:ext cx="76171" cy="129838"/>
            </a:xfrm>
            <a:custGeom>
              <a:rect b="b" l="l" r="r" t="t"/>
              <a:pathLst>
                <a:path extrusionOk="0" h="2054" w="1205">
                  <a:moveTo>
                    <a:pt x="0" y="0"/>
                  </a:moveTo>
                  <a:cubicBezTo>
                    <a:pt x="0" y="0"/>
                    <a:pt x="154" y="563"/>
                    <a:pt x="327" y="1384"/>
                  </a:cubicBezTo>
                  <a:cubicBezTo>
                    <a:pt x="371" y="1593"/>
                    <a:pt x="414" y="1817"/>
                    <a:pt x="459" y="2054"/>
                  </a:cubicBezTo>
                  <a:lnTo>
                    <a:pt x="1205" y="2054"/>
                  </a:lnTo>
                  <a:cubicBezTo>
                    <a:pt x="956" y="995"/>
                    <a:pt x="200" y="195"/>
                    <a:pt x="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32"/>
            <p:cNvSpPr/>
            <p:nvPr/>
          </p:nvSpPr>
          <p:spPr>
            <a:xfrm>
              <a:off x="5480340" y="2423636"/>
              <a:ext cx="88624" cy="53857"/>
            </a:xfrm>
            <a:custGeom>
              <a:rect b="b" l="l" r="r" t="t"/>
              <a:pathLst>
                <a:path extrusionOk="0" h="852" w="1402">
                  <a:moveTo>
                    <a:pt x="705" y="1"/>
                  </a:moveTo>
                  <a:lnTo>
                    <a:pt x="705" y="4"/>
                  </a:lnTo>
                  <a:cubicBezTo>
                    <a:pt x="588" y="117"/>
                    <a:pt x="294" y="419"/>
                    <a:pt x="0" y="852"/>
                  </a:cubicBezTo>
                  <a:lnTo>
                    <a:pt x="1402" y="852"/>
                  </a:lnTo>
                  <a:cubicBezTo>
                    <a:pt x="1256" y="632"/>
                    <a:pt x="1107" y="444"/>
                    <a:pt x="982" y="299"/>
                  </a:cubicBezTo>
                  <a:cubicBezTo>
                    <a:pt x="864" y="159"/>
                    <a:pt x="766" y="60"/>
                    <a:pt x="708" y="4"/>
                  </a:cubicBezTo>
                  <a:lnTo>
                    <a:pt x="708" y="1"/>
                  </a:lnTo>
                  <a:lnTo>
                    <a:pt x="706" y="3"/>
                  </a:lnTo>
                  <a:lnTo>
                    <a:pt x="705" y="1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32"/>
            <p:cNvSpPr/>
            <p:nvPr/>
          </p:nvSpPr>
          <p:spPr>
            <a:xfrm>
              <a:off x="5480024" y="2423383"/>
              <a:ext cx="89256" cy="54110"/>
            </a:xfrm>
            <a:custGeom>
              <a:rect b="b" l="l" r="r" t="t"/>
              <a:pathLst>
                <a:path extrusionOk="0" h="856" w="1412">
                  <a:moveTo>
                    <a:pt x="710" y="0"/>
                  </a:moveTo>
                  <a:lnTo>
                    <a:pt x="710" y="1"/>
                  </a:lnTo>
                  <a:cubicBezTo>
                    <a:pt x="592" y="115"/>
                    <a:pt x="296" y="420"/>
                    <a:pt x="0" y="856"/>
                  </a:cubicBezTo>
                  <a:lnTo>
                    <a:pt x="1411" y="856"/>
                  </a:lnTo>
                  <a:cubicBezTo>
                    <a:pt x="1121" y="419"/>
                    <a:pt x="829" y="116"/>
                    <a:pt x="713" y="1"/>
                  </a:cubicBezTo>
                  <a:lnTo>
                    <a:pt x="713" y="0"/>
                  </a:lnTo>
                  <a:lnTo>
                    <a:pt x="711" y="1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32"/>
            <p:cNvSpPr/>
            <p:nvPr/>
          </p:nvSpPr>
          <p:spPr>
            <a:xfrm>
              <a:off x="5460555" y="2368895"/>
              <a:ext cx="128385" cy="108599"/>
            </a:xfrm>
            <a:custGeom>
              <a:rect b="b" l="l" r="r" t="t"/>
              <a:pathLst>
                <a:path extrusionOk="0" h="1718" w="2031">
                  <a:moveTo>
                    <a:pt x="1024" y="0"/>
                  </a:moveTo>
                  <a:cubicBezTo>
                    <a:pt x="1023" y="0"/>
                    <a:pt x="1023" y="1"/>
                    <a:pt x="1023" y="1"/>
                  </a:cubicBezTo>
                  <a:lnTo>
                    <a:pt x="1022" y="1"/>
                  </a:lnTo>
                  <a:cubicBezTo>
                    <a:pt x="856" y="163"/>
                    <a:pt x="214" y="830"/>
                    <a:pt x="0" y="1718"/>
                  </a:cubicBezTo>
                  <a:lnTo>
                    <a:pt x="2030" y="1718"/>
                  </a:lnTo>
                  <a:cubicBezTo>
                    <a:pt x="1822" y="833"/>
                    <a:pt x="1189" y="164"/>
                    <a:pt x="1024" y="1"/>
                  </a:cubicBezTo>
                  <a:cubicBezTo>
                    <a:pt x="1024" y="1"/>
                    <a:pt x="1024" y="0"/>
                    <a:pt x="10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32"/>
            <p:cNvSpPr/>
            <p:nvPr/>
          </p:nvSpPr>
          <p:spPr>
            <a:xfrm>
              <a:off x="5525157" y="2368895"/>
              <a:ext cx="63781" cy="108599"/>
            </a:xfrm>
            <a:custGeom>
              <a:rect b="b" l="l" r="r" t="t"/>
              <a:pathLst>
                <a:path extrusionOk="0" h="1718" w="1009">
                  <a:moveTo>
                    <a:pt x="0" y="1"/>
                  </a:moveTo>
                  <a:cubicBezTo>
                    <a:pt x="0" y="1"/>
                    <a:pt x="128" y="472"/>
                    <a:pt x="272" y="1158"/>
                  </a:cubicBezTo>
                  <a:cubicBezTo>
                    <a:pt x="309" y="1333"/>
                    <a:pt x="347" y="1520"/>
                    <a:pt x="384" y="1718"/>
                  </a:cubicBezTo>
                  <a:lnTo>
                    <a:pt x="1008" y="1718"/>
                  </a:lnTo>
                  <a:cubicBezTo>
                    <a:pt x="800" y="833"/>
                    <a:pt x="167" y="164"/>
                    <a:pt x="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32"/>
            <p:cNvSpPr/>
            <p:nvPr/>
          </p:nvSpPr>
          <p:spPr>
            <a:xfrm>
              <a:off x="3442284" y="2925723"/>
              <a:ext cx="115489" cy="20418"/>
            </a:xfrm>
            <a:custGeom>
              <a:rect b="b" l="l" r="r" t="t"/>
              <a:pathLst>
                <a:path extrusionOk="0" h="323" w="1827">
                  <a:moveTo>
                    <a:pt x="914" y="1"/>
                  </a:moveTo>
                  <a:cubicBezTo>
                    <a:pt x="410" y="1"/>
                    <a:pt x="1" y="72"/>
                    <a:pt x="1" y="162"/>
                  </a:cubicBezTo>
                  <a:cubicBezTo>
                    <a:pt x="1" y="251"/>
                    <a:pt x="409" y="323"/>
                    <a:pt x="914" y="323"/>
                  </a:cubicBezTo>
                  <a:cubicBezTo>
                    <a:pt x="1419" y="323"/>
                    <a:pt x="1827" y="250"/>
                    <a:pt x="1827" y="162"/>
                  </a:cubicBezTo>
                  <a:cubicBezTo>
                    <a:pt x="1827" y="72"/>
                    <a:pt x="1419" y="1"/>
                    <a:pt x="914" y="1"/>
                  </a:cubicBez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32"/>
            <p:cNvSpPr/>
            <p:nvPr/>
          </p:nvSpPr>
          <p:spPr>
            <a:xfrm>
              <a:off x="3471677" y="2842410"/>
              <a:ext cx="48863" cy="93681"/>
            </a:xfrm>
            <a:custGeom>
              <a:rect b="b" l="l" r="r" t="t"/>
              <a:pathLst>
                <a:path extrusionOk="0" h="1482" w="773">
                  <a:moveTo>
                    <a:pt x="0" y="1"/>
                  </a:moveTo>
                  <a:lnTo>
                    <a:pt x="0" y="1481"/>
                  </a:lnTo>
                  <a:lnTo>
                    <a:pt x="773" y="1481"/>
                  </a:lnTo>
                  <a:lnTo>
                    <a:pt x="773" y="1"/>
                  </a:lnTo>
                  <a:close/>
                </a:path>
              </a:pathLst>
            </a:custGeom>
            <a:solidFill>
              <a:srgbClr val="FFD6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32"/>
            <p:cNvSpPr/>
            <p:nvPr/>
          </p:nvSpPr>
          <p:spPr>
            <a:xfrm>
              <a:off x="3501386" y="2842410"/>
              <a:ext cx="19153" cy="93681"/>
            </a:xfrm>
            <a:custGeom>
              <a:rect b="b" l="l" r="r" t="t"/>
              <a:pathLst>
                <a:path extrusionOk="0" h="1482" w="303">
                  <a:moveTo>
                    <a:pt x="1" y="1"/>
                  </a:moveTo>
                  <a:lnTo>
                    <a:pt x="1" y="1481"/>
                  </a:lnTo>
                  <a:lnTo>
                    <a:pt x="303" y="1481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32"/>
            <p:cNvSpPr/>
            <p:nvPr/>
          </p:nvSpPr>
          <p:spPr>
            <a:xfrm>
              <a:off x="3471614" y="2842410"/>
              <a:ext cx="48863" cy="54805"/>
            </a:xfrm>
            <a:custGeom>
              <a:rect b="b" l="l" r="r" t="t"/>
              <a:pathLst>
                <a:path extrusionOk="0" h="867" w="773">
                  <a:moveTo>
                    <a:pt x="0" y="1"/>
                  </a:moveTo>
                  <a:lnTo>
                    <a:pt x="0" y="843"/>
                  </a:lnTo>
                  <a:lnTo>
                    <a:pt x="1" y="843"/>
                  </a:lnTo>
                  <a:cubicBezTo>
                    <a:pt x="98" y="858"/>
                    <a:pt x="198" y="866"/>
                    <a:pt x="299" y="866"/>
                  </a:cubicBezTo>
                  <a:cubicBezTo>
                    <a:pt x="463" y="866"/>
                    <a:pt x="621" y="845"/>
                    <a:pt x="773" y="807"/>
                  </a:cubicBezTo>
                  <a:lnTo>
                    <a:pt x="773" y="1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32"/>
            <p:cNvSpPr/>
            <p:nvPr/>
          </p:nvSpPr>
          <p:spPr>
            <a:xfrm>
              <a:off x="3435899" y="2805811"/>
              <a:ext cx="123770" cy="75033"/>
            </a:xfrm>
            <a:custGeom>
              <a:rect b="b" l="l" r="r" t="t"/>
              <a:pathLst>
                <a:path extrusionOk="0" h="1187" w="1958">
                  <a:moveTo>
                    <a:pt x="986" y="1"/>
                  </a:moveTo>
                  <a:lnTo>
                    <a:pt x="986" y="4"/>
                  </a:lnTo>
                  <a:cubicBezTo>
                    <a:pt x="821" y="162"/>
                    <a:pt x="412" y="583"/>
                    <a:pt x="0" y="1186"/>
                  </a:cubicBezTo>
                  <a:lnTo>
                    <a:pt x="1958" y="1186"/>
                  </a:lnTo>
                  <a:cubicBezTo>
                    <a:pt x="1752" y="878"/>
                    <a:pt x="1545" y="618"/>
                    <a:pt x="1371" y="415"/>
                  </a:cubicBezTo>
                  <a:cubicBezTo>
                    <a:pt x="1206" y="221"/>
                    <a:pt x="1067" y="81"/>
                    <a:pt x="988" y="4"/>
                  </a:cubicBezTo>
                  <a:lnTo>
                    <a:pt x="988" y="1"/>
                  </a:lnTo>
                  <a:lnTo>
                    <a:pt x="987" y="3"/>
                  </a:lnTo>
                  <a:lnTo>
                    <a:pt x="986" y="1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32"/>
            <p:cNvSpPr/>
            <p:nvPr/>
          </p:nvSpPr>
          <p:spPr>
            <a:xfrm>
              <a:off x="3435520" y="2805179"/>
              <a:ext cx="124529" cy="75665"/>
            </a:xfrm>
            <a:custGeom>
              <a:rect b="b" l="l" r="r" t="t"/>
              <a:pathLst>
                <a:path extrusionOk="0" h="1197" w="1970">
                  <a:moveTo>
                    <a:pt x="992" y="0"/>
                  </a:moveTo>
                  <a:lnTo>
                    <a:pt x="992" y="3"/>
                  </a:lnTo>
                  <a:cubicBezTo>
                    <a:pt x="827" y="163"/>
                    <a:pt x="412" y="587"/>
                    <a:pt x="0" y="1196"/>
                  </a:cubicBezTo>
                  <a:lnTo>
                    <a:pt x="1970" y="1196"/>
                  </a:lnTo>
                  <a:cubicBezTo>
                    <a:pt x="1565" y="589"/>
                    <a:pt x="1157" y="164"/>
                    <a:pt x="994" y="3"/>
                  </a:cubicBezTo>
                  <a:lnTo>
                    <a:pt x="994" y="0"/>
                  </a:lnTo>
                  <a:lnTo>
                    <a:pt x="993" y="2"/>
                  </a:lnTo>
                  <a:lnTo>
                    <a:pt x="992" y="0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32"/>
            <p:cNvSpPr/>
            <p:nvPr/>
          </p:nvSpPr>
          <p:spPr>
            <a:xfrm>
              <a:off x="3408339" y="2729262"/>
              <a:ext cx="179081" cy="151584"/>
            </a:xfrm>
            <a:custGeom>
              <a:rect b="b" l="l" r="r" t="t"/>
              <a:pathLst>
                <a:path extrusionOk="0" h="2398" w="2833">
                  <a:moveTo>
                    <a:pt x="1428" y="0"/>
                  </a:moveTo>
                  <a:cubicBezTo>
                    <a:pt x="1428" y="0"/>
                    <a:pt x="1428" y="1"/>
                    <a:pt x="1428" y="1"/>
                  </a:cubicBezTo>
                  <a:lnTo>
                    <a:pt x="1427" y="1"/>
                  </a:lnTo>
                  <a:cubicBezTo>
                    <a:pt x="1193" y="226"/>
                    <a:pt x="297" y="1158"/>
                    <a:pt x="0" y="2397"/>
                  </a:cubicBezTo>
                  <a:lnTo>
                    <a:pt x="2833" y="2397"/>
                  </a:lnTo>
                  <a:cubicBezTo>
                    <a:pt x="2543" y="1162"/>
                    <a:pt x="1659" y="227"/>
                    <a:pt x="1429" y="1"/>
                  </a:cubicBezTo>
                  <a:cubicBezTo>
                    <a:pt x="1428" y="0"/>
                    <a:pt x="1428" y="0"/>
                    <a:pt x="14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32"/>
            <p:cNvSpPr/>
            <p:nvPr/>
          </p:nvSpPr>
          <p:spPr>
            <a:xfrm>
              <a:off x="3438365" y="2729199"/>
              <a:ext cx="119724" cy="78257"/>
            </a:xfrm>
            <a:custGeom>
              <a:rect b="b" l="l" r="r" t="t"/>
              <a:pathLst>
                <a:path extrusionOk="0" h="1238" w="1894">
                  <a:moveTo>
                    <a:pt x="954" y="1"/>
                  </a:moveTo>
                  <a:cubicBezTo>
                    <a:pt x="954" y="1"/>
                    <a:pt x="954" y="1"/>
                    <a:pt x="954" y="1"/>
                  </a:cubicBezTo>
                  <a:lnTo>
                    <a:pt x="953" y="1"/>
                  </a:lnTo>
                  <a:cubicBezTo>
                    <a:pt x="800" y="148"/>
                    <a:pt x="365" y="599"/>
                    <a:pt x="0" y="1237"/>
                  </a:cubicBezTo>
                  <a:lnTo>
                    <a:pt x="1893" y="1237"/>
                  </a:lnTo>
                  <a:cubicBezTo>
                    <a:pt x="1534" y="601"/>
                    <a:pt x="1105" y="148"/>
                    <a:pt x="956" y="1"/>
                  </a:cubicBezTo>
                  <a:cubicBezTo>
                    <a:pt x="955" y="1"/>
                    <a:pt x="955" y="1"/>
                    <a:pt x="954" y="1"/>
                  </a:cubicBez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32"/>
            <p:cNvSpPr/>
            <p:nvPr/>
          </p:nvSpPr>
          <p:spPr>
            <a:xfrm>
              <a:off x="3498542" y="2729325"/>
              <a:ext cx="88940" cy="151520"/>
            </a:xfrm>
            <a:custGeom>
              <a:rect b="b" l="l" r="r" t="t"/>
              <a:pathLst>
                <a:path extrusionOk="0" h="2397" w="1407">
                  <a:moveTo>
                    <a:pt x="1" y="0"/>
                  </a:moveTo>
                  <a:cubicBezTo>
                    <a:pt x="1" y="0"/>
                    <a:pt x="180" y="656"/>
                    <a:pt x="381" y="1615"/>
                  </a:cubicBezTo>
                  <a:cubicBezTo>
                    <a:pt x="431" y="1858"/>
                    <a:pt x="485" y="2120"/>
                    <a:pt x="536" y="2396"/>
                  </a:cubicBezTo>
                  <a:lnTo>
                    <a:pt x="1407" y="2396"/>
                  </a:lnTo>
                  <a:cubicBezTo>
                    <a:pt x="1117" y="1161"/>
                    <a:pt x="234" y="226"/>
                    <a:pt x="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32"/>
            <p:cNvSpPr/>
            <p:nvPr/>
          </p:nvSpPr>
          <p:spPr>
            <a:xfrm>
              <a:off x="3447783" y="2732992"/>
              <a:ext cx="100065" cy="60747"/>
            </a:xfrm>
            <a:custGeom>
              <a:rect b="b" l="l" r="r" t="t"/>
              <a:pathLst>
                <a:path extrusionOk="0" h="961" w="1583">
                  <a:moveTo>
                    <a:pt x="797" y="0"/>
                  </a:moveTo>
                  <a:lnTo>
                    <a:pt x="797" y="3"/>
                  </a:lnTo>
                  <a:cubicBezTo>
                    <a:pt x="664" y="132"/>
                    <a:pt x="332" y="472"/>
                    <a:pt x="1" y="959"/>
                  </a:cubicBezTo>
                  <a:lnTo>
                    <a:pt x="1582" y="959"/>
                  </a:lnTo>
                  <a:cubicBezTo>
                    <a:pt x="1416" y="710"/>
                    <a:pt x="1250" y="500"/>
                    <a:pt x="1110" y="337"/>
                  </a:cubicBezTo>
                  <a:cubicBezTo>
                    <a:pt x="974" y="180"/>
                    <a:pt x="864" y="67"/>
                    <a:pt x="799" y="3"/>
                  </a:cubicBezTo>
                  <a:lnTo>
                    <a:pt x="799" y="0"/>
                  </a:lnTo>
                  <a:lnTo>
                    <a:pt x="798" y="2"/>
                  </a:lnTo>
                  <a:lnTo>
                    <a:pt x="797" y="0"/>
                  </a:lnTo>
                  <a:close/>
                  <a:moveTo>
                    <a:pt x="1582" y="959"/>
                  </a:moveTo>
                  <a:lnTo>
                    <a:pt x="1582" y="959"/>
                  </a:lnTo>
                  <a:cubicBezTo>
                    <a:pt x="1582" y="960"/>
                    <a:pt x="1582" y="960"/>
                    <a:pt x="1582" y="960"/>
                  </a:cubicBezTo>
                  <a:lnTo>
                    <a:pt x="1582" y="959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32"/>
            <p:cNvSpPr/>
            <p:nvPr/>
          </p:nvSpPr>
          <p:spPr>
            <a:xfrm>
              <a:off x="3447404" y="2732486"/>
              <a:ext cx="100761" cy="61253"/>
            </a:xfrm>
            <a:custGeom>
              <a:rect b="b" l="l" r="r" t="t"/>
              <a:pathLst>
                <a:path extrusionOk="0" h="969" w="1594">
                  <a:moveTo>
                    <a:pt x="803" y="0"/>
                  </a:moveTo>
                  <a:lnTo>
                    <a:pt x="803" y="3"/>
                  </a:lnTo>
                  <a:cubicBezTo>
                    <a:pt x="670" y="132"/>
                    <a:pt x="334" y="475"/>
                    <a:pt x="0" y="968"/>
                  </a:cubicBezTo>
                  <a:lnTo>
                    <a:pt x="1593" y="968"/>
                  </a:lnTo>
                  <a:cubicBezTo>
                    <a:pt x="1266" y="477"/>
                    <a:pt x="937" y="132"/>
                    <a:pt x="805" y="3"/>
                  </a:cubicBezTo>
                  <a:lnTo>
                    <a:pt x="805" y="0"/>
                  </a:lnTo>
                  <a:lnTo>
                    <a:pt x="804" y="2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32"/>
            <p:cNvSpPr/>
            <p:nvPr/>
          </p:nvSpPr>
          <p:spPr>
            <a:xfrm>
              <a:off x="3425469" y="2671108"/>
              <a:ext cx="144883" cy="122632"/>
            </a:xfrm>
            <a:custGeom>
              <a:rect b="b" l="l" r="r" t="t"/>
              <a:pathLst>
                <a:path extrusionOk="0" h="1940" w="2292">
                  <a:moveTo>
                    <a:pt x="1156" y="0"/>
                  </a:moveTo>
                  <a:cubicBezTo>
                    <a:pt x="1156" y="0"/>
                    <a:pt x="1156" y="1"/>
                    <a:pt x="1156" y="1"/>
                  </a:cubicBezTo>
                  <a:lnTo>
                    <a:pt x="1154" y="1"/>
                  </a:lnTo>
                  <a:cubicBezTo>
                    <a:pt x="966" y="182"/>
                    <a:pt x="241" y="938"/>
                    <a:pt x="1" y="1939"/>
                  </a:cubicBezTo>
                  <a:lnTo>
                    <a:pt x="2291" y="1939"/>
                  </a:lnTo>
                  <a:cubicBezTo>
                    <a:pt x="2057" y="940"/>
                    <a:pt x="1342" y="183"/>
                    <a:pt x="1157" y="1"/>
                  </a:cubicBezTo>
                  <a:cubicBezTo>
                    <a:pt x="1156" y="1"/>
                    <a:pt x="1156" y="0"/>
                    <a:pt x="11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32"/>
            <p:cNvSpPr/>
            <p:nvPr/>
          </p:nvSpPr>
          <p:spPr>
            <a:xfrm>
              <a:off x="3449679" y="2671108"/>
              <a:ext cx="96842" cy="63213"/>
            </a:xfrm>
            <a:custGeom>
              <a:rect b="b" l="l" r="r" t="t"/>
              <a:pathLst>
                <a:path extrusionOk="0" h="1000" w="1532">
                  <a:moveTo>
                    <a:pt x="773" y="0"/>
                  </a:moveTo>
                  <a:cubicBezTo>
                    <a:pt x="773" y="0"/>
                    <a:pt x="773" y="1"/>
                    <a:pt x="773" y="1"/>
                  </a:cubicBezTo>
                  <a:lnTo>
                    <a:pt x="772" y="1"/>
                  </a:lnTo>
                  <a:cubicBezTo>
                    <a:pt x="649" y="120"/>
                    <a:pt x="297" y="483"/>
                    <a:pt x="0" y="1000"/>
                  </a:cubicBezTo>
                  <a:lnTo>
                    <a:pt x="1532" y="1000"/>
                  </a:lnTo>
                  <a:cubicBezTo>
                    <a:pt x="1240" y="484"/>
                    <a:pt x="895" y="120"/>
                    <a:pt x="774" y="1"/>
                  </a:cubicBezTo>
                  <a:cubicBezTo>
                    <a:pt x="773" y="1"/>
                    <a:pt x="773" y="0"/>
                    <a:pt x="773" y="0"/>
                  </a:cubicBez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32"/>
            <p:cNvSpPr/>
            <p:nvPr/>
          </p:nvSpPr>
          <p:spPr>
            <a:xfrm>
              <a:off x="3498289" y="2671171"/>
              <a:ext cx="71999" cy="122569"/>
            </a:xfrm>
            <a:custGeom>
              <a:rect b="b" l="l" r="r" t="t"/>
              <a:pathLst>
                <a:path extrusionOk="0" h="1939" w="1139">
                  <a:moveTo>
                    <a:pt x="1" y="0"/>
                  </a:moveTo>
                  <a:cubicBezTo>
                    <a:pt x="1" y="0"/>
                    <a:pt x="145" y="531"/>
                    <a:pt x="309" y="1307"/>
                  </a:cubicBezTo>
                  <a:cubicBezTo>
                    <a:pt x="352" y="1501"/>
                    <a:pt x="394" y="1715"/>
                    <a:pt x="434" y="1938"/>
                  </a:cubicBezTo>
                  <a:lnTo>
                    <a:pt x="1138" y="1938"/>
                  </a:lnTo>
                  <a:cubicBezTo>
                    <a:pt x="904" y="939"/>
                    <a:pt x="189" y="182"/>
                    <a:pt x="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32"/>
            <p:cNvSpPr/>
            <p:nvPr/>
          </p:nvSpPr>
          <p:spPr>
            <a:xfrm>
              <a:off x="3455874" y="2669654"/>
              <a:ext cx="83820" cy="50760"/>
            </a:xfrm>
            <a:custGeom>
              <a:rect b="b" l="l" r="r" t="t"/>
              <a:pathLst>
                <a:path extrusionOk="0" h="803" w="1326">
                  <a:moveTo>
                    <a:pt x="667" y="1"/>
                  </a:moveTo>
                  <a:lnTo>
                    <a:pt x="667" y="3"/>
                  </a:lnTo>
                  <a:cubicBezTo>
                    <a:pt x="556" y="110"/>
                    <a:pt x="278" y="395"/>
                    <a:pt x="0" y="803"/>
                  </a:cubicBezTo>
                  <a:lnTo>
                    <a:pt x="1325" y="803"/>
                  </a:lnTo>
                  <a:cubicBezTo>
                    <a:pt x="1186" y="594"/>
                    <a:pt x="1047" y="418"/>
                    <a:pt x="929" y="281"/>
                  </a:cubicBezTo>
                  <a:cubicBezTo>
                    <a:pt x="817" y="149"/>
                    <a:pt x="723" y="55"/>
                    <a:pt x="670" y="3"/>
                  </a:cubicBezTo>
                  <a:lnTo>
                    <a:pt x="670" y="1"/>
                  </a:lnTo>
                  <a:lnTo>
                    <a:pt x="669" y="3"/>
                  </a:lnTo>
                  <a:lnTo>
                    <a:pt x="667" y="1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32"/>
            <p:cNvSpPr/>
            <p:nvPr/>
          </p:nvSpPr>
          <p:spPr>
            <a:xfrm>
              <a:off x="3455621" y="2669275"/>
              <a:ext cx="84325" cy="51139"/>
            </a:xfrm>
            <a:custGeom>
              <a:rect b="b" l="l" r="r" t="t"/>
              <a:pathLst>
                <a:path extrusionOk="0" h="809" w="1334">
                  <a:moveTo>
                    <a:pt x="671" y="1"/>
                  </a:moveTo>
                  <a:lnTo>
                    <a:pt x="671" y="2"/>
                  </a:lnTo>
                  <a:cubicBezTo>
                    <a:pt x="559" y="109"/>
                    <a:pt x="280" y="397"/>
                    <a:pt x="0" y="809"/>
                  </a:cubicBezTo>
                  <a:lnTo>
                    <a:pt x="1334" y="809"/>
                  </a:lnTo>
                  <a:cubicBezTo>
                    <a:pt x="1059" y="397"/>
                    <a:pt x="783" y="110"/>
                    <a:pt x="674" y="2"/>
                  </a:cubicBezTo>
                  <a:lnTo>
                    <a:pt x="674" y="1"/>
                  </a:lnTo>
                  <a:lnTo>
                    <a:pt x="673" y="2"/>
                  </a:lnTo>
                  <a:lnTo>
                    <a:pt x="671" y="1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32"/>
            <p:cNvSpPr/>
            <p:nvPr/>
          </p:nvSpPr>
          <p:spPr>
            <a:xfrm>
              <a:off x="3437227" y="2617884"/>
              <a:ext cx="121242" cy="102531"/>
            </a:xfrm>
            <a:custGeom>
              <a:rect b="b" l="l" r="r" t="t"/>
              <a:pathLst>
                <a:path extrusionOk="0" h="1622" w="1918">
                  <a:moveTo>
                    <a:pt x="967" y="1"/>
                  </a:moveTo>
                  <a:cubicBezTo>
                    <a:pt x="967" y="1"/>
                    <a:pt x="967" y="1"/>
                    <a:pt x="967" y="1"/>
                  </a:cubicBezTo>
                  <a:lnTo>
                    <a:pt x="966" y="1"/>
                  </a:lnTo>
                  <a:cubicBezTo>
                    <a:pt x="808" y="154"/>
                    <a:pt x="202" y="784"/>
                    <a:pt x="1" y="1622"/>
                  </a:cubicBezTo>
                  <a:lnTo>
                    <a:pt x="1917" y="1622"/>
                  </a:lnTo>
                  <a:cubicBezTo>
                    <a:pt x="1722" y="786"/>
                    <a:pt x="1124" y="154"/>
                    <a:pt x="968" y="1"/>
                  </a:cubicBezTo>
                  <a:cubicBezTo>
                    <a:pt x="967" y="1"/>
                    <a:pt x="967" y="1"/>
                    <a:pt x="9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32"/>
            <p:cNvSpPr/>
            <p:nvPr/>
          </p:nvSpPr>
          <p:spPr>
            <a:xfrm>
              <a:off x="3498226" y="2617947"/>
              <a:ext cx="60242" cy="102467"/>
            </a:xfrm>
            <a:custGeom>
              <a:rect b="b" l="l" r="r" t="t"/>
              <a:pathLst>
                <a:path extrusionOk="0" h="1621" w="953">
                  <a:moveTo>
                    <a:pt x="1" y="0"/>
                  </a:moveTo>
                  <a:cubicBezTo>
                    <a:pt x="1" y="0"/>
                    <a:pt x="122" y="444"/>
                    <a:pt x="258" y="1094"/>
                  </a:cubicBezTo>
                  <a:cubicBezTo>
                    <a:pt x="293" y="1257"/>
                    <a:pt x="329" y="1436"/>
                    <a:pt x="364" y="1621"/>
                  </a:cubicBezTo>
                  <a:lnTo>
                    <a:pt x="952" y="1621"/>
                  </a:lnTo>
                  <a:cubicBezTo>
                    <a:pt x="757" y="785"/>
                    <a:pt x="159" y="153"/>
                    <a:pt x="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32"/>
            <p:cNvSpPr/>
            <p:nvPr/>
          </p:nvSpPr>
          <p:spPr>
            <a:xfrm>
              <a:off x="4482361" y="2630020"/>
              <a:ext cx="42605" cy="81607"/>
            </a:xfrm>
            <a:custGeom>
              <a:rect b="b" l="l" r="r" t="t"/>
              <a:pathLst>
                <a:path extrusionOk="0" h="1291" w="674">
                  <a:moveTo>
                    <a:pt x="0" y="1"/>
                  </a:moveTo>
                  <a:lnTo>
                    <a:pt x="0" y="1291"/>
                  </a:lnTo>
                  <a:lnTo>
                    <a:pt x="674" y="1291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32"/>
            <p:cNvSpPr/>
            <p:nvPr/>
          </p:nvSpPr>
          <p:spPr>
            <a:xfrm>
              <a:off x="4508278" y="2630020"/>
              <a:ext cx="16688" cy="81607"/>
            </a:xfrm>
            <a:custGeom>
              <a:rect b="b" l="l" r="r" t="t"/>
              <a:pathLst>
                <a:path extrusionOk="0" h="1291" w="264">
                  <a:moveTo>
                    <a:pt x="1" y="1"/>
                  </a:moveTo>
                  <a:lnTo>
                    <a:pt x="1" y="1291"/>
                  </a:lnTo>
                  <a:lnTo>
                    <a:pt x="264" y="1291"/>
                  </a:lnTo>
                  <a:lnTo>
                    <a:pt x="264" y="1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32"/>
            <p:cNvSpPr/>
            <p:nvPr/>
          </p:nvSpPr>
          <p:spPr>
            <a:xfrm>
              <a:off x="4482361" y="2630020"/>
              <a:ext cx="42605" cy="47662"/>
            </a:xfrm>
            <a:custGeom>
              <a:rect b="b" l="l" r="r" t="t"/>
              <a:pathLst>
                <a:path extrusionOk="0" h="754" w="674">
                  <a:moveTo>
                    <a:pt x="0" y="1"/>
                  </a:moveTo>
                  <a:lnTo>
                    <a:pt x="0" y="733"/>
                  </a:lnTo>
                  <a:cubicBezTo>
                    <a:pt x="85" y="745"/>
                    <a:pt x="172" y="754"/>
                    <a:pt x="260" y="754"/>
                  </a:cubicBezTo>
                  <a:cubicBezTo>
                    <a:pt x="403" y="754"/>
                    <a:pt x="541" y="735"/>
                    <a:pt x="674" y="702"/>
                  </a:cubicBezTo>
                  <a:lnTo>
                    <a:pt x="674" y="1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32"/>
            <p:cNvSpPr/>
            <p:nvPr/>
          </p:nvSpPr>
          <p:spPr>
            <a:xfrm>
              <a:off x="4451325" y="2598099"/>
              <a:ext cx="107841" cy="65362"/>
            </a:xfrm>
            <a:custGeom>
              <a:rect b="b" l="l" r="r" t="t"/>
              <a:pathLst>
                <a:path extrusionOk="0" h="1034" w="1706">
                  <a:moveTo>
                    <a:pt x="859" y="0"/>
                  </a:moveTo>
                  <a:lnTo>
                    <a:pt x="859" y="2"/>
                  </a:lnTo>
                  <a:cubicBezTo>
                    <a:pt x="716" y="140"/>
                    <a:pt x="358" y="508"/>
                    <a:pt x="0" y="1034"/>
                  </a:cubicBezTo>
                  <a:lnTo>
                    <a:pt x="1706" y="1034"/>
                  </a:lnTo>
                  <a:cubicBezTo>
                    <a:pt x="1527" y="764"/>
                    <a:pt x="1346" y="537"/>
                    <a:pt x="1195" y="361"/>
                  </a:cubicBezTo>
                  <a:cubicBezTo>
                    <a:pt x="1049" y="191"/>
                    <a:pt x="930" y="71"/>
                    <a:pt x="862" y="2"/>
                  </a:cubicBezTo>
                  <a:lnTo>
                    <a:pt x="862" y="0"/>
                  </a:lnTo>
                  <a:lnTo>
                    <a:pt x="860" y="1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32"/>
            <p:cNvSpPr/>
            <p:nvPr/>
          </p:nvSpPr>
          <p:spPr>
            <a:xfrm>
              <a:off x="4450945" y="2597467"/>
              <a:ext cx="108662" cy="65994"/>
            </a:xfrm>
            <a:custGeom>
              <a:rect b="b" l="l" r="r" t="t"/>
              <a:pathLst>
                <a:path extrusionOk="0" h="1044" w="1719">
                  <a:moveTo>
                    <a:pt x="865" y="1"/>
                  </a:moveTo>
                  <a:lnTo>
                    <a:pt x="865" y="4"/>
                  </a:lnTo>
                  <a:cubicBezTo>
                    <a:pt x="720" y="143"/>
                    <a:pt x="359" y="512"/>
                    <a:pt x="0" y="1044"/>
                  </a:cubicBezTo>
                  <a:lnTo>
                    <a:pt x="1718" y="1044"/>
                  </a:lnTo>
                  <a:cubicBezTo>
                    <a:pt x="1365" y="514"/>
                    <a:pt x="1009" y="143"/>
                    <a:pt x="868" y="4"/>
                  </a:cubicBezTo>
                  <a:lnTo>
                    <a:pt x="868" y="1"/>
                  </a:lnTo>
                  <a:lnTo>
                    <a:pt x="866" y="2"/>
                  </a:lnTo>
                  <a:lnTo>
                    <a:pt x="865" y="1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32"/>
            <p:cNvSpPr/>
            <p:nvPr/>
          </p:nvSpPr>
          <p:spPr>
            <a:xfrm>
              <a:off x="4427241" y="2531348"/>
              <a:ext cx="156072" cy="132114"/>
            </a:xfrm>
            <a:custGeom>
              <a:rect b="b" l="l" r="r" t="t"/>
              <a:pathLst>
                <a:path extrusionOk="0" h="2090" w="2469">
                  <a:moveTo>
                    <a:pt x="1245" y="0"/>
                  </a:moveTo>
                  <a:cubicBezTo>
                    <a:pt x="1245" y="0"/>
                    <a:pt x="1245" y="1"/>
                    <a:pt x="1245" y="1"/>
                  </a:cubicBezTo>
                  <a:lnTo>
                    <a:pt x="1244" y="1"/>
                  </a:lnTo>
                  <a:cubicBezTo>
                    <a:pt x="1040" y="197"/>
                    <a:pt x="259" y="1008"/>
                    <a:pt x="1" y="2090"/>
                  </a:cubicBezTo>
                  <a:lnTo>
                    <a:pt x="2469" y="2090"/>
                  </a:lnTo>
                  <a:cubicBezTo>
                    <a:pt x="2217" y="1012"/>
                    <a:pt x="1447" y="198"/>
                    <a:pt x="1246" y="1"/>
                  </a:cubicBezTo>
                  <a:cubicBezTo>
                    <a:pt x="1246" y="1"/>
                    <a:pt x="1245" y="0"/>
                    <a:pt x="12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32"/>
            <p:cNvSpPr/>
            <p:nvPr/>
          </p:nvSpPr>
          <p:spPr>
            <a:xfrm>
              <a:off x="4453411" y="2531348"/>
              <a:ext cx="104301" cy="68143"/>
            </a:xfrm>
            <a:custGeom>
              <a:rect b="b" l="l" r="r" t="t"/>
              <a:pathLst>
                <a:path extrusionOk="0" h="1078" w="1650">
                  <a:moveTo>
                    <a:pt x="831" y="0"/>
                  </a:moveTo>
                  <a:cubicBezTo>
                    <a:pt x="831" y="0"/>
                    <a:pt x="831" y="1"/>
                    <a:pt x="831" y="1"/>
                  </a:cubicBezTo>
                  <a:lnTo>
                    <a:pt x="830" y="1"/>
                  </a:lnTo>
                  <a:cubicBezTo>
                    <a:pt x="697" y="129"/>
                    <a:pt x="318" y="521"/>
                    <a:pt x="0" y="1078"/>
                  </a:cubicBezTo>
                  <a:lnTo>
                    <a:pt x="1649" y="1078"/>
                  </a:lnTo>
                  <a:cubicBezTo>
                    <a:pt x="1336" y="521"/>
                    <a:pt x="963" y="130"/>
                    <a:pt x="832" y="1"/>
                  </a:cubicBezTo>
                  <a:cubicBezTo>
                    <a:pt x="832" y="1"/>
                    <a:pt x="831" y="0"/>
                    <a:pt x="831" y="0"/>
                  </a:cubicBez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32"/>
            <p:cNvSpPr/>
            <p:nvPr/>
          </p:nvSpPr>
          <p:spPr>
            <a:xfrm>
              <a:off x="4505813" y="2531411"/>
              <a:ext cx="77499" cy="132051"/>
            </a:xfrm>
            <a:custGeom>
              <a:rect b="b" l="l" r="r" t="t"/>
              <a:pathLst>
                <a:path extrusionOk="0" h="2089" w="1226">
                  <a:moveTo>
                    <a:pt x="1" y="0"/>
                  </a:moveTo>
                  <a:cubicBezTo>
                    <a:pt x="1" y="0"/>
                    <a:pt x="156" y="571"/>
                    <a:pt x="333" y="1408"/>
                  </a:cubicBezTo>
                  <a:cubicBezTo>
                    <a:pt x="378" y="1619"/>
                    <a:pt x="422" y="1848"/>
                    <a:pt x="467" y="2089"/>
                  </a:cubicBezTo>
                  <a:lnTo>
                    <a:pt x="1226" y="2089"/>
                  </a:lnTo>
                  <a:cubicBezTo>
                    <a:pt x="974" y="1011"/>
                    <a:pt x="204" y="197"/>
                    <a:pt x="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32"/>
            <p:cNvSpPr/>
            <p:nvPr/>
          </p:nvSpPr>
          <p:spPr>
            <a:xfrm>
              <a:off x="4461628" y="2534572"/>
              <a:ext cx="87296" cy="52909"/>
            </a:xfrm>
            <a:custGeom>
              <a:rect b="b" l="l" r="r" t="t"/>
              <a:pathLst>
                <a:path extrusionOk="0" h="837" w="1381">
                  <a:moveTo>
                    <a:pt x="695" y="0"/>
                  </a:moveTo>
                  <a:lnTo>
                    <a:pt x="695" y="2"/>
                  </a:lnTo>
                  <a:cubicBezTo>
                    <a:pt x="578" y="115"/>
                    <a:pt x="289" y="412"/>
                    <a:pt x="0" y="836"/>
                  </a:cubicBezTo>
                  <a:lnTo>
                    <a:pt x="1380" y="836"/>
                  </a:lnTo>
                  <a:cubicBezTo>
                    <a:pt x="1236" y="618"/>
                    <a:pt x="1090" y="434"/>
                    <a:pt x="967" y="292"/>
                  </a:cubicBezTo>
                  <a:cubicBezTo>
                    <a:pt x="849" y="156"/>
                    <a:pt x="752" y="58"/>
                    <a:pt x="697" y="2"/>
                  </a:cubicBezTo>
                  <a:lnTo>
                    <a:pt x="697" y="0"/>
                  </a:lnTo>
                  <a:lnTo>
                    <a:pt x="696" y="2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32"/>
            <p:cNvSpPr/>
            <p:nvPr/>
          </p:nvSpPr>
          <p:spPr>
            <a:xfrm>
              <a:off x="4461249" y="2534192"/>
              <a:ext cx="87929" cy="53288"/>
            </a:xfrm>
            <a:custGeom>
              <a:rect b="b" l="l" r="r" t="t"/>
              <a:pathLst>
                <a:path extrusionOk="0" h="843" w="1391">
                  <a:moveTo>
                    <a:pt x="700" y="0"/>
                  </a:moveTo>
                  <a:lnTo>
                    <a:pt x="700" y="1"/>
                  </a:lnTo>
                  <a:cubicBezTo>
                    <a:pt x="583" y="114"/>
                    <a:pt x="291" y="414"/>
                    <a:pt x="1" y="842"/>
                  </a:cubicBezTo>
                  <a:lnTo>
                    <a:pt x="1390" y="842"/>
                  </a:lnTo>
                  <a:cubicBezTo>
                    <a:pt x="1105" y="414"/>
                    <a:pt x="817" y="115"/>
                    <a:pt x="702" y="1"/>
                  </a:cubicBezTo>
                  <a:lnTo>
                    <a:pt x="702" y="0"/>
                  </a:lnTo>
                  <a:lnTo>
                    <a:pt x="701" y="1"/>
                  </a:lnTo>
                  <a:lnTo>
                    <a:pt x="700" y="0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32"/>
            <p:cNvSpPr/>
            <p:nvPr/>
          </p:nvSpPr>
          <p:spPr>
            <a:xfrm>
              <a:off x="4442222" y="2480526"/>
              <a:ext cx="126235" cy="106956"/>
            </a:xfrm>
            <a:custGeom>
              <a:rect b="b" l="l" r="r" t="t"/>
              <a:pathLst>
                <a:path extrusionOk="0" h="1692" w="1997">
                  <a:moveTo>
                    <a:pt x="1007" y="1"/>
                  </a:moveTo>
                  <a:cubicBezTo>
                    <a:pt x="1007" y="1"/>
                    <a:pt x="1007" y="1"/>
                    <a:pt x="1007" y="1"/>
                  </a:cubicBezTo>
                  <a:lnTo>
                    <a:pt x="1006" y="1"/>
                  </a:lnTo>
                  <a:cubicBezTo>
                    <a:pt x="842" y="160"/>
                    <a:pt x="210" y="817"/>
                    <a:pt x="0" y="1691"/>
                  </a:cubicBezTo>
                  <a:lnTo>
                    <a:pt x="1996" y="1691"/>
                  </a:lnTo>
                  <a:cubicBezTo>
                    <a:pt x="1794" y="820"/>
                    <a:pt x="1171" y="162"/>
                    <a:pt x="1008" y="1"/>
                  </a:cubicBezTo>
                  <a:cubicBezTo>
                    <a:pt x="1008" y="1"/>
                    <a:pt x="1007" y="1"/>
                    <a:pt x="10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32"/>
            <p:cNvSpPr/>
            <p:nvPr/>
          </p:nvSpPr>
          <p:spPr>
            <a:xfrm>
              <a:off x="4463272" y="2480526"/>
              <a:ext cx="84452" cy="55185"/>
            </a:xfrm>
            <a:custGeom>
              <a:rect b="b" l="l" r="r" t="t"/>
              <a:pathLst>
                <a:path extrusionOk="0" h="873" w="1336">
                  <a:moveTo>
                    <a:pt x="674" y="1"/>
                  </a:moveTo>
                  <a:cubicBezTo>
                    <a:pt x="674" y="1"/>
                    <a:pt x="674" y="1"/>
                    <a:pt x="674" y="1"/>
                  </a:cubicBezTo>
                  <a:lnTo>
                    <a:pt x="672" y="1"/>
                  </a:lnTo>
                  <a:cubicBezTo>
                    <a:pt x="565" y="105"/>
                    <a:pt x="259" y="423"/>
                    <a:pt x="1" y="873"/>
                  </a:cubicBezTo>
                  <a:lnTo>
                    <a:pt x="1336" y="873"/>
                  </a:lnTo>
                  <a:cubicBezTo>
                    <a:pt x="1083" y="424"/>
                    <a:pt x="781" y="105"/>
                    <a:pt x="675" y="1"/>
                  </a:cubicBezTo>
                  <a:cubicBezTo>
                    <a:pt x="675" y="1"/>
                    <a:pt x="674" y="1"/>
                    <a:pt x="674" y="1"/>
                  </a:cubicBez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32"/>
            <p:cNvSpPr/>
            <p:nvPr/>
          </p:nvSpPr>
          <p:spPr>
            <a:xfrm>
              <a:off x="4505750" y="2480526"/>
              <a:ext cx="62707" cy="106956"/>
            </a:xfrm>
            <a:custGeom>
              <a:rect b="b" l="l" r="r" t="t"/>
              <a:pathLst>
                <a:path extrusionOk="0" h="1692" w="992">
                  <a:moveTo>
                    <a:pt x="1" y="1"/>
                  </a:moveTo>
                  <a:cubicBezTo>
                    <a:pt x="1" y="1"/>
                    <a:pt x="127" y="464"/>
                    <a:pt x="269" y="1141"/>
                  </a:cubicBezTo>
                  <a:cubicBezTo>
                    <a:pt x="305" y="1313"/>
                    <a:pt x="342" y="1498"/>
                    <a:pt x="377" y="1691"/>
                  </a:cubicBezTo>
                  <a:lnTo>
                    <a:pt x="991" y="1691"/>
                  </a:lnTo>
                  <a:cubicBezTo>
                    <a:pt x="789" y="820"/>
                    <a:pt x="166" y="162"/>
                    <a:pt x="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32"/>
            <p:cNvSpPr/>
            <p:nvPr/>
          </p:nvSpPr>
          <p:spPr>
            <a:xfrm>
              <a:off x="4468708" y="2479451"/>
              <a:ext cx="73074" cy="44312"/>
            </a:xfrm>
            <a:custGeom>
              <a:rect b="b" l="l" r="r" t="t"/>
              <a:pathLst>
                <a:path extrusionOk="0" h="701" w="1156">
                  <a:moveTo>
                    <a:pt x="582" y="1"/>
                  </a:moveTo>
                  <a:lnTo>
                    <a:pt x="582" y="2"/>
                  </a:lnTo>
                  <a:cubicBezTo>
                    <a:pt x="483" y="95"/>
                    <a:pt x="242" y="343"/>
                    <a:pt x="1" y="700"/>
                  </a:cubicBezTo>
                  <a:lnTo>
                    <a:pt x="1156" y="700"/>
                  </a:lnTo>
                  <a:lnTo>
                    <a:pt x="1156" y="699"/>
                  </a:lnTo>
                  <a:cubicBezTo>
                    <a:pt x="1034" y="517"/>
                    <a:pt x="912" y="364"/>
                    <a:pt x="810" y="245"/>
                  </a:cubicBezTo>
                  <a:cubicBezTo>
                    <a:pt x="712" y="130"/>
                    <a:pt x="631" y="48"/>
                    <a:pt x="584" y="2"/>
                  </a:cubicBezTo>
                  <a:lnTo>
                    <a:pt x="584" y="1"/>
                  </a:lnTo>
                  <a:lnTo>
                    <a:pt x="583" y="2"/>
                  </a:lnTo>
                  <a:lnTo>
                    <a:pt x="582" y="1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32"/>
            <p:cNvSpPr/>
            <p:nvPr/>
          </p:nvSpPr>
          <p:spPr>
            <a:xfrm>
              <a:off x="4468455" y="2479072"/>
              <a:ext cx="73579" cy="44628"/>
            </a:xfrm>
            <a:custGeom>
              <a:rect b="b" l="l" r="r" t="t"/>
              <a:pathLst>
                <a:path extrusionOk="0" h="706" w="1164">
                  <a:moveTo>
                    <a:pt x="586" y="0"/>
                  </a:moveTo>
                  <a:lnTo>
                    <a:pt x="586" y="1"/>
                  </a:lnTo>
                  <a:cubicBezTo>
                    <a:pt x="487" y="96"/>
                    <a:pt x="244" y="345"/>
                    <a:pt x="0" y="705"/>
                  </a:cubicBezTo>
                  <a:lnTo>
                    <a:pt x="1164" y="705"/>
                  </a:lnTo>
                  <a:cubicBezTo>
                    <a:pt x="924" y="347"/>
                    <a:pt x="684" y="96"/>
                    <a:pt x="588" y="1"/>
                  </a:cubicBezTo>
                  <a:lnTo>
                    <a:pt x="588" y="0"/>
                  </a:lnTo>
                  <a:lnTo>
                    <a:pt x="587" y="1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32"/>
            <p:cNvSpPr/>
            <p:nvPr/>
          </p:nvSpPr>
          <p:spPr>
            <a:xfrm>
              <a:off x="4452463" y="2434192"/>
              <a:ext cx="105628" cy="89509"/>
            </a:xfrm>
            <a:custGeom>
              <a:rect b="b" l="l" r="r" t="t"/>
              <a:pathLst>
                <a:path extrusionOk="0" h="1416" w="1671">
                  <a:moveTo>
                    <a:pt x="842" y="1"/>
                  </a:moveTo>
                  <a:cubicBezTo>
                    <a:pt x="842" y="1"/>
                    <a:pt x="842" y="1"/>
                    <a:pt x="842" y="1"/>
                  </a:cubicBezTo>
                  <a:lnTo>
                    <a:pt x="841" y="1"/>
                  </a:lnTo>
                  <a:cubicBezTo>
                    <a:pt x="704" y="134"/>
                    <a:pt x="175" y="683"/>
                    <a:pt x="1" y="1415"/>
                  </a:cubicBezTo>
                  <a:lnTo>
                    <a:pt x="1671" y="1415"/>
                  </a:lnTo>
                  <a:cubicBezTo>
                    <a:pt x="1501" y="686"/>
                    <a:pt x="979" y="136"/>
                    <a:pt x="843" y="1"/>
                  </a:cubicBezTo>
                  <a:cubicBezTo>
                    <a:pt x="842" y="1"/>
                    <a:pt x="842" y="1"/>
                    <a:pt x="8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32"/>
            <p:cNvSpPr/>
            <p:nvPr/>
          </p:nvSpPr>
          <p:spPr>
            <a:xfrm>
              <a:off x="4505560" y="2434255"/>
              <a:ext cx="52530" cy="89446"/>
            </a:xfrm>
            <a:custGeom>
              <a:rect b="b" l="l" r="r" t="t"/>
              <a:pathLst>
                <a:path extrusionOk="0" h="1415" w="831">
                  <a:moveTo>
                    <a:pt x="1" y="0"/>
                  </a:moveTo>
                  <a:cubicBezTo>
                    <a:pt x="1" y="0"/>
                    <a:pt x="107" y="388"/>
                    <a:pt x="226" y="954"/>
                  </a:cubicBezTo>
                  <a:cubicBezTo>
                    <a:pt x="257" y="1097"/>
                    <a:pt x="287" y="1252"/>
                    <a:pt x="318" y="1414"/>
                  </a:cubicBezTo>
                  <a:lnTo>
                    <a:pt x="831" y="1414"/>
                  </a:lnTo>
                  <a:cubicBezTo>
                    <a:pt x="661" y="685"/>
                    <a:pt x="139" y="135"/>
                    <a:pt x="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32"/>
            <p:cNvSpPr/>
            <p:nvPr/>
          </p:nvSpPr>
          <p:spPr>
            <a:xfrm>
              <a:off x="4671679" y="2359982"/>
              <a:ext cx="115489" cy="20481"/>
            </a:xfrm>
            <a:custGeom>
              <a:rect b="b" l="l" r="r" t="t"/>
              <a:pathLst>
                <a:path extrusionOk="0" h="324" w="1827">
                  <a:moveTo>
                    <a:pt x="913" y="1"/>
                  </a:moveTo>
                  <a:cubicBezTo>
                    <a:pt x="410" y="1"/>
                    <a:pt x="0" y="72"/>
                    <a:pt x="0" y="161"/>
                  </a:cubicBezTo>
                  <a:cubicBezTo>
                    <a:pt x="0" y="251"/>
                    <a:pt x="408" y="323"/>
                    <a:pt x="913" y="323"/>
                  </a:cubicBezTo>
                  <a:cubicBezTo>
                    <a:pt x="917" y="323"/>
                    <a:pt x="920" y="323"/>
                    <a:pt x="924" y="323"/>
                  </a:cubicBezTo>
                  <a:cubicBezTo>
                    <a:pt x="1424" y="323"/>
                    <a:pt x="1827" y="251"/>
                    <a:pt x="1827" y="161"/>
                  </a:cubicBezTo>
                  <a:cubicBezTo>
                    <a:pt x="1827" y="72"/>
                    <a:pt x="1418" y="1"/>
                    <a:pt x="913" y="1"/>
                  </a:cubicBezTo>
                  <a:close/>
                </a:path>
              </a:pathLst>
            </a:custGeom>
            <a:solidFill>
              <a:srgbClr val="83AA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32"/>
            <p:cNvSpPr/>
            <p:nvPr/>
          </p:nvSpPr>
          <p:spPr>
            <a:xfrm>
              <a:off x="4706888" y="2273888"/>
              <a:ext cx="50317" cy="96589"/>
            </a:xfrm>
            <a:custGeom>
              <a:rect b="b" l="l" r="r" t="t"/>
              <a:pathLst>
                <a:path extrusionOk="0" h="1528" w="796">
                  <a:moveTo>
                    <a:pt x="1" y="1"/>
                  </a:moveTo>
                  <a:lnTo>
                    <a:pt x="1" y="1527"/>
                  </a:lnTo>
                  <a:lnTo>
                    <a:pt x="796" y="1527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32"/>
            <p:cNvSpPr/>
            <p:nvPr/>
          </p:nvSpPr>
          <p:spPr>
            <a:xfrm>
              <a:off x="4737608" y="2273888"/>
              <a:ext cx="19659" cy="96589"/>
            </a:xfrm>
            <a:custGeom>
              <a:rect b="b" l="l" r="r" t="t"/>
              <a:pathLst>
                <a:path extrusionOk="0" h="1528" w="311">
                  <a:moveTo>
                    <a:pt x="1" y="1"/>
                  </a:moveTo>
                  <a:lnTo>
                    <a:pt x="1" y="1527"/>
                  </a:lnTo>
                  <a:lnTo>
                    <a:pt x="311" y="1527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32"/>
            <p:cNvSpPr/>
            <p:nvPr/>
          </p:nvSpPr>
          <p:spPr>
            <a:xfrm>
              <a:off x="4706888" y="2274015"/>
              <a:ext cx="50380" cy="56386"/>
            </a:xfrm>
            <a:custGeom>
              <a:rect b="b" l="l" r="r" t="t"/>
              <a:pathLst>
                <a:path extrusionOk="0" h="892" w="797">
                  <a:moveTo>
                    <a:pt x="2" y="1"/>
                  </a:moveTo>
                  <a:lnTo>
                    <a:pt x="2" y="867"/>
                  </a:lnTo>
                  <a:lnTo>
                    <a:pt x="1" y="867"/>
                  </a:lnTo>
                  <a:cubicBezTo>
                    <a:pt x="100" y="882"/>
                    <a:pt x="204" y="891"/>
                    <a:pt x="309" y="891"/>
                  </a:cubicBezTo>
                  <a:cubicBezTo>
                    <a:pt x="478" y="891"/>
                    <a:pt x="640" y="871"/>
                    <a:pt x="797" y="831"/>
                  </a:cubicBezTo>
                  <a:lnTo>
                    <a:pt x="797" y="1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32"/>
            <p:cNvSpPr/>
            <p:nvPr/>
          </p:nvSpPr>
          <p:spPr>
            <a:xfrm>
              <a:off x="4670162" y="2236215"/>
              <a:ext cx="127500" cy="77372"/>
            </a:xfrm>
            <a:custGeom>
              <a:rect b="b" l="l" r="r" t="t"/>
              <a:pathLst>
                <a:path extrusionOk="0" h="1224" w="2017">
                  <a:moveTo>
                    <a:pt x="1015" y="0"/>
                  </a:moveTo>
                  <a:lnTo>
                    <a:pt x="1015" y="2"/>
                  </a:lnTo>
                  <a:cubicBezTo>
                    <a:pt x="845" y="166"/>
                    <a:pt x="423" y="600"/>
                    <a:pt x="1" y="1223"/>
                  </a:cubicBezTo>
                  <a:lnTo>
                    <a:pt x="2016" y="1223"/>
                  </a:lnTo>
                  <a:lnTo>
                    <a:pt x="2016" y="1222"/>
                  </a:lnTo>
                  <a:cubicBezTo>
                    <a:pt x="1805" y="905"/>
                    <a:pt x="1592" y="635"/>
                    <a:pt x="1413" y="427"/>
                  </a:cubicBezTo>
                  <a:cubicBezTo>
                    <a:pt x="1240" y="226"/>
                    <a:pt x="1100" y="83"/>
                    <a:pt x="1018" y="2"/>
                  </a:cubicBezTo>
                  <a:lnTo>
                    <a:pt x="1018" y="0"/>
                  </a:lnTo>
                  <a:lnTo>
                    <a:pt x="1017" y="1"/>
                  </a:lnTo>
                  <a:lnTo>
                    <a:pt x="1015" y="0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32"/>
            <p:cNvSpPr/>
            <p:nvPr/>
          </p:nvSpPr>
          <p:spPr>
            <a:xfrm>
              <a:off x="4669783" y="2235582"/>
              <a:ext cx="128385" cy="77941"/>
            </a:xfrm>
            <a:custGeom>
              <a:rect b="b" l="l" r="r" t="t"/>
              <a:pathLst>
                <a:path extrusionOk="0" h="1233" w="2031">
                  <a:moveTo>
                    <a:pt x="1023" y="0"/>
                  </a:moveTo>
                  <a:lnTo>
                    <a:pt x="1023" y="2"/>
                  </a:lnTo>
                  <a:cubicBezTo>
                    <a:pt x="852" y="167"/>
                    <a:pt x="425" y="605"/>
                    <a:pt x="1" y="1232"/>
                  </a:cubicBezTo>
                  <a:lnTo>
                    <a:pt x="2031" y="1232"/>
                  </a:lnTo>
                  <a:cubicBezTo>
                    <a:pt x="1612" y="605"/>
                    <a:pt x="1193" y="167"/>
                    <a:pt x="1025" y="2"/>
                  </a:cubicBezTo>
                  <a:lnTo>
                    <a:pt x="1025" y="0"/>
                  </a:lnTo>
                  <a:lnTo>
                    <a:pt x="1024" y="1"/>
                  </a:lnTo>
                  <a:lnTo>
                    <a:pt x="1023" y="0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32"/>
            <p:cNvSpPr/>
            <p:nvPr/>
          </p:nvSpPr>
          <p:spPr>
            <a:xfrm>
              <a:off x="4641717" y="2157264"/>
              <a:ext cx="184581" cy="156261"/>
            </a:xfrm>
            <a:custGeom>
              <a:rect b="b" l="l" r="r" t="t"/>
              <a:pathLst>
                <a:path extrusionOk="0" h="2472" w="2920">
                  <a:moveTo>
                    <a:pt x="1472" y="0"/>
                  </a:moveTo>
                  <a:cubicBezTo>
                    <a:pt x="1472" y="0"/>
                    <a:pt x="1472" y="1"/>
                    <a:pt x="1472" y="1"/>
                  </a:cubicBezTo>
                  <a:lnTo>
                    <a:pt x="1470" y="1"/>
                  </a:lnTo>
                  <a:cubicBezTo>
                    <a:pt x="1229" y="232"/>
                    <a:pt x="307" y="1193"/>
                    <a:pt x="1" y="2471"/>
                  </a:cubicBezTo>
                  <a:lnTo>
                    <a:pt x="2920" y="2471"/>
                  </a:lnTo>
                  <a:cubicBezTo>
                    <a:pt x="2621" y="1196"/>
                    <a:pt x="1710" y="233"/>
                    <a:pt x="1473" y="1"/>
                  </a:cubicBezTo>
                  <a:cubicBezTo>
                    <a:pt x="1473" y="0"/>
                    <a:pt x="1472" y="0"/>
                    <a:pt x="14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32"/>
            <p:cNvSpPr/>
            <p:nvPr/>
          </p:nvSpPr>
          <p:spPr>
            <a:xfrm>
              <a:off x="4672501" y="2157264"/>
              <a:ext cx="123454" cy="80596"/>
            </a:xfrm>
            <a:custGeom>
              <a:rect b="b" l="l" r="r" t="t"/>
              <a:pathLst>
                <a:path extrusionOk="0" h="1275" w="1953">
                  <a:moveTo>
                    <a:pt x="985" y="0"/>
                  </a:moveTo>
                  <a:cubicBezTo>
                    <a:pt x="985" y="0"/>
                    <a:pt x="985" y="1"/>
                    <a:pt x="985" y="1"/>
                  </a:cubicBezTo>
                  <a:lnTo>
                    <a:pt x="983" y="1"/>
                  </a:lnTo>
                  <a:cubicBezTo>
                    <a:pt x="826" y="153"/>
                    <a:pt x="378" y="616"/>
                    <a:pt x="1" y="1275"/>
                  </a:cubicBezTo>
                  <a:lnTo>
                    <a:pt x="1953" y="1275"/>
                  </a:lnTo>
                  <a:cubicBezTo>
                    <a:pt x="1581" y="617"/>
                    <a:pt x="1140" y="153"/>
                    <a:pt x="986" y="1"/>
                  </a:cubicBezTo>
                  <a:cubicBezTo>
                    <a:pt x="986" y="0"/>
                    <a:pt x="985" y="0"/>
                    <a:pt x="985" y="0"/>
                  </a:cubicBez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32"/>
            <p:cNvSpPr/>
            <p:nvPr/>
          </p:nvSpPr>
          <p:spPr>
            <a:xfrm>
              <a:off x="4734701" y="2157327"/>
              <a:ext cx="91658" cy="156198"/>
            </a:xfrm>
            <a:custGeom>
              <a:rect b="b" l="l" r="r" t="t"/>
              <a:pathLst>
                <a:path extrusionOk="0" h="2471" w="1450">
                  <a:moveTo>
                    <a:pt x="1" y="0"/>
                  </a:moveTo>
                  <a:cubicBezTo>
                    <a:pt x="1" y="0"/>
                    <a:pt x="186" y="676"/>
                    <a:pt x="393" y="1665"/>
                  </a:cubicBezTo>
                  <a:cubicBezTo>
                    <a:pt x="444" y="1914"/>
                    <a:pt x="498" y="2186"/>
                    <a:pt x="551" y="2470"/>
                  </a:cubicBezTo>
                  <a:lnTo>
                    <a:pt x="1450" y="2470"/>
                  </a:lnTo>
                  <a:cubicBezTo>
                    <a:pt x="1152" y="1195"/>
                    <a:pt x="241" y="232"/>
                    <a:pt x="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32"/>
            <p:cNvSpPr/>
            <p:nvPr/>
          </p:nvSpPr>
          <p:spPr>
            <a:xfrm>
              <a:off x="4682425" y="2161056"/>
              <a:ext cx="103163" cy="62580"/>
            </a:xfrm>
            <a:custGeom>
              <a:rect b="b" l="l" r="r" t="t"/>
              <a:pathLst>
                <a:path extrusionOk="0" h="990" w="1632">
                  <a:moveTo>
                    <a:pt x="821" y="0"/>
                  </a:moveTo>
                  <a:lnTo>
                    <a:pt x="821" y="3"/>
                  </a:lnTo>
                  <a:cubicBezTo>
                    <a:pt x="684" y="137"/>
                    <a:pt x="343" y="486"/>
                    <a:pt x="0" y="990"/>
                  </a:cubicBezTo>
                  <a:lnTo>
                    <a:pt x="1631" y="990"/>
                  </a:lnTo>
                  <a:cubicBezTo>
                    <a:pt x="1459" y="732"/>
                    <a:pt x="1288" y="515"/>
                    <a:pt x="1143" y="347"/>
                  </a:cubicBezTo>
                  <a:cubicBezTo>
                    <a:pt x="1004" y="185"/>
                    <a:pt x="890" y="69"/>
                    <a:pt x="824" y="3"/>
                  </a:cubicBezTo>
                  <a:lnTo>
                    <a:pt x="824" y="0"/>
                  </a:lnTo>
                  <a:lnTo>
                    <a:pt x="823" y="2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32"/>
            <p:cNvSpPr/>
            <p:nvPr/>
          </p:nvSpPr>
          <p:spPr>
            <a:xfrm>
              <a:off x="4681983" y="2160614"/>
              <a:ext cx="103921" cy="63086"/>
            </a:xfrm>
            <a:custGeom>
              <a:rect b="b" l="l" r="r" t="t"/>
              <a:pathLst>
                <a:path extrusionOk="0" h="998" w="1644">
                  <a:moveTo>
                    <a:pt x="827" y="0"/>
                  </a:moveTo>
                  <a:lnTo>
                    <a:pt x="827" y="2"/>
                  </a:lnTo>
                  <a:cubicBezTo>
                    <a:pt x="689" y="135"/>
                    <a:pt x="345" y="490"/>
                    <a:pt x="0" y="998"/>
                  </a:cubicBezTo>
                  <a:lnTo>
                    <a:pt x="1643" y="998"/>
                  </a:lnTo>
                  <a:lnTo>
                    <a:pt x="1643" y="997"/>
                  </a:lnTo>
                  <a:cubicBezTo>
                    <a:pt x="1306" y="490"/>
                    <a:pt x="965" y="136"/>
                    <a:pt x="830" y="2"/>
                  </a:cubicBezTo>
                  <a:lnTo>
                    <a:pt x="830" y="0"/>
                  </a:lnTo>
                  <a:lnTo>
                    <a:pt x="828" y="1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32"/>
            <p:cNvSpPr/>
            <p:nvPr/>
          </p:nvSpPr>
          <p:spPr>
            <a:xfrm>
              <a:off x="4659416" y="2097276"/>
              <a:ext cx="149245" cy="126362"/>
            </a:xfrm>
            <a:custGeom>
              <a:rect b="b" l="l" r="r" t="t"/>
              <a:pathLst>
                <a:path extrusionOk="0" h="1999" w="2361">
                  <a:moveTo>
                    <a:pt x="1190" y="0"/>
                  </a:moveTo>
                  <a:cubicBezTo>
                    <a:pt x="1190" y="0"/>
                    <a:pt x="1190" y="1"/>
                    <a:pt x="1190" y="1"/>
                  </a:cubicBezTo>
                  <a:lnTo>
                    <a:pt x="1189" y="1"/>
                  </a:lnTo>
                  <a:cubicBezTo>
                    <a:pt x="994" y="189"/>
                    <a:pt x="248" y="965"/>
                    <a:pt x="1" y="1999"/>
                  </a:cubicBezTo>
                  <a:lnTo>
                    <a:pt x="2360" y="1999"/>
                  </a:lnTo>
                  <a:cubicBezTo>
                    <a:pt x="2119" y="968"/>
                    <a:pt x="1383" y="190"/>
                    <a:pt x="1192" y="1"/>
                  </a:cubicBezTo>
                  <a:cubicBezTo>
                    <a:pt x="1191" y="0"/>
                    <a:pt x="1191" y="0"/>
                    <a:pt x="11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32"/>
            <p:cNvSpPr/>
            <p:nvPr/>
          </p:nvSpPr>
          <p:spPr>
            <a:xfrm>
              <a:off x="4684321" y="2097276"/>
              <a:ext cx="99813" cy="65172"/>
            </a:xfrm>
            <a:custGeom>
              <a:rect b="b" l="l" r="r" t="t"/>
              <a:pathLst>
                <a:path extrusionOk="0" h="1031" w="1579">
                  <a:moveTo>
                    <a:pt x="796" y="0"/>
                  </a:moveTo>
                  <a:cubicBezTo>
                    <a:pt x="796" y="0"/>
                    <a:pt x="796" y="1"/>
                    <a:pt x="796" y="1"/>
                  </a:cubicBezTo>
                  <a:lnTo>
                    <a:pt x="795" y="1"/>
                  </a:lnTo>
                  <a:cubicBezTo>
                    <a:pt x="668" y="123"/>
                    <a:pt x="306" y="499"/>
                    <a:pt x="1" y="1031"/>
                  </a:cubicBezTo>
                  <a:lnTo>
                    <a:pt x="1579" y="1031"/>
                  </a:lnTo>
                  <a:cubicBezTo>
                    <a:pt x="1279" y="499"/>
                    <a:pt x="923" y="123"/>
                    <a:pt x="798" y="1"/>
                  </a:cubicBezTo>
                  <a:cubicBezTo>
                    <a:pt x="797" y="0"/>
                    <a:pt x="797" y="0"/>
                    <a:pt x="796" y="0"/>
                  </a:cubicBez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32"/>
            <p:cNvSpPr/>
            <p:nvPr/>
          </p:nvSpPr>
          <p:spPr>
            <a:xfrm>
              <a:off x="4734448" y="2097276"/>
              <a:ext cx="74148" cy="126362"/>
            </a:xfrm>
            <a:custGeom>
              <a:rect b="b" l="l" r="r" t="t"/>
              <a:pathLst>
                <a:path extrusionOk="0" h="1999" w="1173">
                  <a:moveTo>
                    <a:pt x="1" y="1"/>
                  </a:moveTo>
                  <a:cubicBezTo>
                    <a:pt x="1" y="1"/>
                    <a:pt x="150" y="548"/>
                    <a:pt x="318" y="1347"/>
                  </a:cubicBezTo>
                  <a:cubicBezTo>
                    <a:pt x="361" y="1550"/>
                    <a:pt x="405" y="1770"/>
                    <a:pt x="447" y="1999"/>
                  </a:cubicBezTo>
                  <a:lnTo>
                    <a:pt x="1172" y="1999"/>
                  </a:lnTo>
                  <a:cubicBezTo>
                    <a:pt x="931" y="968"/>
                    <a:pt x="195" y="190"/>
                    <a:pt x="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32"/>
            <p:cNvSpPr/>
            <p:nvPr/>
          </p:nvSpPr>
          <p:spPr>
            <a:xfrm>
              <a:off x="4690769" y="2095949"/>
              <a:ext cx="86285" cy="52277"/>
            </a:xfrm>
            <a:custGeom>
              <a:rect b="b" l="l" r="r" t="t"/>
              <a:pathLst>
                <a:path extrusionOk="0" h="827" w="1365">
                  <a:moveTo>
                    <a:pt x="687" y="0"/>
                  </a:moveTo>
                  <a:lnTo>
                    <a:pt x="687" y="1"/>
                  </a:lnTo>
                  <a:cubicBezTo>
                    <a:pt x="571" y="113"/>
                    <a:pt x="287" y="405"/>
                    <a:pt x="0" y="827"/>
                  </a:cubicBezTo>
                  <a:lnTo>
                    <a:pt x="1364" y="827"/>
                  </a:lnTo>
                  <a:cubicBezTo>
                    <a:pt x="1221" y="612"/>
                    <a:pt x="1078" y="430"/>
                    <a:pt x="957" y="290"/>
                  </a:cubicBezTo>
                  <a:cubicBezTo>
                    <a:pt x="840" y="154"/>
                    <a:pt x="744" y="56"/>
                    <a:pt x="689" y="1"/>
                  </a:cubicBezTo>
                  <a:lnTo>
                    <a:pt x="689" y="0"/>
                  </a:lnTo>
                  <a:lnTo>
                    <a:pt x="688" y="1"/>
                  </a:lnTo>
                  <a:lnTo>
                    <a:pt x="687" y="0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32"/>
            <p:cNvSpPr/>
            <p:nvPr/>
          </p:nvSpPr>
          <p:spPr>
            <a:xfrm>
              <a:off x="4690390" y="2095506"/>
              <a:ext cx="86980" cy="52719"/>
            </a:xfrm>
            <a:custGeom>
              <a:rect b="b" l="l" r="r" t="t"/>
              <a:pathLst>
                <a:path extrusionOk="0" h="834" w="1376">
                  <a:moveTo>
                    <a:pt x="693" y="1"/>
                  </a:moveTo>
                  <a:lnTo>
                    <a:pt x="693" y="2"/>
                  </a:lnTo>
                  <a:cubicBezTo>
                    <a:pt x="577" y="113"/>
                    <a:pt x="289" y="408"/>
                    <a:pt x="0" y="834"/>
                  </a:cubicBezTo>
                  <a:lnTo>
                    <a:pt x="1375" y="834"/>
                  </a:lnTo>
                  <a:cubicBezTo>
                    <a:pt x="1093" y="408"/>
                    <a:pt x="809" y="113"/>
                    <a:pt x="695" y="2"/>
                  </a:cubicBezTo>
                  <a:lnTo>
                    <a:pt x="695" y="1"/>
                  </a:lnTo>
                  <a:lnTo>
                    <a:pt x="694" y="2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32"/>
            <p:cNvSpPr/>
            <p:nvPr/>
          </p:nvSpPr>
          <p:spPr>
            <a:xfrm>
              <a:off x="4671553" y="2042472"/>
              <a:ext cx="124908" cy="105755"/>
            </a:xfrm>
            <a:custGeom>
              <a:rect b="b" l="l" r="r" t="t"/>
              <a:pathLst>
                <a:path extrusionOk="0" h="1673" w="1976">
                  <a:moveTo>
                    <a:pt x="996" y="0"/>
                  </a:moveTo>
                  <a:cubicBezTo>
                    <a:pt x="996" y="0"/>
                    <a:pt x="996" y="1"/>
                    <a:pt x="996" y="1"/>
                  </a:cubicBezTo>
                  <a:lnTo>
                    <a:pt x="995" y="1"/>
                  </a:lnTo>
                  <a:cubicBezTo>
                    <a:pt x="832" y="157"/>
                    <a:pt x="207" y="808"/>
                    <a:pt x="0" y="1673"/>
                  </a:cubicBezTo>
                  <a:lnTo>
                    <a:pt x="1975" y="1673"/>
                  </a:lnTo>
                  <a:cubicBezTo>
                    <a:pt x="1773" y="810"/>
                    <a:pt x="1159" y="160"/>
                    <a:pt x="997" y="1"/>
                  </a:cubicBezTo>
                  <a:cubicBezTo>
                    <a:pt x="997" y="0"/>
                    <a:pt x="996" y="0"/>
                    <a:pt x="9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32"/>
            <p:cNvSpPr/>
            <p:nvPr/>
          </p:nvSpPr>
          <p:spPr>
            <a:xfrm>
              <a:off x="4734385" y="2042472"/>
              <a:ext cx="62075" cy="105755"/>
            </a:xfrm>
            <a:custGeom>
              <a:rect b="b" l="l" r="r" t="t"/>
              <a:pathLst>
                <a:path extrusionOk="0" h="1673" w="982">
                  <a:moveTo>
                    <a:pt x="1" y="1"/>
                  </a:moveTo>
                  <a:cubicBezTo>
                    <a:pt x="1" y="1"/>
                    <a:pt x="126" y="458"/>
                    <a:pt x="267" y="1127"/>
                  </a:cubicBezTo>
                  <a:cubicBezTo>
                    <a:pt x="303" y="1296"/>
                    <a:pt x="338" y="1479"/>
                    <a:pt x="374" y="1673"/>
                  </a:cubicBezTo>
                  <a:lnTo>
                    <a:pt x="981" y="1673"/>
                  </a:lnTo>
                  <a:cubicBezTo>
                    <a:pt x="779" y="810"/>
                    <a:pt x="165" y="160"/>
                    <a:pt x="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32"/>
            <p:cNvSpPr/>
            <p:nvPr/>
          </p:nvSpPr>
          <p:spPr>
            <a:xfrm>
              <a:off x="3654610" y="2668832"/>
              <a:ext cx="228197" cy="40266"/>
            </a:xfrm>
            <a:custGeom>
              <a:rect b="b" l="l" r="r" t="t"/>
              <a:pathLst>
                <a:path extrusionOk="0" h="637" w="3610">
                  <a:moveTo>
                    <a:pt x="1805" y="0"/>
                  </a:moveTo>
                  <a:cubicBezTo>
                    <a:pt x="808" y="0"/>
                    <a:pt x="1" y="143"/>
                    <a:pt x="1" y="319"/>
                  </a:cubicBezTo>
                  <a:cubicBezTo>
                    <a:pt x="1" y="495"/>
                    <a:pt x="808" y="637"/>
                    <a:pt x="1805" y="637"/>
                  </a:cubicBezTo>
                  <a:cubicBezTo>
                    <a:pt x="2801" y="637"/>
                    <a:pt x="3609" y="495"/>
                    <a:pt x="3609" y="319"/>
                  </a:cubicBezTo>
                  <a:cubicBezTo>
                    <a:pt x="3609" y="143"/>
                    <a:pt x="2801" y="0"/>
                    <a:pt x="1805" y="0"/>
                  </a:cubicBez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32"/>
            <p:cNvSpPr/>
            <p:nvPr/>
          </p:nvSpPr>
          <p:spPr>
            <a:xfrm>
              <a:off x="3695571" y="2583687"/>
              <a:ext cx="12263" cy="25538"/>
            </a:xfrm>
            <a:custGeom>
              <a:rect b="b" l="l" r="r" t="t"/>
              <a:pathLst>
                <a:path extrusionOk="0" h="404" w="194">
                  <a:moveTo>
                    <a:pt x="0" y="1"/>
                  </a:moveTo>
                  <a:lnTo>
                    <a:pt x="0" y="403"/>
                  </a:lnTo>
                  <a:lnTo>
                    <a:pt x="194" y="403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32"/>
            <p:cNvSpPr/>
            <p:nvPr/>
          </p:nvSpPr>
          <p:spPr>
            <a:xfrm>
              <a:off x="3818707" y="2583687"/>
              <a:ext cx="12263" cy="25538"/>
            </a:xfrm>
            <a:custGeom>
              <a:rect b="b" l="l" r="r" t="t"/>
              <a:pathLst>
                <a:path extrusionOk="0" h="404" w="194">
                  <a:moveTo>
                    <a:pt x="1" y="1"/>
                  </a:moveTo>
                  <a:lnTo>
                    <a:pt x="1" y="403"/>
                  </a:lnTo>
                  <a:lnTo>
                    <a:pt x="194" y="403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32"/>
            <p:cNvSpPr/>
            <p:nvPr/>
          </p:nvSpPr>
          <p:spPr>
            <a:xfrm>
              <a:off x="3757202" y="2583687"/>
              <a:ext cx="12137" cy="25538"/>
            </a:xfrm>
            <a:custGeom>
              <a:rect b="b" l="l" r="r" t="t"/>
              <a:pathLst>
                <a:path extrusionOk="0" h="404" w="192">
                  <a:moveTo>
                    <a:pt x="0" y="1"/>
                  </a:moveTo>
                  <a:lnTo>
                    <a:pt x="0" y="403"/>
                  </a:lnTo>
                  <a:lnTo>
                    <a:pt x="192" y="403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32"/>
            <p:cNvSpPr/>
            <p:nvPr/>
          </p:nvSpPr>
          <p:spPr>
            <a:xfrm>
              <a:off x="3620413" y="2408655"/>
              <a:ext cx="285657" cy="200573"/>
            </a:xfrm>
            <a:custGeom>
              <a:rect b="b" l="l" r="r" t="t"/>
              <a:pathLst>
                <a:path extrusionOk="0" h="3173" w="4519">
                  <a:moveTo>
                    <a:pt x="880" y="0"/>
                  </a:moveTo>
                  <a:cubicBezTo>
                    <a:pt x="627" y="0"/>
                    <a:pt x="393" y="188"/>
                    <a:pt x="359" y="426"/>
                  </a:cubicBezTo>
                  <a:lnTo>
                    <a:pt x="49" y="2553"/>
                  </a:lnTo>
                  <a:cubicBezTo>
                    <a:pt x="0" y="2890"/>
                    <a:pt x="217" y="3172"/>
                    <a:pt x="535" y="3172"/>
                  </a:cubicBezTo>
                  <a:lnTo>
                    <a:pt x="3985" y="3172"/>
                  </a:lnTo>
                  <a:cubicBezTo>
                    <a:pt x="4303" y="3172"/>
                    <a:pt x="4519" y="2890"/>
                    <a:pt x="4471" y="2553"/>
                  </a:cubicBezTo>
                  <a:lnTo>
                    <a:pt x="4161" y="426"/>
                  </a:lnTo>
                  <a:cubicBezTo>
                    <a:pt x="4126" y="188"/>
                    <a:pt x="3894" y="0"/>
                    <a:pt x="3638" y="0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32"/>
            <p:cNvSpPr/>
            <p:nvPr/>
          </p:nvSpPr>
          <p:spPr>
            <a:xfrm>
              <a:off x="3660552" y="2427302"/>
              <a:ext cx="47346" cy="37169"/>
            </a:xfrm>
            <a:custGeom>
              <a:rect b="b" l="l" r="r" t="t"/>
              <a:pathLst>
                <a:path extrusionOk="0" h="588" w="749">
                  <a:moveTo>
                    <a:pt x="214" y="1"/>
                  </a:moveTo>
                  <a:cubicBezTo>
                    <a:pt x="135" y="1"/>
                    <a:pt x="65" y="59"/>
                    <a:pt x="56" y="132"/>
                  </a:cubicBezTo>
                  <a:lnTo>
                    <a:pt x="1" y="587"/>
                  </a:lnTo>
                  <a:lnTo>
                    <a:pt x="708" y="587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32"/>
            <p:cNvSpPr/>
            <p:nvPr/>
          </p:nvSpPr>
          <p:spPr>
            <a:xfrm>
              <a:off x="3709288" y="2534192"/>
              <a:ext cx="48358" cy="47409"/>
            </a:xfrm>
            <a:custGeom>
              <a:rect b="b" l="l" r="r" t="t"/>
              <a:pathLst>
                <a:path extrusionOk="0" h="750" w="765">
                  <a:moveTo>
                    <a:pt x="42" y="0"/>
                  </a:moveTo>
                  <a:lnTo>
                    <a:pt x="14" y="510"/>
                  </a:lnTo>
                  <a:lnTo>
                    <a:pt x="0" y="749"/>
                  </a:lnTo>
                  <a:lnTo>
                    <a:pt x="761" y="749"/>
                  </a:lnTo>
                  <a:lnTo>
                    <a:pt x="76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32"/>
            <p:cNvSpPr/>
            <p:nvPr/>
          </p:nvSpPr>
          <p:spPr>
            <a:xfrm>
              <a:off x="3715799" y="2427302"/>
              <a:ext cx="42479" cy="37106"/>
            </a:xfrm>
            <a:custGeom>
              <a:rect b="b" l="l" r="r" t="t"/>
              <a:pathLst>
                <a:path extrusionOk="0" h="587" w="672">
                  <a:moveTo>
                    <a:pt x="32" y="1"/>
                  </a:moveTo>
                  <a:lnTo>
                    <a:pt x="1" y="586"/>
                  </a:lnTo>
                  <a:lnTo>
                    <a:pt x="670" y="586"/>
                  </a:lnTo>
                  <a:lnTo>
                    <a:pt x="672" y="78"/>
                  </a:lnTo>
                  <a:lnTo>
                    <a:pt x="6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32"/>
            <p:cNvSpPr/>
            <p:nvPr/>
          </p:nvSpPr>
          <p:spPr>
            <a:xfrm>
              <a:off x="3653662" y="2474331"/>
              <a:ext cx="51139" cy="48484"/>
            </a:xfrm>
            <a:custGeom>
              <a:rect b="b" l="l" r="r" t="t"/>
              <a:pathLst>
                <a:path extrusionOk="0" h="767" w="809">
                  <a:moveTo>
                    <a:pt x="90" y="1"/>
                  </a:moveTo>
                  <a:lnTo>
                    <a:pt x="0" y="766"/>
                  </a:lnTo>
                  <a:lnTo>
                    <a:pt x="755" y="766"/>
                  </a:lnTo>
                  <a:lnTo>
                    <a:pt x="794" y="194"/>
                  </a:lnTo>
                  <a:lnTo>
                    <a:pt x="8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32"/>
            <p:cNvSpPr/>
            <p:nvPr/>
          </p:nvSpPr>
          <p:spPr>
            <a:xfrm>
              <a:off x="3818643" y="2427302"/>
              <a:ext cx="47283" cy="37106"/>
            </a:xfrm>
            <a:custGeom>
              <a:rect b="b" l="l" r="r" t="t"/>
              <a:pathLst>
                <a:path extrusionOk="0" h="587" w="748">
                  <a:moveTo>
                    <a:pt x="0" y="1"/>
                  </a:moveTo>
                  <a:lnTo>
                    <a:pt x="31" y="453"/>
                  </a:lnTo>
                  <a:lnTo>
                    <a:pt x="40" y="586"/>
                  </a:lnTo>
                  <a:lnTo>
                    <a:pt x="747" y="586"/>
                  </a:lnTo>
                  <a:lnTo>
                    <a:pt x="693" y="133"/>
                  </a:lnTo>
                  <a:cubicBezTo>
                    <a:pt x="685" y="59"/>
                    <a:pt x="614" y="1"/>
                    <a:pt x="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32"/>
            <p:cNvSpPr/>
            <p:nvPr/>
          </p:nvSpPr>
          <p:spPr>
            <a:xfrm>
              <a:off x="3768201" y="2427302"/>
              <a:ext cx="42542" cy="37106"/>
            </a:xfrm>
            <a:custGeom>
              <a:rect b="b" l="l" r="r" t="t"/>
              <a:pathLst>
                <a:path extrusionOk="0" h="587" w="673">
                  <a:moveTo>
                    <a:pt x="0" y="1"/>
                  </a:moveTo>
                  <a:lnTo>
                    <a:pt x="4" y="586"/>
                  </a:lnTo>
                  <a:lnTo>
                    <a:pt x="673" y="586"/>
                  </a:lnTo>
                  <a:lnTo>
                    <a:pt x="646" y="99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32"/>
            <p:cNvSpPr/>
            <p:nvPr/>
          </p:nvSpPr>
          <p:spPr>
            <a:xfrm>
              <a:off x="3647341" y="2534192"/>
              <a:ext cx="53415" cy="47473"/>
            </a:xfrm>
            <a:custGeom>
              <a:rect b="b" l="l" r="r" t="t"/>
              <a:pathLst>
                <a:path extrusionOk="0" h="751" w="845">
                  <a:moveTo>
                    <a:pt x="79" y="0"/>
                  </a:moveTo>
                  <a:lnTo>
                    <a:pt x="71" y="72"/>
                  </a:lnTo>
                  <a:lnTo>
                    <a:pt x="11" y="568"/>
                  </a:lnTo>
                  <a:cubicBezTo>
                    <a:pt x="0" y="668"/>
                    <a:pt x="66" y="750"/>
                    <a:pt x="159" y="750"/>
                  </a:cubicBezTo>
                  <a:lnTo>
                    <a:pt x="794" y="750"/>
                  </a:lnTo>
                  <a:lnTo>
                    <a:pt x="797" y="707"/>
                  </a:lnTo>
                  <a:lnTo>
                    <a:pt x="835" y="132"/>
                  </a:lnTo>
                  <a:lnTo>
                    <a:pt x="8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32"/>
            <p:cNvSpPr/>
            <p:nvPr/>
          </p:nvSpPr>
          <p:spPr>
            <a:xfrm>
              <a:off x="3768517" y="2474331"/>
              <a:ext cx="45450" cy="48484"/>
            </a:xfrm>
            <a:custGeom>
              <a:rect b="b" l="l" r="r" t="t"/>
              <a:pathLst>
                <a:path extrusionOk="0" h="767" w="719">
                  <a:moveTo>
                    <a:pt x="1" y="1"/>
                  </a:moveTo>
                  <a:lnTo>
                    <a:pt x="3" y="531"/>
                  </a:lnTo>
                  <a:lnTo>
                    <a:pt x="5" y="766"/>
                  </a:lnTo>
                  <a:lnTo>
                    <a:pt x="719" y="766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32"/>
            <p:cNvSpPr/>
            <p:nvPr/>
          </p:nvSpPr>
          <p:spPr>
            <a:xfrm>
              <a:off x="3712575" y="2474331"/>
              <a:ext cx="45450" cy="48484"/>
            </a:xfrm>
            <a:custGeom>
              <a:rect b="b" l="l" r="r" t="t"/>
              <a:pathLst>
                <a:path extrusionOk="0" h="767" w="719">
                  <a:moveTo>
                    <a:pt x="42" y="1"/>
                  </a:moveTo>
                  <a:lnTo>
                    <a:pt x="41" y="15"/>
                  </a:lnTo>
                  <a:lnTo>
                    <a:pt x="0" y="766"/>
                  </a:lnTo>
                  <a:lnTo>
                    <a:pt x="714" y="766"/>
                  </a:lnTo>
                  <a:lnTo>
                    <a:pt x="716" y="704"/>
                  </a:lnTo>
                  <a:lnTo>
                    <a:pt x="718" y="163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32"/>
            <p:cNvSpPr/>
            <p:nvPr/>
          </p:nvSpPr>
          <p:spPr>
            <a:xfrm>
              <a:off x="3821804" y="2474331"/>
              <a:ext cx="51012" cy="48484"/>
            </a:xfrm>
            <a:custGeom>
              <a:rect b="b" l="l" r="r" t="t"/>
              <a:pathLst>
                <a:path extrusionOk="0" h="767" w="807">
                  <a:moveTo>
                    <a:pt x="1" y="1"/>
                  </a:moveTo>
                  <a:lnTo>
                    <a:pt x="52" y="766"/>
                  </a:lnTo>
                  <a:lnTo>
                    <a:pt x="807" y="766"/>
                  </a:lnTo>
                  <a:lnTo>
                    <a:pt x="738" y="187"/>
                  </a:lnTo>
                  <a:lnTo>
                    <a:pt x="7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32"/>
            <p:cNvSpPr/>
            <p:nvPr/>
          </p:nvSpPr>
          <p:spPr>
            <a:xfrm>
              <a:off x="3825849" y="2534129"/>
              <a:ext cx="53415" cy="47473"/>
            </a:xfrm>
            <a:custGeom>
              <a:rect b="b" l="l" r="r" t="t"/>
              <a:pathLst>
                <a:path extrusionOk="0" h="751" w="845">
                  <a:moveTo>
                    <a:pt x="0" y="0"/>
                  </a:moveTo>
                  <a:lnTo>
                    <a:pt x="50" y="750"/>
                  </a:lnTo>
                  <a:lnTo>
                    <a:pt x="686" y="750"/>
                  </a:lnTo>
                  <a:cubicBezTo>
                    <a:pt x="779" y="750"/>
                    <a:pt x="844" y="668"/>
                    <a:pt x="833" y="568"/>
                  </a:cubicBezTo>
                  <a:lnTo>
                    <a:pt x="76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32"/>
            <p:cNvSpPr/>
            <p:nvPr/>
          </p:nvSpPr>
          <p:spPr>
            <a:xfrm>
              <a:off x="3768833" y="2534192"/>
              <a:ext cx="48358" cy="47409"/>
            </a:xfrm>
            <a:custGeom>
              <a:rect b="b" l="l" r="r" t="t"/>
              <a:pathLst>
                <a:path extrusionOk="0" h="750" w="765">
                  <a:moveTo>
                    <a:pt x="1" y="0"/>
                  </a:moveTo>
                  <a:lnTo>
                    <a:pt x="6" y="749"/>
                  </a:lnTo>
                  <a:lnTo>
                    <a:pt x="765" y="749"/>
                  </a:lnTo>
                  <a:lnTo>
                    <a:pt x="728" y="86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32"/>
            <p:cNvSpPr/>
            <p:nvPr/>
          </p:nvSpPr>
          <p:spPr>
            <a:xfrm>
              <a:off x="3637354" y="2464344"/>
              <a:ext cx="23262" cy="10051"/>
            </a:xfrm>
            <a:custGeom>
              <a:rect b="b" l="l" r="r" t="t"/>
              <a:pathLst>
                <a:path extrusionOk="0" h="159" w="368">
                  <a:moveTo>
                    <a:pt x="25" y="0"/>
                  </a:moveTo>
                  <a:lnTo>
                    <a:pt x="0" y="159"/>
                  </a:lnTo>
                  <a:lnTo>
                    <a:pt x="350" y="159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32"/>
            <p:cNvSpPr/>
            <p:nvPr/>
          </p:nvSpPr>
          <p:spPr>
            <a:xfrm>
              <a:off x="3628757" y="2522751"/>
              <a:ext cx="24969" cy="11505"/>
            </a:xfrm>
            <a:custGeom>
              <a:rect b="b" l="l" r="r" t="t"/>
              <a:pathLst>
                <a:path extrusionOk="0" h="182" w="395">
                  <a:moveTo>
                    <a:pt x="27" y="0"/>
                  </a:moveTo>
                  <a:lnTo>
                    <a:pt x="0" y="181"/>
                  </a:lnTo>
                  <a:lnTo>
                    <a:pt x="372" y="181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32"/>
            <p:cNvSpPr/>
            <p:nvPr/>
          </p:nvSpPr>
          <p:spPr>
            <a:xfrm>
              <a:off x="3872752" y="2522751"/>
              <a:ext cx="24969" cy="11505"/>
            </a:xfrm>
            <a:custGeom>
              <a:rect b="b" l="l" r="r" t="t"/>
              <a:pathLst>
                <a:path extrusionOk="0" h="182" w="395">
                  <a:moveTo>
                    <a:pt x="1" y="0"/>
                  </a:moveTo>
                  <a:lnTo>
                    <a:pt x="23" y="181"/>
                  </a:lnTo>
                  <a:lnTo>
                    <a:pt x="395" y="181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32"/>
            <p:cNvSpPr/>
            <p:nvPr/>
          </p:nvSpPr>
          <p:spPr>
            <a:xfrm>
              <a:off x="3865862" y="2464344"/>
              <a:ext cx="23262" cy="10051"/>
            </a:xfrm>
            <a:custGeom>
              <a:rect b="b" l="l" r="r" t="t"/>
              <a:pathLst>
                <a:path extrusionOk="0" h="159" w="368">
                  <a:moveTo>
                    <a:pt x="0" y="0"/>
                  </a:moveTo>
                  <a:lnTo>
                    <a:pt x="20" y="159"/>
                  </a:lnTo>
                  <a:lnTo>
                    <a:pt x="368" y="159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32"/>
            <p:cNvSpPr/>
            <p:nvPr/>
          </p:nvSpPr>
          <p:spPr>
            <a:xfrm>
              <a:off x="3807645" y="2408655"/>
              <a:ext cx="10999" cy="18711"/>
            </a:xfrm>
            <a:custGeom>
              <a:rect b="b" l="l" r="r" t="t"/>
              <a:pathLst>
                <a:path extrusionOk="0" h="296" w="174">
                  <a:moveTo>
                    <a:pt x="1" y="0"/>
                  </a:moveTo>
                  <a:lnTo>
                    <a:pt x="16" y="296"/>
                  </a:lnTo>
                  <a:lnTo>
                    <a:pt x="173" y="296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32"/>
            <p:cNvSpPr/>
            <p:nvPr/>
          </p:nvSpPr>
          <p:spPr>
            <a:xfrm>
              <a:off x="3758213" y="2408655"/>
              <a:ext cx="10051" cy="18711"/>
            </a:xfrm>
            <a:custGeom>
              <a:rect b="b" l="l" r="r" t="t"/>
              <a:pathLst>
                <a:path extrusionOk="0" h="296" w="159">
                  <a:moveTo>
                    <a:pt x="4" y="0"/>
                  </a:moveTo>
                  <a:lnTo>
                    <a:pt x="1" y="296"/>
                  </a:lnTo>
                  <a:lnTo>
                    <a:pt x="158" y="296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32"/>
            <p:cNvSpPr/>
            <p:nvPr/>
          </p:nvSpPr>
          <p:spPr>
            <a:xfrm>
              <a:off x="3707834" y="2408655"/>
              <a:ext cx="11062" cy="18711"/>
            </a:xfrm>
            <a:custGeom>
              <a:rect b="b" l="l" r="r" t="t"/>
              <a:pathLst>
                <a:path extrusionOk="0" h="296" w="175">
                  <a:moveTo>
                    <a:pt x="20" y="0"/>
                  </a:moveTo>
                  <a:lnTo>
                    <a:pt x="1" y="296"/>
                  </a:lnTo>
                  <a:lnTo>
                    <a:pt x="158" y="296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32"/>
            <p:cNvSpPr/>
            <p:nvPr/>
          </p:nvSpPr>
          <p:spPr>
            <a:xfrm>
              <a:off x="3727872" y="2609983"/>
              <a:ext cx="74211" cy="64477"/>
            </a:xfrm>
            <a:custGeom>
              <a:rect b="b" l="l" r="r" t="t"/>
              <a:pathLst>
                <a:path extrusionOk="0" h="1020" w="1174">
                  <a:moveTo>
                    <a:pt x="1" y="0"/>
                  </a:moveTo>
                  <a:lnTo>
                    <a:pt x="1" y="1019"/>
                  </a:lnTo>
                  <a:lnTo>
                    <a:pt x="1174" y="1019"/>
                  </a:lnTo>
                  <a:lnTo>
                    <a:pt x="1174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32"/>
            <p:cNvSpPr/>
            <p:nvPr/>
          </p:nvSpPr>
          <p:spPr>
            <a:xfrm>
              <a:off x="3727872" y="2609983"/>
              <a:ext cx="74211" cy="18901"/>
            </a:xfrm>
            <a:custGeom>
              <a:rect b="b" l="l" r="r" t="t"/>
              <a:pathLst>
                <a:path extrusionOk="0" h="299" w="1174">
                  <a:moveTo>
                    <a:pt x="1" y="0"/>
                  </a:moveTo>
                  <a:lnTo>
                    <a:pt x="1" y="298"/>
                  </a:lnTo>
                  <a:lnTo>
                    <a:pt x="1174" y="298"/>
                  </a:lnTo>
                  <a:lnTo>
                    <a:pt x="1174" y="0"/>
                  </a:lnTo>
                  <a:close/>
                </a:path>
              </a:pathLst>
            </a:custGeom>
            <a:solidFill>
              <a:srgbClr val="BDC6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32"/>
            <p:cNvSpPr/>
            <p:nvPr/>
          </p:nvSpPr>
          <p:spPr>
            <a:xfrm>
              <a:off x="3690577" y="2658086"/>
              <a:ext cx="148929" cy="34008"/>
            </a:xfrm>
            <a:custGeom>
              <a:rect b="b" l="l" r="r" t="t"/>
              <a:pathLst>
                <a:path extrusionOk="0" h="538" w="2356">
                  <a:moveTo>
                    <a:pt x="1" y="1"/>
                  </a:moveTo>
                  <a:lnTo>
                    <a:pt x="1" y="538"/>
                  </a:lnTo>
                  <a:lnTo>
                    <a:pt x="2356" y="538"/>
                  </a:lnTo>
                  <a:lnTo>
                    <a:pt x="2356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32"/>
            <p:cNvSpPr/>
            <p:nvPr/>
          </p:nvSpPr>
          <p:spPr>
            <a:xfrm>
              <a:off x="3647278" y="2534192"/>
              <a:ext cx="53478" cy="47473"/>
            </a:xfrm>
            <a:custGeom>
              <a:rect b="b" l="l" r="r" t="t"/>
              <a:pathLst>
                <a:path extrusionOk="0" h="751" w="846">
                  <a:moveTo>
                    <a:pt x="142" y="0"/>
                  </a:moveTo>
                  <a:lnTo>
                    <a:pt x="71" y="72"/>
                  </a:lnTo>
                  <a:lnTo>
                    <a:pt x="11" y="568"/>
                  </a:lnTo>
                  <a:cubicBezTo>
                    <a:pt x="0" y="668"/>
                    <a:pt x="66" y="750"/>
                    <a:pt x="159" y="750"/>
                  </a:cubicBezTo>
                  <a:lnTo>
                    <a:pt x="220" y="750"/>
                  </a:lnTo>
                  <a:lnTo>
                    <a:pt x="836" y="132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rgbClr val="FFFFFF">
                <a:alpha val="733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32"/>
            <p:cNvSpPr/>
            <p:nvPr/>
          </p:nvSpPr>
          <p:spPr>
            <a:xfrm>
              <a:off x="3667695" y="2486594"/>
              <a:ext cx="36221" cy="36221"/>
            </a:xfrm>
            <a:custGeom>
              <a:rect b="b" l="l" r="r" t="t"/>
              <a:pathLst>
                <a:path extrusionOk="0" h="573" w="573">
                  <a:moveTo>
                    <a:pt x="572" y="0"/>
                  </a:moveTo>
                  <a:lnTo>
                    <a:pt x="0" y="572"/>
                  </a:lnTo>
                  <a:lnTo>
                    <a:pt x="533" y="572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FFFFFF">
                <a:alpha val="733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32"/>
            <p:cNvSpPr/>
            <p:nvPr/>
          </p:nvSpPr>
          <p:spPr>
            <a:xfrm>
              <a:off x="3712575" y="2474331"/>
              <a:ext cx="45450" cy="48484"/>
            </a:xfrm>
            <a:custGeom>
              <a:rect b="b" l="l" r="r" t="t"/>
              <a:pathLst>
                <a:path extrusionOk="0" h="767" w="719">
                  <a:moveTo>
                    <a:pt x="56" y="1"/>
                  </a:moveTo>
                  <a:lnTo>
                    <a:pt x="41" y="15"/>
                  </a:lnTo>
                  <a:lnTo>
                    <a:pt x="0" y="766"/>
                  </a:lnTo>
                  <a:lnTo>
                    <a:pt x="115" y="766"/>
                  </a:lnTo>
                  <a:lnTo>
                    <a:pt x="718" y="163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rgbClr val="FFFFFF">
                <a:alpha val="733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32"/>
            <p:cNvSpPr/>
            <p:nvPr/>
          </p:nvSpPr>
          <p:spPr>
            <a:xfrm>
              <a:off x="3726102" y="2432169"/>
              <a:ext cx="32175" cy="32238"/>
            </a:xfrm>
            <a:custGeom>
              <a:rect b="b" l="l" r="r" t="t"/>
              <a:pathLst>
                <a:path extrusionOk="0" h="510" w="509">
                  <a:moveTo>
                    <a:pt x="509" y="1"/>
                  </a:moveTo>
                  <a:lnTo>
                    <a:pt x="0" y="509"/>
                  </a:lnTo>
                  <a:lnTo>
                    <a:pt x="507" y="509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FFFFFF">
                <a:alpha val="733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32"/>
            <p:cNvSpPr/>
            <p:nvPr/>
          </p:nvSpPr>
          <p:spPr>
            <a:xfrm>
              <a:off x="3768201" y="2427302"/>
              <a:ext cx="40898" cy="37106"/>
            </a:xfrm>
            <a:custGeom>
              <a:rect b="b" l="l" r="r" t="t"/>
              <a:pathLst>
                <a:path extrusionOk="0" h="587" w="647">
                  <a:moveTo>
                    <a:pt x="0" y="1"/>
                  </a:moveTo>
                  <a:lnTo>
                    <a:pt x="4" y="586"/>
                  </a:lnTo>
                  <a:lnTo>
                    <a:pt x="159" y="586"/>
                  </a:lnTo>
                  <a:lnTo>
                    <a:pt x="646" y="99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FFFFFF">
                <a:alpha val="733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32"/>
            <p:cNvSpPr/>
            <p:nvPr/>
          </p:nvSpPr>
          <p:spPr>
            <a:xfrm>
              <a:off x="3709288" y="2534192"/>
              <a:ext cx="48358" cy="47409"/>
            </a:xfrm>
            <a:custGeom>
              <a:rect b="b" l="l" r="r" t="t"/>
              <a:pathLst>
                <a:path extrusionOk="0" h="750" w="765">
                  <a:moveTo>
                    <a:pt x="523" y="0"/>
                  </a:moveTo>
                  <a:lnTo>
                    <a:pt x="14" y="510"/>
                  </a:lnTo>
                  <a:lnTo>
                    <a:pt x="0" y="749"/>
                  </a:lnTo>
                  <a:lnTo>
                    <a:pt x="761" y="749"/>
                  </a:lnTo>
                  <a:lnTo>
                    <a:pt x="765" y="0"/>
                  </a:lnTo>
                  <a:close/>
                </a:path>
              </a:pathLst>
            </a:custGeom>
            <a:solidFill>
              <a:srgbClr val="FFFFFF">
                <a:alpha val="733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32"/>
            <p:cNvSpPr/>
            <p:nvPr/>
          </p:nvSpPr>
          <p:spPr>
            <a:xfrm>
              <a:off x="3753789" y="2518769"/>
              <a:ext cx="4046" cy="4046"/>
            </a:xfrm>
            <a:custGeom>
              <a:rect b="b" l="l" r="r" t="t"/>
              <a:pathLst>
                <a:path extrusionOk="0" h="64" w="64">
                  <a:moveTo>
                    <a:pt x="64" y="1"/>
                  </a:moveTo>
                  <a:lnTo>
                    <a:pt x="0" y="63"/>
                  </a:lnTo>
                  <a:lnTo>
                    <a:pt x="62" y="63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32"/>
            <p:cNvSpPr/>
            <p:nvPr/>
          </p:nvSpPr>
          <p:spPr>
            <a:xfrm>
              <a:off x="3768643" y="2474331"/>
              <a:ext cx="45323" cy="48484"/>
            </a:xfrm>
            <a:custGeom>
              <a:rect b="b" l="l" r="r" t="t"/>
              <a:pathLst>
                <a:path extrusionOk="0" h="767" w="717">
                  <a:moveTo>
                    <a:pt x="530" y="1"/>
                  </a:moveTo>
                  <a:lnTo>
                    <a:pt x="1" y="531"/>
                  </a:lnTo>
                  <a:lnTo>
                    <a:pt x="3" y="766"/>
                  </a:lnTo>
                  <a:lnTo>
                    <a:pt x="717" y="766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FFFFFF">
                <a:alpha val="733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32"/>
            <p:cNvSpPr/>
            <p:nvPr/>
          </p:nvSpPr>
          <p:spPr>
            <a:xfrm>
              <a:off x="3768833" y="2534192"/>
              <a:ext cx="46082" cy="47409"/>
            </a:xfrm>
            <a:custGeom>
              <a:rect b="b" l="l" r="r" t="t"/>
              <a:pathLst>
                <a:path extrusionOk="0" h="750" w="729">
                  <a:moveTo>
                    <a:pt x="1" y="0"/>
                  </a:moveTo>
                  <a:lnTo>
                    <a:pt x="6" y="749"/>
                  </a:lnTo>
                  <a:lnTo>
                    <a:pt x="67" y="749"/>
                  </a:lnTo>
                  <a:lnTo>
                    <a:pt x="728" y="86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rgbClr val="FFFFFF">
                <a:alpha val="733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32"/>
            <p:cNvSpPr/>
            <p:nvPr/>
          </p:nvSpPr>
          <p:spPr>
            <a:xfrm>
              <a:off x="3820603" y="2427302"/>
              <a:ext cx="45323" cy="37106"/>
            </a:xfrm>
            <a:custGeom>
              <a:rect b="b" l="l" r="r" t="t"/>
              <a:pathLst>
                <a:path extrusionOk="0" h="587" w="717">
                  <a:moveTo>
                    <a:pt x="452" y="1"/>
                  </a:moveTo>
                  <a:lnTo>
                    <a:pt x="0" y="453"/>
                  </a:lnTo>
                  <a:lnTo>
                    <a:pt x="9" y="586"/>
                  </a:lnTo>
                  <a:lnTo>
                    <a:pt x="716" y="586"/>
                  </a:lnTo>
                  <a:lnTo>
                    <a:pt x="661" y="133"/>
                  </a:lnTo>
                  <a:cubicBezTo>
                    <a:pt x="652" y="59"/>
                    <a:pt x="582" y="1"/>
                    <a:pt x="504" y="1"/>
                  </a:cubicBezTo>
                  <a:close/>
                </a:path>
              </a:pathLst>
            </a:custGeom>
            <a:solidFill>
              <a:srgbClr val="FFFFFF">
                <a:alpha val="733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32"/>
            <p:cNvSpPr/>
            <p:nvPr/>
          </p:nvSpPr>
          <p:spPr>
            <a:xfrm>
              <a:off x="3821804" y="2474331"/>
              <a:ext cx="46714" cy="48484"/>
            </a:xfrm>
            <a:custGeom>
              <a:rect b="b" l="l" r="r" t="t"/>
              <a:pathLst>
                <a:path extrusionOk="0" h="767" w="739">
                  <a:moveTo>
                    <a:pt x="1" y="1"/>
                  </a:moveTo>
                  <a:lnTo>
                    <a:pt x="52" y="766"/>
                  </a:lnTo>
                  <a:lnTo>
                    <a:pt x="159" y="766"/>
                  </a:lnTo>
                  <a:lnTo>
                    <a:pt x="738" y="187"/>
                  </a:lnTo>
                  <a:lnTo>
                    <a:pt x="717" y="1"/>
                  </a:lnTo>
                  <a:close/>
                </a:path>
              </a:pathLst>
            </a:custGeom>
            <a:solidFill>
              <a:srgbClr val="FFFFFF">
                <a:alpha val="733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32"/>
            <p:cNvSpPr/>
            <p:nvPr/>
          </p:nvSpPr>
          <p:spPr>
            <a:xfrm>
              <a:off x="5040896" y="2394685"/>
              <a:ext cx="236352" cy="41783"/>
            </a:xfrm>
            <a:custGeom>
              <a:rect b="b" l="l" r="r" t="t"/>
              <a:pathLst>
                <a:path extrusionOk="0" h="661" w="3739">
                  <a:moveTo>
                    <a:pt x="1870" y="0"/>
                  </a:moveTo>
                  <a:cubicBezTo>
                    <a:pt x="838" y="0"/>
                    <a:pt x="1" y="149"/>
                    <a:pt x="1" y="330"/>
                  </a:cubicBezTo>
                  <a:cubicBezTo>
                    <a:pt x="1" y="513"/>
                    <a:pt x="838" y="660"/>
                    <a:pt x="1870" y="660"/>
                  </a:cubicBezTo>
                  <a:cubicBezTo>
                    <a:pt x="2902" y="660"/>
                    <a:pt x="3738" y="513"/>
                    <a:pt x="3738" y="330"/>
                  </a:cubicBezTo>
                  <a:cubicBezTo>
                    <a:pt x="3738" y="148"/>
                    <a:pt x="2902" y="0"/>
                    <a:pt x="1870" y="0"/>
                  </a:cubicBezTo>
                  <a:close/>
                </a:path>
              </a:pathLst>
            </a:custGeom>
            <a:solidFill>
              <a:srgbClr val="83AA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32"/>
            <p:cNvSpPr/>
            <p:nvPr/>
          </p:nvSpPr>
          <p:spPr>
            <a:xfrm>
              <a:off x="5090643" y="2308844"/>
              <a:ext cx="12263" cy="25475"/>
            </a:xfrm>
            <a:custGeom>
              <a:rect b="b" l="l" r="r" t="t"/>
              <a:pathLst>
                <a:path extrusionOk="0" h="403" w="194">
                  <a:moveTo>
                    <a:pt x="1" y="0"/>
                  </a:moveTo>
                  <a:lnTo>
                    <a:pt x="1" y="403"/>
                  </a:lnTo>
                  <a:lnTo>
                    <a:pt x="194" y="403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32"/>
            <p:cNvSpPr/>
            <p:nvPr/>
          </p:nvSpPr>
          <p:spPr>
            <a:xfrm>
              <a:off x="5213779" y="2308844"/>
              <a:ext cx="12326" cy="25475"/>
            </a:xfrm>
            <a:custGeom>
              <a:rect b="b" l="l" r="r" t="t"/>
              <a:pathLst>
                <a:path extrusionOk="0" h="403" w="195">
                  <a:moveTo>
                    <a:pt x="1" y="0"/>
                  </a:moveTo>
                  <a:lnTo>
                    <a:pt x="1" y="403"/>
                  </a:lnTo>
                  <a:lnTo>
                    <a:pt x="194" y="403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32"/>
            <p:cNvSpPr/>
            <p:nvPr/>
          </p:nvSpPr>
          <p:spPr>
            <a:xfrm>
              <a:off x="5152274" y="2308844"/>
              <a:ext cx="12137" cy="25475"/>
            </a:xfrm>
            <a:custGeom>
              <a:rect b="b" l="l" r="r" t="t"/>
              <a:pathLst>
                <a:path extrusionOk="0" h="403" w="192">
                  <a:moveTo>
                    <a:pt x="1" y="0"/>
                  </a:moveTo>
                  <a:lnTo>
                    <a:pt x="1" y="403"/>
                  </a:lnTo>
                  <a:lnTo>
                    <a:pt x="192" y="403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32"/>
            <p:cNvSpPr/>
            <p:nvPr/>
          </p:nvSpPr>
          <p:spPr>
            <a:xfrm>
              <a:off x="5015485" y="2133812"/>
              <a:ext cx="285657" cy="200573"/>
            </a:xfrm>
            <a:custGeom>
              <a:rect b="b" l="l" r="r" t="t"/>
              <a:pathLst>
                <a:path extrusionOk="0" h="3173" w="4519">
                  <a:moveTo>
                    <a:pt x="881" y="1"/>
                  </a:moveTo>
                  <a:cubicBezTo>
                    <a:pt x="627" y="1"/>
                    <a:pt x="393" y="189"/>
                    <a:pt x="359" y="427"/>
                  </a:cubicBezTo>
                  <a:lnTo>
                    <a:pt x="49" y="2554"/>
                  </a:lnTo>
                  <a:cubicBezTo>
                    <a:pt x="1" y="2890"/>
                    <a:pt x="217" y="3173"/>
                    <a:pt x="535" y="3173"/>
                  </a:cubicBezTo>
                  <a:lnTo>
                    <a:pt x="3985" y="3173"/>
                  </a:lnTo>
                  <a:cubicBezTo>
                    <a:pt x="4303" y="3173"/>
                    <a:pt x="4519" y="2890"/>
                    <a:pt x="4471" y="2554"/>
                  </a:cubicBezTo>
                  <a:lnTo>
                    <a:pt x="4161" y="427"/>
                  </a:lnTo>
                  <a:cubicBezTo>
                    <a:pt x="4126" y="189"/>
                    <a:pt x="3894" y="1"/>
                    <a:pt x="3638" y="1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32"/>
            <p:cNvSpPr/>
            <p:nvPr/>
          </p:nvSpPr>
          <p:spPr>
            <a:xfrm>
              <a:off x="5055624" y="2152460"/>
              <a:ext cx="47346" cy="37106"/>
            </a:xfrm>
            <a:custGeom>
              <a:rect b="b" l="l" r="r" t="t"/>
              <a:pathLst>
                <a:path extrusionOk="0" h="587" w="749">
                  <a:moveTo>
                    <a:pt x="214" y="0"/>
                  </a:moveTo>
                  <a:cubicBezTo>
                    <a:pt x="135" y="0"/>
                    <a:pt x="65" y="59"/>
                    <a:pt x="56" y="131"/>
                  </a:cubicBezTo>
                  <a:lnTo>
                    <a:pt x="1" y="587"/>
                  </a:lnTo>
                  <a:lnTo>
                    <a:pt x="708" y="58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32"/>
            <p:cNvSpPr/>
            <p:nvPr/>
          </p:nvSpPr>
          <p:spPr>
            <a:xfrm>
              <a:off x="5104360" y="2259287"/>
              <a:ext cx="48358" cy="47473"/>
            </a:xfrm>
            <a:custGeom>
              <a:rect b="b" l="l" r="r" t="t"/>
              <a:pathLst>
                <a:path extrusionOk="0" h="751" w="765">
                  <a:moveTo>
                    <a:pt x="42" y="1"/>
                  </a:moveTo>
                  <a:lnTo>
                    <a:pt x="14" y="510"/>
                  </a:lnTo>
                  <a:lnTo>
                    <a:pt x="0" y="751"/>
                  </a:lnTo>
                  <a:lnTo>
                    <a:pt x="761" y="751"/>
                  </a:lnTo>
                  <a:lnTo>
                    <a:pt x="765" y="1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32"/>
            <p:cNvSpPr/>
            <p:nvPr/>
          </p:nvSpPr>
          <p:spPr>
            <a:xfrm>
              <a:off x="5110871" y="2152460"/>
              <a:ext cx="42479" cy="37169"/>
            </a:xfrm>
            <a:custGeom>
              <a:rect b="b" l="l" r="r" t="t"/>
              <a:pathLst>
                <a:path extrusionOk="0" h="588" w="672">
                  <a:moveTo>
                    <a:pt x="32" y="0"/>
                  </a:moveTo>
                  <a:lnTo>
                    <a:pt x="1" y="588"/>
                  </a:lnTo>
                  <a:lnTo>
                    <a:pt x="670" y="588"/>
                  </a:lnTo>
                  <a:lnTo>
                    <a:pt x="672" y="78"/>
                  </a:lnTo>
                  <a:lnTo>
                    <a:pt x="672" y="0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32"/>
            <p:cNvSpPr/>
            <p:nvPr/>
          </p:nvSpPr>
          <p:spPr>
            <a:xfrm>
              <a:off x="5048734" y="2199615"/>
              <a:ext cx="51139" cy="48358"/>
            </a:xfrm>
            <a:custGeom>
              <a:rect b="b" l="l" r="r" t="t"/>
              <a:pathLst>
                <a:path extrusionOk="0" h="765" w="809">
                  <a:moveTo>
                    <a:pt x="91" y="0"/>
                  </a:moveTo>
                  <a:lnTo>
                    <a:pt x="0" y="765"/>
                  </a:lnTo>
                  <a:lnTo>
                    <a:pt x="756" y="765"/>
                  </a:lnTo>
                  <a:lnTo>
                    <a:pt x="794" y="192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32"/>
            <p:cNvSpPr/>
            <p:nvPr/>
          </p:nvSpPr>
          <p:spPr>
            <a:xfrm>
              <a:off x="5213715" y="2152523"/>
              <a:ext cx="47283" cy="37106"/>
            </a:xfrm>
            <a:custGeom>
              <a:rect b="b" l="l" r="r" t="t"/>
              <a:pathLst>
                <a:path extrusionOk="0" h="587" w="748">
                  <a:moveTo>
                    <a:pt x="1" y="0"/>
                  </a:moveTo>
                  <a:lnTo>
                    <a:pt x="31" y="454"/>
                  </a:lnTo>
                  <a:lnTo>
                    <a:pt x="41" y="587"/>
                  </a:lnTo>
                  <a:lnTo>
                    <a:pt x="748" y="587"/>
                  </a:lnTo>
                  <a:lnTo>
                    <a:pt x="693" y="132"/>
                  </a:lnTo>
                  <a:cubicBezTo>
                    <a:pt x="685" y="60"/>
                    <a:pt x="615" y="0"/>
                    <a:pt x="537" y="0"/>
                  </a:cubicBez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32"/>
            <p:cNvSpPr/>
            <p:nvPr/>
          </p:nvSpPr>
          <p:spPr>
            <a:xfrm>
              <a:off x="5163273" y="2152460"/>
              <a:ext cx="42542" cy="37169"/>
            </a:xfrm>
            <a:custGeom>
              <a:rect b="b" l="l" r="r" t="t"/>
              <a:pathLst>
                <a:path extrusionOk="0" h="588" w="673">
                  <a:moveTo>
                    <a:pt x="1" y="0"/>
                  </a:moveTo>
                  <a:lnTo>
                    <a:pt x="5" y="588"/>
                  </a:lnTo>
                  <a:lnTo>
                    <a:pt x="673" y="588"/>
                  </a:lnTo>
                  <a:lnTo>
                    <a:pt x="646" y="100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32"/>
            <p:cNvSpPr/>
            <p:nvPr/>
          </p:nvSpPr>
          <p:spPr>
            <a:xfrm>
              <a:off x="5042413" y="2259287"/>
              <a:ext cx="53415" cy="47473"/>
            </a:xfrm>
            <a:custGeom>
              <a:rect b="b" l="l" r="r" t="t"/>
              <a:pathLst>
                <a:path extrusionOk="0" h="751" w="845">
                  <a:moveTo>
                    <a:pt x="79" y="1"/>
                  </a:moveTo>
                  <a:lnTo>
                    <a:pt x="71" y="72"/>
                  </a:lnTo>
                  <a:lnTo>
                    <a:pt x="11" y="569"/>
                  </a:lnTo>
                  <a:cubicBezTo>
                    <a:pt x="0" y="669"/>
                    <a:pt x="66" y="751"/>
                    <a:pt x="159" y="751"/>
                  </a:cubicBezTo>
                  <a:lnTo>
                    <a:pt x="794" y="751"/>
                  </a:lnTo>
                  <a:lnTo>
                    <a:pt x="797" y="708"/>
                  </a:lnTo>
                  <a:lnTo>
                    <a:pt x="835" y="133"/>
                  </a:lnTo>
                  <a:lnTo>
                    <a:pt x="844" y="1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32"/>
            <p:cNvSpPr/>
            <p:nvPr/>
          </p:nvSpPr>
          <p:spPr>
            <a:xfrm>
              <a:off x="5163589" y="2199615"/>
              <a:ext cx="45450" cy="48358"/>
            </a:xfrm>
            <a:custGeom>
              <a:rect b="b" l="l" r="r" t="t"/>
              <a:pathLst>
                <a:path extrusionOk="0" h="765" w="719">
                  <a:moveTo>
                    <a:pt x="1" y="0"/>
                  </a:moveTo>
                  <a:lnTo>
                    <a:pt x="3" y="528"/>
                  </a:lnTo>
                  <a:lnTo>
                    <a:pt x="5" y="765"/>
                  </a:lnTo>
                  <a:lnTo>
                    <a:pt x="719" y="765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32"/>
            <p:cNvSpPr/>
            <p:nvPr/>
          </p:nvSpPr>
          <p:spPr>
            <a:xfrm>
              <a:off x="5107647" y="2199615"/>
              <a:ext cx="45450" cy="48358"/>
            </a:xfrm>
            <a:custGeom>
              <a:rect b="b" l="l" r="r" t="t"/>
              <a:pathLst>
                <a:path extrusionOk="0" h="765" w="719">
                  <a:moveTo>
                    <a:pt x="43" y="0"/>
                  </a:moveTo>
                  <a:lnTo>
                    <a:pt x="42" y="14"/>
                  </a:lnTo>
                  <a:lnTo>
                    <a:pt x="1" y="765"/>
                  </a:lnTo>
                  <a:lnTo>
                    <a:pt x="714" y="765"/>
                  </a:lnTo>
                  <a:lnTo>
                    <a:pt x="716" y="701"/>
                  </a:lnTo>
                  <a:lnTo>
                    <a:pt x="718" y="162"/>
                  </a:lnTo>
                  <a:lnTo>
                    <a:pt x="719" y="0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32"/>
            <p:cNvSpPr/>
            <p:nvPr/>
          </p:nvSpPr>
          <p:spPr>
            <a:xfrm>
              <a:off x="5216876" y="2199615"/>
              <a:ext cx="51076" cy="48358"/>
            </a:xfrm>
            <a:custGeom>
              <a:rect b="b" l="l" r="r" t="t"/>
              <a:pathLst>
                <a:path extrusionOk="0" h="765" w="808">
                  <a:moveTo>
                    <a:pt x="1" y="0"/>
                  </a:moveTo>
                  <a:lnTo>
                    <a:pt x="52" y="765"/>
                  </a:lnTo>
                  <a:lnTo>
                    <a:pt x="807" y="765"/>
                  </a:lnTo>
                  <a:lnTo>
                    <a:pt x="739" y="185"/>
                  </a:lnTo>
                  <a:lnTo>
                    <a:pt x="717" y="0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32"/>
            <p:cNvSpPr/>
            <p:nvPr/>
          </p:nvSpPr>
          <p:spPr>
            <a:xfrm>
              <a:off x="5220985" y="2259287"/>
              <a:ext cx="53415" cy="47473"/>
            </a:xfrm>
            <a:custGeom>
              <a:rect b="b" l="l" r="r" t="t"/>
              <a:pathLst>
                <a:path extrusionOk="0" h="751" w="845">
                  <a:moveTo>
                    <a:pt x="0" y="1"/>
                  </a:moveTo>
                  <a:lnTo>
                    <a:pt x="50" y="751"/>
                  </a:lnTo>
                  <a:lnTo>
                    <a:pt x="686" y="751"/>
                  </a:lnTo>
                  <a:cubicBezTo>
                    <a:pt x="780" y="751"/>
                    <a:pt x="844" y="669"/>
                    <a:pt x="833" y="569"/>
                  </a:cubicBezTo>
                  <a:lnTo>
                    <a:pt x="766" y="1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32"/>
            <p:cNvSpPr/>
            <p:nvPr/>
          </p:nvSpPr>
          <p:spPr>
            <a:xfrm>
              <a:off x="5163905" y="2259287"/>
              <a:ext cx="48421" cy="47473"/>
            </a:xfrm>
            <a:custGeom>
              <a:rect b="b" l="l" r="r" t="t"/>
              <a:pathLst>
                <a:path extrusionOk="0" h="751" w="766">
                  <a:moveTo>
                    <a:pt x="1" y="1"/>
                  </a:moveTo>
                  <a:lnTo>
                    <a:pt x="6" y="751"/>
                  </a:lnTo>
                  <a:lnTo>
                    <a:pt x="765" y="751"/>
                  </a:lnTo>
                  <a:lnTo>
                    <a:pt x="729" y="88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32"/>
            <p:cNvSpPr/>
            <p:nvPr/>
          </p:nvSpPr>
          <p:spPr>
            <a:xfrm>
              <a:off x="5032552" y="2189565"/>
              <a:ext cx="23199" cy="10114"/>
            </a:xfrm>
            <a:custGeom>
              <a:rect b="b" l="l" r="r" t="t"/>
              <a:pathLst>
                <a:path extrusionOk="0" h="160" w="367">
                  <a:moveTo>
                    <a:pt x="23" y="1"/>
                  </a:moveTo>
                  <a:lnTo>
                    <a:pt x="1" y="159"/>
                  </a:lnTo>
                  <a:lnTo>
                    <a:pt x="349" y="159"/>
                  </a:lnTo>
                  <a:lnTo>
                    <a:pt x="367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32"/>
            <p:cNvSpPr/>
            <p:nvPr/>
          </p:nvSpPr>
          <p:spPr>
            <a:xfrm>
              <a:off x="5023829" y="2247845"/>
              <a:ext cx="24969" cy="11505"/>
            </a:xfrm>
            <a:custGeom>
              <a:rect b="b" l="l" r="r" t="t"/>
              <a:pathLst>
                <a:path extrusionOk="0" h="182" w="395">
                  <a:moveTo>
                    <a:pt x="27" y="1"/>
                  </a:moveTo>
                  <a:lnTo>
                    <a:pt x="1" y="182"/>
                  </a:lnTo>
                  <a:lnTo>
                    <a:pt x="372" y="182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32"/>
            <p:cNvSpPr/>
            <p:nvPr/>
          </p:nvSpPr>
          <p:spPr>
            <a:xfrm>
              <a:off x="5267888" y="2247845"/>
              <a:ext cx="24906" cy="11505"/>
            </a:xfrm>
            <a:custGeom>
              <a:rect b="b" l="l" r="r" t="t"/>
              <a:pathLst>
                <a:path extrusionOk="0" h="182" w="394">
                  <a:moveTo>
                    <a:pt x="0" y="1"/>
                  </a:moveTo>
                  <a:lnTo>
                    <a:pt x="23" y="182"/>
                  </a:lnTo>
                  <a:lnTo>
                    <a:pt x="394" y="182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32"/>
            <p:cNvSpPr/>
            <p:nvPr/>
          </p:nvSpPr>
          <p:spPr>
            <a:xfrm>
              <a:off x="5260934" y="2189565"/>
              <a:ext cx="23262" cy="10114"/>
            </a:xfrm>
            <a:custGeom>
              <a:rect b="b" l="l" r="r" t="t"/>
              <a:pathLst>
                <a:path extrusionOk="0" h="160" w="368">
                  <a:moveTo>
                    <a:pt x="1" y="1"/>
                  </a:moveTo>
                  <a:lnTo>
                    <a:pt x="20" y="159"/>
                  </a:lnTo>
                  <a:lnTo>
                    <a:pt x="368" y="159"/>
                  </a:lnTo>
                  <a:lnTo>
                    <a:pt x="344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32"/>
            <p:cNvSpPr/>
            <p:nvPr/>
          </p:nvSpPr>
          <p:spPr>
            <a:xfrm>
              <a:off x="5202717" y="2133812"/>
              <a:ext cx="11062" cy="18711"/>
            </a:xfrm>
            <a:custGeom>
              <a:rect b="b" l="l" r="r" t="t"/>
              <a:pathLst>
                <a:path extrusionOk="0" h="296" w="175">
                  <a:moveTo>
                    <a:pt x="1" y="1"/>
                  </a:moveTo>
                  <a:lnTo>
                    <a:pt x="16" y="295"/>
                  </a:lnTo>
                  <a:lnTo>
                    <a:pt x="175" y="2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32"/>
            <p:cNvSpPr/>
            <p:nvPr/>
          </p:nvSpPr>
          <p:spPr>
            <a:xfrm>
              <a:off x="5153286" y="2133812"/>
              <a:ext cx="10051" cy="18711"/>
            </a:xfrm>
            <a:custGeom>
              <a:rect b="b" l="l" r="r" t="t"/>
              <a:pathLst>
                <a:path extrusionOk="0" h="296" w="159">
                  <a:moveTo>
                    <a:pt x="4" y="1"/>
                  </a:moveTo>
                  <a:lnTo>
                    <a:pt x="1" y="295"/>
                  </a:lnTo>
                  <a:lnTo>
                    <a:pt x="159" y="295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32"/>
            <p:cNvSpPr/>
            <p:nvPr/>
          </p:nvSpPr>
          <p:spPr>
            <a:xfrm>
              <a:off x="5102906" y="2133812"/>
              <a:ext cx="11062" cy="18711"/>
            </a:xfrm>
            <a:custGeom>
              <a:rect b="b" l="l" r="r" t="t"/>
              <a:pathLst>
                <a:path extrusionOk="0" h="296" w="175">
                  <a:moveTo>
                    <a:pt x="21" y="1"/>
                  </a:moveTo>
                  <a:lnTo>
                    <a:pt x="1" y="295"/>
                  </a:lnTo>
                  <a:lnTo>
                    <a:pt x="158" y="295"/>
                  </a:lnTo>
                  <a:lnTo>
                    <a:pt x="175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32"/>
            <p:cNvSpPr/>
            <p:nvPr/>
          </p:nvSpPr>
          <p:spPr>
            <a:xfrm>
              <a:off x="5123007" y="2335140"/>
              <a:ext cx="74148" cy="64477"/>
            </a:xfrm>
            <a:custGeom>
              <a:rect b="b" l="l" r="r" t="t"/>
              <a:pathLst>
                <a:path extrusionOk="0" h="1020" w="1173">
                  <a:moveTo>
                    <a:pt x="0" y="1"/>
                  </a:moveTo>
                  <a:lnTo>
                    <a:pt x="0" y="1020"/>
                  </a:lnTo>
                  <a:lnTo>
                    <a:pt x="1173" y="1020"/>
                  </a:lnTo>
                  <a:lnTo>
                    <a:pt x="1173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32"/>
            <p:cNvSpPr/>
            <p:nvPr/>
          </p:nvSpPr>
          <p:spPr>
            <a:xfrm>
              <a:off x="5123007" y="2335140"/>
              <a:ext cx="74148" cy="18901"/>
            </a:xfrm>
            <a:custGeom>
              <a:rect b="b" l="l" r="r" t="t"/>
              <a:pathLst>
                <a:path extrusionOk="0" h="299" w="1173">
                  <a:moveTo>
                    <a:pt x="0" y="1"/>
                  </a:moveTo>
                  <a:lnTo>
                    <a:pt x="0" y="299"/>
                  </a:lnTo>
                  <a:lnTo>
                    <a:pt x="1173" y="299"/>
                  </a:lnTo>
                  <a:lnTo>
                    <a:pt x="1173" y="1"/>
                  </a:lnTo>
                  <a:close/>
                </a:path>
              </a:pathLst>
            </a:custGeom>
            <a:solidFill>
              <a:srgbClr val="BDC6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32"/>
            <p:cNvSpPr/>
            <p:nvPr/>
          </p:nvSpPr>
          <p:spPr>
            <a:xfrm>
              <a:off x="5085650" y="2383370"/>
              <a:ext cx="148992" cy="34008"/>
            </a:xfrm>
            <a:custGeom>
              <a:rect b="b" l="l" r="r" t="t"/>
              <a:pathLst>
                <a:path extrusionOk="0" h="538" w="2357">
                  <a:moveTo>
                    <a:pt x="1" y="0"/>
                  </a:moveTo>
                  <a:lnTo>
                    <a:pt x="1" y="537"/>
                  </a:lnTo>
                  <a:lnTo>
                    <a:pt x="2356" y="537"/>
                  </a:lnTo>
                  <a:lnTo>
                    <a:pt x="2356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32"/>
            <p:cNvSpPr/>
            <p:nvPr/>
          </p:nvSpPr>
          <p:spPr>
            <a:xfrm>
              <a:off x="5042350" y="2259287"/>
              <a:ext cx="53478" cy="47473"/>
            </a:xfrm>
            <a:custGeom>
              <a:rect b="b" l="l" r="r" t="t"/>
              <a:pathLst>
                <a:path extrusionOk="0" h="751" w="846">
                  <a:moveTo>
                    <a:pt x="142" y="1"/>
                  </a:moveTo>
                  <a:lnTo>
                    <a:pt x="71" y="72"/>
                  </a:lnTo>
                  <a:lnTo>
                    <a:pt x="11" y="569"/>
                  </a:lnTo>
                  <a:cubicBezTo>
                    <a:pt x="0" y="669"/>
                    <a:pt x="66" y="751"/>
                    <a:pt x="159" y="751"/>
                  </a:cubicBezTo>
                  <a:lnTo>
                    <a:pt x="220" y="751"/>
                  </a:lnTo>
                  <a:lnTo>
                    <a:pt x="836" y="133"/>
                  </a:lnTo>
                  <a:lnTo>
                    <a:pt x="8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32"/>
            <p:cNvSpPr/>
            <p:nvPr/>
          </p:nvSpPr>
          <p:spPr>
            <a:xfrm>
              <a:off x="5062767" y="2211689"/>
              <a:ext cx="36221" cy="36284"/>
            </a:xfrm>
            <a:custGeom>
              <a:rect b="b" l="l" r="r" t="t"/>
              <a:pathLst>
                <a:path extrusionOk="0" h="574" w="573">
                  <a:moveTo>
                    <a:pt x="572" y="1"/>
                  </a:moveTo>
                  <a:lnTo>
                    <a:pt x="1" y="574"/>
                  </a:lnTo>
                  <a:lnTo>
                    <a:pt x="534" y="574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32"/>
            <p:cNvSpPr/>
            <p:nvPr/>
          </p:nvSpPr>
          <p:spPr>
            <a:xfrm>
              <a:off x="5107647" y="2199615"/>
              <a:ext cx="45450" cy="48358"/>
            </a:xfrm>
            <a:custGeom>
              <a:rect b="b" l="l" r="r" t="t"/>
              <a:pathLst>
                <a:path extrusionOk="0" h="765" w="719">
                  <a:moveTo>
                    <a:pt x="56" y="0"/>
                  </a:moveTo>
                  <a:lnTo>
                    <a:pt x="42" y="14"/>
                  </a:lnTo>
                  <a:lnTo>
                    <a:pt x="1" y="765"/>
                  </a:lnTo>
                  <a:lnTo>
                    <a:pt x="117" y="765"/>
                  </a:lnTo>
                  <a:lnTo>
                    <a:pt x="718" y="162"/>
                  </a:lnTo>
                  <a:lnTo>
                    <a:pt x="7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32"/>
            <p:cNvSpPr/>
            <p:nvPr/>
          </p:nvSpPr>
          <p:spPr>
            <a:xfrm>
              <a:off x="5121174" y="2157390"/>
              <a:ext cx="32175" cy="32238"/>
            </a:xfrm>
            <a:custGeom>
              <a:rect b="b" l="l" r="r" t="t"/>
              <a:pathLst>
                <a:path extrusionOk="0" h="510" w="509">
                  <a:moveTo>
                    <a:pt x="509" y="0"/>
                  </a:moveTo>
                  <a:lnTo>
                    <a:pt x="0" y="510"/>
                  </a:lnTo>
                  <a:lnTo>
                    <a:pt x="507" y="510"/>
                  </a:lnTo>
                  <a:lnTo>
                    <a:pt x="5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32"/>
            <p:cNvSpPr/>
            <p:nvPr/>
          </p:nvSpPr>
          <p:spPr>
            <a:xfrm>
              <a:off x="5163273" y="2152460"/>
              <a:ext cx="40898" cy="37169"/>
            </a:xfrm>
            <a:custGeom>
              <a:rect b="b" l="l" r="r" t="t"/>
              <a:pathLst>
                <a:path extrusionOk="0" h="588" w="647">
                  <a:moveTo>
                    <a:pt x="1" y="0"/>
                  </a:moveTo>
                  <a:lnTo>
                    <a:pt x="5" y="588"/>
                  </a:lnTo>
                  <a:lnTo>
                    <a:pt x="159" y="588"/>
                  </a:lnTo>
                  <a:lnTo>
                    <a:pt x="646" y="100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32"/>
            <p:cNvSpPr/>
            <p:nvPr/>
          </p:nvSpPr>
          <p:spPr>
            <a:xfrm>
              <a:off x="5090011" y="2303977"/>
              <a:ext cx="2781" cy="2781"/>
            </a:xfrm>
            <a:custGeom>
              <a:rect b="b" l="l" r="r" t="t"/>
              <a:pathLst>
                <a:path extrusionOk="0" h="44" w="44">
                  <a:moveTo>
                    <a:pt x="43" y="1"/>
                  </a:moveTo>
                  <a:lnTo>
                    <a:pt x="0" y="44"/>
                  </a:lnTo>
                  <a:lnTo>
                    <a:pt x="40" y="44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32"/>
            <p:cNvSpPr/>
            <p:nvPr/>
          </p:nvSpPr>
          <p:spPr>
            <a:xfrm>
              <a:off x="5104360" y="2259287"/>
              <a:ext cx="48358" cy="47473"/>
            </a:xfrm>
            <a:custGeom>
              <a:rect b="b" l="l" r="r" t="t"/>
              <a:pathLst>
                <a:path extrusionOk="0" h="751" w="765">
                  <a:moveTo>
                    <a:pt x="523" y="1"/>
                  </a:moveTo>
                  <a:lnTo>
                    <a:pt x="14" y="510"/>
                  </a:lnTo>
                  <a:lnTo>
                    <a:pt x="0" y="751"/>
                  </a:lnTo>
                  <a:lnTo>
                    <a:pt x="761" y="751"/>
                  </a:lnTo>
                  <a:lnTo>
                    <a:pt x="7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32"/>
            <p:cNvSpPr/>
            <p:nvPr/>
          </p:nvSpPr>
          <p:spPr>
            <a:xfrm>
              <a:off x="5148861" y="2243926"/>
              <a:ext cx="4046" cy="4046"/>
            </a:xfrm>
            <a:custGeom>
              <a:rect b="b" l="l" r="r" t="t"/>
              <a:pathLst>
                <a:path extrusionOk="0" h="64" w="64">
                  <a:moveTo>
                    <a:pt x="64" y="0"/>
                  </a:moveTo>
                  <a:lnTo>
                    <a:pt x="0" y="64"/>
                  </a:lnTo>
                  <a:lnTo>
                    <a:pt x="62" y="64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32"/>
            <p:cNvSpPr/>
            <p:nvPr/>
          </p:nvSpPr>
          <p:spPr>
            <a:xfrm>
              <a:off x="5163715" y="2199615"/>
              <a:ext cx="45323" cy="48358"/>
            </a:xfrm>
            <a:custGeom>
              <a:rect b="b" l="l" r="r" t="t"/>
              <a:pathLst>
                <a:path extrusionOk="0" h="765" w="717">
                  <a:moveTo>
                    <a:pt x="530" y="0"/>
                  </a:moveTo>
                  <a:lnTo>
                    <a:pt x="1" y="528"/>
                  </a:lnTo>
                  <a:lnTo>
                    <a:pt x="3" y="765"/>
                  </a:lnTo>
                  <a:lnTo>
                    <a:pt x="717" y="765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32"/>
            <p:cNvSpPr/>
            <p:nvPr/>
          </p:nvSpPr>
          <p:spPr>
            <a:xfrm>
              <a:off x="5163905" y="2259287"/>
              <a:ext cx="46145" cy="47473"/>
            </a:xfrm>
            <a:custGeom>
              <a:rect b="b" l="l" r="r" t="t"/>
              <a:pathLst>
                <a:path extrusionOk="0" h="751" w="730">
                  <a:moveTo>
                    <a:pt x="1" y="1"/>
                  </a:moveTo>
                  <a:lnTo>
                    <a:pt x="6" y="751"/>
                  </a:lnTo>
                  <a:lnTo>
                    <a:pt x="67" y="751"/>
                  </a:lnTo>
                  <a:lnTo>
                    <a:pt x="729" y="88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32"/>
            <p:cNvSpPr/>
            <p:nvPr/>
          </p:nvSpPr>
          <p:spPr>
            <a:xfrm>
              <a:off x="5215675" y="2152523"/>
              <a:ext cx="45323" cy="37106"/>
            </a:xfrm>
            <a:custGeom>
              <a:rect b="b" l="l" r="r" t="t"/>
              <a:pathLst>
                <a:path extrusionOk="0" h="587" w="717">
                  <a:moveTo>
                    <a:pt x="453" y="0"/>
                  </a:moveTo>
                  <a:lnTo>
                    <a:pt x="0" y="454"/>
                  </a:lnTo>
                  <a:lnTo>
                    <a:pt x="10" y="587"/>
                  </a:lnTo>
                  <a:lnTo>
                    <a:pt x="717" y="587"/>
                  </a:lnTo>
                  <a:lnTo>
                    <a:pt x="661" y="132"/>
                  </a:lnTo>
                  <a:cubicBezTo>
                    <a:pt x="652" y="60"/>
                    <a:pt x="583" y="0"/>
                    <a:pt x="5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32"/>
            <p:cNvSpPr/>
            <p:nvPr/>
          </p:nvSpPr>
          <p:spPr>
            <a:xfrm>
              <a:off x="5216876" y="2199615"/>
              <a:ext cx="46714" cy="48358"/>
            </a:xfrm>
            <a:custGeom>
              <a:rect b="b" l="l" r="r" t="t"/>
              <a:pathLst>
                <a:path extrusionOk="0" h="765" w="739">
                  <a:moveTo>
                    <a:pt x="1" y="0"/>
                  </a:moveTo>
                  <a:lnTo>
                    <a:pt x="52" y="765"/>
                  </a:lnTo>
                  <a:lnTo>
                    <a:pt x="159" y="765"/>
                  </a:lnTo>
                  <a:lnTo>
                    <a:pt x="739" y="185"/>
                  </a:lnTo>
                  <a:lnTo>
                    <a:pt x="7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32"/>
            <p:cNvSpPr/>
            <p:nvPr/>
          </p:nvSpPr>
          <p:spPr>
            <a:xfrm>
              <a:off x="5277748" y="3058782"/>
              <a:ext cx="243937" cy="43237"/>
            </a:xfrm>
            <a:custGeom>
              <a:rect b="b" l="l" r="r" t="t"/>
              <a:pathLst>
                <a:path extrusionOk="0" h="684" w="3859">
                  <a:moveTo>
                    <a:pt x="1929" y="0"/>
                  </a:moveTo>
                  <a:cubicBezTo>
                    <a:pt x="864" y="0"/>
                    <a:pt x="1" y="154"/>
                    <a:pt x="1" y="342"/>
                  </a:cubicBezTo>
                  <a:cubicBezTo>
                    <a:pt x="1" y="531"/>
                    <a:pt x="864" y="684"/>
                    <a:pt x="1929" y="684"/>
                  </a:cubicBezTo>
                  <a:cubicBezTo>
                    <a:pt x="2994" y="684"/>
                    <a:pt x="3858" y="531"/>
                    <a:pt x="3858" y="342"/>
                  </a:cubicBezTo>
                  <a:cubicBezTo>
                    <a:pt x="3858" y="154"/>
                    <a:pt x="2994" y="0"/>
                    <a:pt x="1929" y="0"/>
                  </a:cubicBez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32"/>
            <p:cNvSpPr/>
            <p:nvPr/>
          </p:nvSpPr>
          <p:spPr>
            <a:xfrm>
              <a:off x="5333438" y="2973890"/>
              <a:ext cx="12263" cy="25475"/>
            </a:xfrm>
            <a:custGeom>
              <a:rect b="b" l="l" r="r" t="t"/>
              <a:pathLst>
                <a:path extrusionOk="0" h="403" w="194">
                  <a:moveTo>
                    <a:pt x="1" y="1"/>
                  </a:moveTo>
                  <a:lnTo>
                    <a:pt x="1" y="403"/>
                  </a:lnTo>
                  <a:lnTo>
                    <a:pt x="194" y="403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32"/>
            <p:cNvSpPr/>
            <p:nvPr/>
          </p:nvSpPr>
          <p:spPr>
            <a:xfrm>
              <a:off x="5456573" y="2973890"/>
              <a:ext cx="12326" cy="25475"/>
            </a:xfrm>
            <a:custGeom>
              <a:rect b="b" l="l" r="r" t="t"/>
              <a:pathLst>
                <a:path extrusionOk="0" h="403" w="195">
                  <a:moveTo>
                    <a:pt x="1" y="1"/>
                  </a:moveTo>
                  <a:lnTo>
                    <a:pt x="1" y="403"/>
                  </a:lnTo>
                  <a:lnTo>
                    <a:pt x="194" y="403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32"/>
            <p:cNvSpPr/>
            <p:nvPr/>
          </p:nvSpPr>
          <p:spPr>
            <a:xfrm>
              <a:off x="5395005" y="2973890"/>
              <a:ext cx="12200" cy="25475"/>
            </a:xfrm>
            <a:custGeom>
              <a:rect b="b" l="l" r="r" t="t"/>
              <a:pathLst>
                <a:path extrusionOk="0" h="403" w="193">
                  <a:moveTo>
                    <a:pt x="1" y="1"/>
                  </a:moveTo>
                  <a:lnTo>
                    <a:pt x="1" y="403"/>
                  </a:lnTo>
                  <a:lnTo>
                    <a:pt x="193" y="403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32"/>
            <p:cNvSpPr/>
            <p:nvPr/>
          </p:nvSpPr>
          <p:spPr>
            <a:xfrm>
              <a:off x="5258279" y="2798921"/>
              <a:ext cx="285721" cy="200510"/>
            </a:xfrm>
            <a:custGeom>
              <a:rect b="b" l="l" r="r" t="t"/>
              <a:pathLst>
                <a:path extrusionOk="0" h="3172" w="4520">
                  <a:moveTo>
                    <a:pt x="881" y="0"/>
                  </a:moveTo>
                  <a:cubicBezTo>
                    <a:pt x="627" y="0"/>
                    <a:pt x="393" y="188"/>
                    <a:pt x="359" y="426"/>
                  </a:cubicBezTo>
                  <a:lnTo>
                    <a:pt x="49" y="2553"/>
                  </a:lnTo>
                  <a:cubicBezTo>
                    <a:pt x="1" y="2889"/>
                    <a:pt x="218" y="3172"/>
                    <a:pt x="535" y="3172"/>
                  </a:cubicBezTo>
                  <a:lnTo>
                    <a:pt x="3984" y="3172"/>
                  </a:lnTo>
                  <a:cubicBezTo>
                    <a:pt x="4303" y="3172"/>
                    <a:pt x="4519" y="2889"/>
                    <a:pt x="4470" y="2553"/>
                  </a:cubicBezTo>
                  <a:lnTo>
                    <a:pt x="4161" y="426"/>
                  </a:lnTo>
                  <a:cubicBezTo>
                    <a:pt x="4126" y="186"/>
                    <a:pt x="3894" y="0"/>
                    <a:pt x="3638" y="0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32"/>
            <p:cNvSpPr/>
            <p:nvPr/>
          </p:nvSpPr>
          <p:spPr>
            <a:xfrm>
              <a:off x="5298482" y="2817442"/>
              <a:ext cx="47283" cy="37232"/>
            </a:xfrm>
            <a:custGeom>
              <a:rect b="b" l="l" r="r" t="t"/>
              <a:pathLst>
                <a:path extrusionOk="0" h="589" w="748">
                  <a:moveTo>
                    <a:pt x="212" y="1"/>
                  </a:moveTo>
                  <a:cubicBezTo>
                    <a:pt x="134" y="1"/>
                    <a:pt x="63" y="60"/>
                    <a:pt x="55" y="133"/>
                  </a:cubicBezTo>
                  <a:lnTo>
                    <a:pt x="0" y="588"/>
                  </a:lnTo>
                  <a:lnTo>
                    <a:pt x="707" y="588"/>
                  </a:lnTo>
                  <a:lnTo>
                    <a:pt x="748" y="1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32"/>
            <p:cNvSpPr/>
            <p:nvPr/>
          </p:nvSpPr>
          <p:spPr>
            <a:xfrm>
              <a:off x="5347091" y="2924395"/>
              <a:ext cx="48421" cy="47409"/>
            </a:xfrm>
            <a:custGeom>
              <a:rect b="b" l="l" r="r" t="t"/>
              <a:pathLst>
                <a:path extrusionOk="0" h="750" w="766">
                  <a:moveTo>
                    <a:pt x="43" y="0"/>
                  </a:moveTo>
                  <a:lnTo>
                    <a:pt x="15" y="509"/>
                  </a:lnTo>
                  <a:lnTo>
                    <a:pt x="0" y="749"/>
                  </a:lnTo>
                  <a:lnTo>
                    <a:pt x="762" y="749"/>
                  </a:lnTo>
                  <a:lnTo>
                    <a:pt x="766" y="0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32"/>
            <p:cNvSpPr/>
            <p:nvPr/>
          </p:nvSpPr>
          <p:spPr>
            <a:xfrm>
              <a:off x="5353665" y="2817442"/>
              <a:ext cx="42605" cy="37232"/>
            </a:xfrm>
            <a:custGeom>
              <a:rect b="b" l="l" r="r" t="t"/>
              <a:pathLst>
                <a:path extrusionOk="0" h="589" w="674">
                  <a:moveTo>
                    <a:pt x="33" y="1"/>
                  </a:moveTo>
                  <a:lnTo>
                    <a:pt x="1" y="588"/>
                  </a:lnTo>
                  <a:lnTo>
                    <a:pt x="669" y="588"/>
                  </a:lnTo>
                  <a:lnTo>
                    <a:pt x="672" y="80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32"/>
            <p:cNvSpPr/>
            <p:nvPr/>
          </p:nvSpPr>
          <p:spPr>
            <a:xfrm>
              <a:off x="5291465" y="2864597"/>
              <a:ext cx="51139" cy="48294"/>
            </a:xfrm>
            <a:custGeom>
              <a:rect b="b" l="l" r="r" t="t"/>
              <a:pathLst>
                <a:path extrusionOk="0" h="764" w="809">
                  <a:moveTo>
                    <a:pt x="93" y="1"/>
                  </a:moveTo>
                  <a:lnTo>
                    <a:pt x="1" y="764"/>
                  </a:lnTo>
                  <a:lnTo>
                    <a:pt x="757" y="764"/>
                  </a:lnTo>
                  <a:lnTo>
                    <a:pt x="797" y="193"/>
                  </a:lnTo>
                  <a:lnTo>
                    <a:pt x="809" y="1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32"/>
            <p:cNvSpPr/>
            <p:nvPr/>
          </p:nvSpPr>
          <p:spPr>
            <a:xfrm>
              <a:off x="5456510" y="2817568"/>
              <a:ext cx="47283" cy="37106"/>
            </a:xfrm>
            <a:custGeom>
              <a:rect b="b" l="l" r="r" t="t"/>
              <a:pathLst>
                <a:path extrusionOk="0" h="587" w="748">
                  <a:moveTo>
                    <a:pt x="1" y="1"/>
                  </a:moveTo>
                  <a:lnTo>
                    <a:pt x="31" y="453"/>
                  </a:lnTo>
                  <a:lnTo>
                    <a:pt x="40" y="586"/>
                  </a:lnTo>
                  <a:lnTo>
                    <a:pt x="748" y="586"/>
                  </a:lnTo>
                  <a:lnTo>
                    <a:pt x="693" y="132"/>
                  </a:lnTo>
                  <a:cubicBezTo>
                    <a:pt x="684" y="59"/>
                    <a:pt x="615" y="1"/>
                    <a:pt x="536" y="1"/>
                  </a:cubicBez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32"/>
            <p:cNvSpPr/>
            <p:nvPr/>
          </p:nvSpPr>
          <p:spPr>
            <a:xfrm>
              <a:off x="5406067" y="2817442"/>
              <a:ext cx="42542" cy="37232"/>
            </a:xfrm>
            <a:custGeom>
              <a:rect b="b" l="l" r="r" t="t"/>
              <a:pathLst>
                <a:path extrusionOk="0" h="589" w="673">
                  <a:moveTo>
                    <a:pt x="1" y="1"/>
                  </a:moveTo>
                  <a:lnTo>
                    <a:pt x="4" y="588"/>
                  </a:lnTo>
                  <a:lnTo>
                    <a:pt x="673" y="588"/>
                  </a:lnTo>
                  <a:lnTo>
                    <a:pt x="646" y="10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32"/>
            <p:cNvSpPr/>
            <p:nvPr/>
          </p:nvSpPr>
          <p:spPr>
            <a:xfrm>
              <a:off x="5285207" y="2924395"/>
              <a:ext cx="53415" cy="47409"/>
            </a:xfrm>
            <a:custGeom>
              <a:rect b="b" l="l" r="r" t="t"/>
              <a:pathLst>
                <a:path extrusionOk="0" h="750" w="845">
                  <a:moveTo>
                    <a:pt x="79" y="0"/>
                  </a:moveTo>
                  <a:lnTo>
                    <a:pt x="71" y="72"/>
                  </a:lnTo>
                  <a:lnTo>
                    <a:pt x="12" y="568"/>
                  </a:lnTo>
                  <a:cubicBezTo>
                    <a:pt x="0" y="667"/>
                    <a:pt x="66" y="749"/>
                    <a:pt x="159" y="749"/>
                  </a:cubicBezTo>
                  <a:lnTo>
                    <a:pt x="794" y="749"/>
                  </a:lnTo>
                  <a:lnTo>
                    <a:pt x="797" y="707"/>
                  </a:lnTo>
                  <a:lnTo>
                    <a:pt x="835" y="132"/>
                  </a:lnTo>
                  <a:lnTo>
                    <a:pt x="844" y="0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32"/>
            <p:cNvSpPr/>
            <p:nvPr/>
          </p:nvSpPr>
          <p:spPr>
            <a:xfrm>
              <a:off x="5406383" y="2864597"/>
              <a:ext cx="45450" cy="48294"/>
            </a:xfrm>
            <a:custGeom>
              <a:rect b="b" l="l" r="r" t="t"/>
              <a:pathLst>
                <a:path extrusionOk="0" h="764" w="719">
                  <a:moveTo>
                    <a:pt x="1" y="1"/>
                  </a:moveTo>
                  <a:lnTo>
                    <a:pt x="3" y="529"/>
                  </a:lnTo>
                  <a:lnTo>
                    <a:pt x="4" y="764"/>
                  </a:lnTo>
                  <a:lnTo>
                    <a:pt x="719" y="764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32"/>
            <p:cNvSpPr/>
            <p:nvPr/>
          </p:nvSpPr>
          <p:spPr>
            <a:xfrm>
              <a:off x="5350441" y="2864597"/>
              <a:ext cx="45450" cy="48294"/>
            </a:xfrm>
            <a:custGeom>
              <a:rect b="b" l="l" r="r" t="t"/>
              <a:pathLst>
                <a:path extrusionOk="0" h="764" w="719">
                  <a:moveTo>
                    <a:pt x="43" y="1"/>
                  </a:moveTo>
                  <a:lnTo>
                    <a:pt x="42" y="15"/>
                  </a:lnTo>
                  <a:lnTo>
                    <a:pt x="1" y="764"/>
                  </a:lnTo>
                  <a:lnTo>
                    <a:pt x="714" y="764"/>
                  </a:lnTo>
                  <a:lnTo>
                    <a:pt x="715" y="702"/>
                  </a:lnTo>
                  <a:lnTo>
                    <a:pt x="718" y="163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32"/>
            <p:cNvSpPr/>
            <p:nvPr/>
          </p:nvSpPr>
          <p:spPr>
            <a:xfrm>
              <a:off x="5459607" y="2864597"/>
              <a:ext cx="51139" cy="48294"/>
            </a:xfrm>
            <a:custGeom>
              <a:rect b="b" l="l" r="r" t="t"/>
              <a:pathLst>
                <a:path extrusionOk="0" h="764" w="809">
                  <a:moveTo>
                    <a:pt x="1" y="1"/>
                  </a:moveTo>
                  <a:lnTo>
                    <a:pt x="52" y="764"/>
                  </a:lnTo>
                  <a:lnTo>
                    <a:pt x="808" y="764"/>
                  </a:lnTo>
                  <a:lnTo>
                    <a:pt x="740" y="186"/>
                  </a:lnTo>
                  <a:lnTo>
                    <a:pt x="717" y="1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32"/>
            <p:cNvSpPr/>
            <p:nvPr/>
          </p:nvSpPr>
          <p:spPr>
            <a:xfrm>
              <a:off x="5463779" y="2924395"/>
              <a:ext cx="53415" cy="47409"/>
            </a:xfrm>
            <a:custGeom>
              <a:rect b="b" l="l" r="r" t="t"/>
              <a:pathLst>
                <a:path extrusionOk="0" h="750" w="845">
                  <a:moveTo>
                    <a:pt x="0" y="0"/>
                  </a:moveTo>
                  <a:lnTo>
                    <a:pt x="50" y="749"/>
                  </a:lnTo>
                  <a:lnTo>
                    <a:pt x="686" y="749"/>
                  </a:lnTo>
                  <a:cubicBezTo>
                    <a:pt x="779" y="749"/>
                    <a:pt x="844" y="667"/>
                    <a:pt x="833" y="568"/>
                  </a:cubicBezTo>
                  <a:lnTo>
                    <a:pt x="766" y="0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32"/>
            <p:cNvSpPr/>
            <p:nvPr/>
          </p:nvSpPr>
          <p:spPr>
            <a:xfrm>
              <a:off x="5406699" y="2924395"/>
              <a:ext cx="48421" cy="47409"/>
            </a:xfrm>
            <a:custGeom>
              <a:rect b="b" l="l" r="r" t="t"/>
              <a:pathLst>
                <a:path extrusionOk="0" h="750" w="766">
                  <a:moveTo>
                    <a:pt x="1" y="0"/>
                  </a:moveTo>
                  <a:lnTo>
                    <a:pt x="6" y="749"/>
                  </a:lnTo>
                  <a:lnTo>
                    <a:pt x="765" y="749"/>
                  </a:lnTo>
                  <a:lnTo>
                    <a:pt x="729" y="87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32"/>
            <p:cNvSpPr/>
            <p:nvPr/>
          </p:nvSpPr>
          <p:spPr>
            <a:xfrm>
              <a:off x="5275283" y="2854610"/>
              <a:ext cx="23325" cy="10051"/>
            </a:xfrm>
            <a:custGeom>
              <a:rect b="b" l="l" r="r" t="t"/>
              <a:pathLst>
                <a:path extrusionOk="0" h="159" w="369">
                  <a:moveTo>
                    <a:pt x="24" y="0"/>
                  </a:moveTo>
                  <a:lnTo>
                    <a:pt x="1" y="159"/>
                  </a:lnTo>
                  <a:lnTo>
                    <a:pt x="349" y="159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32"/>
            <p:cNvSpPr/>
            <p:nvPr/>
          </p:nvSpPr>
          <p:spPr>
            <a:xfrm>
              <a:off x="5266560" y="2912828"/>
              <a:ext cx="24969" cy="11631"/>
            </a:xfrm>
            <a:custGeom>
              <a:rect b="b" l="l" r="r" t="t"/>
              <a:pathLst>
                <a:path extrusionOk="0" h="184" w="395">
                  <a:moveTo>
                    <a:pt x="28" y="1"/>
                  </a:moveTo>
                  <a:lnTo>
                    <a:pt x="1" y="183"/>
                  </a:lnTo>
                  <a:lnTo>
                    <a:pt x="373" y="183"/>
                  </a:lnTo>
                  <a:lnTo>
                    <a:pt x="395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32"/>
            <p:cNvSpPr/>
            <p:nvPr/>
          </p:nvSpPr>
          <p:spPr>
            <a:xfrm>
              <a:off x="5510682" y="2912828"/>
              <a:ext cx="25032" cy="11631"/>
            </a:xfrm>
            <a:custGeom>
              <a:rect b="b" l="l" r="r" t="t"/>
              <a:pathLst>
                <a:path extrusionOk="0" h="184" w="396">
                  <a:moveTo>
                    <a:pt x="0" y="1"/>
                  </a:moveTo>
                  <a:lnTo>
                    <a:pt x="22" y="183"/>
                  </a:lnTo>
                  <a:lnTo>
                    <a:pt x="395" y="183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32"/>
            <p:cNvSpPr/>
            <p:nvPr/>
          </p:nvSpPr>
          <p:spPr>
            <a:xfrm>
              <a:off x="5503729" y="2854610"/>
              <a:ext cx="23199" cy="10051"/>
            </a:xfrm>
            <a:custGeom>
              <a:rect b="b" l="l" r="r" t="t"/>
              <a:pathLst>
                <a:path extrusionOk="0" h="159" w="367">
                  <a:moveTo>
                    <a:pt x="1" y="0"/>
                  </a:moveTo>
                  <a:lnTo>
                    <a:pt x="19" y="159"/>
                  </a:lnTo>
                  <a:lnTo>
                    <a:pt x="367" y="159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32"/>
            <p:cNvSpPr/>
            <p:nvPr/>
          </p:nvSpPr>
          <p:spPr>
            <a:xfrm>
              <a:off x="5445511" y="2798921"/>
              <a:ext cx="11062" cy="18584"/>
            </a:xfrm>
            <a:custGeom>
              <a:rect b="b" l="l" r="r" t="t"/>
              <a:pathLst>
                <a:path extrusionOk="0" h="294" w="175">
                  <a:moveTo>
                    <a:pt x="1" y="0"/>
                  </a:moveTo>
                  <a:lnTo>
                    <a:pt x="16" y="294"/>
                  </a:lnTo>
                  <a:lnTo>
                    <a:pt x="175" y="294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32"/>
            <p:cNvSpPr/>
            <p:nvPr/>
          </p:nvSpPr>
          <p:spPr>
            <a:xfrm>
              <a:off x="5396143" y="2798921"/>
              <a:ext cx="9988" cy="18584"/>
            </a:xfrm>
            <a:custGeom>
              <a:rect b="b" l="l" r="r" t="t"/>
              <a:pathLst>
                <a:path extrusionOk="0" h="294" w="158">
                  <a:moveTo>
                    <a:pt x="2" y="0"/>
                  </a:moveTo>
                  <a:lnTo>
                    <a:pt x="0" y="294"/>
                  </a:lnTo>
                  <a:lnTo>
                    <a:pt x="158" y="294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32"/>
            <p:cNvSpPr/>
            <p:nvPr/>
          </p:nvSpPr>
          <p:spPr>
            <a:xfrm>
              <a:off x="5345701" y="2798921"/>
              <a:ext cx="11062" cy="18584"/>
            </a:xfrm>
            <a:custGeom>
              <a:rect b="b" l="l" r="r" t="t"/>
              <a:pathLst>
                <a:path extrusionOk="0" h="294" w="175">
                  <a:moveTo>
                    <a:pt x="21" y="0"/>
                  </a:moveTo>
                  <a:lnTo>
                    <a:pt x="1" y="294"/>
                  </a:lnTo>
                  <a:lnTo>
                    <a:pt x="159" y="294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32"/>
            <p:cNvSpPr/>
            <p:nvPr/>
          </p:nvSpPr>
          <p:spPr>
            <a:xfrm>
              <a:off x="5365802" y="3000185"/>
              <a:ext cx="74148" cy="64540"/>
            </a:xfrm>
            <a:custGeom>
              <a:rect b="b" l="l" r="r" t="t"/>
              <a:pathLst>
                <a:path extrusionOk="0" h="1021" w="1173">
                  <a:moveTo>
                    <a:pt x="0" y="0"/>
                  </a:moveTo>
                  <a:lnTo>
                    <a:pt x="0" y="1020"/>
                  </a:lnTo>
                  <a:lnTo>
                    <a:pt x="1173" y="1020"/>
                  </a:lnTo>
                  <a:lnTo>
                    <a:pt x="1173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32"/>
            <p:cNvSpPr/>
            <p:nvPr/>
          </p:nvSpPr>
          <p:spPr>
            <a:xfrm>
              <a:off x="5365802" y="3000185"/>
              <a:ext cx="74148" cy="18964"/>
            </a:xfrm>
            <a:custGeom>
              <a:rect b="b" l="l" r="r" t="t"/>
              <a:pathLst>
                <a:path extrusionOk="0" h="300" w="1173">
                  <a:moveTo>
                    <a:pt x="0" y="0"/>
                  </a:moveTo>
                  <a:lnTo>
                    <a:pt x="0" y="299"/>
                  </a:lnTo>
                  <a:lnTo>
                    <a:pt x="1173" y="299"/>
                  </a:lnTo>
                  <a:lnTo>
                    <a:pt x="1173" y="0"/>
                  </a:lnTo>
                  <a:close/>
                </a:path>
              </a:pathLst>
            </a:custGeom>
            <a:solidFill>
              <a:srgbClr val="BDC6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32"/>
            <p:cNvSpPr/>
            <p:nvPr/>
          </p:nvSpPr>
          <p:spPr>
            <a:xfrm>
              <a:off x="5328444" y="3048352"/>
              <a:ext cx="148992" cy="34008"/>
            </a:xfrm>
            <a:custGeom>
              <a:rect b="b" l="l" r="r" t="t"/>
              <a:pathLst>
                <a:path extrusionOk="0" h="538" w="2357">
                  <a:moveTo>
                    <a:pt x="1" y="1"/>
                  </a:moveTo>
                  <a:lnTo>
                    <a:pt x="1" y="538"/>
                  </a:lnTo>
                  <a:lnTo>
                    <a:pt x="2356" y="538"/>
                  </a:lnTo>
                  <a:lnTo>
                    <a:pt x="2356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32"/>
            <p:cNvSpPr/>
            <p:nvPr/>
          </p:nvSpPr>
          <p:spPr>
            <a:xfrm>
              <a:off x="5285144" y="2924395"/>
              <a:ext cx="53478" cy="47409"/>
            </a:xfrm>
            <a:custGeom>
              <a:rect b="b" l="l" r="r" t="t"/>
              <a:pathLst>
                <a:path extrusionOk="0" h="750" w="846">
                  <a:moveTo>
                    <a:pt x="141" y="0"/>
                  </a:moveTo>
                  <a:lnTo>
                    <a:pt x="70" y="72"/>
                  </a:lnTo>
                  <a:lnTo>
                    <a:pt x="12" y="568"/>
                  </a:lnTo>
                  <a:cubicBezTo>
                    <a:pt x="0" y="667"/>
                    <a:pt x="65" y="749"/>
                    <a:pt x="159" y="749"/>
                  </a:cubicBezTo>
                  <a:lnTo>
                    <a:pt x="220" y="749"/>
                  </a:lnTo>
                  <a:lnTo>
                    <a:pt x="836" y="132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32"/>
            <p:cNvSpPr/>
            <p:nvPr/>
          </p:nvSpPr>
          <p:spPr>
            <a:xfrm>
              <a:off x="5305561" y="2876797"/>
              <a:ext cx="36284" cy="36094"/>
            </a:xfrm>
            <a:custGeom>
              <a:rect b="b" l="l" r="r" t="t"/>
              <a:pathLst>
                <a:path extrusionOk="0" h="571" w="574">
                  <a:moveTo>
                    <a:pt x="574" y="0"/>
                  </a:moveTo>
                  <a:lnTo>
                    <a:pt x="1" y="571"/>
                  </a:lnTo>
                  <a:lnTo>
                    <a:pt x="534" y="571"/>
                  </a:lnTo>
                  <a:lnTo>
                    <a:pt x="5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32"/>
            <p:cNvSpPr/>
            <p:nvPr/>
          </p:nvSpPr>
          <p:spPr>
            <a:xfrm>
              <a:off x="5350441" y="2864597"/>
              <a:ext cx="45450" cy="48294"/>
            </a:xfrm>
            <a:custGeom>
              <a:rect b="b" l="l" r="r" t="t"/>
              <a:pathLst>
                <a:path extrusionOk="0" h="764" w="719">
                  <a:moveTo>
                    <a:pt x="55" y="1"/>
                  </a:moveTo>
                  <a:lnTo>
                    <a:pt x="42" y="15"/>
                  </a:lnTo>
                  <a:lnTo>
                    <a:pt x="1" y="764"/>
                  </a:lnTo>
                  <a:lnTo>
                    <a:pt x="116" y="764"/>
                  </a:lnTo>
                  <a:lnTo>
                    <a:pt x="718" y="163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32"/>
            <p:cNvSpPr/>
            <p:nvPr/>
          </p:nvSpPr>
          <p:spPr>
            <a:xfrm>
              <a:off x="5363905" y="2822435"/>
              <a:ext cx="32302" cy="32238"/>
            </a:xfrm>
            <a:custGeom>
              <a:rect b="b" l="l" r="r" t="t"/>
              <a:pathLst>
                <a:path extrusionOk="0" h="510" w="511">
                  <a:moveTo>
                    <a:pt x="510" y="1"/>
                  </a:moveTo>
                  <a:lnTo>
                    <a:pt x="0" y="509"/>
                  </a:lnTo>
                  <a:lnTo>
                    <a:pt x="507" y="509"/>
                  </a:lnTo>
                  <a:lnTo>
                    <a:pt x="5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32"/>
            <p:cNvSpPr/>
            <p:nvPr/>
          </p:nvSpPr>
          <p:spPr>
            <a:xfrm>
              <a:off x="5406067" y="2817442"/>
              <a:ext cx="40898" cy="37232"/>
            </a:xfrm>
            <a:custGeom>
              <a:rect b="b" l="l" r="r" t="t"/>
              <a:pathLst>
                <a:path extrusionOk="0" h="589" w="647">
                  <a:moveTo>
                    <a:pt x="1" y="1"/>
                  </a:moveTo>
                  <a:lnTo>
                    <a:pt x="4" y="588"/>
                  </a:lnTo>
                  <a:lnTo>
                    <a:pt x="159" y="588"/>
                  </a:lnTo>
                  <a:lnTo>
                    <a:pt x="646" y="10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32"/>
            <p:cNvSpPr/>
            <p:nvPr/>
          </p:nvSpPr>
          <p:spPr>
            <a:xfrm>
              <a:off x="5332805" y="2969085"/>
              <a:ext cx="2718" cy="2718"/>
            </a:xfrm>
            <a:custGeom>
              <a:rect b="b" l="l" r="r" t="t"/>
              <a:pathLst>
                <a:path extrusionOk="0" h="43" w="43">
                  <a:moveTo>
                    <a:pt x="42" y="0"/>
                  </a:moveTo>
                  <a:lnTo>
                    <a:pt x="0" y="42"/>
                  </a:lnTo>
                  <a:lnTo>
                    <a:pt x="40" y="4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32"/>
            <p:cNvSpPr/>
            <p:nvPr/>
          </p:nvSpPr>
          <p:spPr>
            <a:xfrm>
              <a:off x="5347091" y="2924395"/>
              <a:ext cx="48421" cy="47409"/>
            </a:xfrm>
            <a:custGeom>
              <a:rect b="b" l="l" r="r" t="t"/>
              <a:pathLst>
                <a:path extrusionOk="0" h="750" w="766">
                  <a:moveTo>
                    <a:pt x="524" y="0"/>
                  </a:moveTo>
                  <a:lnTo>
                    <a:pt x="15" y="509"/>
                  </a:lnTo>
                  <a:lnTo>
                    <a:pt x="0" y="749"/>
                  </a:lnTo>
                  <a:lnTo>
                    <a:pt x="762" y="749"/>
                  </a:lnTo>
                  <a:lnTo>
                    <a:pt x="7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32"/>
            <p:cNvSpPr/>
            <p:nvPr/>
          </p:nvSpPr>
          <p:spPr>
            <a:xfrm>
              <a:off x="5391655" y="2908908"/>
              <a:ext cx="3982" cy="3982"/>
            </a:xfrm>
            <a:custGeom>
              <a:rect b="b" l="l" r="r" t="t"/>
              <a:pathLst>
                <a:path extrusionOk="0" h="63" w="63">
                  <a:moveTo>
                    <a:pt x="63" y="1"/>
                  </a:moveTo>
                  <a:lnTo>
                    <a:pt x="0" y="63"/>
                  </a:lnTo>
                  <a:lnTo>
                    <a:pt x="62" y="63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rgbClr val="08B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32"/>
            <p:cNvSpPr/>
            <p:nvPr/>
          </p:nvSpPr>
          <p:spPr>
            <a:xfrm>
              <a:off x="5406510" y="2864597"/>
              <a:ext cx="45323" cy="48294"/>
            </a:xfrm>
            <a:custGeom>
              <a:rect b="b" l="l" r="r" t="t"/>
              <a:pathLst>
                <a:path extrusionOk="0" h="764" w="717">
                  <a:moveTo>
                    <a:pt x="529" y="1"/>
                  </a:moveTo>
                  <a:lnTo>
                    <a:pt x="1" y="529"/>
                  </a:lnTo>
                  <a:lnTo>
                    <a:pt x="2" y="764"/>
                  </a:lnTo>
                  <a:lnTo>
                    <a:pt x="717" y="764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32"/>
            <p:cNvSpPr/>
            <p:nvPr/>
          </p:nvSpPr>
          <p:spPr>
            <a:xfrm>
              <a:off x="5406699" y="2924395"/>
              <a:ext cx="46145" cy="47409"/>
            </a:xfrm>
            <a:custGeom>
              <a:rect b="b" l="l" r="r" t="t"/>
              <a:pathLst>
                <a:path extrusionOk="0" h="750" w="730">
                  <a:moveTo>
                    <a:pt x="1" y="0"/>
                  </a:moveTo>
                  <a:lnTo>
                    <a:pt x="6" y="749"/>
                  </a:lnTo>
                  <a:lnTo>
                    <a:pt x="67" y="749"/>
                  </a:lnTo>
                  <a:lnTo>
                    <a:pt x="729" y="87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32"/>
            <p:cNvSpPr/>
            <p:nvPr/>
          </p:nvSpPr>
          <p:spPr>
            <a:xfrm>
              <a:off x="5458469" y="2817568"/>
              <a:ext cx="45323" cy="37106"/>
            </a:xfrm>
            <a:custGeom>
              <a:rect b="b" l="l" r="r" t="t"/>
              <a:pathLst>
                <a:path extrusionOk="0" h="587" w="717">
                  <a:moveTo>
                    <a:pt x="453" y="1"/>
                  </a:moveTo>
                  <a:lnTo>
                    <a:pt x="0" y="453"/>
                  </a:lnTo>
                  <a:lnTo>
                    <a:pt x="9" y="586"/>
                  </a:lnTo>
                  <a:lnTo>
                    <a:pt x="717" y="586"/>
                  </a:lnTo>
                  <a:lnTo>
                    <a:pt x="661" y="132"/>
                  </a:lnTo>
                  <a:cubicBezTo>
                    <a:pt x="652" y="59"/>
                    <a:pt x="582" y="1"/>
                    <a:pt x="5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32"/>
            <p:cNvSpPr/>
            <p:nvPr/>
          </p:nvSpPr>
          <p:spPr>
            <a:xfrm>
              <a:off x="5459607" y="2864597"/>
              <a:ext cx="46777" cy="48294"/>
            </a:xfrm>
            <a:custGeom>
              <a:rect b="b" l="l" r="r" t="t"/>
              <a:pathLst>
                <a:path extrusionOk="0" h="764" w="740">
                  <a:moveTo>
                    <a:pt x="1" y="1"/>
                  </a:moveTo>
                  <a:lnTo>
                    <a:pt x="52" y="764"/>
                  </a:lnTo>
                  <a:lnTo>
                    <a:pt x="159" y="764"/>
                  </a:lnTo>
                  <a:lnTo>
                    <a:pt x="740" y="186"/>
                  </a:lnTo>
                  <a:lnTo>
                    <a:pt x="7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32"/>
            <p:cNvSpPr/>
            <p:nvPr/>
          </p:nvSpPr>
          <p:spPr>
            <a:xfrm>
              <a:off x="3921172" y="2327112"/>
              <a:ext cx="115489" cy="20481"/>
            </a:xfrm>
            <a:custGeom>
              <a:rect b="b" l="l" r="r" t="t"/>
              <a:pathLst>
                <a:path extrusionOk="0" h="324" w="1827">
                  <a:moveTo>
                    <a:pt x="913" y="1"/>
                  </a:moveTo>
                  <a:cubicBezTo>
                    <a:pt x="410" y="1"/>
                    <a:pt x="0" y="73"/>
                    <a:pt x="0" y="163"/>
                  </a:cubicBezTo>
                  <a:cubicBezTo>
                    <a:pt x="0" y="252"/>
                    <a:pt x="408" y="323"/>
                    <a:pt x="913" y="323"/>
                  </a:cubicBezTo>
                  <a:cubicBezTo>
                    <a:pt x="1418" y="323"/>
                    <a:pt x="1827" y="252"/>
                    <a:pt x="1827" y="163"/>
                  </a:cubicBezTo>
                  <a:cubicBezTo>
                    <a:pt x="1827" y="73"/>
                    <a:pt x="1418" y="1"/>
                    <a:pt x="913" y="1"/>
                  </a:cubicBez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32"/>
            <p:cNvSpPr/>
            <p:nvPr/>
          </p:nvSpPr>
          <p:spPr>
            <a:xfrm>
              <a:off x="3948100" y="2243800"/>
              <a:ext cx="50380" cy="96462"/>
            </a:xfrm>
            <a:custGeom>
              <a:rect b="b" l="l" r="r" t="t"/>
              <a:pathLst>
                <a:path extrusionOk="0" h="1526" w="797">
                  <a:moveTo>
                    <a:pt x="1" y="0"/>
                  </a:moveTo>
                  <a:lnTo>
                    <a:pt x="1" y="1526"/>
                  </a:lnTo>
                  <a:lnTo>
                    <a:pt x="797" y="1526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32"/>
            <p:cNvSpPr/>
            <p:nvPr/>
          </p:nvSpPr>
          <p:spPr>
            <a:xfrm>
              <a:off x="3978757" y="2243800"/>
              <a:ext cx="19722" cy="96462"/>
            </a:xfrm>
            <a:custGeom>
              <a:rect b="b" l="l" r="r" t="t"/>
              <a:pathLst>
                <a:path extrusionOk="0" h="1526" w="312">
                  <a:moveTo>
                    <a:pt x="1" y="0"/>
                  </a:moveTo>
                  <a:lnTo>
                    <a:pt x="1" y="1526"/>
                  </a:lnTo>
                  <a:lnTo>
                    <a:pt x="312" y="1526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32"/>
            <p:cNvSpPr/>
            <p:nvPr/>
          </p:nvSpPr>
          <p:spPr>
            <a:xfrm>
              <a:off x="3948100" y="2243926"/>
              <a:ext cx="50444" cy="56322"/>
            </a:xfrm>
            <a:custGeom>
              <a:rect b="b" l="l" r="r" t="t"/>
              <a:pathLst>
                <a:path extrusionOk="0" h="891" w="798">
                  <a:moveTo>
                    <a:pt x="3" y="0"/>
                  </a:moveTo>
                  <a:lnTo>
                    <a:pt x="3" y="866"/>
                  </a:lnTo>
                  <a:lnTo>
                    <a:pt x="1" y="866"/>
                  </a:lnTo>
                  <a:cubicBezTo>
                    <a:pt x="101" y="881"/>
                    <a:pt x="205" y="890"/>
                    <a:pt x="310" y="890"/>
                  </a:cubicBezTo>
                  <a:cubicBezTo>
                    <a:pt x="479" y="890"/>
                    <a:pt x="640" y="870"/>
                    <a:pt x="798" y="830"/>
                  </a:cubicBezTo>
                  <a:lnTo>
                    <a:pt x="798" y="0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32"/>
            <p:cNvSpPr/>
            <p:nvPr/>
          </p:nvSpPr>
          <p:spPr>
            <a:xfrm>
              <a:off x="3911437" y="2206126"/>
              <a:ext cx="127500" cy="77372"/>
            </a:xfrm>
            <a:custGeom>
              <a:rect b="b" l="l" r="r" t="t"/>
              <a:pathLst>
                <a:path extrusionOk="0" h="1224" w="2017">
                  <a:moveTo>
                    <a:pt x="1015" y="1"/>
                  </a:moveTo>
                  <a:lnTo>
                    <a:pt x="1015" y="3"/>
                  </a:lnTo>
                  <a:cubicBezTo>
                    <a:pt x="845" y="166"/>
                    <a:pt x="422" y="600"/>
                    <a:pt x="1" y="1223"/>
                  </a:cubicBezTo>
                  <a:lnTo>
                    <a:pt x="2016" y="1223"/>
                  </a:lnTo>
                  <a:lnTo>
                    <a:pt x="2016" y="1222"/>
                  </a:lnTo>
                  <a:cubicBezTo>
                    <a:pt x="1804" y="905"/>
                    <a:pt x="1592" y="635"/>
                    <a:pt x="1413" y="427"/>
                  </a:cubicBezTo>
                  <a:cubicBezTo>
                    <a:pt x="1240" y="227"/>
                    <a:pt x="1100" y="83"/>
                    <a:pt x="1018" y="3"/>
                  </a:cubicBezTo>
                  <a:lnTo>
                    <a:pt x="1018" y="1"/>
                  </a:lnTo>
                  <a:lnTo>
                    <a:pt x="1016" y="2"/>
                  </a:lnTo>
                  <a:lnTo>
                    <a:pt x="1015" y="1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32"/>
            <p:cNvSpPr/>
            <p:nvPr/>
          </p:nvSpPr>
          <p:spPr>
            <a:xfrm>
              <a:off x="3910932" y="2205494"/>
              <a:ext cx="128385" cy="77941"/>
            </a:xfrm>
            <a:custGeom>
              <a:rect b="b" l="l" r="r" t="t"/>
              <a:pathLst>
                <a:path extrusionOk="0" h="1233" w="2031">
                  <a:moveTo>
                    <a:pt x="1023" y="0"/>
                  </a:moveTo>
                  <a:lnTo>
                    <a:pt x="1023" y="2"/>
                  </a:lnTo>
                  <a:cubicBezTo>
                    <a:pt x="853" y="168"/>
                    <a:pt x="425" y="605"/>
                    <a:pt x="1" y="1232"/>
                  </a:cubicBezTo>
                  <a:lnTo>
                    <a:pt x="2031" y="1232"/>
                  </a:lnTo>
                  <a:cubicBezTo>
                    <a:pt x="1612" y="605"/>
                    <a:pt x="1193" y="168"/>
                    <a:pt x="1026" y="2"/>
                  </a:cubicBezTo>
                  <a:lnTo>
                    <a:pt x="1026" y="0"/>
                  </a:lnTo>
                  <a:lnTo>
                    <a:pt x="1024" y="1"/>
                  </a:lnTo>
                  <a:lnTo>
                    <a:pt x="1023" y="0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32"/>
            <p:cNvSpPr/>
            <p:nvPr/>
          </p:nvSpPr>
          <p:spPr>
            <a:xfrm>
              <a:off x="3882992" y="2127175"/>
              <a:ext cx="184517" cy="156261"/>
            </a:xfrm>
            <a:custGeom>
              <a:rect b="b" l="l" r="r" t="t"/>
              <a:pathLst>
                <a:path extrusionOk="0" h="2472" w="2919">
                  <a:moveTo>
                    <a:pt x="1471" y="1"/>
                  </a:moveTo>
                  <a:cubicBezTo>
                    <a:pt x="1471" y="1"/>
                    <a:pt x="1471" y="1"/>
                    <a:pt x="1471" y="1"/>
                  </a:cubicBezTo>
                  <a:lnTo>
                    <a:pt x="1470" y="1"/>
                  </a:lnTo>
                  <a:cubicBezTo>
                    <a:pt x="1229" y="233"/>
                    <a:pt x="306" y="1193"/>
                    <a:pt x="1" y="2471"/>
                  </a:cubicBezTo>
                  <a:lnTo>
                    <a:pt x="2919" y="2471"/>
                  </a:lnTo>
                  <a:cubicBezTo>
                    <a:pt x="2621" y="1197"/>
                    <a:pt x="1710" y="234"/>
                    <a:pt x="1473" y="1"/>
                  </a:cubicBezTo>
                  <a:cubicBezTo>
                    <a:pt x="1472" y="1"/>
                    <a:pt x="1472" y="1"/>
                    <a:pt x="14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32"/>
            <p:cNvSpPr/>
            <p:nvPr/>
          </p:nvSpPr>
          <p:spPr>
            <a:xfrm>
              <a:off x="3913776" y="2127112"/>
              <a:ext cx="123454" cy="80659"/>
            </a:xfrm>
            <a:custGeom>
              <a:rect b="b" l="l" r="r" t="t"/>
              <a:pathLst>
                <a:path extrusionOk="0" h="1276" w="1953">
                  <a:moveTo>
                    <a:pt x="984" y="0"/>
                  </a:moveTo>
                  <a:cubicBezTo>
                    <a:pt x="984" y="0"/>
                    <a:pt x="984" y="1"/>
                    <a:pt x="984" y="1"/>
                  </a:cubicBezTo>
                  <a:lnTo>
                    <a:pt x="983" y="1"/>
                  </a:lnTo>
                  <a:cubicBezTo>
                    <a:pt x="825" y="153"/>
                    <a:pt x="378" y="616"/>
                    <a:pt x="1" y="1275"/>
                  </a:cubicBezTo>
                  <a:lnTo>
                    <a:pt x="1953" y="1275"/>
                  </a:lnTo>
                  <a:cubicBezTo>
                    <a:pt x="1581" y="617"/>
                    <a:pt x="1140" y="153"/>
                    <a:pt x="986" y="1"/>
                  </a:cubicBezTo>
                  <a:cubicBezTo>
                    <a:pt x="985" y="1"/>
                    <a:pt x="985" y="0"/>
                    <a:pt x="984" y="0"/>
                  </a:cubicBez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32"/>
            <p:cNvSpPr/>
            <p:nvPr/>
          </p:nvSpPr>
          <p:spPr>
            <a:xfrm>
              <a:off x="3975850" y="2127238"/>
              <a:ext cx="91658" cy="156198"/>
            </a:xfrm>
            <a:custGeom>
              <a:rect b="b" l="l" r="r" t="t"/>
              <a:pathLst>
                <a:path extrusionOk="0" h="2471" w="1450">
                  <a:moveTo>
                    <a:pt x="1" y="0"/>
                  </a:moveTo>
                  <a:cubicBezTo>
                    <a:pt x="1" y="0"/>
                    <a:pt x="186" y="677"/>
                    <a:pt x="394" y="1665"/>
                  </a:cubicBezTo>
                  <a:cubicBezTo>
                    <a:pt x="446" y="1915"/>
                    <a:pt x="500" y="2186"/>
                    <a:pt x="552" y="2470"/>
                  </a:cubicBezTo>
                  <a:lnTo>
                    <a:pt x="1450" y="2470"/>
                  </a:lnTo>
                  <a:cubicBezTo>
                    <a:pt x="1152" y="1196"/>
                    <a:pt x="241" y="233"/>
                    <a:pt x="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32"/>
            <p:cNvSpPr/>
            <p:nvPr/>
          </p:nvSpPr>
          <p:spPr>
            <a:xfrm>
              <a:off x="3923574" y="2130905"/>
              <a:ext cx="103163" cy="62644"/>
            </a:xfrm>
            <a:custGeom>
              <a:rect b="b" l="l" r="r" t="t"/>
              <a:pathLst>
                <a:path extrusionOk="0" h="991" w="1632">
                  <a:moveTo>
                    <a:pt x="822" y="1"/>
                  </a:moveTo>
                  <a:lnTo>
                    <a:pt x="822" y="4"/>
                  </a:lnTo>
                  <a:cubicBezTo>
                    <a:pt x="685" y="137"/>
                    <a:pt x="343" y="487"/>
                    <a:pt x="0" y="990"/>
                  </a:cubicBezTo>
                  <a:lnTo>
                    <a:pt x="1631" y="990"/>
                  </a:lnTo>
                  <a:cubicBezTo>
                    <a:pt x="1460" y="732"/>
                    <a:pt x="1288" y="515"/>
                    <a:pt x="1144" y="347"/>
                  </a:cubicBezTo>
                  <a:cubicBezTo>
                    <a:pt x="1005" y="185"/>
                    <a:pt x="890" y="69"/>
                    <a:pt x="824" y="4"/>
                  </a:cubicBezTo>
                  <a:lnTo>
                    <a:pt x="824" y="1"/>
                  </a:lnTo>
                  <a:lnTo>
                    <a:pt x="823" y="2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32"/>
            <p:cNvSpPr/>
            <p:nvPr/>
          </p:nvSpPr>
          <p:spPr>
            <a:xfrm>
              <a:off x="3923195" y="2130462"/>
              <a:ext cx="103921" cy="63149"/>
            </a:xfrm>
            <a:custGeom>
              <a:rect b="b" l="l" r="r" t="t"/>
              <a:pathLst>
                <a:path extrusionOk="0" h="999" w="1644">
                  <a:moveTo>
                    <a:pt x="828" y="0"/>
                  </a:moveTo>
                  <a:lnTo>
                    <a:pt x="828" y="3"/>
                  </a:lnTo>
                  <a:cubicBezTo>
                    <a:pt x="690" y="136"/>
                    <a:pt x="345" y="491"/>
                    <a:pt x="1" y="998"/>
                  </a:cubicBezTo>
                  <a:lnTo>
                    <a:pt x="1643" y="998"/>
                  </a:lnTo>
                  <a:lnTo>
                    <a:pt x="1643" y="997"/>
                  </a:lnTo>
                  <a:cubicBezTo>
                    <a:pt x="1306" y="491"/>
                    <a:pt x="966" y="136"/>
                    <a:pt x="830" y="3"/>
                  </a:cubicBezTo>
                  <a:lnTo>
                    <a:pt x="830" y="0"/>
                  </a:lnTo>
                  <a:lnTo>
                    <a:pt x="829" y="1"/>
                  </a:lnTo>
                  <a:lnTo>
                    <a:pt x="828" y="0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32"/>
            <p:cNvSpPr/>
            <p:nvPr/>
          </p:nvSpPr>
          <p:spPr>
            <a:xfrm>
              <a:off x="3900692" y="2067125"/>
              <a:ext cx="149245" cy="126425"/>
            </a:xfrm>
            <a:custGeom>
              <a:rect b="b" l="l" r="r" t="t"/>
              <a:pathLst>
                <a:path extrusionOk="0" h="2000" w="2361">
                  <a:moveTo>
                    <a:pt x="1190" y="0"/>
                  </a:moveTo>
                  <a:cubicBezTo>
                    <a:pt x="1190" y="0"/>
                    <a:pt x="1190" y="1"/>
                    <a:pt x="1190" y="1"/>
                  </a:cubicBezTo>
                  <a:lnTo>
                    <a:pt x="1189" y="1"/>
                  </a:lnTo>
                  <a:cubicBezTo>
                    <a:pt x="994" y="189"/>
                    <a:pt x="248" y="965"/>
                    <a:pt x="1" y="1999"/>
                  </a:cubicBezTo>
                  <a:lnTo>
                    <a:pt x="2360" y="1999"/>
                  </a:lnTo>
                  <a:cubicBezTo>
                    <a:pt x="2119" y="969"/>
                    <a:pt x="1383" y="190"/>
                    <a:pt x="1191" y="1"/>
                  </a:cubicBezTo>
                  <a:cubicBezTo>
                    <a:pt x="1191" y="0"/>
                    <a:pt x="1190" y="0"/>
                    <a:pt x="11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32"/>
            <p:cNvSpPr/>
            <p:nvPr/>
          </p:nvSpPr>
          <p:spPr>
            <a:xfrm>
              <a:off x="3925534" y="2067188"/>
              <a:ext cx="99876" cy="65235"/>
            </a:xfrm>
            <a:custGeom>
              <a:rect b="b" l="l" r="r" t="t"/>
              <a:pathLst>
                <a:path extrusionOk="0" h="1032" w="1580">
                  <a:moveTo>
                    <a:pt x="797" y="0"/>
                  </a:moveTo>
                  <a:cubicBezTo>
                    <a:pt x="797" y="0"/>
                    <a:pt x="797" y="1"/>
                    <a:pt x="797" y="1"/>
                  </a:cubicBezTo>
                  <a:lnTo>
                    <a:pt x="796" y="1"/>
                  </a:lnTo>
                  <a:cubicBezTo>
                    <a:pt x="669" y="124"/>
                    <a:pt x="307" y="498"/>
                    <a:pt x="1" y="1031"/>
                  </a:cubicBezTo>
                  <a:lnTo>
                    <a:pt x="1580" y="1031"/>
                  </a:lnTo>
                  <a:cubicBezTo>
                    <a:pt x="1279" y="498"/>
                    <a:pt x="924" y="124"/>
                    <a:pt x="798" y="1"/>
                  </a:cubicBezTo>
                  <a:cubicBezTo>
                    <a:pt x="798" y="0"/>
                    <a:pt x="797" y="0"/>
                    <a:pt x="797" y="0"/>
                  </a:cubicBez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32"/>
            <p:cNvSpPr/>
            <p:nvPr/>
          </p:nvSpPr>
          <p:spPr>
            <a:xfrm>
              <a:off x="3975723" y="2067125"/>
              <a:ext cx="74148" cy="126425"/>
            </a:xfrm>
            <a:custGeom>
              <a:rect b="b" l="l" r="r" t="t"/>
              <a:pathLst>
                <a:path extrusionOk="0" h="2000" w="1173">
                  <a:moveTo>
                    <a:pt x="1" y="1"/>
                  </a:moveTo>
                  <a:cubicBezTo>
                    <a:pt x="1" y="1"/>
                    <a:pt x="150" y="548"/>
                    <a:pt x="318" y="1347"/>
                  </a:cubicBezTo>
                  <a:cubicBezTo>
                    <a:pt x="361" y="1551"/>
                    <a:pt x="405" y="1770"/>
                    <a:pt x="447" y="1999"/>
                  </a:cubicBezTo>
                  <a:lnTo>
                    <a:pt x="1172" y="1999"/>
                  </a:lnTo>
                  <a:cubicBezTo>
                    <a:pt x="930" y="969"/>
                    <a:pt x="195" y="190"/>
                    <a:pt x="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32"/>
            <p:cNvSpPr/>
            <p:nvPr/>
          </p:nvSpPr>
          <p:spPr>
            <a:xfrm>
              <a:off x="3931981" y="2065797"/>
              <a:ext cx="86348" cy="52214"/>
            </a:xfrm>
            <a:custGeom>
              <a:rect b="b" l="l" r="r" t="t"/>
              <a:pathLst>
                <a:path extrusionOk="0" h="826" w="1366">
                  <a:moveTo>
                    <a:pt x="688" y="0"/>
                  </a:moveTo>
                  <a:lnTo>
                    <a:pt x="688" y="1"/>
                  </a:lnTo>
                  <a:cubicBezTo>
                    <a:pt x="572" y="113"/>
                    <a:pt x="287" y="405"/>
                    <a:pt x="0" y="826"/>
                  </a:cubicBezTo>
                  <a:lnTo>
                    <a:pt x="1365" y="826"/>
                  </a:lnTo>
                  <a:cubicBezTo>
                    <a:pt x="1222" y="611"/>
                    <a:pt x="1079" y="430"/>
                    <a:pt x="957" y="289"/>
                  </a:cubicBezTo>
                  <a:cubicBezTo>
                    <a:pt x="841" y="154"/>
                    <a:pt x="745" y="57"/>
                    <a:pt x="690" y="1"/>
                  </a:cubicBezTo>
                  <a:lnTo>
                    <a:pt x="690" y="0"/>
                  </a:lnTo>
                  <a:lnTo>
                    <a:pt x="689" y="1"/>
                  </a:lnTo>
                  <a:lnTo>
                    <a:pt x="688" y="0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32"/>
            <p:cNvSpPr/>
            <p:nvPr/>
          </p:nvSpPr>
          <p:spPr>
            <a:xfrm>
              <a:off x="3931665" y="2065418"/>
              <a:ext cx="86980" cy="52593"/>
            </a:xfrm>
            <a:custGeom>
              <a:rect b="b" l="l" r="r" t="t"/>
              <a:pathLst>
                <a:path extrusionOk="0" h="832" w="1376">
                  <a:moveTo>
                    <a:pt x="692" y="0"/>
                  </a:moveTo>
                  <a:lnTo>
                    <a:pt x="692" y="1"/>
                  </a:lnTo>
                  <a:cubicBezTo>
                    <a:pt x="577" y="113"/>
                    <a:pt x="288" y="407"/>
                    <a:pt x="0" y="832"/>
                  </a:cubicBezTo>
                  <a:lnTo>
                    <a:pt x="1375" y="832"/>
                  </a:lnTo>
                  <a:cubicBezTo>
                    <a:pt x="1093" y="407"/>
                    <a:pt x="808" y="113"/>
                    <a:pt x="695" y="1"/>
                  </a:cubicBezTo>
                  <a:lnTo>
                    <a:pt x="695" y="0"/>
                  </a:lnTo>
                  <a:lnTo>
                    <a:pt x="694" y="1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32"/>
            <p:cNvSpPr/>
            <p:nvPr/>
          </p:nvSpPr>
          <p:spPr>
            <a:xfrm>
              <a:off x="3912828" y="2012320"/>
              <a:ext cx="124845" cy="105691"/>
            </a:xfrm>
            <a:custGeom>
              <a:rect b="b" l="l" r="r" t="t"/>
              <a:pathLst>
                <a:path extrusionOk="0" h="1672" w="1975">
                  <a:moveTo>
                    <a:pt x="996" y="0"/>
                  </a:moveTo>
                  <a:cubicBezTo>
                    <a:pt x="996" y="0"/>
                    <a:pt x="996" y="1"/>
                    <a:pt x="996" y="1"/>
                  </a:cubicBezTo>
                  <a:lnTo>
                    <a:pt x="994" y="1"/>
                  </a:lnTo>
                  <a:cubicBezTo>
                    <a:pt x="832" y="158"/>
                    <a:pt x="206" y="807"/>
                    <a:pt x="0" y="1672"/>
                  </a:cubicBezTo>
                  <a:lnTo>
                    <a:pt x="1975" y="1672"/>
                  </a:lnTo>
                  <a:cubicBezTo>
                    <a:pt x="1773" y="810"/>
                    <a:pt x="1157" y="160"/>
                    <a:pt x="997" y="1"/>
                  </a:cubicBezTo>
                  <a:cubicBezTo>
                    <a:pt x="996" y="0"/>
                    <a:pt x="996" y="0"/>
                    <a:pt x="9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32"/>
            <p:cNvSpPr/>
            <p:nvPr/>
          </p:nvSpPr>
          <p:spPr>
            <a:xfrm>
              <a:off x="3975597" y="2012384"/>
              <a:ext cx="62075" cy="105628"/>
            </a:xfrm>
            <a:custGeom>
              <a:rect b="b" l="l" r="r" t="t"/>
              <a:pathLst>
                <a:path extrusionOk="0" h="1671" w="982">
                  <a:moveTo>
                    <a:pt x="1" y="0"/>
                  </a:moveTo>
                  <a:cubicBezTo>
                    <a:pt x="1" y="0"/>
                    <a:pt x="127" y="457"/>
                    <a:pt x="267" y="1127"/>
                  </a:cubicBezTo>
                  <a:cubicBezTo>
                    <a:pt x="303" y="1295"/>
                    <a:pt x="338" y="1480"/>
                    <a:pt x="374" y="1671"/>
                  </a:cubicBezTo>
                  <a:lnTo>
                    <a:pt x="982" y="1671"/>
                  </a:lnTo>
                  <a:cubicBezTo>
                    <a:pt x="780" y="809"/>
                    <a:pt x="164" y="159"/>
                    <a:pt x="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32"/>
            <p:cNvSpPr/>
            <p:nvPr/>
          </p:nvSpPr>
          <p:spPr>
            <a:xfrm>
              <a:off x="4127304" y="2328187"/>
              <a:ext cx="115489" cy="20418"/>
            </a:xfrm>
            <a:custGeom>
              <a:rect b="b" l="l" r="r" t="t"/>
              <a:pathLst>
                <a:path extrusionOk="0" h="323" w="1827">
                  <a:moveTo>
                    <a:pt x="914" y="0"/>
                  </a:moveTo>
                  <a:cubicBezTo>
                    <a:pt x="409" y="0"/>
                    <a:pt x="0" y="73"/>
                    <a:pt x="0" y="162"/>
                  </a:cubicBezTo>
                  <a:cubicBezTo>
                    <a:pt x="0" y="251"/>
                    <a:pt x="409" y="323"/>
                    <a:pt x="914" y="323"/>
                  </a:cubicBezTo>
                  <a:cubicBezTo>
                    <a:pt x="1418" y="323"/>
                    <a:pt x="1827" y="251"/>
                    <a:pt x="1827" y="162"/>
                  </a:cubicBezTo>
                  <a:cubicBezTo>
                    <a:pt x="1827" y="73"/>
                    <a:pt x="1418" y="0"/>
                    <a:pt x="914" y="0"/>
                  </a:cubicBez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32"/>
            <p:cNvSpPr/>
            <p:nvPr/>
          </p:nvSpPr>
          <p:spPr>
            <a:xfrm>
              <a:off x="4165041" y="2261120"/>
              <a:ext cx="41404" cy="79205"/>
            </a:xfrm>
            <a:custGeom>
              <a:rect b="b" l="l" r="r" t="t"/>
              <a:pathLst>
                <a:path extrusionOk="0" h="1253" w="655">
                  <a:moveTo>
                    <a:pt x="1" y="0"/>
                  </a:moveTo>
                  <a:lnTo>
                    <a:pt x="1" y="1253"/>
                  </a:lnTo>
                  <a:lnTo>
                    <a:pt x="655" y="1253"/>
                  </a:lnTo>
                  <a:lnTo>
                    <a:pt x="6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32"/>
            <p:cNvSpPr/>
            <p:nvPr/>
          </p:nvSpPr>
          <p:spPr>
            <a:xfrm>
              <a:off x="4190199" y="2261120"/>
              <a:ext cx="16119" cy="79205"/>
            </a:xfrm>
            <a:custGeom>
              <a:rect b="b" l="l" r="r" t="t"/>
              <a:pathLst>
                <a:path extrusionOk="0" h="1253" w="255">
                  <a:moveTo>
                    <a:pt x="1" y="0"/>
                  </a:moveTo>
                  <a:lnTo>
                    <a:pt x="1" y="1253"/>
                  </a:lnTo>
                  <a:lnTo>
                    <a:pt x="254" y="1253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32"/>
            <p:cNvSpPr/>
            <p:nvPr/>
          </p:nvSpPr>
          <p:spPr>
            <a:xfrm>
              <a:off x="4165041" y="2261057"/>
              <a:ext cx="41404" cy="46208"/>
            </a:xfrm>
            <a:custGeom>
              <a:rect b="b" l="l" r="r" t="t"/>
              <a:pathLst>
                <a:path extrusionOk="0" h="731" w="655">
                  <a:moveTo>
                    <a:pt x="1" y="0"/>
                  </a:moveTo>
                  <a:lnTo>
                    <a:pt x="1" y="712"/>
                  </a:lnTo>
                  <a:cubicBezTo>
                    <a:pt x="83" y="725"/>
                    <a:pt x="167" y="731"/>
                    <a:pt x="254" y="731"/>
                  </a:cubicBezTo>
                  <a:cubicBezTo>
                    <a:pt x="393" y="731"/>
                    <a:pt x="527" y="713"/>
                    <a:pt x="655" y="682"/>
                  </a:cubicBezTo>
                  <a:lnTo>
                    <a:pt x="655" y="0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32"/>
            <p:cNvSpPr/>
            <p:nvPr/>
          </p:nvSpPr>
          <p:spPr>
            <a:xfrm>
              <a:off x="4134889" y="2230083"/>
              <a:ext cx="104680" cy="63465"/>
            </a:xfrm>
            <a:custGeom>
              <a:rect b="b" l="l" r="r" t="t"/>
              <a:pathLst>
                <a:path extrusionOk="0" h="1004" w="1656">
                  <a:moveTo>
                    <a:pt x="833" y="0"/>
                  </a:moveTo>
                  <a:lnTo>
                    <a:pt x="833" y="2"/>
                  </a:lnTo>
                  <a:cubicBezTo>
                    <a:pt x="694" y="137"/>
                    <a:pt x="347" y="493"/>
                    <a:pt x="1" y="1004"/>
                  </a:cubicBezTo>
                  <a:lnTo>
                    <a:pt x="1655" y="1004"/>
                  </a:lnTo>
                  <a:cubicBezTo>
                    <a:pt x="1481" y="743"/>
                    <a:pt x="1307" y="522"/>
                    <a:pt x="1160" y="351"/>
                  </a:cubicBezTo>
                  <a:cubicBezTo>
                    <a:pt x="1020" y="186"/>
                    <a:pt x="903" y="69"/>
                    <a:pt x="836" y="2"/>
                  </a:cubicBezTo>
                  <a:lnTo>
                    <a:pt x="836" y="0"/>
                  </a:lnTo>
                  <a:lnTo>
                    <a:pt x="835" y="1"/>
                  </a:lnTo>
                  <a:lnTo>
                    <a:pt x="833" y="0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32"/>
            <p:cNvSpPr/>
            <p:nvPr/>
          </p:nvSpPr>
          <p:spPr>
            <a:xfrm>
              <a:off x="4134384" y="2229514"/>
              <a:ext cx="105502" cy="64034"/>
            </a:xfrm>
            <a:custGeom>
              <a:rect b="b" l="l" r="r" t="t"/>
              <a:pathLst>
                <a:path extrusionOk="0" h="1013" w="1669">
                  <a:moveTo>
                    <a:pt x="840" y="1"/>
                  </a:moveTo>
                  <a:lnTo>
                    <a:pt x="840" y="4"/>
                  </a:lnTo>
                  <a:cubicBezTo>
                    <a:pt x="701" y="139"/>
                    <a:pt x="351" y="497"/>
                    <a:pt x="1" y="1013"/>
                  </a:cubicBezTo>
                  <a:lnTo>
                    <a:pt x="1668" y="1013"/>
                  </a:lnTo>
                  <a:cubicBezTo>
                    <a:pt x="1326" y="498"/>
                    <a:pt x="981" y="139"/>
                    <a:pt x="843" y="4"/>
                  </a:cubicBezTo>
                  <a:lnTo>
                    <a:pt x="843" y="1"/>
                  </a:lnTo>
                  <a:lnTo>
                    <a:pt x="842" y="2"/>
                  </a:lnTo>
                  <a:lnTo>
                    <a:pt x="840" y="1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32"/>
            <p:cNvSpPr/>
            <p:nvPr/>
          </p:nvSpPr>
          <p:spPr>
            <a:xfrm>
              <a:off x="4111564" y="2165228"/>
              <a:ext cx="151457" cy="128321"/>
            </a:xfrm>
            <a:custGeom>
              <a:rect b="b" l="l" r="r" t="t"/>
              <a:pathLst>
                <a:path extrusionOk="0" h="2030" w="2396">
                  <a:moveTo>
                    <a:pt x="1208" y="0"/>
                  </a:moveTo>
                  <a:cubicBezTo>
                    <a:pt x="1208" y="0"/>
                    <a:pt x="1208" y="1"/>
                    <a:pt x="1208" y="1"/>
                  </a:cubicBezTo>
                  <a:lnTo>
                    <a:pt x="1206" y="1"/>
                  </a:lnTo>
                  <a:cubicBezTo>
                    <a:pt x="1009" y="192"/>
                    <a:pt x="250" y="981"/>
                    <a:pt x="1" y="2030"/>
                  </a:cubicBezTo>
                  <a:lnTo>
                    <a:pt x="2396" y="2030"/>
                  </a:lnTo>
                  <a:cubicBezTo>
                    <a:pt x="2151" y="984"/>
                    <a:pt x="1403" y="193"/>
                    <a:pt x="1209" y="1"/>
                  </a:cubicBezTo>
                  <a:cubicBezTo>
                    <a:pt x="1209" y="1"/>
                    <a:pt x="1208" y="0"/>
                    <a:pt x="12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32"/>
            <p:cNvSpPr/>
            <p:nvPr/>
          </p:nvSpPr>
          <p:spPr>
            <a:xfrm>
              <a:off x="4136786" y="2165292"/>
              <a:ext cx="101393" cy="66183"/>
            </a:xfrm>
            <a:custGeom>
              <a:rect b="b" l="l" r="r" t="t"/>
              <a:pathLst>
                <a:path extrusionOk="0" h="1047" w="1604">
                  <a:moveTo>
                    <a:pt x="809" y="0"/>
                  </a:moveTo>
                  <a:cubicBezTo>
                    <a:pt x="809" y="0"/>
                    <a:pt x="809" y="1"/>
                    <a:pt x="809" y="1"/>
                  </a:cubicBezTo>
                  <a:lnTo>
                    <a:pt x="807" y="1"/>
                  </a:lnTo>
                  <a:cubicBezTo>
                    <a:pt x="678" y="125"/>
                    <a:pt x="311" y="505"/>
                    <a:pt x="1" y="1047"/>
                  </a:cubicBezTo>
                  <a:lnTo>
                    <a:pt x="1604" y="1047"/>
                  </a:lnTo>
                  <a:cubicBezTo>
                    <a:pt x="1300" y="506"/>
                    <a:pt x="938" y="126"/>
                    <a:pt x="810" y="1"/>
                  </a:cubicBezTo>
                  <a:cubicBezTo>
                    <a:pt x="810" y="0"/>
                    <a:pt x="809" y="0"/>
                    <a:pt x="809" y="0"/>
                  </a:cubicBez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32"/>
            <p:cNvSpPr/>
            <p:nvPr/>
          </p:nvSpPr>
          <p:spPr>
            <a:xfrm>
              <a:off x="4187734" y="2165228"/>
              <a:ext cx="75286" cy="128321"/>
            </a:xfrm>
            <a:custGeom>
              <a:rect b="b" l="l" r="r" t="t"/>
              <a:pathLst>
                <a:path extrusionOk="0" h="2030" w="1191">
                  <a:moveTo>
                    <a:pt x="1" y="1"/>
                  </a:moveTo>
                  <a:cubicBezTo>
                    <a:pt x="1" y="1"/>
                    <a:pt x="153" y="557"/>
                    <a:pt x="323" y="1369"/>
                  </a:cubicBezTo>
                  <a:cubicBezTo>
                    <a:pt x="367" y="1574"/>
                    <a:pt x="410" y="1796"/>
                    <a:pt x="454" y="2030"/>
                  </a:cubicBezTo>
                  <a:lnTo>
                    <a:pt x="1191" y="2030"/>
                  </a:lnTo>
                  <a:cubicBezTo>
                    <a:pt x="946" y="984"/>
                    <a:pt x="198" y="193"/>
                    <a:pt x="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32"/>
            <p:cNvSpPr/>
            <p:nvPr/>
          </p:nvSpPr>
          <p:spPr>
            <a:xfrm>
              <a:off x="4144877" y="2168389"/>
              <a:ext cx="84642" cy="51392"/>
            </a:xfrm>
            <a:custGeom>
              <a:rect b="b" l="l" r="r" t="t"/>
              <a:pathLst>
                <a:path extrusionOk="0" h="813" w="1339">
                  <a:moveTo>
                    <a:pt x="674" y="0"/>
                  </a:moveTo>
                  <a:lnTo>
                    <a:pt x="674" y="1"/>
                  </a:lnTo>
                  <a:cubicBezTo>
                    <a:pt x="561" y="111"/>
                    <a:pt x="282" y="398"/>
                    <a:pt x="0" y="811"/>
                  </a:cubicBezTo>
                  <a:lnTo>
                    <a:pt x="1338" y="811"/>
                  </a:lnTo>
                  <a:cubicBezTo>
                    <a:pt x="1198" y="601"/>
                    <a:pt x="1057" y="422"/>
                    <a:pt x="939" y="284"/>
                  </a:cubicBezTo>
                  <a:cubicBezTo>
                    <a:pt x="825" y="151"/>
                    <a:pt x="730" y="55"/>
                    <a:pt x="677" y="1"/>
                  </a:cubicBezTo>
                  <a:lnTo>
                    <a:pt x="677" y="0"/>
                  </a:lnTo>
                  <a:lnTo>
                    <a:pt x="676" y="1"/>
                  </a:lnTo>
                  <a:lnTo>
                    <a:pt x="674" y="0"/>
                  </a:lnTo>
                  <a:close/>
                  <a:moveTo>
                    <a:pt x="1338" y="811"/>
                  </a:moveTo>
                  <a:lnTo>
                    <a:pt x="1338" y="811"/>
                  </a:lnTo>
                  <a:cubicBezTo>
                    <a:pt x="1338" y="812"/>
                    <a:pt x="1339" y="812"/>
                    <a:pt x="1339" y="812"/>
                  </a:cubicBezTo>
                  <a:lnTo>
                    <a:pt x="1339" y="811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32"/>
            <p:cNvSpPr/>
            <p:nvPr/>
          </p:nvSpPr>
          <p:spPr>
            <a:xfrm>
              <a:off x="4144497" y="2168010"/>
              <a:ext cx="85337" cy="51771"/>
            </a:xfrm>
            <a:custGeom>
              <a:rect b="b" l="l" r="r" t="t"/>
              <a:pathLst>
                <a:path extrusionOk="0" h="819" w="1350">
                  <a:moveTo>
                    <a:pt x="680" y="1"/>
                  </a:moveTo>
                  <a:lnTo>
                    <a:pt x="680" y="2"/>
                  </a:lnTo>
                  <a:cubicBezTo>
                    <a:pt x="567" y="111"/>
                    <a:pt x="284" y="401"/>
                    <a:pt x="0" y="818"/>
                  </a:cubicBezTo>
                  <a:lnTo>
                    <a:pt x="1350" y="818"/>
                  </a:lnTo>
                  <a:cubicBezTo>
                    <a:pt x="1073" y="403"/>
                    <a:pt x="794" y="111"/>
                    <a:pt x="683" y="2"/>
                  </a:cubicBezTo>
                  <a:lnTo>
                    <a:pt x="683" y="1"/>
                  </a:lnTo>
                  <a:lnTo>
                    <a:pt x="681" y="2"/>
                  </a:lnTo>
                  <a:lnTo>
                    <a:pt x="680" y="1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32"/>
            <p:cNvSpPr/>
            <p:nvPr/>
          </p:nvSpPr>
          <p:spPr>
            <a:xfrm>
              <a:off x="4125913" y="2115987"/>
              <a:ext cx="122632" cy="103795"/>
            </a:xfrm>
            <a:custGeom>
              <a:rect b="b" l="l" r="r" t="t"/>
              <a:pathLst>
                <a:path extrusionOk="0" h="1642" w="1940">
                  <a:moveTo>
                    <a:pt x="978" y="1"/>
                  </a:moveTo>
                  <a:cubicBezTo>
                    <a:pt x="978" y="1"/>
                    <a:pt x="978" y="1"/>
                    <a:pt x="978" y="1"/>
                  </a:cubicBezTo>
                  <a:lnTo>
                    <a:pt x="977" y="1"/>
                  </a:lnTo>
                  <a:cubicBezTo>
                    <a:pt x="816" y="155"/>
                    <a:pt x="204" y="793"/>
                    <a:pt x="1" y="1641"/>
                  </a:cubicBezTo>
                  <a:lnTo>
                    <a:pt x="1940" y="1641"/>
                  </a:lnTo>
                  <a:cubicBezTo>
                    <a:pt x="1741" y="796"/>
                    <a:pt x="1136" y="157"/>
                    <a:pt x="979" y="1"/>
                  </a:cubicBezTo>
                  <a:cubicBezTo>
                    <a:pt x="978" y="1"/>
                    <a:pt x="978" y="1"/>
                    <a:pt x="9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32"/>
            <p:cNvSpPr/>
            <p:nvPr/>
          </p:nvSpPr>
          <p:spPr>
            <a:xfrm>
              <a:off x="4146330" y="2115987"/>
              <a:ext cx="82113" cy="53604"/>
            </a:xfrm>
            <a:custGeom>
              <a:rect b="b" l="l" r="r" t="t"/>
              <a:pathLst>
                <a:path extrusionOk="0" h="848" w="1299">
                  <a:moveTo>
                    <a:pt x="655" y="1"/>
                  </a:moveTo>
                  <a:cubicBezTo>
                    <a:pt x="655" y="1"/>
                    <a:pt x="655" y="1"/>
                    <a:pt x="655" y="1"/>
                  </a:cubicBezTo>
                  <a:lnTo>
                    <a:pt x="654" y="1"/>
                  </a:lnTo>
                  <a:cubicBezTo>
                    <a:pt x="549" y="103"/>
                    <a:pt x="252" y="410"/>
                    <a:pt x="1" y="847"/>
                  </a:cubicBezTo>
                  <a:lnTo>
                    <a:pt x="1298" y="847"/>
                  </a:lnTo>
                  <a:cubicBezTo>
                    <a:pt x="1052" y="411"/>
                    <a:pt x="758" y="103"/>
                    <a:pt x="656" y="1"/>
                  </a:cubicBezTo>
                  <a:cubicBezTo>
                    <a:pt x="655" y="1"/>
                    <a:pt x="655" y="1"/>
                    <a:pt x="655" y="1"/>
                  </a:cubicBez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32"/>
            <p:cNvSpPr/>
            <p:nvPr/>
          </p:nvSpPr>
          <p:spPr>
            <a:xfrm>
              <a:off x="4187607" y="2116050"/>
              <a:ext cx="60937" cy="103732"/>
            </a:xfrm>
            <a:custGeom>
              <a:rect b="b" l="l" r="r" t="t"/>
              <a:pathLst>
                <a:path extrusionOk="0" h="1641" w="964">
                  <a:moveTo>
                    <a:pt x="1" y="0"/>
                  </a:moveTo>
                  <a:cubicBezTo>
                    <a:pt x="1" y="0"/>
                    <a:pt x="124" y="449"/>
                    <a:pt x="262" y="1106"/>
                  </a:cubicBezTo>
                  <a:cubicBezTo>
                    <a:pt x="298" y="1272"/>
                    <a:pt x="333" y="1452"/>
                    <a:pt x="368" y="1640"/>
                  </a:cubicBezTo>
                  <a:lnTo>
                    <a:pt x="964" y="1640"/>
                  </a:lnTo>
                  <a:cubicBezTo>
                    <a:pt x="765" y="795"/>
                    <a:pt x="160" y="156"/>
                    <a:pt x="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32"/>
            <p:cNvSpPr/>
            <p:nvPr/>
          </p:nvSpPr>
          <p:spPr>
            <a:xfrm>
              <a:off x="4151703" y="2114786"/>
              <a:ext cx="70988" cy="43048"/>
            </a:xfrm>
            <a:custGeom>
              <a:rect b="b" l="l" r="r" t="t"/>
              <a:pathLst>
                <a:path extrusionOk="0" h="681" w="1123">
                  <a:moveTo>
                    <a:pt x="565" y="1"/>
                  </a:moveTo>
                  <a:lnTo>
                    <a:pt x="565" y="3"/>
                  </a:lnTo>
                  <a:cubicBezTo>
                    <a:pt x="470" y="94"/>
                    <a:pt x="236" y="335"/>
                    <a:pt x="1" y="680"/>
                  </a:cubicBezTo>
                  <a:lnTo>
                    <a:pt x="1122" y="680"/>
                  </a:lnTo>
                  <a:cubicBezTo>
                    <a:pt x="1005" y="504"/>
                    <a:pt x="887" y="355"/>
                    <a:pt x="788" y="239"/>
                  </a:cubicBezTo>
                  <a:cubicBezTo>
                    <a:pt x="692" y="128"/>
                    <a:pt x="613" y="49"/>
                    <a:pt x="567" y="3"/>
                  </a:cubicBezTo>
                  <a:lnTo>
                    <a:pt x="567" y="1"/>
                  </a:lnTo>
                  <a:lnTo>
                    <a:pt x="566" y="3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32"/>
            <p:cNvSpPr/>
            <p:nvPr/>
          </p:nvSpPr>
          <p:spPr>
            <a:xfrm>
              <a:off x="4151451" y="2114533"/>
              <a:ext cx="71493" cy="43301"/>
            </a:xfrm>
            <a:custGeom>
              <a:rect b="b" l="l" r="r" t="t"/>
              <a:pathLst>
                <a:path extrusionOk="0" h="685" w="1131">
                  <a:moveTo>
                    <a:pt x="569" y="1"/>
                  </a:moveTo>
                  <a:lnTo>
                    <a:pt x="569" y="2"/>
                  </a:lnTo>
                  <a:cubicBezTo>
                    <a:pt x="475" y="93"/>
                    <a:pt x="237" y="335"/>
                    <a:pt x="1" y="684"/>
                  </a:cubicBezTo>
                  <a:lnTo>
                    <a:pt x="1130" y="684"/>
                  </a:lnTo>
                  <a:cubicBezTo>
                    <a:pt x="897" y="336"/>
                    <a:pt x="665" y="94"/>
                    <a:pt x="572" y="2"/>
                  </a:cubicBezTo>
                  <a:lnTo>
                    <a:pt x="572" y="1"/>
                  </a:lnTo>
                  <a:lnTo>
                    <a:pt x="570" y="2"/>
                  </a:lnTo>
                  <a:lnTo>
                    <a:pt x="569" y="1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32"/>
            <p:cNvSpPr/>
            <p:nvPr/>
          </p:nvSpPr>
          <p:spPr>
            <a:xfrm>
              <a:off x="4135964" y="2070980"/>
              <a:ext cx="102531" cy="86854"/>
            </a:xfrm>
            <a:custGeom>
              <a:rect b="b" l="l" r="r" t="t"/>
              <a:pathLst>
                <a:path extrusionOk="0" h="1374" w="1622">
                  <a:moveTo>
                    <a:pt x="818" y="1"/>
                  </a:moveTo>
                  <a:cubicBezTo>
                    <a:pt x="818" y="1"/>
                    <a:pt x="818" y="1"/>
                    <a:pt x="818" y="1"/>
                  </a:cubicBezTo>
                  <a:lnTo>
                    <a:pt x="817" y="1"/>
                  </a:lnTo>
                  <a:cubicBezTo>
                    <a:pt x="684" y="130"/>
                    <a:pt x="170" y="664"/>
                    <a:pt x="0" y="1373"/>
                  </a:cubicBezTo>
                  <a:lnTo>
                    <a:pt x="1622" y="1373"/>
                  </a:lnTo>
                  <a:cubicBezTo>
                    <a:pt x="1457" y="666"/>
                    <a:pt x="951" y="131"/>
                    <a:pt x="819" y="1"/>
                  </a:cubicBezTo>
                  <a:cubicBezTo>
                    <a:pt x="818" y="1"/>
                    <a:pt x="818" y="1"/>
                    <a:pt x="8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32"/>
            <p:cNvSpPr/>
            <p:nvPr/>
          </p:nvSpPr>
          <p:spPr>
            <a:xfrm>
              <a:off x="4187607" y="2071044"/>
              <a:ext cx="51012" cy="86791"/>
            </a:xfrm>
            <a:custGeom>
              <a:rect b="b" l="l" r="r" t="t"/>
              <a:pathLst>
                <a:path extrusionOk="0" h="1373" w="807">
                  <a:moveTo>
                    <a:pt x="1" y="0"/>
                  </a:moveTo>
                  <a:cubicBezTo>
                    <a:pt x="1" y="0"/>
                    <a:pt x="103" y="377"/>
                    <a:pt x="220" y="925"/>
                  </a:cubicBezTo>
                  <a:cubicBezTo>
                    <a:pt x="247" y="1064"/>
                    <a:pt x="278" y="1216"/>
                    <a:pt x="308" y="1372"/>
                  </a:cubicBezTo>
                  <a:lnTo>
                    <a:pt x="806" y="1372"/>
                  </a:lnTo>
                  <a:cubicBezTo>
                    <a:pt x="641" y="665"/>
                    <a:pt x="135" y="130"/>
                    <a:pt x="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32"/>
            <p:cNvSpPr/>
            <p:nvPr/>
          </p:nvSpPr>
          <p:spPr>
            <a:xfrm>
              <a:off x="4928190" y="2522182"/>
              <a:ext cx="41341" cy="79268"/>
            </a:xfrm>
            <a:custGeom>
              <a:rect b="b" l="l" r="r" t="t"/>
              <a:pathLst>
                <a:path extrusionOk="0" h="1254" w="654">
                  <a:moveTo>
                    <a:pt x="0" y="1"/>
                  </a:moveTo>
                  <a:lnTo>
                    <a:pt x="0" y="1253"/>
                  </a:lnTo>
                  <a:lnTo>
                    <a:pt x="653" y="1253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rgbClr val="FFD6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32"/>
            <p:cNvSpPr/>
            <p:nvPr/>
          </p:nvSpPr>
          <p:spPr>
            <a:xfrm>
              <a:off x="4953412" y="2522182"/>
              <a:ext cx="16119" cy="79268"/>
            </a:xfrm>
            <a:custGeom>
              <a:rect b="b" l="l" r="r" t="t"/>
              <a:pathLst>
                <a:path extrusionOk="0" h="1254" w="255">
                  <a:moveTo>
                    <a:pt x="0" y="1"/>
                  </a:moveTo>
                  <a:lnTo>
                    <a:pt x="0" y="1253"/>
                  </a:lnTo>
                  <a:lnTo>
                    <a:pt x="254" y="1253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32"/>
            <p:cNvSpPr/>
            <p:nvPr/>
          </p:nvSpPr>
          <p:spPr>
            <a:xfrm>
              <a:off x="4928190" y="2522182"/>
              <a:ext cx="41404" cy="46335"/>
            </a:xfrm>
            <a:custGeom>
              <a:rect b="b" l="l" r="r" t="t"/>
              <a:pathLst>
                <a:path extrusionOk="0" h="733" w="655">
                  <a:moveTo>
                    <a:pt x="0" y="1"/>
                  </a:moveTo>
                  <a:lnTo>
                    <a:pt x="0" y="714"/>
                  </a:lnTo>
                  <a:cubicBezTo>
                    <a:pt x="82" y="726"/>
                    <a:pt x="166" y="732"/>
                    <a:pt x="253" y="732"/>
                  </a:cubicBezTo>
                  <a:cubicBezTo>
                    <a:pt x="391" y="732"/>
                    <a:pt x="526" y="715"/>
                    <a:pt x="654" y="683"/>
                  </a:cubicBezTo>
                  <a:lnTo>
                    <a:pt x="654" y="1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32"/>
            <p:cNvSpPr/>
            <p:nvPr/>
          </p:nvSpPr>
          <p:spPr>
            <a:xfrm>
              <a:off x="4898039" y="2491145"/>
              <a:ext cx="104617" cy="63529"/>
            </a:xfrm>
            <a:custGeom>
              <a:rect b="b" l="l" r="r" t="t"/>
              <a:pathLst>
                <a:path extrusionOk="0" h="1005" w="1655">
                  <a:moveTo>
                    <a:pt x="832" y="1"/>
                  </a:moveTo>
                  <a:lnTo>
                    <a:pt x="832" y="4"/>
                  </a:lnTo>
                  <a:cubicBezTo>
                    <a:pt x="693" y="138"/>
                    <a:pt x="346" y="495"/>
                    <a:pt x="0" y="1005"/>
                  </a:cubicBezTo>
                  <a:lnTo>
                    <a:pt x="1655" y="1005"/>
                  </a:lnTo>
                  <a:cubicBezTo>
                    <a:pt x="1481" y="745"/>
                    <a:pt x="1307" y="523"/>
                    <a:pt x="1160" y="353"/>
                  </a:cubicBezTo>
                  <a:cubicBezTo>
                    <a:pt x="1020" y="188"/>
                    <a:pt x="903" y="70"/>
                    <a:pt x="835" y="4"/>
                  </a:cubicBezTo>
                  <a:lnTo>
                    <a:pt x="835" y="1"/>
                  </a:lnTo>
                  <a:lnTo>
                    <a:pt x="834" y="3"/>
                  </a:lnTo>
                  <a:lnTo>
                    <a:pt x="832" y="1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32"/>
            <p:cNvSpPr/>
            <p:nvPr/>
          </p:nvSpPr>
          <p:spPr>
            <a:xfrm>
              <a:off x="4897596" y="2490703"/>
              <a:ext cx="105502" cy="63971"/>
            </a:xfrm>
            <a:custGeom>
              <a:rect b="b" l="l" r="r" t="t"/>
              <a:pathLst>
                <a:path extrusionOk="0" h="1012" w="1669">
                  <a:moveTo>
                    <a:pt x="839" y="1"/>
                  </a:moveTo>
                  <a:lnTo>
                    <a:pt x="839" y="3"/>
                  </a:lnTo>
                  <a:cubicBezTo>
                    <a:pt x="700" y="139"/>
                    <a:pt x="350" y="497"/>
                    <a:pt x="0" y="1012"/>
                  </a:cubicBezTo>
                  <a:lnTo>
                    <a:pt x="1668" y="1012"/>
                  </a:lnTo>
                  <a:cubicBezTo>
                    <a:pt x="1325" y="498"/>
                    <a:pt x="981" y="139"/>
                    <a:pt x="842" y="3"/>
                  </a:cubicBezTo>
                  <a:lnTo>
                    <a:pt x="842" y="1"/>
                  </a:lnTo>
                  <a:lnTo>
                    <a:pt x="841" y="2"/>
                  </a:lnTo>
                  <a:lnTo>
                    <a:pt x="839" y="1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32"/>
            <p:cNvSpPr/>
            <p:nvPr/>
          </p:nvSpPr>
          <p:spPr>
            <a:xfrm>
              <a:off x="4874777" y="2426417"/>
              <a:ext cx="151457" cy="128258"/>
            </a:xfrm>
            <a:custGeom>
              <a:rect b="b" l="l" r="r" t="t"/>
              <a:pathLst>
                <a:path extrusionOk="0" h="2029" w="2396">
                  <a:moveTo>
                    <a:pt x="1208" y="0"/>
                  </a:moveTo>
                  <a:cubicBezTo>
                    <a:pt x="1207" y="0"/>
                    <a:pt x="1207" y="1"/>
                    <a:pt x="1207" y="1"/>
                  </a:cubicBezTo>
                  <a:lnTo>
                    <a:pt x="1205" y="1"/>
                  </a:lnTo>
                  <a:cubicBezTo>
                    <a:pt x="1009" y="191"/>
                    <a:pt x="250" y="980"/>
                    <a:pt x="0" y="2029"/>
                  </a:cubicBezTo>
                  <a:lnTo>
                    <a:pt x="2395" y="2029"/>
                  </a:lnTo>
                  <a:cubicBezTo>
                    <a:pt x="2151" y="983"/>
                    <a:pt x="1403" y="192"/>
                    <a:pt x="1209" y="1"/>
                  </a:cubicBezTo>
                  <a:cubicBezTo>
                    <a:pt x="1208" y="0"/>
                    <a:pt x="1208" y="0"/>
                    <a:pt x="12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32"/>
            <p:cNvSpPr/>
            <p:nvPr/>
          </p:nvSpPr>
          <p:spPr>
            <a:xfrm>
              <a:off x="4899872" y="2426417"/>
              <a:ext cx="101456" cy="66247"/>
            </a:xfrm>
            <a:custGeom>
              <a:rect b="b" l="l" r="r" t="t"/>
              <a:pathLst>
                <a:path extrusionOk="0" h="1048" w="1605">
                  <a:moveTo>
                    <a:pt x="809" y="0"/>
                  </a:moveTo>
                  <a:cubicBezTo>
                    <a:pt x="808" y="0"/>
                    <a:pt x="808" y="1"/>
                    <a:pt x="808" y="1"/>
                  </a:cubicBezTo>
                  <a:lnTo>
                    <a:pt x="807" y="1"/>
                  </a:lnTo>
                  <a:cubicBezTo>
                    <a:pt x="678" y="124"/>
                    <a:pt x="311" y="506"/>
                    <a:pt x="0" y="1047"/>
                  </a:cubicBezTo>
                  <a:lnTo>
                    <a:pt x="1604" y="1047"/>
                  </a:lnTo>
                  <a:cubicBezTo>
                    <a:pt x="1300" y="507"/>
                    <a:pt x="938" y="126"/>
                    <a:pt x="810" y="1"/>
                  </a:cubicBezTo>
                  <a:cubicBezTo>
                    <a:pt x="810" y="0"/>
                    <a:pt x="809" y="0"/>
                    <a:pt x="809" y="0"/>
                  </a:cubicBez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32"/>
            <p:cNvSpPr/>
            <p:nvPr/>
          </p:nvSpPr>
          <p:spPr>
            <a:xfrm>
              <a:off x="4950946" y="2426417"/>
              <a:ext cx="75286" cy="128258"/>
            </a:xfrm>
            <a:custGeom>
              <a:rect b="b" l="l" r="r" t="t"/>
              <a:pathLst>
                <a:path extrusionOk="0" h="2029" w="1191">
                  <a:moveTo>
                    <a:pt x="0" y="1"/>
                  </a:moveTo>
                  <a:cubicBezTo>
                    <a:pt x="0" y="1"/>
                    <a:pt x="153" y="555"/>
                    <a:pt x="323" y="1368"/>
                  </a:cubicBezTo>
                  <a:cubicBezTo>
                    <a:pt x="367" y="1574"/>
                    <a:pt x="410" y="1796"/>
                    <a:pt x="454" y="2029"/>
                  </a:cubicBezTo>
                  <a:lnTo>
                    <a:pt x="1190" y="2029"/>
                  </a:lnTo>
                  <a:cubicBezTo>
                    <a:pt x="946" y="983"/>
                    <a:pt x="198" y="192"/>
                    <a:pt x="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32"/>
            <p:cNvSpPr/>
            <p:nvPr/>
          </p:nvSpPr>
          <p:spPr>
            <a:xfrm>
              <a:off x="4908089" y="2429578"/>
              <a:ext cx="84642" cy="51455"/>
            </a:xfrm>
            <a:custGeom>
              <a:rect b="b" l="l" r="r" t="t"/>
              <a:pathLst>
                <a:path extrusionOk="0" h="814" w="1339">
                  <a:moveTo>
                    <a:pt x="673" y="1"/>
                  </a:moveTo>
                  <a:lnTo>
                    <a:pt x="673" y="2"/>
                  </a:lnTo>
                  <a:cubicBezTo>
                    <a:pt x="561" y="110"/>
                    <a:pt x="281" y="399"/>
                    <a:pt x="0" y="811"/>
                  </a:cubicBezTo>
                  <a:lnTo>
                    <a:pt x="1337" y="811"/>
                  </a:lnTo>
                  <a:cubicBezTo>
                    <a:pt x="1197" y="600"/>
                    <a:pt x="1057" y="422"/>
                    <a:pt x="938" y="284"/>
                  </a:cubicBezTo>
                  <a:cubicBezTo>
                    <a:pt x="825" y="151"/>
                    <a:pt x="730" y="56"/>
                    <a:pt x="676" y="2"/>
                  </a:cubicBezTo>
                  <a:lnTo>
                    <a:pt x="676" y="1"/>
                  </a:lnTo>
                  <a:lnTo>
                    <a:pt x="675" y="2"/>
                  </a:lnTo>
                  <a:lnTo>
                    <a:pt x="673" y="1"/>
                  </a:lnTo>
                  <a:close/>
                  <a:moveTo>
                    <a:pt x="1337" y="811"/>
                  </a:moveTo>
                  <a:lnTo>
                    <a:pt x="1337" y="811"/>
                  </a:lnTo>
                  <a:cubicBezTo>
                    <a:pt x="1337" y="812"/>
                    <a:pt x="1338" y="812"/>
                    <a:pt x="1338" y="813"/>
                  </a:cubicBezTo>
                  <a:lnTo>
                    <a:pt x="1338" y="811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32"/>
            <p:cNvSpPr/>
            <p:nvPr/>
          </p:nvSpPr>
          <p:spPr>
            <a:xfrm>
              <a:off x="4907583" y="2429262"/>
              <a:ext cx="85400" cy="51771"/>
            </a:xfrm>
            <a:custGeom>
              <a:rect b="b" l="l" r="r" t="t"/>
              <a:pathLst>
                <a:path extrusionOk="0" h="819" w="1351">
                  <a:moveTo>
                    <a:pt x="680" y="1"/>
                  </a:moveTo>
                  <a:lnTo>
                    <a:pt x="680" y="2"/>
                  </a:lnTo>
                  <a:cubicBezTo>
                    <a:pt x="568" y="110"/>
                    <a:pt x="284" y="401"/>
                    <a:pt x="1" y="818"/>
                  </a:cubicBezTo>
                  <a:lnTo>
                    <a:pt x="1350" y="818"/>
                  </a:lnTo>
                  <a:cubicBezTo>
                    <a:pt x="1073" y="402"/>
                    <a:pt x="794" y="110"/>
                    <a:pt x="683" y="2"/>
                  </a:cubicBezTo>
                  <a:lnTo>
                    <a:pt x="683" y="1"/>
                  </a:lnTo>
                  <a:lnTo>
                    <a:pt x="681" y="2"/>
                  </a:lnTo>
                  <a:lnTo>
                    <a:pt x="680" y="1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32"/>
            <p:cNvSpPr/>
            <p:nvPr/>
          </p:nvSpPr>
          <p:spPr>
            <a:xfrm>
              <a:off x="4889126" y="2377239"/>
              <a:ext cx="122632" cy="103795"/>
            </a:xfrm>
            <a:custGeom>
              <a:rect b="b" l="l" r="r" t="t"/>
              <a:pathLst>
                <a:path extrusionOk="0" h="1642" w="1940">
                  <a:moveTo>
                    <a:pt x="978" y="0"/>
                  </a:moveTo>
                  <a:cubicBezTo>
                    <a:pt x="977" y="0"/>
                    <a:pt x="977" y="1"/>
                    <a:pt x="977" y="1"/>
                  </a:cubicBezTo>
                  <a:lnTo>
                    <a:pt x="976" y="1"/>
                  </a:lnTo>
                  <a:cubicBezTo>
                    <a:pt x="816" y="155"/>
                    <a:pt x="204" y="793"/>
                    <a:pt x="0" y="1641"/>
                  </a:cubicBezTo>
                  <a:lnTo>
                    <a:pt x="1939" y="1641"/>
                  </a:lnTo>
                  <a:cubicBezTo>
                    <a:pt x="1741" y="795"/>
                    <a:pt x="1136" y="155"/>
                    <a:pt x="978" y="1"/>
                  </a:cubicBezTo>
                  <a:cubicBezTo>
                    <a:pt x="978" y="1"/>
                    <a:pt x="978" y="0"/>
                    <a:pt x="9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32"/>
            <p:cNvSpPr/>
            <p:nvPr/>
          </p:nvSpPr>
          <p:spPr>
            <a:xfrm>
              <a:off x="4909543" y="2377239"/>
              <a:ext cx="82050" cy="53541"/>
            </a:xfrm>
            <a:custGeom>
              <a:rect b="b" l="l" r="r" t="t"/>
              <a:pathLst>
                <a:path extrusionOk="0" h="847" w="1298">
                  <a:moveTo>
                    <a:pt x="655" y="0"/>
                  </a:moveTo>
                  <a:cubicBezTo>
                    <a:pt x="654" y="0"/>
                    <a:pt x="654" y="1"/>
                    <a:pt x="654" y="1"/>
                  </a:cubicBezTo>
                  <a:lnTo>
                    <a:pt x="653" y="1"/>
                  </a:lnTo>
                  <a:cubicBezTo>
                    <a:pt x="549" y="102"/>
                    <a:pt x="251" y="409"/>
                    <a:pt x="1" y="846"/>
                  </a:cubicBezTo>
                  <a:lnTo>
                    <a:pt x="1298" y="846"/>
                  </a:lnTo>
                  <a:cubicBezTo>
                    <a:pt x="1051" y="410"/>
                    <a:pt x="758" y="102"/>
                    <a:pt x="655" y="1"/>
                  </a:cubicBezTo>
                  <a:cubicBezTo>
                    <a:pt x="655" y="1"/>
                    <a:pt x="655" y="0"/>
                    <a:pt x="655" y="0"/>
                  </a:cubicBez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32"/>
            <p:cNvSpPr/>
            <p:nvPr/>
          </p:nvSpPr>
          <p:spPr>
            <a:xfrm>
              <a:off x="4950820" y="2377239"/>
              <a:ext cx="60937" cy="103795"/>
            </a:xfrm>
            <a:custGeom>
              <a:rect b="b" l="l" r="r" t="t"/>
              <a:pathLst>
                <a:path extrusionOk="0" h="1642" w="964">
                  <a:moveTo>
                    <a:pt x="0" y="1"/>
                  </a:moveTo>
                  <a:cubicBezTo>
                    <a:pt x="0" y="1"/>
                    <a:pt x="123" y="450"/>
                    <a:pt x="261" y="1107"/>
                  </a:cubicBezTo>
                  <a:cubicBezTo>
                    <a:pt x="297" y="1272"/>
                    <a:pt x="333" y="1453"/>
                    <a:pt x="368" y="1641"/>
                  </a:cubicBezTo>
                  <a:lnTo>
                    <a:pt x="963" y="1641"/>
                  </a:lnTo>
                  <a:cubicBezTo>
                    <a:pt x="765" y="795"/>
                    <a:pt x="160" y="155"/>
                    <a:pt x="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32"/>
            <p:cNvSpPr/>
            <p:nvPr/>
          </p:nvSpPr>
          <p:spPr>
            <a:xfrm>
              <a:off x="4914790" y="2376038"/>
              <a:ext cx="70988" cy="42985"/>
            </a:xfrm>
            <a:custGeom>
              <a:rect b="b" l="l" r="r" t="t"/>
              <a:pathLst>
                <a:path extrusionOk="0" h="680" w="1123">
                  <a:moveTo>
                    <a:pt x="565" y="1"/>
                  </a:moveTo>
                  <a:lnTo>
                    <a:pt x="565" y="3"/>
                  </a:lnTo>
                  <a:cubicBezTo>
                    <a:pt x="470" y="93"/>
                    <a:pt x="236" y="335"/>
                    <a:pt x="0" y="680"/>
                  </a:cubicBezTo>
                  <a:lnTo>
                    <a:pt x="1123" y="680"/>
                  </a:lnTo>
                  <a:cubicBezTo>
                    <a:pt x="1005" y="504"/>
                    <a:pt x="888" y="354"/>
                    <a:pt x="787" y="239"/>
                  </a:cubicBezTo>
                  <a:cubicBezTo>
                    <a:pt x="691" y="127"/>
                    <a:pt x="613" y="49"/>
                    <a:pt x="567" y="3"/>
                  </a:cubicBezTo>
                  <a:lnTo>
                    <a:pt x="567" y="1"/>
                  </a:lnTo>
                  <a:lnTo>
                    <a:pt x="566" y="3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8BB2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32"/>
            <p:cNvSpPr/>
            <p:nvPr/>
          </p:nvSpPr>
          <p:spPr>
            <a:xfrm>
              <a:off x="4914600" y="2375722"/>
              <a:ext cx="71430" cy="43301"/>
            </a:xfrm>
            <a:custGeom>
              <a:rect b="b" l="l" r="r" t="t"/>
              <a:pathLst>
                <a:path extrusionOk="0" h="685" w="1130">
                  <a:moveTo>
                    <a:pt x="568" y="0"/>
                  </a:moveTo>
                  <a:lnTo>
                    <a:pt x="568" y="2"/>
                  </a:lnTo>
                  <a:cubicBezTo>
                    <a:pt x="473" y="92"/>
                    <a:pt x="237" y="336"/>
                    <a:pt x="0" y="685"/>
                  </a:cubicBezTo>
                  <a:lnTo>
                    <a:pt x="1130" y="685"/>
                  </a:lnTo>
                  <a:cubicBezTo>
                    <a:pt x="898" y="337"/>
                    <a:pt x="664" y="93"/>
                    <a:pt x="570" y="2"/>
                  </a:cubicBezTo>
                  <a:lnTo>
                    <a:pt x="570" y="0"/>
                  </a:lnTo>
                  <a:lnTo>
                    <a:pt x="569" y="2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rgbClr val="7189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32"/>
            <p:cNvSpPr/>
            <p:nvPr/>
          </p:nvSpPr>
          <p:spPr>
            <a:xfrm>
              <a:off x="4899113" y="2332232"/>
              <a:ext cx="102594" cy="86791"/>
            </a:xfrm>
            <a:custGeom>
              <a:rect b="b" l="l" r="r" t="t"/>
              <a:pathLst>
                <a:path extrusionOk="0" h="1373" w="1623">
                  <a:moveTo>
                    <a:pt x="819" y="0"/>
                  </a:moveTo>
                  <a:cubicBezTo>
                    <a:pt x="818" y="0"/>
                    <a:pt x="818" y="1"/>
                    <a:pt x="818" y="1"/>
                  </a:cubicBezTo>
                  <a:lnTo>
                    <a:pt x="817" y="1"/>
                  </a:lnTo>
                  <a:cubicBezTo>
                    <a:pt x="684" y="130"/>
                    <a:pt x="171" y="663"/>
                    <a:pt x="1" y="1373"/>
                  </a:cubicBezTo>
                  <a:lnTo>
                    <a:pt x="1623" y="1373"/>
                  </a:lnTo>
                  <a:cubicBezTo>
                    <a:pt x="1458" y="666"/>
                    <a:pt x="951" y="131"/>
                    <a:pt x="819" y="1"/>
                  </a:cubicBezTo>
                  <a:cubicBezTo>
                    <a:pt x="819" y="0"/>
                    <a:pt x="819" y="0"/>
                    <a:pt x="8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32"/>
            <p:cNvSpPr/>
            <p:nvPr/>
          </p:nvSpPr>
          <p:spPr>
            <a:xfrm>
              <a:off x="4950757" y="2332232"/>
              <a:ext cx="50949" cy="86791"/>
            </a:xfrm>
            <a:custGeom>
              <a:rect b="b" l="l" r="r" t="t"/>
              <a:pathLst>
                <a:path extrusionOk="0" h="1373" w="806">
                  <a:moveTo>
                    <a:pt x="0" y="1"/>
                  </a:moveTo>
                  <a:cubicBezTo>
                    <a:pt x="0" y="1"/>
                    <a:pt x="103" y="376"/>
                    <a:pt x="218" y="926"/>
                  </a:cubicBezTo>
                  <a:cubicBezTo>
                    <a:pt x="248" y="1065"/>
                    <a:pt x="278" y="1214"/>
                    <a:pt x="307" y="1373"/>
                  </a:cubicBezTo>
                  <a:lnTo>
                    <a:pt x="806" y="1373"/>
                  </a:lnTo>
                  <a:cubicBezTo>
                    <a:pt x="641" y="666"/>
                    <a:pt x="134" y="131"/>
                    <a:pt x="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32"/>
            <p:cNvSpPr/>
            <p:nvPr/>
          </p:nvSpPr>
          <p:spPr>
            <a:xfrm>
              <a:off x="4439315" y="2911121"/>
              <a:ext cx="38876" cy="233317"/>
            </a:xfrm>
            <a:custGeom>
              <a:rect b="b" l="l" r="r" t="t"/>
              <a:pathLst>
                <a:path extrusionOk="0" h="3691" w="615">
                  <a:moveTo>
                    <a:pt x="123" y="0"/>
                  </a:moveTo>
                  <a:lnTo>
                    <a:pt x="0" y="3691"/>
                  </a:lnTo>
                  <a:lnTo>
                    <a:pt x="615" y="3691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32"/>
            <p:cNvSpPr/>
            <p:nvPr/>
          </p:nvSpPr>
          <p:spPr>
            <a:xfrm>
              <a:off x="4458973" y="2911121"/>
              <a:ext cx="19217" cy="233317"/>
            </a:xfrm>
            <a:custGeom>
              <a:rect b="b" l="l" r="r" t="t"/>
              <a:pathLst>
                <a:path extrusionOk="0" h="3691" w="304">
                  <a:moveTo>
                    <a:pt x="0" y="0"/>
                  </a:moveTo>
                  <a:lnTo>
                    <a:pt x="58" y="3691"/>
                  </a:lnTo>
                  <a:lnTo>
                    <a:pt x="304" y="3691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32"/>
            <p:cNvSpPr/>
            <p:nvPr/>
          </p:nvSpPr>
          <p:spPr>
            <a:xfrm>
              <a:off x="4452273" y="2906001"/>
              <a:ext cx="145262" cy="83883"/>
            </a:xfrm>
            <a:custGeom>
              <a:rect b="b" l="l" r="r" t="t"/>
              <a:pathLst>
                <a:path extrusionOk="0" h="1327" w="2298">
                  <a:moveTo>
                    <a:pt x="193" y="1"/>
                  </a:moveTo>
                  <a:cubicBezTo>
                    <a:pt x="134" y="1"/>
                    <a:pt x="93" y="15"/>
                    <a:pt x="76" y="43"/>
                  </a:cubicBezTo>
                  <a:cubicBezTo>
                    <a:pt x="1" y="173"/>
                    <a:pt x="423" y="555"/>
                    <a:pt x="1016" y="897"/>
                  </a:cubicBezTo>
                  <a:cubicBezTo>
                    <a:pt x="1474" y="1163"/>
                    <a:pt x="1903" y="1326"/>
                    <a:pt x="2107" y="1326"/>
                  </a:cubicBezTo>
                  <a:cubicBezTo>
                    <a:pt x="2167" y="1326"/>
                    <a:pt x="2207" y="1313"/>
                    <a:pt x="2224" y="1284"/>
                  </a:cubicBezTo>
                  <a:cubicBezTo>
                    <a:pt x="2298" y="1155"/>
                    <a:pt x="1878" y="772"/>
                    <a:pt x="1285" y="430"/>
                  </a:cubicBezTo>
                  <a:cubicBezTo>
                    <a:pt x="826" y="164"/>
                    <a:pt x="398" y="1"/>
                    <a:pt x="193" y="1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32"/>
            <p:cNvSpPr/>
            <p:nvPr/>
          </p:nvSpPr>
          <p:spPr>
            <a:xfrm>
              <a:off x="4452463" y="2908213"/>
              <a:ext cx="140901" cy="81671"/>
            </a:xfrm>
            <a:custGeom>
              <a:rect b="b" l="l" r="r" t="t"/>
              <a:pathLst>
                <a:path extrusionOk="0" h="1292" w="2229">
                  <a:moveTo>
                    <a:pt x="82" y="0"/>
                  </a:moveTo>
                  <a:cubicBezTo>
                    <a:pt x="78" y="2"/>
                    <a:pt x="76" y="5"/>
                    <a:pt x="74" y="10"/>
                  </a:cubicBezTo>
                  <a:cubicBezTo>
                    <a:pt x="1" y="138"/>
                    <a:pt x="420" y="521"/>
                    <a:pt x="1014" y="862"/>
                  </a:cubicBezTo>
                  <a:cubicBezTo>
                    <a:pt x="1473" y="1128"/>
                    <a:pt x="1901" y="1291"/>
                    <a:pt x="2105" y="1291"/>
                  </a:cubicBezTo>
                  <a:cubicBezTo>
                    <a:pt x="2165" y="1291"/>
                    <a:pt x="2205" y="1278"/>
                    <a:pt x="2222" y="1249"/>
                  </a:cubicBezTo>
                  <a:cubicBezTo>
                    <a:pt x="2225" y="1243"/>
                    <a:pt x="2227" y="1238"/>
                    <a:pt x="2228" y="1232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32"/>
            <p:cNvSpPr/>
            <p:nvPr/>
          </p:nvSpPr>
          <p:spPr>
            <a:xfrm>
              <a:off x="4441843" y="2752524"/>
              <a:ext cx="34261" cy="156767"/>
            </a:xfrm>
            <a:custGeom>
              <a:rect b="b" l="l" r="r" t="t"/>
              <a:pathLst>
                <a:path extrusionOk="0" h="2480" w="542">
                  <a:moveTo>
                    <a:pt x="271" y="0"/>
                  </a:moveTo>
                  <a:cubicBezTo>
                    <a:pt x="122" y="0"/>
                    <a:pt x="1" y="556"/>
                    <a:pt x="1" y="1241"/>
                  </a:cubicBezTo>
                  <a:cubicBezTo>
                    <a:pt x="1" y="1925"/>
                    <a:pt x="122" y="2480"/>
                    <a:pt x="271" y="2480"/>
                  </a:cubicBezTo>
                  <a:cubicBezTo>
                    <a:pt x="419" y="2480"/>
                    <a:pt x="541" y="1925"/>
                    <a:pt x="541" y="1241"/>
                  </a:cubicBezTo>
                  <a:cubicBezTo>
                    <a:pt x="541" y="556"/>
                    <a:pt x="419" y="0"/>
                    <a:pt x="271" y="0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32"/>
            <p:cNvSpPr/>
            <p:nvPr/>
          </p:nvSpPr>
          <p:spPr>
            <a:xfrm>
              <a:off x="4459542" y="2752650"/>
              <a:ext cx="16562" cy="156577"/>
            </a:xfrm>
            <a:custGeom>
              <a:rect b="b" l="l" r="r" t="t"/>
              <a:pathLst>
                <a:path extrusionOk="0" h="2477" w="262">
                  <a:moveTo>
                    <a:pt x="0" y="1"/>
                  </a:moveTo>
                  <a:lnTo>
                    <a:pt x="0" y="2477"/>
                  </a:lnTo>
                  <a:cubicBezTo>
                    <a:pt x="145" y="2456"/>
                    <a:pt x="261" y="1910"/>
                    <a:pt x="261" y="1239"/>
                  </a:cubicBezTo>
                  <a:cubicBezTo>
                    <a:pt x="261" y="567"/>
                    <a:pt x="146" y="21"/>
                    <a:pt x="0" y="1"/>
                  </a:cubicBez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32"/>
            <p:cNvSpPr/>
            <p:nvPr/>
          </p:nvSpPr>
          <p:spPr>
            <a:xfrm>
              <a:off x="4318075" y="2904673"/>
              <a:ext cx="145199" cy="83820"/>
            </a:xfrm>
            <a:custGeom>
              <a:rect b="b" l="l" r="r" t="t"/>
              <a:pathLst>
                <a:path extrusionOk="0" h="1326" w="2297">
                  <a:moveTo>
                    <a:pt x="2106" y="0"/>
                  </a:moveTo>
                  <a:cubicBezTo>
                    <a:pt x="1901" y="0"/>
                    <a:pt x="1473" y="164"/>
                    <a:pt x="1014" y="430"/>
                  </a:cubicBezTo>
                  <a:cubicBezTo>
                    <a:pt x="422" y="773"/>
                    <a:pt x="1" y="1153"/>
                    <a:pt x="75" y="1283"/>
                  </a:cubicBezTo>
                  <a:cubicBezTo>
                    <a:pt x="92" y="1312"/>
                    <a:pt x="132" y="1326"/>
                    <a:pt x="191" y="1326"/>
                  </a:cubicBezTo>
                  <a:cubicBezTo>
                    <a:pt x="395" y="1326"/>
                    <a:pt x="823" y="1162"/>
                    <a:pt x="1284" y="896"/>
                  </a:cubicBezTo>
                  <a:cubicBezTo>
                    <a:pt x="1876" y="554"/>
                    <a:pt x="2297" y="172"/>
                    <a:pt x="2223" y="43"/>
                  </a:cubicBezTo>
                  <a:cubicBezTo>
                    <a:pt x="2206" y="14"/>
                    <a:pt x="2165" y="0"/>
                    <a:pt x="2106" y="0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32"/>
            <p:cNvSpPr/>
            <p:nvPr/>
          </p:nvSpPr>
          <p:spPr>
            <a:xfrm>
              <a:off x="4318012" y="2904736"/>
              <a:ext cx="140774" cy="81165"/>
            </a:xfrm>
            <a:custGeom>
              <a:rect b="b" l="l" r="r" t="t"/>
              <a:pathLst>
                <a:path extrusionOk="0" h="1284" w="2227">
                  <a:moveTo>
                    <a:pt x="2105" y="1"/>
                  </a:moveTo>
                  <a:cubicBezTo>
                    <a:pt x="1901" y="1"/>
                    <a:pt x="1473" y="164"/>
                    <a:pt x="1013" y="430"/>
                  </a:cubicBezTo>
                  <a:cubicBezTo>
                    <a:pt x="421" y="773"/>
                    <a:pt x="1" y="1154"/>
                    <a:pt x="75" y="1283"/>
                  </a:cubicBezTo>
                  <a:lnTo>
                    <a:pt x="2227" y="55"/>
                  </a:lnTo>
                  <a:cubicBezTo>
                    <a:pt x="2226" y="51"/>
                    <a:pt x="2225" y="47"/>
                    <a:pt x="2222" y="44"/>
                  </a:cubicBezTo>
                  <a:cubicBezTo>
                    <a:pt x="2205" y="15"/>
                    <a:pt x="2165" y="1"/>
                    <a:pt x="2105" y="1"/>
                  </a:cubicBez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32"/>
            <p:cNvSpPr/>
            <p:nvPr/>
          </p:nvSpPr>
          <p:spPr>
            <a:xfrm>
              <a:off x="4430718" y="2879831"/>
              <a:ext cx="56702" cy="56638"/>
            </a:xfrm>
            <a:custGeom>
              <a:rect b="b" l="l" r="r" t="t"/>
              <a:pathLst>
                <a:path extrusionOk="0" h="896" w="897">
                  <a:moveTo>
                    <a:pt x="448" y="0"/>
                  </a:moveTo>
                  <a:cubicBezTo>
                    <a:pt x="201" y="0"/>
                    <a:pt x="1" y="201"/>
                    <a:pt x="1" y="448"/>
                  </a:cubicBezTo>
                  <a:cubicBezTo>
                    <a:pt x="1" y="695"/>
                    <a:pt x="201" y="895"/>
                    <a:pt x="448" y="895"/>
                  </a:cubicBezTo>
                  <a:cubicBezTo>
                    <a:pt x="695" y="895"/>
                    <a:pt x="896" y="695"/>
                    <a:pt x="896" y="448"/>
                  </a:cubicBezTo>
                  <a:cubicBezTo>
                    <a:pt x="896" y="201"/>
                    <a:pt x="695" y="0"/>
                    <a:pt x="448" y="0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32"/>
            <p:cNvSpPr/>
            <p:nvPr/>
          </p:nvSpPr>
          <p:spPr>
            <a:xfrm>
              <a:off x="4446963" y="2896140"/>
              <a:ext cx="24021" cy="23958"/>
            </a:xfrm>
            <a:custGeom>
              <a:rect b="b" l="l" r="r" t="t"/>
              <a:pathLst>
                <a:path extrusionOk="0" h="379" w="380">
                  <a:moveTo>
                    <a:pt x="190" y="1"/>
                  </a:moveTo>
                  <a:cubicBezTo>
                    <a:pt x="85" y="1"/>
                    <a:pt x="1" y="85"/>
                    <a:pt x="1" y="190"/>
                  </a:cubicBezTo>
                  <a:cubicBezTo>
                    <a:pt x="1" y="295"/>
                    <a:pt x="85" y="379"/>
                    <a:pt x="190" y="379"/>
                  </a:cubicBezTo>
                  <a:cubicBezTo>
                    <a:pt x="294" y="378"/>
                    <a:pt x="379" y="294"/>
                    <a:pt x="379" y="190"/>
                  </a:cubicBezTo>
                  <a:cubicBezTo>
                    <a:pt x="379" y="85"/>
                    <a:pt x="294" y="1"/>
                    <a:pt x="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32"/>
            <p:cNvSpPr/>
            <p:nvPr/>
          </p:nvSpPr>
          <p:spPr>
            <a:xfrm>
              <a:off x="4507267" y="2169274"/>
              <a:ext cx="39002" cy="233570"/>
            </a:xfrm>
            <a:custGeom>
              <a:rect b="b" l="l" r="r" t="t"/>
              <a:pathLst>
                <a:path extrusionOk="0" h="3695" w="617">
                  <a:moveTo>
                    <a:pt x="144" y="0"/>
                  </a:moveTo>
                  <a:lnTo>
                    <a:pt x="0" y="3690"/>
                  </a:lnTo>
                  <a:lnTo>
                    <a:pt x="616" y="3694"/>
                  </a:lnTo>
                  <a:lnTo>
                    <a:pt x="514" y="1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32"/>
            <p:cNvSpPr/>
            <p:nvPr/>
          </p:nvSpPr>
          <p:spPr>
            <a:xfrm>
              <a:off x="4528190" y="2169337"/>
              <a:ext cx="18079" cy="233507"/>
            </a:xfrm>
            <a:custGeom>
              <a:rect b="b" l="l" r="r" t="t"/>
              <a:pathLst>
                <a:path extrusionOk="0" h="3694" w="286">
                  <a:moveTo>
                    <a:pt x="1" y="0"/>
                  </a:moveTo>
                  <a:lnTo>
                    <a:pt x="40" y="3691"/>
                  </a:lnTo>
                  <a:lnTo>
                    <a:pt x="285" y="3693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32"/>
            <p:cNvSpPr/>
            <p:nvPr/>
          </p:nvSpPr>
          <p:spPr>
            <a:xfrm>
              <a:off x="4521679" y="2164217"/>
              <a:ext cx="144757" cy="84452"/>
            </a:xfrm>
            <a:custGeom>
              <a:rect b="b" l="l" r="r" t="t"/>
              <a:pathLst>
                <a:path extrusionOk="0" h="1336" w="2290">
                  <a:moveTo>
                    <a:pt x="188" y="1"/>
                  </a:moveTo>
                  <a:cubicBezTo>
                    <a:pt x="130" y="1"/>
                    <a:pt x="91" y="14"/>
                    <a:pt x="74" y="43"/>
                  </a:cubicBezTo>
                  <a:cubicBezTo>
                    <a:pt x="1" y="172"/>
                    <a:pt x="417" y="556"/>
                    <a:pt x="1008" y="901"/>
                  </a:cubicBezTo>
                  <a:cubicBezTo>
                    <a:pt x="1468" y="1170"/>
                    <a:pt x="1897" y="1336"/>
                    <a:pt x="2100" y="1336"/>
                  </a:cubicBezTo>
                  <a:cubicBezTo>
                    <a:pt x="2158" y="1336"/>
                    <a:pt x="2198" y="1322"/>
                    <a:pt x="2215" y="1294"/>
                  </a:cubicBezTo>
                  <a:cubicBezTo>
                    <a:pt x="2289" y="1165"/>
                    <a:pt x="1872" y="781"/>
                    <a:pt x="1281" y="435"/>
                  </a:cubicBezTo>
                  <a:cubicBezTo>
                    <a:pt x="821" y="167"/>
                    <a:pt x="392" y="1"/>
                    <a:pt x="188" y="1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32"/>
            <p:cNvSpPr/>
            <p:nvPr/>
          </p:nvSpPr>
          <p:spPr>
            <a:xfrm>
              <a:off x="4521616" y="2166429"/>
              <a:ext cx="140458" cy="82303"/>
            </a:xfrm>
            <a:custGeom>
              <a:rect b="b" l="l" r="r" t="t"/>
              <a:pathLst>
                <a:path extrusionOk="0" h="1302" w="2222">
                  <a:moveTo>
                    <a:pt x="82" y="0"/>
                  </a:moveTo>
                  <a:cubicBezTo>
                    <a:pt x="79" y="3"/>
                    <a:pt x="77" y="5"/>
                    <a:pt x="75" y="10"/>
                  </a:cubicBezTo>
                  <a:cubicBezTo>
                    <a:pt x="1" y="138"/>
                    <a:pt x="418" y="522"/>
                    <a:pt x="1009" y="868"/>
                  </a:cubicBezTo>
                  <a:cubicBezTo>
                    <a:pt x="1469" y="1136"/>
                    <a:pt x="1898" y="1302"/>
                    <a:pt x="2101" y="1302"/>
                  </a:cubicBezTo>
                  <a:cubicBezTo>
                    <a:pt x="2159" y="1302"/>
                    <a:pt x="2199" y="1288"/>
                    <a:pt x="2216" y="1260"/>
                  </a:cubicBezTo>
                  <a:cubicBezTo>
                    <a:pt x="2218" y="1255"/>
                    <a:pt x="2221" y="1250"/>
                    <a:pt x="2222" y="1244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32"/>
            <p:cNvSpPr/>
            <p:nvPr/>
          </p:nvSpPr>
          <p:spPr>
            <a:xfrm>
              <a:off x="4511312" y="2010803"/>
              <a:ext cx="34704" cy="156704"/>
            </a:xfrm>
            <a:custGeom>
              <a:rect b="b" l="l" r="r" t="t"/>
              <a:pathLst>
                <a:path extrusionOk="0" h="2479" w="549">
                  <a:moveTo>
                    <a:pt x="281" y="1"/>
                  </a:moveTo>
                  <a:cubicBezTo>
                    <a:pt x="131" y="1"/>
                    <a:pt x="8" y="555"/>
                    <a:pt x="5" y="1239"/>
                  </a:cubicBezTo>
                  <a:cubicBezTo>
                    <a:pt x="1" y="1923"/>
                    <a:pt x="118" y="2478"/>
                    <a:pt x="268" y="2479"/>
                  </a:cubicBezTo>
                  <a:cubicBezTo>
                    <a:pt x="417" y="2479"/>
                    <a:pt x="542" y="1925"/>
                    <a:pt x="544" y="1241"/>
                  </a:cubicBezTo>
                  <a:cubicBezTo>
                    <a:pt x="548" y="557"/>
                    <a:pt x="431" y="2"/>
                    <a:pt x="281" y="1"/>
                  </a:cubicBezTo>
                  <a:cubicBezTo>
                    <a:pt x="281" y="1"/>
                    <a:pt x="281" y="1"/>
                    <a:pt x="281" y="1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32"/>
            <p:cNvSpPr/>
            <p:nvPr/>
          </p:nvSpPr>
          <p:spPr>
            <a:xfrm>
              <a:off x="4528822" y="2010803"/>
              <a:ext cx="17194" cy="156577"/>
            </a:xfrm>
            <a:custGeom>
              <a:rect b="b" l="l" r="r" t="t"/>
              <a:pathLst>
                <a:path extrusionOk="0" h="2477" w="272">
                  <a:moveTo>
                    <a:pt x="14" y="1"/>
                  </a:moveTo>
                  <a:lnTo>
                    <a:pt x="0" y="2477"/>
                  </a:lnTo>
                  <a:cubicBezTo>
                    <a:pt x="145" y="2456"/>
                    <a:pt x="265" y="1911"/>
                    <a:pt x="268" y="1240"/>
                  </a:cubicBezTo>
                  <a:cubicBezTo>
                    <a:pt x="271" y="569"/>
                    <a:pt x="159" y="23"/>
                    <a:pt x="14" y="1"/>
                  </a:cubicBez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32"/>
            <p:cNvSpPr/>
            <p:nvPr/>
          </p:nvSpPr>
          <p:spPr>
            <a:xfrm>
              <a:off x="4386976" y="2162826"/>
              <a:ext cx="145515" cy="83124"/>
            </a:xfrm>
            <a:custGeom>
              <a:rect b="b" l="l" r="r" t="t"/>
              <a:pathLst>
                <a:path extrusionOk="0" h="1315" w="2302">
                  <a:moveTo>
                    <a:pt x="2108" y="1"/>
                  </a:moveTo>
                  <a:cubicBezTo>
                    <a:pt x="1902" y="1"/>
                    <a:pt x="1476" y="162"/>
                    <a:pt x="1017" y="424"/>
                  </a:cubicBezTo>
                  <a:cubicBezTo>
                    <a:pt x="423" y="762"/>
                    <a:pt x="0" y="1142"/>
                    <a:pt x="75" y="1271"/>
                  </a:cubicBezTo>
                  <a:cubicBezTo>
                    <a:pt x="92" y="1301"/>
                    <a:pt x="133" y="1315"/>
                    <a:pt x="194" y="1315"/>
                  </a:cubicBezTo>
                  <a:cubicBezTo>
                    <a:pt x="399" y="1315"/>
                    <a:pt x="826" y="1154"/>
                    <a:pt x="1284" y="892"/>
                  </a:cubicBezTo>
                  <a:cubicBezTo>
                    <a:pt x="1880" y="554"/>
                    <a:pt x="2301" y="174"/>
                    <a:pt x="2228" y="45"/>
                  </a:cubicBezTo>
                  <a:cubicBezTo>
                    <a:pt x="2211" y="15"/>
                    <a:pt x="2169" y="1"/>
                    <a:pt x="2108" y="1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32"/>
            <p:cNvSpPr/>
            <p:nvPr/>
          </p:nvSpPr>
          <p:spPr>
            <a:xfrm>
              <a:off x="4386976" y="2162890"/>
              <a:ext cx="141154" cy="80280"/>
            </a:xfrm>
            <a:custGeom>
              <a:rect b="b" l="l" r="r" t="t"/>
              <a:pathLst>
                <a:path extrusionOk="0" h="1270" w="2233">
                  <a:moveTo>
                    <a:pt x="2108" y="0"/>
                  </a:moveTo>
                  <a:cubicBezTo>
                    <a:pt x="1903" y="0"/>
                    <a:pt x="1476" y="161"/>
                    <a:pt x="1017" y="423"/>
                  </a:cubicBezTo>
                  <a:cubicBezTo>
                    <a:pt x="423" y="761"/>
                    <a:pt x="0" y="1141"/>
                    <a:pt x="75" y="1270"/>
                  </a:cubicBezTo>
                  <a:lnTo>
                    <a:pt x="2233" y="55"/>
                  </a:lnTo>
                  <a:cubicBezTo>
                    <a:pt x="2231" y="51"/>
                    <a:pt x="2230" y="47"/>
                    <a:pt x="2228" y="44"/>
                  </a:cubicBezTo>
                  <a:cubicBezTo>
                    <a:pt x="2211" y="14"/>
                    <a:pt x="2169" y="0"/>
                    <a:pt x="2108" y="0"/>
                  </a:cubicBez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32"/>
            <p:cNvSpPr/>
            <p:nvPr/>
          </p:nvSpPr>
          <p:spPr>
            <a:xfrm>
              <a:off x="4499808" y="2137984"/>
              <a:ext cx="56891" cy="56638"/>
            </a:xfrm>
            <a:custGeom>
              <a:rect b="b" l="l" r="r" t="t"/>
              <a:pathLst>
                <a:path extrusionOk="0" h="896" w="900">
                  <a:moveTo>
                    <a:pt x="451" y="0"/>
                  </a:moveTo>
                  <a:cubicBezTo>
                    <a:pt x="204" y="0"/>
                    <a:pt x="4" y="199"/>
                    <a:pt x="3" y="445"/>
                  </a:cubicBezTo>
                  <a:cubicBezTo>
                    <a:pt x="1" y="692"/>
                    <a:pt x="200" y="894"/>
                    <a:pt x="448" y="895"/>
                  </a:cubicBezTo>
                  <a:cubicBezTo>
                    <a:pt x="448" y="895"/>
                    <a:pt x="449" y="895"/>
                    <a:pt x="450" y="895"/>
                  </a:cubicBezTo>
                  <a:cubicBezTo>
                    <a:pt x="696" y="895"/>
                    <a:pt x="896" y="696"/>
                    <a:pt x="898" y="450"/>
                  </a:cubicBezTo>
                  <a:cubicBezTo>
                    <a:pt x="899" y="204"/>
                    <a:pt x="700" y="1"/>
                    <a:pt x="453" y="0"/>
                  </a:cubicBezTo>
                  <a:cubicBezTo>
                    <a:pt x="452" y="0"/>
                    <a:pt x="452" y="0"/>
                    <a:pt x="451" y="0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32"/>
            <p:cNvSpPr/>
            <p:nvPr/>
          </p:nvSpPr>
          <p:spPr>
            <a:xfrm>
              <a:off x="4516179" y="2154356"/>
              <a:ext cx="24084" cy="23958"/>
            </a:xfrm>
            <a:custGeom>
              <a:rect b="b" l="l" r="r" t="t"/>
              <a:pathLst>
                <a:path extrusionOk="0" h="379" w="381">
                  <a:moveTo>
                    <a:pt x="192" y="0"/>
                  </a:moveTo>
                  <a:cubicBezTo>
                    <a:pt x="88" y="0"/>
                    <a:pt x="3" y="83"/>
                    <a:pt x="2" y="187"/>
                  </a:cubicBezTo>
                  <a:cubicBezTo>
                    <a:pt x="1" y="293"/>
                    <a:pt x="84" y="377"/>
                    <a:pt x="190" y="379"/>
                  </a:cubicBezTo>
                  <a:cubicBezTo>
                    <a:pt x="294" y="379"/>
                    <a:pt x="380" y="295"/>
                    <a:pt x="380" y="190"/>
                  </a:cubicBezTo>
                  <a:cubicBezTo>
                    <a:pt x="380" y="85"/>
                    <a:pt x="297" y="1"/>
                    <a:pt x="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32"/>
            <p:cNvSpPr/>
            <p:nvPr/>
          </p:nvSpPr>
          <p:spPr>
            <a:xfrm>
              <a:off x="3377366" y="3390325"/>
              <a:ext cx="115489" cy="20418"/>
            </a:xfrm>
            <a:custGeom>
              <a:rect b="b" l="l" r="r" t="t"/>
              <a:pathLst>
                <a:path extrusionOk="0" h="323" w="1827">
                  <a:moveTo>
                    <a:pt x="914" y="0"/>
                  </a:moveTo>
                  <a:cubicBezTo>
                    <a:pt x="410" y="0"/>
                    <a:pt x="0" y="72"/>
                    <a:pt x="0" y="161"/>
                  </a:cubicBezTo>
                  <a:cubicBezTo>
                    <a:pt x="0" y="251"/>
                    <a:pt x="409" y="322"/>
                    <a:pt x="914" y="322"/>
                  </a:cubicBezTo>
                  <a:cubicBezTo>
                    <a:pt x="1417" y="322"/>
                    <a:pt x="1827" y="251"/>
                    <a:pt x="1827" y="161"/>
                  </a:cubicBezTo>
                  <a:cubicBezTo>
                    <a:pt x="1827" y="72"/>
                    <a:pt x="1419" y="0"/>
                    <a:pt x="914" y="0"/>
                  </a:cubicBez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32"/>
            <p:cNvSpPr/>
            <p:nvPr/>
          </p:nvSpPr>
          <p:spPr>
            <a:xfrm>
              <a:off x="3412954" y="3170540"/>
              <a:ext cx="38939" cy="233381"/>
            </a:xfrm>
            <a:custGeom>
              <a:rect b="b" l="l" r="r" t="t"/>
              <a:pathLst>
                <a:path extrusionOk="0" h="3692" w="616">
                  <a:moveTo>
                    <a:pt x="123" y="0"/>
                  </a:moveTo>
                  <a:lnTo>
                    <a:pt x="0" y="3692"/>
                  </a:lnTo>
                  <a:lnTo>
                    <a:pt x="616" y="3692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32"/>
            <p:cNvSpPr/>
            <p:nvPr/>
          </p:nvSpPr>
          <p:spPr>
            <a:xfrm>
              <a:off x="3432612" y="3170540"/>
              <a:ext cx="19280" cy="233381"/>
            </a:xfrm>
            <a:custGeom>
              <a:rect b="b" l="l" r="r" t="t"/>
              <a:pathLst>
                <a:path extrusionOk="0" h="3692" w="305">
                  <a:moveTo>
                    <a:pt x="0" y="0"/>
                  </a:moveTo>
                  <a:lnTo>
                    <a:pt x="59" y="3692"/>
                  </a:lnTo>
                  <a:lnTo>
                    <a:pt x="305" y="3692"/>
                  </a:lnTo>
                  <a:lnTo>
                    <a:pt x="182" y="0"/>
                  </a:ln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32"/>
            <p:cNvSpPr/>
            <p:nvPr/>
          </p:nvSpPr>
          <p:spPr>
            <a:xfrm>
              <a:off x="3426038" y="3165483"/>
              <a:ext cx="145136" cy="83820"/>
            </a:xfrm>
            <a:custGeom>
              <a:rect b="b" l="l" r="r" t="t"/>
              <a:pathLst>
                <a:path extrusionOk="0" h="1326" w="2296">
                  <a:moveTo>
                    <a:pt x="192" y="1"/>
                  </a:moveTo>
                  <a:cubicBezTo>
                    <a:pt x="132" y="1"/>
                    <a:pt x="91" y="14"/>
                    <a:pt x="74" y="44"/>
                  </a:cubicBezTo>
                  <a:cubicBezTo>
                    <a:pt x="1" y="172"/>
                    <a:pt x="421" y="554"/>
                    <a:pt x="1014" y="897"/>
                  </a:cubicBezTo>
                  <a:cubicBezTo>
                    <a:pt x="1472" y="1162"/>
                    <a:pt x="1901" y="1325"/>
                    <a:pt x="2105" y="1325"/>
                  </a:cubicBezTo>
                  <a:cubicBezTo>
                    <a:pt x="2165" y="1325"/>
                    <a:pt x="2205" y="1312"/>
                    <a:pt x="2222" y="1283"/>
                  </a:cubicBezTo>
                  <a:cubicBezTo>
                    <a:pt x="2296" y="1154"/>
                    <a:pt x="1877" y="771"/>
                    <a:pt x="1284" y="429"/>
                  </a:cubicBezTo>
                  <a:cubicBezTo>
                    <a:pt x="825" y="164"/>
                    <a:pt x="397" y="1"/>
                    <a:pt x="192" y="1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32"/>
            <p:cNvSpPr/>
            <p:nvPr/>
          </p:nvSpPr>
          <p:spPr>
            <a:xfrm>
              <a:off x="3426038" y="3167632"/>
              <a:ext cx="140901" cy="81671"/>
            </a:xfrm>
            <a:custGeom>
              <a:rect b="b" l="l" r="r" t="t"/>
              <a:pathLst>
                <a:path extrusionOk="0" h="1292" w="2229">
                  <a:moveTo>
                    <a:pt x="82" y="0"/>
                  </a:moveTo>
                  <a:cubicBezTo>
                    <a:pt x="79" y="3"/>
                    <a:pt x="76" y="5"/>
                    <a:pt x="74" y="10"/>
                  </a:cubicBezTo>
                  <a:cubicBezTo>
                    <a:pt x="1" y="138"/>
                    <a:pt x="420" y="521"/>
                    <a:pt x="1014" y="863"/>
                  </a:cubicBezTo>
                  <a:cubicBezTo>
                    <a:pt x="1472" y="1128"/>
                    <a:pt x="1900" y="1291"/>
                    <a:pt x="2105" y="1291"/>
                  </a:cubicBezTo>
                  <a:cubicBezTo>
                    <a:pt x="2164" y="1291"/>
                    <a:pt x="2205" y="1278"/>
                    <a:pt x="2222" y="1249"/>
                  </a:cubicBezTo>
                  <a:cubicBezTo>
                    <a:pt x="2225" y="1243"/>
                    <a:pt x="2227" y="1238"/>
                    <a:pt x="2228" y="1232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32"/>
            <p:cNvSpPr/>
            <p:nvPr/>
          </p:nvSpPr>
          <p:spPr>
            <a:xfrm>
              <a:off x="3415482" y="3012006"/>
              <a:ext cx="34261" cy="156704"/>
            </a:xfrm>
            <a:custGeom>
              <a:rect b="b" l="l" r="r" t="t"/>
              <a:pathLst>
                <a:path extrusionOk="0" h="2479" w="542">
                  <a:moveTo>
                    <a:pt x="271" y="1"/>
                  </a:moveTo>
                  <a:cubicBezTo>
                    <a:pt x="122" y="1"/>
                    <a:pt x="1" y="555"/>
                    <a:pt x="1" y="1240"/>
                  </a:cubicBezTo>
                  <a:cubicBezTo>
                    <a:pt x="1" y="1924"/>
                    <a:pt x="122" y="2479"/>
                    <a:pt x="271" y="2479"/>
                  </a:cubicBezTo>
                  <a:cubicBezTo>
                    <a:pt x="420" y="2479"/>
                    <a:pt x="541" y="1924"/>
                    <a:pt x="541" y="1240"/>
                  </a:cubicBezTo>
                  <a:cubicBezTo>
                    <a:pt x="541" y="555"/>
                    <a:pt x="420" y="1"/>
                    <a:pt x="271" y="1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32"/>
            <p:cNvSpPr/>
            <p:nvPr/>
          </p:nvSpPr>
          <p:spPr>
            <a:xfrm>
              <a:off x="3433181" y="3012069"/>
              <a:ext cx="16562" cy="156577"/>
            </a:xfrm>
            <a:custGeom>
              <a:rect b="b" l="l" r="r" t="t"/>
              <a:pathLst>
                <a:path extrusionOk="0" h="2477" w="262">
                  <a:moveTo>
                    <a:pt x="0" y="1"/>
                  </a:moveTo>
                  <a:lnTo>
                    <a:pt x="0" y="2477"/>
                  </a:lnTo>
                  <a:cubicBezTo>
                    <a:pt x="145" y="2456"/>
                    <a:pt x="261" y="1910"/>
                    <a:pt x="261" y="1239"/>
                  </a:cubicBezTo>
                  <a:cubicBezTo>
                    <a:pt x="261" y="567"/>
                    <a:pt x="145" y="21"/>
                    <a:pt x="0" y="1"/>
                  </a:cubicBez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32"/>
            <p:cNvSpPr/>
            <p:nvPr/>
          </p:nvSpPr>
          <p:spPr>
            <a:xfrm>
              <a:off x="3291651" y="3164092"/>
              <a:ext cx="145199" cy="83820"/>
            </a:xfrm>
            <a:custGeom>
              <a:rect b="b" l="l" r="r" t="t"/>
              <a:pathLst>
                <a:path extrusionOk="0" h="1326" w="2297">
                  <a:moveTo>
                    <a:pt x="2106" y="1"/>
                  </a:moveTo>
                  <a:cubicBezTo>
                    <a:pt x="1901" y="1"/>
                    <a:pt x="1473" y="164"/>
                    <a:pt x="1014" y="430"/>
                  </a:cubicBezTo>
                  <a:cubicBezTo>
                    <a:pt x="422" y="773"/>
                    <a:pt x="1" y="1154"/>
                    <a:pt x="75" y="1283"/>
                  </a:cubicBezTo>
                  <a:cubicBezTo>
                    <a:pt x="92" y="1312"/>
                    <a:pt x="132" y="1326"/>
                    <a:pt x="191" y="1326"/>
                  </a:cubicBezTo>
                  <a:cubicBezTo>
                    <a:pt x="395" y="1326"/>
                    <a:pt x="823" y="1162"/>
                    <a:pt x="1284" y="896"/>
                  </a:cubicBezTo>
                  <a:cubicBezTo>
                    <a:pt x="1877" y="554"/>
                    <a:pt x="2297" y="173"/>
                    <a:pt x="2223" y="44"/>
                  </a:cubicBezTo>
                  <a:cubicBezTo>
                    <a:pt x="2206" y="15"/>
                    <a:pt x="2165" y="1"/>
                    <a:pt x="2106" y="1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32"/>
            <p:cNvSpPr/>
            <p:nvPr/>
          </p:nvSpPr>
          <p:spPr>
            <a:xfrm>
              <a:off x="3291651" y="3164092"/>
              <a:ext cx="140901" cy="81165"/>
            </a:xfrm>
            <a:custGeom>
              <a:rect b="b" l="l" r="r" t="t"/>
              <a:pathLst>
                <a:path extrusionOk="0" h="1284" w="2229">
                  <a:moveTo>
                    <a:pt x="2106" y="1"/>
                  </a:moveTo>
                  <a:cubicBezTo>
                    <a:pt x="1901" y="1"/>
                    <a:pt x="1473" y="164"/>
                    <a:pt x="1014" y="430"/>
                  </a:cubicBezTo>
                  <a:cubicBezTo>
                    <a:pt x="422" y="773"/>
                    <a:pt x="1" y="1154"/>
                    <a:pt x="75" y="1283"/>
                  </a:cubicBezTo>
                  <a:lnTo>
                    <a:pt x="2228" y="55"/>
                  </a:lnTo>
                  <a:cubicBezTo>
                    <a:pt x="2226" y="51"/>
                    <a:pt x="2225" y="47"/>
                    <a:pt x="2223" y="44"/>
                  </a:cubicBezTo>
                  <a:cubicBezTo>
                    <a:pt x="2206" y="15"/>
                    <a:pt x="2165" y="1"/>
                    <a:pt x="2106" y="1"/>
                  </a:cubicBez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32"/>
            <p:cNvSpPr/>
            <p:nvPr/>
          </p:nvSpPr>
          <p:spPr>
            <a:xfrm>
              <a:off x="3404294" y="3139187"/>
              <a:ext cx="56702" cy="56638"/>
            </a:xfrm>
            <a:custGeom>
              <a:rect b="b" l="l" r="r" t="t"/>
              <a:pathLst>
                <a:path extrusionOk="0" h="896" w="897">
                  <a:moveTo>
                    <a:pt x="448" y="0"/>
                  </a:moveTo>
                  <a:cubicBezTo>
                    <a:pt x="201" y="0"/>
                    <a:pt x="1" y="201"/>
                    <a:pt x="1" y="447"/>
                  </a:cubicBezTo>
                  <a:cubicBezTo>
                    <a:pt x="1" y="695"/>
                    <a:pt x="201" y="895"/>
                    <a:pt x="448" y="895"/>
                  </a:cubicBezTo>
                  <a:cubicBezTo>
                    <a:pt x="697" y="895"/>
                    <a:pt x="896" y="696"/>
                    <a:pt x="896" y="447"/>
                  </a:cubicBezTo>
                  <a:cubicBezTo>
                    <a:pt x="896" y="201"/>
                    <a:pt x="695" y="0"/>
                    <a:pt x="448" y="0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32"/>
            <p:cNvSpPr/>
            <p:nvPr/>
          </p:nvSpPr>
          <p:spPr>
            <a:xfrm>
              <a:off x="3420602" y="3155495"/>
              <a:ext cx="24021" cy="23958"/>
            </a:xfrm>
            <a:custGeom>
              <a:rect b="b" l="l" r="r" t="t"/>
              <a:pathLst>
                <a:path extrusionOk="0" h="379" w="380">
                  <a:moveTo>
                    <a:pt x="190" y="1"/>
                  </a:moveTo>
                  <a:cubicBezTo>
                    <a:pt x="86" y="1"/>
                    <a:pt x="1" y="85"/>
                    <a:pt x="1" y="189"/>
                  </a:cubicBezTo>
                  <a:cubicBezTo>
                    <a:pt x="1" y="295"/>
                    <a:pt x="86" y="379"/>
                    <a:pt x="190" y="379"/>
                  </a:cubicBezTo>
                  <a:cubicBezTo>
                    <a:pt x="191" y="379"/>
                    <a:pt x="191" y="379"/>
                    <a:pt x="192" y="379"/>
                  </a:cubicBezTo>
                  <a:cubicBezTo>
                    <a:pt x="296" y="379"/>
                    <a:pt x="379" y="294"/>
                    <a:pt x="379" y="189"/>
                  </a:cubicBezTo>
                  <a:cubicBezTo>
                    <a:pt x="379" y="85"/>
                    <a:pt x="295" y="1"/>
                    <a:pt x="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32"/>
            <p:cNvSpPr/>
            <p:nvPr/>
          </p:nvSpPr>
          <p:spPr>
            <a:xfrm>
              <a:off x="4817065" y="3479706"/>
              <a:ext cx="115489" cy="20418"/>
            </a:xfrm>
            <a:custGeom>
              <a:rect b="b" l="l" r="r" t="t"/>
              <a:pathLst>
                <a:path extrusionOk="0" h="323" w="1827">
                  <a:moveTo>
                    <a:pt x="914" y="0"/>
                  </a:moveTo>
                  <a:cubicBezTo>
                    <a:pt x="410" y="0"/>
                    <a:pt x="0" y="72"/>
                    <a:pt x="0" y="162"/>
                  </a:cubicBezTo>
                  <a:cubicBezTo>
                    <a:pt x="0" y="251"/>
                    <a:pt x="409" y="322"/>
                    <a:pt x="914" y="322"/>
                  </a:cubicBezTo>
                  <a:cubicBezTo>
                    <a:pt x="1420" y="322"/>
                    <a:pt x="1827" y="251"/>
                    <a:pt x="1827" y="162"/>
                  </a:cubicBezTo>
                  <a:cubicBezTo>
                    <a:pt x="1827" y="72"/>
                    <a:pt x="1420" y="0"/>
                    <a:pt x="914" y="0"/>
                  </a:cubicBez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32"/>
            <p:cNvSpPr/>
            <p:nvPr/>
          </p:nvSpPr>
          <p:spPr>
            <a:xfrm>
              <a:off x="4859100" y="3255306"/>
              <a:ext cx="29141" cy="235593"/>
            </a:xfrm>
            <a:custGeom>
              <a:rect b="b" l="l" r="r" t="t"/>
              <a:pathLst>
                <a:path extrusionOk="0" h="3727" w="461">
                  <a:moveTo>
                    <a:pt x="157" y="1"/>
                  </a:moveTo>
                  <a:lnTo>
                    <a:pt x="1" y="3726"/>
                  </a:lnTo>
                  <a:lnTo>
                    <a:pt x="461" y="3726"/>
                  </a:lnTo>
                  <a:lnTo>
                    <a:pt x="30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32"/>
            <p:cNvSpPr/>
            <p:nvPr/>
          </p:nvSpPr>
          <p:spPr>
            <a:xfrm>
              <a:off x="4874777" y="3255306"/>
              <a:ext cx="13464" cy="235593"/>
            </a:xfrm>
            <a:custGeom>
              <a:rect b="b" l="l" r="r" t="t"/>
              <a:pathLst>
                <a:path extrusionOk="0" h="3727" w="213">
                  <a:moveTo>
                    <a:pt x="0" y="1"/>
                  </a:moveTo>
                  <a:lnTo>
                    <a:pt x="34" y="3726"/>
                  </a:lnTo>
                  <a:lnTo>
                    <a:pt x="213" y="3726"/>
                  </a:lnTo>
                  <a:lnTo>
                    <a:pt x="57" y="1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32"/>
            <p:cNvSpPr/>
            <p:nvPr/>
          </p:nvSpPr>
          <p:spPr>
            <a:xfrm>
              <a:off x="4783310" y="3257392"/>
              <a:ext cx="92986" cy="95577"/>
            </a:xfrm>
            <a:custGeom>
              <a:rect b="b" l="l" r="r" t="t"/>
              <a:pathLst>
                <a:path extrusionOk="0" h="1512" w="1471">
                  <a:moveTo>
                    <a:pt x="1422" y="0"/>
                  </a:moveTo>
                  <a:cubicBezTo>
                    <a:pt x="1396" y="0"/>
                    <a:pt x="1363" y="0"/>
                    <a:pt x="1326" y="3"/>
                  </a:cubicBezTo>
                  <a:cubicBezTo>
                    <a:pt x="922" y="27"/>
                    <a:pt x="0" y="227"/>
                    <a:pt x="621" y="1512"/>
                  </a:cubicBezTo>
                  <a:cubicBezTo>
                    <a:pt x="621" y="1512"/>
                    <a:pt x="639" y="1384"/>
                    <a:pt x="685" y="1203"/>
                  </a:cubicBezTo>
                  <a:lnTo>
                    <a:pt x="567" y="982"/>
                  </a:lnTo>
                  <a:lnTo>
                    <a:pt x="724" y="1061"/>
                  </a:lnTo>
                  <a:cubicBezTo>
                    <a:pt x="752" y="969"/>
                    <a:pt x="787" y="872"/>
                    <a:pt x="829" y="773"/>
                  </a:cubicBezTo>
                  <a:lnTo>
                    <a:pt x="756" y="586"/>
                  </a:lnTo>
                  <a:lnTo>
                    <a:pt x="881" y="658"/>
                  </a:lnTo>
                  <a:cubicBezTo>
                    <a:pt x="929" y="561"/>
                    <a:pt x="986" y="467"/>
                    <a:pt x="1051" y="380"/>
                  </a:cubicBezTo>
                  <a:lnTo>
                    <a:pt x="986" y="277"/>
                  </a:lnTo>
                  <a:lnTo>
                    <a:pt x="1110" y="307"/>
                  </a:lnTo>
                  <a:cubicBezTo>
                    <a:pt x="1204" y="200"/>
                    <a:pt x="1313" y="110"/>
                    <a:pt x="1441" y="52"/>
                  </a:cubicBezTo>
                  <a:lnTo>
                    <a:pt x="1443" y="52"/>
                  </a:lnTo>
                  <a:lnTo>
                    <a:pt x="1445" y="50"/>
                  </a:lnTo>
                  <a:cubicBezTo>
                    <a:pt x="1448" y="49"/>
                    <a:pt x="1452" y="48"/>
                    <a:pt x="1454" y="47"/>
                  </a:cubicBezTo>
                  <a:cubicBezTo>
                    <a:pt x="1458" y="44"/>
                    <a:pt x="1462" y="43"/>
                    <a:pt x="1465" y="42"/>
                  </a:cubicBezTo>
                  <a:cubicBezTo>
                    <a:pt x="1469" y="33"/>
                    <a:pt x="1471" y="24"/>
                    <a:pt x="1471" y="16"/>
                  </a:cubicBezTo>
                  <a:cubicBezTo>
                    <a:pt x="1471" y="10"/>
                    <a:pt x="1471" y="7"/>
                    <a:pt x="1469" y="2"/>
                  </a:cubicBezTo>
                  <a:lnTo>
                    <a:pt x="1468" y="2"/>
                  </a:lnTo>
                  <a:cubicBezTo>
                    <a:pt x="1457" y="2"/>
                    <a:pt x="1445" y="0"/>
                    <a:pt x="14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32"/>
            <p:cNvSpPr/>
            <p:nvPr/>
          </p:nvSpPr>
          <p:spPr>
            <a:xfrm>
              <a:off x="4761692" y="3228315"/>
              <a:ext cx="113656" cy="58345"/>
            </a:xfrm>
            <a:custGeom>
              <a:rect b="b" l="l" r="r" t="t"/>
              <a:pathLst>
                <a:path extrusionOk="0" h="923" w="1798">
                  <a:moveTo>
                    <a:pt x="919" y="0"/>
                  </a:moveTo>
                  <a:cubicBezTo>
                    <a:pt x="606" y="0"/>
                    <a:pt x="266" y="214"/>
                    <a:pt x="1" y="923"/>
                  </a:cubicBezTo>
                  <a:cubicBezTo>
                    <a:pt x="15" y="913"/>
                    <a:pt x="121" y="837"/>
                    <a:pt x="283" y="745"/>
                  </a:cubicBezTo>
                  <a:lnTo>
                    <a:pt x="367" y="493"/>
                  </a:lnTo>
                  <a:lnTo>
                    <a:pt x="421" y="672"/>
                  </a:lnTo>
                  <a:cubicBezTo>
                    <a:pt x="511" y="627"/>
                    <a:pt x="612" y="581"/>
                    <a:pt x="718" y="542"/>
                  </a:cubicBezTo>
                  <a:lnTo>
                    <a:pt x="809" y="347"/>
                  </a:lnTo>
                  <a:lnTo>
                    <a:pt x="846" y="497"/>
                  </a:lnTo>
                  <a:cubicBezTo>
                    <a:pt x="955" y="464"/>
                    <a:pt x="1069" y="437"/>
                    <a:pt x="1183" y="424"/>
                  </a:cubicBezTo>
                  <a:lnTo>
                    <a:pt x="1217" y="298"/>
                  </a:lnTo>
                  <a:lnTo>
                    <a:pt x="1285" y="415"/>
                  </a:lnTo>
                  <a:cubicBezTo>
                    <a:pt x="1306" y="414"/>
                    <a:pt x="1327" y="414"/>
                    <a:pt x="1347" y="414"/>
                  </a:cubicBezTo>
                  <a:cubicBezTo>
                    <a:pt x="1458" y="414"/>
                    <a:pt x="1566" y="428"/>
                    <a:pt x="1671" y="464"/>
                  </a:cubicBezTo>
                  <a:cubicBezTo>
                    <a:pt x="1709" y="477"/>
                    <a:pt x="1748" y="493"/>
                    <a:pt x="1786" y="513"/>
                  </a:cubicBezTo>
                  <a:lnTo>
                    <a:pt x="1787" y="513"/>
                  </a:lnTo>
                  <a:lnTo>
                    <a:pt x="1789" y="510"/>
                  </a:lnTo>
                  <a:cubicBezTo>
                    <a:pt x="1791" y="508"/>
                    <a:pt x="1795" y="508"/>
                    <a:pt x="1797" y="507"/>
                  </a:cubicBezTo>
                  <a:cubicBezTo>
                    <a:pt x="1795" y="494"/>
                    <a:pt x="1790" y="476"/>
                    <a:pt x="1780" y="466"/>
                  </a:cubicBezTo>
                  <a:cubicBezTo>
                    <a:pt x="1779" y="463"/>
                    <a:pt x="1777" y="463"/>
                    <a:pt x="1776" y="460"/>
                  </a:cubicBezTo>
                  <a:cubicBezTo>
                    <a:pt x="1770" y="452"/>
                    <a:pt x="1760" y="443"/>
                    <a:pt x="1750" y="435"/>
                  </a:cubicBezTo>
                  <a:cubicBezTo>
                    <a:pt x="1627" y="305"/>
                    <a:pt x="1292" y="0"/>
                    <a:pt x="9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32"/>
            <p:cNvSpPr/>
            <p:nvPr/>
          </p:nvSpPr>
          <p:spPr>
            <a:xfrm>
              <a:off x="4777811" y="3194623"/>
              <a:ext cx="98485" cy="65931"/>
            </a:xfrm>
            <a:custGeom>
              <a:rect b="b" l="l" r="r" t="t"/>
              <a:pathLst>
                <a:path extrusionOk="0" h="1043" w="1558">
                  <a:moveTo>
                    <a:pt x="790" y="0"/>
                  </a:moveTo>
                  <a:cubicBezTo>
                    <a:pt x="586" y="0"/>
                    <a:pt x="327" y="73"/>
                    <a:pt x="0" y="256"/>
                  </a:cubicBezTo>
                  <a:cubicBezTo>
                    <a:pt x="0" y="256"/>
                    <a:pt x="128" y="265"/>
                    <a:pt x="312" y="301"/>
                  </a:cubicBezTo>
                  <a:lnTo>
                    <a:pt x="524" y="169"/>
                  </a:lnTo>
                  <a:lnTo>
                    <a:pt x="456" y="331"/>
                  </a:lnTo>
                  <a:cubicBezTo>
                    <a:pt x="547" y="353"/>
                    <a:pt x="647" y="383"/>
                    <a:pt x="748" y="418"/>
                  </a:cubicBezTo>
                  <a:lnTo>
                    <a:pt x="931" y="335"/>
                  </a:lnTo>
                  <a:lnTo>
                    <a:pt x="866" y="465"/>
                  </a:lnTo>
                  <a:cubicBezTo>
                    <a:pt x="965" y="505"/>
                    <a:pt x="1064" y="556"/>
                    <a:pt x="1153" y="617"/>
                  </a:cubicBezTo>
                  <a:lnTo>
                    <a:pt x="1255" y="546"/>
                  </a:lnTo>
                  <a:lnTo>
                    <a:pt x="1232" y="670"/>
                  </a:lnTo>
                  <a:cubicBezTo>
                    <a:pt x="1338" y="754"/>
                    <a:pt x="1430" y="851"/>
                    <a:pt x="1495" y="968"/>
                  </a:cubicBezTo>
                  <a:cubicBezTo>
                    <a:pt x="1499" y="975"/>
                    <a:pt x="1504" y="984"/>
                    <a:pt x="1510" y="993"/>
                  </a:cubicBezTo>
                  <a:cubicBezTo>
                    <a:pt x="1519" y="1010"/>
                    <a:pt x="1526" y="1025"/>
                    <a:pt x="1532" y="1043"/>
                  </a:cubicBezTo>
                  <a:cubicBezTo>
                    <a:pt x="1535" y="1042"/>
                    <a:pt x="1539" y="1041"/>
                    <a:pt x="1541" y="1040"/>
                  </a:cubicBezTo>
                  <a:cubicBezTo>
                    <a:pt x="1545" y="1037"/>
                    <a:pt x="1549" y="1036"/>
                    <a:pt x="1552" y="1035"/>
                  </a:cubicBezTo>
                  <a:cubicBezTo>
                    <a:pt x="1556" y="1026"/>
                    <a:pt x="1558" y="1017"/>
                    <a:pt x="1558" y="1009"/>
                  </a:cubicBezTo>
                  <a:lnTo>
                    <a:pt x="1558" y="995"/>
                  </a:lnTo>
                  <a:cubicBezTo>
                    <a:pt x="1550" y="791"/>
                    <a:pt x="1466" y="0"/>
                    <a:pt x="7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32"/>
            <p:cNvSpPr/>
            <p:nvPr/>
          </p:nvSpPr>
          <p:spPr>
            <a:xfrm>
              <a:off x="4872817" y="3257392"/>
              <a:ext cx="92986" cy="95577"/>
            </a:xfrm>
            <a:custGeom>
              <a:rect b="b" l="l" r="r" t="t"/>
              <a:pathLst>
                <a:path extrusionOk="0" h="1512" w="1471">
                  <a:moveTo>
                    <a:pt x="39" y="0"/>
                  </a:moveTo>
                  <a:cubicBezTo>
                    <a:pt x="25" y="0"/>
                    <a:pt x="14" y="2"/>
                    <a:pt x="3" y="2"/>
                  </a:cubicBezTo>
                  <a:lnTo>
                    <a:pt x="2" y="2"/>
                  </a:lnTo>
                  <a:cubicBezTo>
                    <a:pt x="0" y="7"/>
                    <a:pt x="0" y="10"/>
                    <a:pt x="0" y="16"/>
                  </a:cubicBezTo>
                  <a:cubicBezTo>
                    <a:pt x="0" y="24"/>
                    <a:pt x="2" y="33"/>
                    <a:pt x="7" y="42"/>
                  </a:cubicBezTo>
                  <a:cubicBezTo>
                    <a:pt x="9" y="43"/>
                    <a:pt x="13" y="44"/>
                    <a:pt x="17" y="47"/>
                  </a:cubicBezTo>
                  <a:cubicBezTo>
                    <a:pt x="19" y="48"/>
                    <a:pt x="23" y="49"/>
                    <a:pt x="26" y="50"/>
                  </a:cubicBezTo>
                  <a:lnTo>
                    <a:pt x="28" y="52"/>
                  </a:lnTo>
                  <a:lnTo>
                    <a:pt x="29" y="52"/>
                  </a:lnTo>
                  <a:cubicBezTo>
                    <a:pt x="157" y="110"/>
                    <a:pt x="267" y="200"/>
                    <a:pt x="361" y="307"/>
                  </a:cubicBezTo>
                  <a:lnTo>
                    <a:pt x="484" y="277"/>
                  </a:lnTo>
                  <a:lnTo>
                    <a:pt x="420" y="380"/>
                  </a:lnTo>
                  <a:cubicBezTo>
                    <a:pt x="484" y="467"/>
                    <a:pt x="541" y="561"/>
                    <a:pt x="590" y="658"/>
                  </a:cubicBezTo>
                  <a:lnTo>
                    <a:pt x="715" y="586"/>
                  </a:lnTo>
                  <a:lnTo>
                    <a:pt x="642" y="773"/>
                  </a:lnTo>
                  <a:cubicBezTo>
                    <a:pt x="684" y="872"/>
                    <a:pt x="719" y="969"/>
                    <a:pt x="747" y="1061"/>
                  </a:cubicBezTo>
                  <a:lnTo>
                    <a:pt x="904" y="982"/>
                  </a:lnTo>
                  <a:lnTo>
                    <a:pt x="786" y="1203"/>
                  </a:lnTo>
                  <a:cubicBezTo>
                    <a:pt x="832" y="1384"/>
                    <a:pt x="849" y="1512"/>
                    <a:pt x="849" y="1512"/>
                  </a:cubicBezTo>
                  <a:cubicBezTo>
                    <a:pt x="1471" y="227"/>
                    <a:pt x="549" y="27"/>
                    <a:pt x="145" y="3"/>
                  </a:cubicBezTo>
                  <a:cubicBezTo>
                    <a:pt x="107" y="0"/>
                    <a:pt x="75" y="0"/>
                    <a:pt x="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32"/>
            <p:cNvSpPr/>
            <p:nvPr/>
          </p:nvSpPr>
          <p:spPr>
            <a:xfrm>
              <a:off x="4873892" y="3228252"/>
              <a:ext cx="113656" cy="58345"/>
            </a:xfrm>
            <a:custGeom>
              <a:rect b="b" l="l" r="r" t="t"/>
              <a:pathLst>
                <a:path extrusionOk="0" h="923" w="1798">
                  <a:moveTo>
                    <a:pt x="879" y="0"/>
                  </a:moveTo>
                  <a:cubicBezTo>
                    <a:pt x="506" y="0"/>
                    <a:pt x="172" y="304"/>
                    <a:pt x="48" y="434"/>
                  </a:cubicBezTo>
                  <a:lnTo>
                    <a:pt x="22" y="459"/>
                  </a:lnTo>
                  <a:cubicBezTo>
                    <a:pt x="21" y="463"/>
                    <a:pt x="20" y="463"/>
                    <a:pt x="19" y="465"/>
                  </a:cubicBezTo>
                  <a:cubicBezTo>
                    <a:pt x="9" y="475"/>
                    <a:pt x="5" y="494"/>
                    <a:pt x="1" y="505"/>
                  </a:cubicBezTo>
                  <a:cubicBezTo>
                    <a:pt x="4" y="508"/>
                    <a:pt x="7" y="509"/>
                    <a:pt x="10" y="510"/>
                  </a:cubicBezTo>
                  <a:lnTo>
                    <a:pt x="11" y="513"/>
                  </a:lnTo>
                  <a:cubicBezTo>
                    <a:pt x="50" y="493"/>
                    <a:pt x="88" y="477"/>
                    <a:pt x="128" y="464"/>
                  </a:cubicBezTo>
                  <a:cubicBezTo>
                    <a:pt x="231" y="429"/>
                    <a:pt x="340" y="414"/>
                    <a:pt x="449" y="414"/>
                  </a:cubicBezTo>
                  <a:cubicBezTo>
                    <a:pt x="471" y="414"/>
                    <a:pt x="492" y="414"/>
                    <a:pt x="513" y="415"/>
                  </a:cubicBezTo>
                  <a:lnTo>
                    <a:pt x="582" y="298"/>
                  </a:lnTo>
                  <a:lnTo>
                    <a:pt x="615" y="424"/>
                  </a:lnTo>
                  <a:cubicBezTo>
                    <a:pt x="730" y="438"/>
                    <a:pt x="844" y="464"/>
                    <a:pt x="952" y="497"/>
                  </a:cubicBezTo>
                  <a:lnTo>
                    <a:pt x="989" y="347"/>
                  </a:lnTo>
                  <a:lnTo>
                    <a:pt x="1080" y="541"/>
                  </a:lnTo>
                  <a:cubicBezTo>
                    <a:pt x="1188" y="581"/>
                    <a:pt x="1288" y="626"/>
                    <a:pt x="1377" y="672"/>
                  </a:cubicBezTo>
                  <a:lnTo>
                    <a:pt x="1432" y="493"/>
                  </a:lnTo>
                  <a:lnTo>
                    <a:pt x="1515" y="745"/>
                  </a:lnTo>
                  <a:cubicBezTo>
                    <a:pt x="1678" y="837"/>
                    <a:pt x="1784" y="913"/>
                    <a:pt x="1798" y="923"/>
                  </a:cubicBezTo>
                  <a:cubicBezTo>
                    <a:pt x="1532" y="214"/>
                    <a:pt x="1192" y="0"/>
                    <a:pt x="8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32"/>
            <p:cNvSpPr/>
            <p:nvPr/>
          </p:nvSpPr>
          <p:spPr>
            <a:xfrm>
              <a:off x="4872817" y="3194623"/>
              <a:ext cx="98485" cy="65931"/>
            </a:xfrm>
            <a:custGeom>
              <a:rect b="b" l="l" r="r" t="t"/>
              <a:pathLst>
                <a:path extrusionOk="0" h="1043" w="1558">
                  <a:moveTo>
                    <a:pt x="768" y="0"/>
                  </a:moveTo>
                  <a:cubicBezTo>
                    <a:pt x="92" y="0"/>
                    <a:pt x="8" y="791"/>
                    <a:pt x="0" y="995"/>
                  </a:cubicBezTo>
                  <a:lnTo>
                    <a:pt x="0" y="1009"/>
                  </a:lnTo>
                  <a:cubicBezTo>
                    <a:pt x="0" y="1017"/>
                    <a:pt x="2" y="1026"/>
                    <a:pt x="7" y="1035"/>
                  </a:cubicBezTo>
                  <a:cubicBezTo>
                    <a:pt x="9" y="1036"/>
                    <a:pt x="13" y="1037"/>
                    <a:pt x="17" y="1040"/>
                  </a:cubicBezTo>
                  <a:cubicBezTo>
                    <a:pt x="19" y="1041"/>
                    <a:pt x="23" y="1042"/>
                    <a:pt x="26" y="1043"/>
                  </a:cubicBezTo>
                  <a:cubicBezTo>
                    <a:pt x="32" y="1025"/>
                    <a:pt x="39" y="1010"/>
                    <a:pt x="49" y="993"/>
                  </a:cubicBezTo>
                  <a:cubicBezTo>
                    <a:pt x="54" y="984"/>
                    <a:pt x="59" y="975"/>
                    <a:pt x="63" y="968"/>
                  </a:cubicBezTo>
                  <a:cubicBezTo>
                    <a:pt x="128" y="851"/>
                    <a:pt x="220" y="754"/>
                    <a:pt x="326" y="670"/>
                  </a:cubicBezTo>
                  <a:lnTo>
                    <a:pt x="303" y="546"/>
                  </a:lnTo>
                  <a:lnTo>
                    <a:pt x="405" y="617"/>
                  </a:lnTo>
                  <a:cubicBezTo>
                    <a:pt x="494" y="556"/>
                    <a:pt x="592" y="505"/>
                    <a:pt x="692" y="465"/>
                  </a:cubicBezTo>
                  <a:lnTo>
                    <a:pt x="627" y="335"/>
                  </a:lnTo>
                  <a:lnTo>
                    <a:pt x="810" y="418"/>
                  </a:lnTo>
                  <a:cubicBezTo>
                    <a:pt x="911" y="383"/>
                    <a:pt x="1011" y="353"/>
                    <a:pt x="1102" y="331"/>
                  </a:cubicBezTo>
                  <a:lnTo>
                    <a:pt x="1034" y="169"/>
                  </a:lnTo>
                  <a:lnTo>
                    <a:pt x="1246" y="301"/>
                  </a:lnTo>
                  <a:cubicBezTo>
                    <a:pt x="1430" y="265"/>
                    <a:pt x="1558" y="256"/>
                    <a:pt x="1558" y="256"/>
                  </a:cubicBezTo>
                  <a:cubicBezTo>
                    <a:pt x="1231" y="73"/>
                    <a:pt x="972" y="0"/>
                    <a:pt x="7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32"/>
            <p:cNvSpPr/>
            <p:nvPr/>
          </p:nvSpPr>
          <p:spPr>
            <a:xfrm>
              <a:off x="5076105" y="3348416"/>
              <a:ext cx="115489" cy="20418"/>
            </a:xfrm>
            <a:custGeom>
              <a:rect b="b" l="l" r="r" t="t"/>
              <a:pathLst>
                <a:path extrusionOk="0" h="323" w="1827">
                  <a:moveTo>
                    <a:pt x="914" y="0"/>
                  </a:moveTo>
                  <a:cubicBezTo>
                    <a:pt x="410" y="0"/>
                    <a:pt x="0" y="72"/>
                    <a:pt x="0" y="162"/>
                  </a:cubicBezTo>
                  <a:cubicBezTo>
                    <a:pt x="0" y="251"/>
                    <a:pt x="409" y="322"/>
                    <a:pt x="914" y="322"/>
                  </a:cubicBezTo>
                  <a:cubicBezTo>
                    <a:pt x="918" y="322"/>
                    <a:pt x="921" y="322"/>
                    <a:pt x="925" y="322"/>
                  </a:cubicBezTo>
                  <a:cubicBezTo>
                    <a:pt x="1423" y="322"/>
                    <a:pt x="1827" y="250"/>
                    <a:pt x="1827" y="162"/>
                  </a:cubicBezTo>
                  <a:cubicBezTo>
                    <a:pt x="1827" y="72"/>
                    <a:pt x="1419" y="0"/>
                    <a:pt x="914" y="0"/>
                  </a:cubicBez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32"/>
            <p:cNvSpPr/>
            <p:nvPr/>
          </p:nvSpPr>
          <p:spPr>
            <a:xfrm>
              <a:off x="5121048" y="3124648"/>
              <a:ext cx="29267" cy="235719"/>
            </a:xfrm>
            <a:custGeom>
              <a:rect b="b" l="l" r="r" t="t"/>
              <a:pathLst>
                <a:path extrusionOk="0" h="3729" w="463">
                  <a:moveTo>
                    <a:pt x="158" y="1"/>
                  </a:moveTo>
                  <a:lnTo>
                    <a:pt x="0" y="3728"/>
                  </a:lnTo>
                  <a:lnTo>
                    <a:pt x="463" y="3728"/>
                  </a:lnTo>
                  <a:lnTo>
                    <a:pt x="305" y="1"/>
                  </a:lnTo>
                  <a:close/>
                </a:path>
              </a:pathLst>
            </a:custGeom>
            <a:solidFill>
              <a:srgbClr val="FFD6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32"/>
            <p:cNvSpPr/>
            <p:nvPr/>
          </p:nvSpPr>
          <p:spPr>
            <a:xfrm>
              <a:off x="5136724" y="3124648"/>
              <a:ext cx="13591" cy="235719"/>
            </a:xfrm>
            <a:custGeom>
              <a:rect b="b" l="l" r="r" t="t"/>
              <a:pathLst>
                <a:path extrusionOk="0" h="3729" w="215">
                  <a:moveTo>
                    <a:pt x="0" y="1"/>
                  </a:moveTo>
                  <a:lnTo>
                    <a:pt x="34" y="3728"/>
                  </a:lnTo>
                  <a:lnTo>
                    <a:pt x="215" y="3728"/>
                  </a:lnTo>
                  <a:lnTo>
                    <a:pt x="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32"/>
            <p:cNvSpPr/>
            <p:nvPr/>
          </p:nvSpPr>
          <p:spPr>
            <a:xfrm>
              <a:off x="5045321" y="3126734"/>
              <a:ext cx="93049" cy="95577"/>
            </a:xfrm>
            <a:custGeom>
              <a:rect b="b" l="l" r="r" t="t"/>
              <a:pathLst>
                <a:path extrusionOk="0" h="1512" w="1472">
                  <a:moveTo>
                    <a:pt x="1421" y="1"/>
                  </a:moveTo>
                  <a:cubicBezTo>
                    <a:pt x="1396" y="1"/>
                    <a:pt x="1364" y="1"/>
                    <a:pt x="1326" y="3"/>
                  </a:cubicBezTo>
                  <a:cubicBezTo>
                    <a:pt x="922" y="27"/>
                    <a:pt x="0" y="227"/>
                    <a:pt x="622" y="1512"/>
                  </a:cubicBezTo>
                  <a:cubicBezTo>
                    <a:pt x="622" y="1512"/>
                    <a:pt x="639" y="1384"/>
                    <a:pt x="685" y="1203"/>
                  </a:cubicBezTo>
                  <a:lnTo>
                    <a:pt x="567" y="982"/>
                  </a:lnTo>
                  <a:lnTo>
                    <a:pt x="725" y="1061"/>
                  </a:lnTo>
                  <a:cubicBezTo>
                    <a:pt x="752" y="970"/>
                    <a:pt x="787" y="872"/>
                    <a:pt x="829" y="772"/>
                  </a:cubicBezTo>
                  <a:lnTo>
                    <a:pt x="756" y="586"/>
                  </a:lnTo>
                  <a:lnTo>
                    <a:pt x="881" y="659"/>
                  </a:lnTo>
                  <a:cubicBezTo>
                    <a:pt x="930" y="561"/>
                    <a:pt x="987" y="467"/>
                    <a:pt x="1052" y="380"/>
                  </a:cubicBezTo>
                  <a:lnTo>
                    <a:pt x="987" y="277"/>
                  </a:lnTo>
                  <a:lnTo>
                    <a:pt x="987" y="277"/>
                  </a:lnTo>
                  <a:lnTo>
                    <a:pt x="1110" y="308"/>
                  </a:lnTo>
                  <a:cubicBezTo>
                    <a:pt x="1204" y="200"/>
                    <a:pt x="1314" y="110"/>
                    <a:pt x="1442" y="52"/>
                  </a:cubicBezTo>
                  <a:lnTo>
                    <a:pt x="1443" y="52"/>
                  </a:lnTo>
                  <a:lnTo>
                    <a:pt x="1446" y="50"/>
                  </a:lnTo>
                  <a:cubicBezTo>
                    <a:pt x="1448" y="49"/>
                    <a:pt x="1452" y="48"/>
                    <a:pt x="1454" y="47"/>
                  </a:cubicBezTo>
                  <a:cubicBezTo>
                    <a:pt x="1458" y="45"/>
                    <a:pt x="1462" y="44"/>
                    <a:pt x="1464" y="43"/>
                  </a:cubicBezTo>
                  <a:cubicBezTo>
                    <a:pt x="1469" y="33"/>
                    <a:pt x="1472" y="24"/>
                    <a:pt x="1472" y="16"/>
                  </a:cubicBezTo>
                  <a:cubicBezTo>
                    <a:pt x="1472" y="12"/>
                    <a:pt x="1472" y="8"/>
                    <a:pt x="1469" y="2"/>
                  </a:cubicBezTo>
                  <a:lnTo>
                    <a:pt x="1468" y="2"/>
                  </a:lnTo>
                  <a:cubicBezTo>
                    <a:pt x="1457" y="2"/>
                    <a:pt x="1446" y="1"/>
                    <a:pt x="14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32"/>
            <p:cNvSpPr/>
            <p:nvPr/>
          </p:nvSpPr>
          <p:spPr>
            <a:xfrm>
              <a:off x="5023639" y="3097720"/>
              <a:ext cx="113656" cy="58408"/>
            </a:xfrm>
            <a:custGeom>
              <a:rect b="b" l="l" r="r" t="t"/>
              <a:pathLst>
                <a:path extrusionOk="0" h="924" w="1798">
                  <a:moveTo>
                    <a:pt x="919" y="0"/>
                  </a:moveTo>
                  <a:cubicBezTo>
                    <a:pt x="606" y="0"/>
                    <a:pt x="266" y="214"/>
                    <a:pt x="1" y="923"/>
                  </a:cubicBezTo>
                  <a:cubicBezTo>
                    <a:pt x="15" y="913"/>
                    <a:pt x="121" y="838"/>
                    <a:pt x="283" y="746"/>
                  </a:cubicBezTo>
                  <a:lnTo>
                    <a:pt x="367" y="493"/>
                  </a:lnTo>
                  <a:lnTo>
                    <a:pt x="421" y="672"/>
                  </a:lnTo>
                  <a:cubicBezTo>
                    <a:pt x="511" y="628"/>
                    <a:pt x="612" y="582"/>
                    <a:pt x="718" y="543"/>
                  </a:cubicBezTo>
                  <a:lnTo>
                    <a:pt x="809" y="348"/>
                  </a:lnTo>
                  <a:lnTo>
                    <a:pt x="846" y="498"/>
                  </a:lnTo>
                  <a:cubicBezTo>
                    <a:pt x="955" y="464"/>
                    <a:pt x="1069" y="437"/>
                    <a:pt x="1183" y="425"/>
                  </a:cubicBezTo>
                  <a:lnTo>
                    <a:pt x="1217" y="298"/>
                  </a:lnTo>
                  <a:lnTo>
                    <a:pt x="1285" y="416"/>
                  </a:lnTo>
                  <a:cubicBezTo>
                    <a:pt x="1306" y="415"/>
                    <a:pt x="1327" y="414"/>
                    <a:pt x="1347" y="414"/>
                  </a:cubicBezTo>
                  <a:cubicBezTo>
                    <a:pt x="1458" y="414"/>
                    <a:pt x="1566" y="428"/>
                    <a:pt x="1671" y="464"/>
                  </a:cubicBezTo>
                  <a:cubicBezTo>
                    <a:pt x="1709" y="477"/>
                    <a:pt x="1748" y="493"/>
                    <a:pt x="1786" y="513"/>
                  </a:cubicBezTo>
                  <a:lnTo>
                    <a:pt x="1787" y="513"/>
                  </a:lnTo>
                  <a:lnTo>
                    <a:pt x="1789" y="511"/>
                  </a:lnTo>
                  <a:cubicBezTo>
                    <a:pt x="1791" y="508"/>
                    <a:pt x="1795" y="508"/>
                    <a:pt x="1797" y="507"/>
                  </a:cubicBezTo>
                  <a:cubicBezTo>
                    <a:pt x="1795" y="495"/>
                    <a:pt x="1790" y="476"/>
                    <a:pt x="1780" y="466"/>
                  </a:cubicBezTo>
                  <a:cubicBezTo>
                    <a:pt x="1779" y="463"/>
                    <a:pt x="1777" y="463"/>
                    <a:pt x="1776" y="461"/>
                  </a:cubicBezTo>
                  <a:cubicBezTo>
                    <a:pt x="1770" y="452"/>
                    <a:pt x="1760" y="444"/>
                    <a:pt x="1750" y="435"/>
                  </a:cubicBezTo>
                  <a:cubicBezTo>
                    <a:pt x="1627" y="305"/>
                    <a:pt x="1292" y="0"/>
                    <a:pt x="9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32"/>
            <p:cNvSpPr/>
            <p:nvPr/>
          </p:nvSpPr>
          <p:spPr>
            <a:xfrm>
              <a:off x="5039821" y="3063966"/>
              <a:ext cx="98548" cy="65931"/>
            </a:xfrm>
            <a:custGeom>
              <a:rect b="b" l="l" r="r" t="t"/>
              <a:pathLst>
                <a:path extrusionOk="0" h="1043" w="1559">
                  <a:moveTo>
                    <a:pt x="791" y="0"/>
                  </a:moveTo>
                  <a:cubicBezTo>
                    <a:pt x="586" y="0"/>
                    <a:pt x="327" y="73"/>
                    <a:pt x="0" y="256"/>
                  </a:cubicBezTo>
                  <a:cubicBezTo>
                    <a:pt x="0" y="256"/>
                    <a:pt x="128" y="265"/>
                    <a:pt x="312" y="301"/>
                  </a:cubicBezTo>
                  <a:lnTo>
                    <a:pt x="525" y="169"/>
                  </a:lnTo>
                  <a:lnTo>
                    <a:pt x="456" y="332"/>
                  </a:lnTo>
                  <a:cubicBezTo>
                    <a:pt x="547" y="353"/>
                    <a:pt x="648" y="383"/>
                    <a:pt x="748" y="419"/>
                  </a:cubicBezTo>
                  <a:lnTo>
                    <a:pt x="931" y="335"/>
                  </a:lnTo>
                  <a:lnTo>
                    <a:pt x="866" y="465"/>
                  </a:lnTo>
                  <a:cubicBezTo>
                    <a:pt x="966" y="506"/>
                    <a:pt x="1064" y="556"/>
                    <a:pt x="1154" y="617"/>
                  </a:cubicBezTo>
                  <a:lnTo>
                    <a:pt x="1255" y="547"/>
                  </a:lnTo>
                  <a:lnTo>
                    <a:pt x="1255" y="547"/>
                  </a:lnTo>
                  <a:lnTo>
                    <a:pt x="1232" y="670"/>
                  </a:lnTo>
                  <a:cubicBezTo>
                    <a:pt x="1339" y="754"/>
                    <a:pt x="1431" y="851"/>
                    <a:pt x="1495" y="968"/>
                  </a:cubicBezTo>
                  <a:cubicBezTo>
                    <a:pt x="1499" y="975"/>
                    <a:pt x="1504" y="984"/>
                    <a:pt x="1509" y="994"/>
                  </a:cubicBezTo>
                  <a:cubicBezTo>
                    <a:pt x="1519" y="1010"/>
                    <a:pt x="1526" y="1025"/>
                    <a:pt x="1533" y="1043"/>
                  </a:cubicBezTo>
                  <a:cubicBezTo>
                    <a:pt x="1535" y="1042"/>
                    <a:pt x="1539" y="1041"/>
                    <a:pt x="1541" y="1040"/>
                  </a:cubicBezTo>
                  <a:cubicBezTo>
                    <a:pt x="1545" y="1038"/>
                    <a:pt x="1549" y="1037"/>
                    <a:pt x="1551" y="1036"/>
                  </a:cubicBezTo>
                  <a:cubicBezTo>
                    <a:pt x="1556" y="1026"/>
                    <a:pt x="1559" y="1017"/>
                    <a:pt x="1559" y="1009"/>
                  </a:cubicBezTo>
                  <a:lnTo>
                    <a:pt x="1559" y="995"/>
                  </a:lnTo>
                  <a:cubicBezTo>
                    <a:pt x="1551" y="791"/>
                    <a:pt x="1466" y="0"/>
                    <a:pt x="7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32"/>
            <p:cNvSpPr/>
            <p:nvPr/>
          </p:nvSpPr>
          <p:spPr>
            <a:xfrm>
              <a:off x="5134828" y="3126734"/>
              <a:ext cx="92986" cy="95577"/>
            </a:xfrm>
            <a:custGeom>
              <a:rect b="b" l="l" r="r" t="t"/>
              <a:pathLst>
                <a:path extrusionOk="0" h="1512" w="1471">
                  <a:moveTo>
                    <a:pt x="40" y="1"/>
                  </a:moveTo>
                  <a:cubicBezTo>
                    <a:pt x="26" y="1"/>
                    <a:pt x="15" y="2"/>
                    <a:pt x="4" y="2"/>
                  </a:cubicBezTo>
                  <a:lnTo>
                    <a:pt x="2" y="2"/>
                  </a:lnTo>
                  <a:cubicBezTo>
                    <a:pt x="0" y="8"/>
                    <a:pt x="0" y="12"/>
                    <a:pt x="0" y="16"/>
                  </a:cubicBezTo>
                  <a:cubicBezTo>
                    <a:pt x="0" y="24"/>
                    <a:pt x="2" y="33"/>
                    <a:pt x="6" y="43"/>
                  </a:cubicBezTo>
                  <a:cubicBezTo>
                    <a:pt x="10" y="44"/>
                    <a:pt x="13" y="45"/>
                    <a:pt x="17" y="47"/>
                  </a:cubicBezTo>
                  <a:cubicBezTo>
                    <a:pt x="20" y="48"/>
                    <a:pt x="23" y="49"/>
                    <a:pt x="26" y="50"/>
                  </a:cubicBezTo>
                  <a:lnTo>
                    <a:pt x="28" y="52"/>
                  </a:lnTo>
                  <a:lnTo>
                    <a:pt x="30" y="52"/>
                  </a:lnTo>
                  <a:cubicBezTo>
                    <a:pt x="158" y="110"/>
                    <a:pt x="267" y="200"/>
                    <a:pt x="361" y="308"/>
                  </a:cubicBezTo>
                  <a:lnTo>
                    <a:pt x="485" y="277"/>
                  </a:lnTo>
                  <a:lnTo>
                    <a:pt x="420" y="380"/>
                  </a:lnTo>
                  <a:cubicBezTo>
                    <a:pt x="485" y="467"/>
                    <a:pt x="542" y="561"/>
                    <a:pt x="590" y="659"/>
                  </a:cubicBezTo>
                  <a:lnTo>
                    <a:pt x="716" y="586"/>
                  </a:lnTo>
                  <a:lnTo>
                    <a:pt x="642" y="772"/>
                  </a:lnTo>
                  <a:cubicBezTo>
                    <a:pt x="685" y="872"/>
                    <a:pt x="719" y="970"/>
                    <a:pt x="747" y="1061"/>
                  </a:cubicBezTo>
                  <a:lnTo>
                    <a:pt x="905" y="982"/>
                  </a:lnTo>
                  <a:lnTo>
                    <a:pt x="787" y="1203"/>
                  </a:lnTo>
                  <a:cubicBezTo>
                    <a:pt x="833" y="1384"/>
                    <a:pt x="850" y="1512"/>
                    <a:pt x="850" y="1512"/>
                  </a:cubicBezTo>
                  <a:cubicBezTo>
                    <a:pt x="1471" y="227"/>
                    <a:pt x="549" y="27"/>
                    <a:pt x="145" y="3"/>
                  </a:cubicBezTo>
                  <a:cubicBezTo>
                    <a:pt x="108" y="1"/>
                    <a:pt x="75" y="1"/>
                    <a:pt x="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32"/>
            <p:cNvSpPr/>
            <p:nvPr/>
          </p:nvSpPr>
          <p:spPr>
            <a:xfrm>
              <a:off x="5135839" y="3097594"/>
              <a:ext cx="113656" cy="58408"/>
            </a:xfrm>
            <a:custGeom>
              <a:rect b="b" l="l" r="r" t="t"/>
              <a:pathLst>
                <a:path extrusionOk="0" h="924" w="1798">
                  <a:moveTo>
                    <a:pt x="879" y="0"/>
                  </a:moveTo>
                  <a:cubicBezTo>
                    <a:pt x="506" y="0"/>
                    <a:pt x="172" y="304"/>
                    <a:pt x="48" y="434"/>
                  </a:cubicBezTo>
                  <a:lnTo>
                    <a:pt x="22" y="460"/>
                  </a:lnTo>
                  <a:cubicBezTo>
                    <a:pt x="21" y="463"/>
                    <a:pt x="20" y="463"/>
                    <a:pt x="19" y="465"/>
                  </a:cubicBezTo>
                  <a:cubicBezTo>
                    <a:pt x="9" y="475"/>
                    <a:pt x="5" y="494"/>
                    <a:pt x="1" y="506"/>
                  </a:cubicBezTo>
                  <a:cubicBezTo>
                    <a:pt x="4" y="508"/>
                    <a:pt x="7" y="509"/>
                    <a:pt x="10" y="510"/>
                  </a:cubicBezTo>
                  <a:lnTo>
                    <a:pt x="11" y="513"/>
                  </a:lnTo>
                  <a:cubicBezTo>
                    <a:pt x="50" y="493"/>
                    <a:pt x="88" y="477"/>
                    <a:pt x="128" y="464"/>
                  </a:cubicBezTo>
                  <a:cubicBezTo>
                    <a:pt x="231" y="429"/>
                    <a:pt x="340" y="414"/>
                    <a:pt x="449" y="414"/>
                  </a:cubicBezTo>
                  <a:cubicBezTo>
                    <a:pt x="471" y="414"/>
                    <a:pt x="492" y="414"/>
                    <a:pt x="513" y="416"/>
                  </a:cubicBezTo>
                  <a:lnTo>
                    <a:pt x="582" y="298"/>
                  </a:lnTo>
                  <a:lnTo>
                    <a:pt x="615" y="424"/>
                  </a:lnTo>
                  <a:cubicBezTo>
                    <a:pt x="730" y="438"/>
                    <a:pt x="844" y="464"/>
                    <a:pt x="952" y="497"/>
                  </a:cubicBezTo>
                  <a:lnTo>
                    <a:pt x="989" y="347"/>
                  </a:lnTo>
                  <a:lnTo>
                    <a:pt x="1080" y="541"/>
                  </a:lnTo>
                  <a:cubicBezTo>
                    <a:pt x="1188" y="581"/>
                    <a:pt x="1288" y="626"/>
                    <a:pt x="1377" y="672"/>
                  </a:cubicBezTo>
                  <a:lnTo>
                    <a:pt x="1432" y="493"/>
                  </a:lnTo>
                  <a:lnTo>
                    <a:pt x="1515" y="745"/>
                  </a:lnTo>
                  <a:cubicBezTo>
                    <a:pt x="1678" y="837"/>
                    <a:pt x="1784" y="913"/>
                    <a:pt x="1797" y="923"/>
                  </a:cubicBezTo>
                  <a:cubicBezTo>
                    <a:pt x="1531" y="214"/>
                    <a:pt x="1192" y="0"/>
                    <a:pt x="8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32"/>
            <p:cNvSpPr/>
            <p:nvPr/>
          </p:nvSpPr>
          <p:spPr>
            <a:xfrm>
              <a:off x="5134828" y="3063966"/>
              <a:ext cx="98485" cy="65931"/>
            </a:xfrm>
            <a:custGeom>
              <a:rect b="b" l="l" r="r" t="t"/>
              <a:pathLst>
                <a:path extrusionOk="0" h="1043" w="1558">
                  <a:moveTo>
                    <a:pt x="768" y="0"/>
                  </a:moveTo>
                  <a:cubicBezTo>
                    <a:pt x="92" y="0"/>
                    <a:pt x="8" y="791"/>
                    <a:pt x="0" y="995"/>
                  </a:cubicBezTo>
                  <a:lnTo>
                    <a:pt x="0" y="1009"/>
                  </a:lnTo>
                  <a:cubicBezTo>
                    <a:pt x="0" y="1017"/>
                    <a:pt x="2" y="1026"/>
                    <a:pt x="6" y="1036"/>
                  </a:cubicBezTo>
                  <a:cubicBezTo>
                    <a:pt x="10" y="1037"/>
                    <a:pt x="13" y="1038"/>
                    <a:pt x="17" y="1040"/>
                  </a:cubicBezTo>
                  <a:cubicBezTo>
                    <a:pt x="20" y="1041"/>
                    <a:pt x="23" y="1042"/>
                    <a:pt x="26" y="1043"/>
                  </a:cubicBezTo>
                  <a:cubicBezTo>
                    <a:pt x="32" y="1025"/>
                    <a:pt x="40" y="1010"/>
                    <a:pt x="48" y="994"/>
                  </a:cubicBezTo>
                  <a:cubicBezTo>
                    <a:pt x="54" y="984"/>
                    <a:pt x="59" y="975"/>
                    <a:pt x="63" y="968"/>
                  </a:cubicBezTo>
                  <a:cubicBezTo>
                    <a:pt x="128" y="851"/>
                    <a:pt x="220" y="754"/>
                    <a:pt x="327" y="670"/>
                  </a:cubicBezTo>
                  <a:lnTo>
                    <a:pt x="303" y="547"/>
                  </a:lnTo>
                  <a:lnTo>
                    <a:pt x="405" y="617"/>
                  </a:lnTo>
                  <a:cubicBezTo>
                    <a:pt x="494" y="556"/>
                    <a:pt x="593" y="506"/>
                    <a:pt x="692" y="465"/>
                  </a:cubicBezTo>
                  <a:lnTo>
                    <a:pt x="627" y="335"/>
                  </a:lnTo>
                  <a:lnTo>
                    <a:pt x="810" y="419"/>
                  </a:lnTo>
                  <a:cubicBezTo>
                    <a:pt x="911" y="383"/>
                    <a:pt x="1012" y="353"/>
                    <a:pt x="1102" y="332"/>
                  </a:cubicBezTo>
                  <a:lnTo>
                    <a:pt x="1034" y="169"/>
                  </a:lnTo>
                  <a:lnTo>
                    <a:pt x="1246" y="301"/>
                  </a:lnTo>
                  <a:cubicBezTo>
                    <a:pt x="1430" y="265"/>
                    <a:pt x="1558" y="256"/>
                    <a:pt x="1558" y="256"/>
                  </a:cubicBezTo>
                  <a:cubicBezTo>
                    <a:pt x="1231" y="73"/>
                    <a:pt x="972" y="0"/>
                    <a:pt x="7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32"/>
            <p:cNvSpPr/>
            <p:nvPr/>
          </p:nvSpPr>
          <p:spPr>
            <a:xfrm>
              <a:off x="4178379" y="2793358"/>
              <a:ext cx="36158" cy="101962"/>
            </a:xfrm>
            <a:custGeom>
              <a:rect b="b" l="l" r="r" t="t"/>
              <a:pathLst>
                <a:path extrusionOk="0" h="1613" w="572">
                  <a:moveTo>
                    <a:pt x="0" y="0"/>
                  </a:moveTo>
                  <a:lnTo>
                    <a:pt x="0" y="1613"/>
                  </a:lnTo>
                  <a:lnTo>
                    <a:pt x="571" y="1613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FFD6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32"/>
            <p:cNvSpPr/>
            <p:nvPr/>
          </p:nvSpPr>
          <p:spPr>
            <a:xfrm>
              <a:off x="4200376" y="2793358"/>
              <a:ext cx="14160" cy="101962"/>
            </a:xfrm>
            <a:custGeom>
              <a:rect b="b" l="l" r="r" t="t"/>
              <a:pathLst>
                <a:path extrusionOk="0" h="1613" w="224">
                  <a:moveTo>
                    <a:pt x="0" y="0"/>
                  </a:moveTo>
                  <a:lnTo>
                    <a:pt x="0" y="1613"/>
                  </a:lnTo>
                  <a:lnTo>
                    <a:pt x="223" y="1613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32"/>
            <p:cNvSpPr/>
            <p:nvPr/>
          </p:nvSpPr>
          <p:spPr>
            <a:xfrm>
              <a:off x="4109984" y="2668453"/>
              <a:ext cx="164416" cy="149814"/>
            </a:xfrm>
            <a:custGeom>
              <a:rect b="b" l="l" r="r" t="t"/>
              <a:pathLst>
                <a:path extrusionOk="0" h="2370" w="2601">
                  <a:moveTo>
                    <a:pt x="1301" y="0"/>
                  </a:moveTo>
                  <a:cubicBezTo>
                    <a:pt x="998" y="0"/>
                    <a:pt x="695" y="116"/>
                    <a:pt x="463" y="347"/>
                  </a:cubicBezTo>
                  <a:cubicBezTo>
                    <a:pt x="1" y="810"/>
                    <a:pt x="1" y="1560"/>
                    <a:pt x="463" y="2022"/>
                  </a:cubicBezTo>
                  <a:cubicBezTo>
                    <a:pt x="695" y="2253"/>
                    <a:pt x="998" y="2369"/>
                    <a:pt x="1301" y="2369"/>
                  </a:cubicBezTo>
                  <a:cubicBezTo>
                    <a:pt x="1604" y="2369"/>
                    <a:pt x="1907" y="2253"/>
                    <a:pt x="2138" y="2022"/>
                  </a:cubicBezTo>
                  <a:cubicBezTo>
                    <a:pt x="2601" y="1560"/>
                    <a:pt x="2601" y="810"/>
                    <a:pt x="2138" y="347"/>
                  </a:cubicBezTo>
                  <a:cubicBezTo>
                    <a:pt x="1907" y="116"/>
                    <a:pt x="1604" y="0"/>
                    <a:pt x="1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32"/>
            <p:cNvSpPr/>
            <p:nvPr/>
          </p:nvSpPr>
          <p:spPr>
            <a:xfrm>
              <a:off x="4178379" y="2793358"/>
              <a:ext cx="36221" cy="40330"/>
            </a:xfrm>
            <a:custGeom>
              <a:rect b="b" l="l" r="r" t="t"/>
              <a:pathLst>
                <a:path extrusionOk="0" h="638" w="573">
                  <a:moveTo>
                    <a:pt x="3" y="0"/>
                  </a:moveTo>
                  <a:lnTo>
                    <a:pt x="3" y="621"/>
                  </a:lnTo>
                  <a:lnTo>
                    <a:pt x="0" y="621"/>
                  </a:lnTo>
                  <a:cubicBezTo>
                    <a:pt x="72" y="632"/>
                    <a:pt x="147" y="638"/>
                    <a:pt x="222" y="638"/>
                  </a:cubicBezTo>
                  <a:cubicBezTo>
                    <a:pt x="342" y="638"/>
                    <a:pt x="460" y="622"/>
                    <a:pt x="572" y="595"/>
                  </a:cubicBezTo>
                  <a:lnTo>
                    <a:pt x="572" y="0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32"/>
            <p:cNvSpPr/>
            <p:nvPr/>
          </p:nvSpPr>
          <p:spPr>
            <a:xfrm>
              <a:off x="4124839" y="2668516"/>
              <a:ext cx="142418" cy="149750"/>
            </a:xfrm>
            <a:custGeom>
              <a:rect b="b" l="l" r="r" t="t"/>
              <a:pathLst>
                <a:path extrusionOk="0" h="2369" w="2253">
                  <a:moveTo>
                    <a:pt x="1067" y="0"/>
                  </a:moveTo>
                  <a:cubicBezTo>
                    <a:pt x="952" y="0"/>
                    <a:pt x="839" y="17"/>
                    <a:pt x="733" y="48"/>
                  </a:cubicBezTo>
                  <a:cubicBezTo>
                    <a:pt x="1140" y="142"/>
                    <a:pt x="1445" y="506"/>
                    <a:pt x="1445" y="944"/>
                  </a:cubicBezTo>
                  <a:cubicBezTo>
                    <a:pt x="1445" y="1451"/>
                    <a:pt x="1035" y="1862"/>
                    <a:pt x="527" y="1862"/>
                  </a:cubicBezTo>
                  <a:cubicBezTo>
                    <a:pt x="331" y="1862"/>
                    <a:pt x="150" y="1801"/>
                    <a:pt x="0" y="1696"/>
                  </a:cubicBezTo>
                  <a:lnTo>
                    <a:pt x="0" y="1696"/>
                  </a:lnTo>
                  <a:cubicBezTo>
                    <a:pt x="191" y="2094"/>
                    <a:pt x="597" y="2368"/>
                    <a:pt x="1067" y="2368"/>
                  </a:cubicBezTo>
                  <a:cubicBezTo>
                    <a:pt x="1721" y="2368"/>
                    <a:pt x="2252" y="1839"/>
                    <a:pt x="2252" y="1184"/>
                  </a:cubicBezTo>
                  <a:cubicBezTo>
                    <a:pt x="2252" y="529"/>
                    <a:pt x="1721" y="0"/>
                    <a:pt x="10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32"/>
            <p:cNvSpPr/>
            <p:nvPr/>
          </p:nvSpPr>
          <p:spPr>
            <a:xfrm>
              <a:off x="4650756" y="2815798"/>
              <a:ext cx="404181" cy="71493"/>
            </a:xfrm>
            <a:custGeom>
              <a:rect b="b" l="l" r="r" t="t"/>
              <a:pathLst>
                <a:path extrusionOk="0" h="1131" w="6394">
                  <a:moveTo>
                    <a:pt x="3197" y="0"/>
                  </a:moveTo>
                  <a:cubicBezTo>
                    <a:pt x="1432" y="0"/>
                    <a:pt x="1" y="253"/>
                    <a:pt x="1" y="566"/>
                  </a:cubicBezTo>
                  <a:cubicBezTo>
                    <a:pt x="1" y="878"/>
                    <a:pt x="1432" y="1131"/>
                    <a:pt x="3197" y="1131"/>
                  </a:cubicBezTo>
                  <a:cubicBezTo>
                    <a:pt x="4962" y="1131"/>
                    <a:pt x="6394" y="878"/>
                    <a:pt x="6394" y="566"/>
                  </a:cubicBezTo>
                  <a:cubicBezTo>
                    <a:pt x="6394" y="254"/>
                    <a:pt x="4962" y="0"/>
                    <a:pt x="3197" y="0"/>
                  </a:cubicBezTo>
                  <a:close/>
                </a:path>
              </a:pathLst>
            </a:custGeom>
            <a:solidFill>
              <a:srgbClr val="83AA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32"/>
            <p:cNvSpPr/>
            <p:nvPr/>
          </p:nvSpPr>
          <p:spPr>
            <a:xfrm>
              <a:off x="4729770" y="2752903"/>
              <a:ext cx="60684" cy="106892"/>
            </a:xfrm>
            <a:custGeom>
              <a:rect b="b" l="l" r="r" t="t"/>
              <a:pathLst>
                <a:path extrusionOk="0" h="1691" w="960">
                  <a:moveTo>
                    <a:pt x="454" y="1"/>
                  </a:moveTo>
                  <a:lnTo>
                    <a:pt x="39" y="505"/>
                  </a:lnTo>
                  <a:lnTo>
                    <a:pt x="0" y="1351"/>
                  </a:lnTo>
                  <a:lnTo>
                    <a:pt x="417" y="1691"/>
                  </a:lnTo>
                  <a:lnTo>
                    <a:pt x="812" y="1691"/>
                  </a:lnTo>
                  <a:cubicBezTo>
                    <a:pt x="893" y="1691"/>
                    <a:pt x="960" y="1624"/>
                    <a:pt x="960" y="1543"/>
                  </a:cubicBezTo>
                  <a:cubicBezTo>
                    <a:pt x="960" y="1494"/>
                    <a:pt x="937" y="1446"/>
                    <a:pt x="901" y="1415"/>
                  </a:cubicBezTo>
                  <a:lnTo>
                    <a:pt x="660" y="1206"/>
                  </a:lnTo>
                  <a:lnTo>
                    <a:pt x="756" y="137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rgbClr val="A1AA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32"/>
            <p:cNvSpPr/>
            <p:nvPr/>
          </p:nvSpPr>
          <p:spPr>
            <a:xfrm>
              <a:off x="4892476" y="2752903"/>
              <a:ext cx="60178" cy="106892"/>
            </a:xfrm>
            <a:custGeom>
              <a:rect b="b" l="l" r="r" t="t"/>
              <a:pathLst>
                <a:path extrusionOk="0" h="1691" w="952">
                  <a:moveTo>
                    <a:pt x="447" y="1"/>
                  </a:moveTo>
                  <a:lnTo>
                    <a:pt x="30" y="160"/>
                  </a:lnTo>
                  <a:lnTo>
                    <a:pt x="5" y="1398"/>
                  </a:lnTo>
                  <a:cubicBezTo>
                    <a:pt x="0" y="1559"/>
                    <a:pt x="130" y="1691"/>
                    <a:pt x="291" y="1691"/>
                  </a:cubicBezTo>
                  <a:lnTo>
                    <a:pt x="803" y="1691"/>
                  </a:lnTo>
                  <a:cubicBezTo>
                    <a:pt x="885" y="1691"/>
                    <a:pt x="951" y="1624"/>
                    <a:pt x="951" y="1543"/>
                  </a:cubicBezTo>
                  <a:cubicBezTo>
                    <a:pt x="951" y="1494"/>
                    <a:pt x="930" y="1446"/>
                    <a:pt x="893" y="1415"/>
                  </a:cubicBezTo>
                  <a:lnTo>
                    <a:pt x="652" y="1206"/>
                  </a:lnTo>
                  <a:lnTo>
                    <a:pt x="748" y="137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A1AA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32"/>
            <p:cNvSpPr/>
            <p:nvPr/>
          </p:nvSpPr>
          <p:spPr>
            <a:xfrm>
              <a:off x="4867444" y="2581537"/>
              <a:ext cx="222634" cy="240776"/>
            </a:xfrm>
            <a:custGeom>
              <a:rect b="b" l="l" r="r" t="t"/>
              <a:pathLst>
                <a:path extrusionOk="0" h="3809" w="3522">
                  <a:moveTo>
                    <a:pt x="1656" y="0"/>
                  </a:moveTo>
                  <a:cubicBezTo>
                    <a:pt x="1609" y="0"/>
                    <a:pt x="1582" y="2"/>
                    <a:pt x="1582" y="2"/>
                  </a:cubicBezTo>
                  <a:cubicBezTo>
                    <a:pt x="1" y="555"/>
                    <a:pt x="106" y="1417"/>
                    <a:pt x="313" y="1888"/>
                  </a:cubicBezTo>
                  <a:cubicBezTo>
                    <a:pt x="372" y="2022"/>
                    <a:pt x="502" y="2099"/>
                    <a:pt x="637" y="2099"/>
                  </a:cubicBezTo>
                  <a:cubicBezTo>
                    <a:pt x="697" y="2099"/>
                    <a:pt x="757" y="2084"/>
                    <a:pt x="813" y="2053"/>
                  </a:cubicBezTo>
                  <a:lnTo>
                    <a:pt x="1224" y="1821"/>
                  </a:lnTo>
                  <a:cubicBezTo>
                    <a:pt x="1224" y="1821"/>
                    <a:pt x="1581" y="2362"/>
                    <a:pt x="1644" y="2408"/>
                  </a:cubicBezTo>
                  <a:cubicBezTo>
                    <a:pt x="1646" y="2409"/>
                    <a:pt x="1648" y="2410"/>
                    <a:pt x="1651" y="2410"/>
                  </a:cubicBezTo>
                  <a:cubicBezTo>
                    <a:pt x="1754" y="2410"/>
                    <a:pt x="2505" y="1731"/>
                    <a:pt x="2505" y="1731"/>
                  </a:cubicBezTo>
                  <a:lnTo>
                    <a:pt x="3079" y="3199"/>
                  </a:lnTo>
                  <a:cubicBezTo>
                    <a:pt x="3117" y="3297"/>
                    <a:pt x="3048" y="3404"/>
                    <a:pt x="2942" y="3407"/>
                  </a:cubicBezTo>
                  <a:cubicBezTo>
                    <a:pt x="2942" y="3407"/>
                    <a:pt x="2941" y="3407"/>
                    <a:pt x="2940" y="3407"/>
                  </a:cubicBezTo>
                  <a:cubicBezTo>
                    <a:pt x="2876" y="3407"/>
                    <a:pt x="2822" y="3356"/>
                    <a:pt x="2822" y="3290"/>
                  </a:cubicBezTo>
                  <a:lnTo>
                    <a:pt x="2819" y="3085"/>
                  </a:lnTo>
                  <a:lnTo>
                    <a:pt x="2733" y="3133"/>
                  </a:lnTo>
                  <a:cubicBezTo>
                    <a:pt x="2722" y="3143"/>
                    <a:pt x="2707" y="3149"/>
                    <a:pt x="2691" y="3149"/>
                  </a:cubicBezTo>
                  <a:cubicBezTo>
                    <a:pt x="2682" y="3149"/>
                    <a:pt x="2672" y="3147"/>
                    <a:pt x="2664" y="3142"/>
                  </a:cubicBezTo>
                  <a:lnTo>
                    <a:pt x="2547" y="3088"/>
                  </a:lnTo>
                  <a:cubicBezTo>
                    <a:pt x="2542" y="3086"/>
                    <a:pt x="2536" y="3084"/>
                    <a:pt x="2531" y="3084"/>
                  </a:cubicBezTo>
                  <a:cubicBezTo>
                    <a:pt x="2510" y="3084"/>
                    <a:pt x="2492" y="3101"/>
                    <a:pt x="2492" y="3123"/>
                  </a:cubicBezTo>
                  <a:lnTo>
                    <a:pt x="2492" y="3583"/>
                  </a:lnTo>
                  <a:cubicBezTo>
                    <a:pt x="2492" y="3707"/>
                    <a:pt x="2593" y="3808"/>
                    <a:pt x="2717" y="3808"/>
                  </a:cubicBezTo>
                  <a:lnTo>
                    <a:pt x="3193" y="3808"/>
                  </a:lnTo>
                  <a:cubicBezTo>
                    <a:pt x="3375" y="3808"/>
                    <a:pt x="3521" y="3661"/>
                    <a:pt x="3521" y="3480"/>
                  </a:cubicBezTo>
                  <a:lnTo>
                    <a:pt x="3521" y="1895"/>
                  </a:lnTo>
                  <a:cubicBezTo>
                    <a:pt x="3506" y="1553"/>
                    <a:pt x="3003" y="934"/>
                    <a:pt x="3003" y="934"/>
                  </a:cubicBezTo>
                  <a:cubicBezTo>
                    <a:pt x="2798" y="66"/>
                    <a:pt x="1917" y="0"/>
                    <a:pt x="1656" y="0"/>
                  </a:cubicBezTo>
                  <a:close/>
                </a:path>
              </a:pathLst>
            </a:custGeom>
            <a:solidFill>
              <a:srgbClr val="BDC6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32"/>
            <p:cNvSpPr/>
            <p:nvPr/>
          </p:nvSpPr>
          <p:spPr>
            <a:xfrm>
              <a:off x="4867444" y="2581537"/>
              <a:ext cx="222634" cy="240776"/>
            </a:xfrm>
            <a:custGeom>
              <a:rect b="b" l="l" r="r" t="t"/>
              <a:pathLst>
                <a:path extrusionOk="0" h="3809" w="3522">
                  <a:moveTo>
                    <a:pt x="1656" y="0"/>
                  </a:moveTo>
                  <a:cubicBezTo>
                    <a:pt x="1609" y="0"/>
                    <a:pt x="1582" y="2"/>
                    <a:pt x="1582" y="2"/>
                  </a:cubicBezTo>
                  <a:cubicBezTo>
                    <a:pt x="1" y="555"/>
                    <a:pt x="106" y="1417"/>
                    <a:pt x="313" y="1888"/>
                  </a:cubicBezTo>
                  <a:cubicBezTo>
                    <a:pt x="372" y="2022"/>
                    <a:pt x="502" y="2099"/>
                    <a:pt x="637" y="2099"/>
                  </a:cubicBezTo>
                  <a:cubicBezTo>
                    <a:pt x="697" y="2099"/>
                    <a:pt x="757" y="2084"/>
                    <a:pt x="813" y="2053"/>
                  </a:cubicBezTo>
                  <a:lnTo>
                    <a:pt x="1224" y="1821"/>
                  </a:lnTo>
                  <a:cubicBezTo>
                    <a:pt x="1224" y="1821"/>
                    <a:pt x="1581" y="2362"/>
                    <a:pt x="1644" y="2408"/>
                  </a:cubicBezTo>
                  <a:cubicBezTo>
                    <a:pt x="1646" y="2409"/>
                    <a:pt x="1648" y="2410"/>
                    <a:pt x="1651" y="2410"/>
                  </a:cubicBezTo>
                  <a:cubicBezTo>
                    <a:pt x="1754" y="2410"/>
                    <a:pt x="2505" y="1731"/>
                    <a:pt x="2505" y="1731"/>
                  </a:cubicBezTo>
                  <a:lnTo>
                    <a:pt x="3079" y="3199"/>
                  </a:lnTo>
                  <a:cubicBezTo>
                    <a:pt x="3117" y="3297"/>
                    <a:pt x="3048" y="3404"/>
                    <a:pt x="2942" y="3407"/>
                  </a:cubicBezTo>
                  <a:cubicBezTo>
                    <a:pt x="2942" y="3407"/>
                    <a:pt x="2941" y="3407"/>
                    <a:pt x="2940" y="3407"/>
                  </a:cubicBezTo>
                  <a:cubicBezTo>
                    <a:pt x="2876" y="3407"/>
                    <a:pt x="2822" y="3356"/>
                    <a:pt x="2822" y="3290"/>
                  </a:cubicBezTo>
                  <a:lnTo>
                    <a:pt x="2819" y="3085"/>
                  </a:lnTo>
                  <a:lnTo>
                    <a:pt x="2733" y="3133"/>
                  </a:lnTo>
                  <a:cubicBezTo>
                    <a:pt x="2722" y="3143"/>
                    <a:pt x="2707" y="3149"/>
                    <a:pt x="2691" y="3149"/>
                  </a:cubicBezTo>
                  <a:cubicBezTo>
                    <a:pt x="2682" y="3149"/>
                    <a:pt x="2672" y="3147"/>
                    <a:pt x="2664" y="3142"/>
                  </a:cubicBezTo>
                  <a:lnTo>
                    <a:pt x="2547" y="3088"/>
                  </a:lnTo>
                  <a:cubicBezTo>
                    <a:pt x="2542" y="3086"/>
                    <a:pt x="2536" y="3084"/>
                    <a:pt x="2531" y="3084"/>
                  </a:cubicBezTo>
                  <a:cubicBezTo>
                    <a:pt x="2510" y="3084"/>
                    <a:pt x="2492" y="3101"/>
                    <a:pt x="2492" y="3123"/>
                  </a:cubicBezTo>
                  <a:lnTo>
                    <a:pt x="2492" y="3583"/>
                  </a:lnTo>
                  <a:cubicBezTo>
                    <a:pt x="2492" y="3707"/>
                    <a:pt x="2593" y="3808"/>
                    <a:pt x="2717" y="3808"/>
                  </a:cubicBezTo>
                  <a:lnTo>
                    <a:pt x="3193" y="3808"/>
                  </a:lnTo>
                  <a:cubicBezTo>
                    <a:pt x="3375" y="3808"/>
                    <a:pt x="3521" y="3661"/>
                    <a:pt x="3521" y="3480"/>
                  </a:cubicBezTo>
                  <a:lnTo>
                    <a:pt x="3521" y="1895"/>
                  </a:lnTo>
                  <a:cubicBezTo>
                    <a:pt x="3506" y="1553"/>
                    <a:pt x="3003" y="934"/>
                    <a:pt x="3003" y="934"/>
                  </a:cubicBezTo>
                  <a:cubicBezTo>
                    <a:pt x="2798" y="66"/>
                    <a:pt x="1917" y="0"/>
                    <a:pt x="1656" y="0"/>
                  </a:cubicBezTo>
                  <a:close/>
                </a:path>
              </a:pathLst>
            </a:custGeom>
            <a:solidFill>
              <a:srgbClr val="BDC6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32"/>
            <p:cNvSpPr/>
            <p:nvPr/>
          </p:nvSpPr>
          <p:spPr>
            <a:xfrm>
              <a:off x="4706445" y="2592410"/>
              <a:ext cx="274532" cy="267958"/>
            </a:xfrm>
            <a:custGeom>
              <a:rect b="b" l="l" r="r" t="t"/>
              <a:pathLst>
                <a:path extrusionOk="0" h="4239" w="4343">
                  <a:moveTo>
                    <a:pt x="4096" y="0"/>
                  </a:moveTo>
                  <a:cubicBezTo>
                    <a:pt x="4096" y="0"/>
                    <a:pt x="3134" y="148"/>
                    <a:pt x="2403" y="148"/>
                  </a:cubicBezTo>
                  <a:cubicBezTo>
                    <a:pt x="2187" y="148"/>
                    <a:pt x="1991" y="135"/>
                    <a:pt x="1846" y="101"/>
                  </a:cubicBezTo>
                  <a:cubicBezTo>
                    <a:pt x="1752" y="80"/>
                    <a:pt x="1646" y="69"/>
                    <a:pt x="1534" y="69"/>
                  </a:cubicBezTo>
                  <a:cubicBezTo>
                    <a:pt x="885" y="69"/>
                    <a:pt x="14" y="440"/>
                    <a:pt x="1" y="1273"/>
                  </a:cubicBezTo>
                  <a:lnTo>
                    <a:pt x="1" y="3954"/>
                  </a:lnTo>
                  <a:cubicBezTo>
                    <a:pt x="1" y="4110"/>
                    <a:pt x="128" y="4238"/>
                    <a:pt x="285" y="4238"/>
                  </a:cubicBezTo>
                  <a:lnTo>
                    <a:pt x="768" y="4238"/>
                  </a:lnTo>
                  <a:cubicBezTo>
                    <a:pt x="865" y="4238"/>
                    <a:pt x="929" y="4134"/>
                    <a:pt x="883" y="4049"/>
                  </a:cubicBezTo>
                  <a:lnTo>
                    <a:pt x="690" y="3687"/>
                  </a:lnTo>
                  <a:cubicBezTo>
                    <a:pt x="668" y="3643"/>
                    <a:pt x="670" y="3590"/>
                    <a:pt x="697" y="3550"/>
                  </a:cubicBezTo>
                  <a:lnTo>
                    <a:pt x="994" y="3088"/>
                  </a:lnTo>
                  <a:cubicBezTo>
                    <a:pt x="1091" y="2939"/>
                    <a:pt x="1255" y="2850"/>
                    <a:pt x="1430" y="2850"/>
                  </a:cubicBezTo>
                  <a:cubicBezTo>
                    <a:pt x="1443" y="2850"/>
                    <a:pt x="1456" y="2851"/>
                    <a:pt x="1469" y="2852"/>
                  </a:cubicBezTo>
                  <a:cubicBezTo>
                    <a:pt x="1687" y="2867"/>
                    <a:pt x="1999" y="2885"/>
                    <a:pt x="2324" y="2885"/>
                  </a:cubicBezTo>
                  <a:cubicBezTo>
                    <a:pt x="2483" y="2885"/>
                    <a:pt x="2646" y="2881"/>
                    <a:pt x="2802" y="2870"/>
                  </a:cubicBezTo>
                  <a:cubicBezTo>
                    <a:pt x="2814" y="2869"/>
                    <a:pt x="2826" y="2869"/>
                    <a:pt x="2838" y="2869"/>
                  </a:cubicBezTo>
                  <a:cubicBezTo>
                    <a:pt x="3121" y="2869"/>
                    <a:pt x="3354" y="3102"/>
                    <a:pt x="3354" y="3391"/>
                  </a:cubicBezTo>
                  <a:lnTo>
                    <a:pt x="3354" y="4044"/>
                  </a:lnTo>
                  <a:cubicBezTo>
                    <a:pt x="3354" y="4143"/>
                    <a:pt x="3434" y="4225"/>
                    <a:pt x="3535" y="4225"/>
                  </a:cubicBezTo>
                  <a:lnTo>
                    <a:pt x="4213" y="4225"/>
                  </a:lnTo>
                  <a:cubicBezTo>
                    <a:pt x="4295" y="4225"/>
                    <a:pt x="4342" y="4133"/>
                    <a:pt x="4295" y="4066"/>
                  </a:cubicBezTo>
                  <a:lnTo>
                    <a:pt x="4090" y="3774"/>
                  </a:lnTo>
                  <a:cubicBezTo>
                    <a:pt x="4051" y="3717"/>
                    <a:pt x="4031" y="3650"/>
                    <a:pt x="4036" y="3580"/>
                  </a:cubicBezTo>
                  <a:lnTo>
                    <a:pt x="4147" y="1816"/>
                  </a:lnTo>
                  <a:lnTo>
                    <a:pt x="4096" y="0"/>
                  </a:lnTo>
                  <a:close/>
                </a:path>
              </a:pathLst>
            </a:custGeom>
            <a:solidFill>
              <a:srgbClr val="BDC6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32"/>
            <p:cNvSpPr/>
            <p:nvPr/>
          </p:nvSpPr>
          <p:spPr>
            <a:xfrm>
              <a:off x="4843803" y="2596582"/>
              <a:ext cx="123328" cy="150130"/>
            </a:xfrm>
            <a:custGeom>
              <a:rect b="b" l="l" r="r" t="t"/>
              <a:pathLst>
                <a:path extrusionOk="0" h="2375" w="1951">
                  <a:moveTo>
                    <a:pt x="1408" y="1"/>
                  </a:moveTo>
                  <a:lnTo>
                    <a:pt x="1408" y="1"/>
                  </a:lnTo>
                  <a:cubicBezTo>
                    <a:pt x="1211" y="22"/>
                    <a:pt x="976" y="47"/>
                    <a:pt x="737" y="62"/>
                  </a:cubicBezTo>
                  <a:cubicBezTo>
                    <a:pt x="0" y="653"/>
                    <a:pt x="117" y="1332"/>
                    <a:pt x="301" y="1751"/>
                  </a:cubicBezTo>
                  <a:cubicBezTo>
                    <a:pt x="385" y="1944"/>
                    <a:pt x="707" y="2195"/>
                    <a:pt x="936" y="2195"/>
                  </a:cubicBezTo>
                  <a:cubicBezTo>
                    <a:pt x="978" y="2195"/>
                    <a:pt x="1017" y="2187"/>
                    <a:pt x="1051" y="2168"/>
                  </a:cubicBezTo>
                  <a:lnTo>
                    <a:pt x="1542" y="1891"/>
                  </a:lnTo>
                  <a:cubicBezTo>
                    <a:pt x="1542" y="1891"/>
                    <a:pt x="1813" y="2317"/>
                    <a:pt x="1888" y="2372"/>
                  </a:cubicBezTo>
                  <a:cubicBezTo>
                    <a:pt x="1890" y="2374"/>
                    <a:pt x="1893" y="2375"/>
                    <a:pt x="1896" y="2375"/>
                  </a:cubicBezTo>
                  <a:cubicBezTo>
                    <a:pt x="1905" y="2375"/>
                    <a:pt x="1918" y="2370"/>
                    <a:pt x="1934" y="2362"/>
                  </a:cubicBezTo>
                  <a:lnTo>
                    <a:pt x="1950" y="2090"/>
                  </a:lnTo>
                  <a:cubicBezTo>
                    <a:pt x="1826" y="1927"/>
                    <a:pt x="1598" y="1583"/>
                    <a:pt x="1598" y="1580"/>
                  </a:cubicBezTo>
                  <a:lnTo>
                    <a:pt x="1187" y="1812"/>
                  </a:lnTo>
                  <a:cubicBezTo>
                    <a:pt x="1131" y="1843"/>
                    <a:pt x="1070" y="1858"/>
                    <a:pt x="1011" y="1858"/>
                  </a:cubicBezTo>
                  <a:cubicBezTo>
                    <a:pt x="875" y="1858"/>
                    <a:pt x="746" y="1781"/>
                    <a:pt x="687" y="1648"/>
                  </a:cubicBezTo>
                  <a:cubicBezTo>
                    <a:pt x="506" y="1242"/>
                    <a:pt x="405" y="539"/>
                    <a:pt x="1408" y="1"/>
                  </a:cubicBezTo>
                  <a:close/>
                </a:path>
              </a:pathLst>
            </a:custGeom>
            <a:solidFill>
              <a:srgbClr val="A1AA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32"/>
            <p:cNvSpPr/>
            <p:nvPr/>
          </p:nvSpPr>
          <p:spPr>
            <a:xfrm>
              <a:off x="4992603" y="2689186"/>
              <a:ext cx="115489" cy="60242"/>
            </a:xfrm>
            <a:custGeom>
              <a:rect b="b" l="l" r="r" t="t"/>
              <a:pathLst>
                <a:path extrusionOk="0" h="953" w="1827">
                  <a:moveTo>
                    <a:pt x="539" y="1"/>
                  </a:moveTo>
                  <a:lnTo>
                    <a:pt x="0" y="466"/>
                  </a:lnTo>
                  <a:cubicBezTo>
                    <a:pt x="478" y="826"/>
                    <a:pt x="834" y="952"/>
                    <a:pt x="1097" y="952"/>
                  </a:cubicBezTo>
                  <a:cubicBezTo>
                    <a:pt x="1712" y="952"/>
                    <a:pt x="1827" y="267"/>
                    <a:pt x="1827" y="267"/>
                  </a:cubicBezTo>
                  <a:lnTo>
                    <a:pt x="1827" y="267"/>
                  </a:lnTo>
                  <a:cubicBezTo>
                    <a:pt x="1509" y="452"/>
                    <a:pt x="1270" y="520"/>
                    <a:pt x="1089" y="520"/>
                  </a:cubicBezTo>
                  <a:cubicBezTo>
                    <a:pt x="589" y="520"/>
                    <a:pt x="539" y="1"/>
                    <a:pt x="539" y="1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32"/>
            <p:cNvSpPr/>
            <p:nvPr/>
          </p:nvSpPr>
          <p:spPr>
            <a:xfrm>
              <a:off x="4997786" y="2645065"/>
              <a:ext cx="17700" cy="19469"/>
            </a:xfrm>
            <a:custGeom>
              <a:rect b="b" l="l" r="r" t="t"/>
              <a:pathLst>
                <a:path extrusionOk="0" h="308" w="280">
                  <a:moveTo>
                    <a:pt x="139" y="1"/>
                  </a:moveTo>
                  <a:cubicBezTo>
                    <a:pt x="63" y="1"/>
                    <a:pt x="0" y="71"/>
                    <a:pt x="0" y="154"/>
                  </a:cubicBezTo>
                  <a:cubicBezTo>
                    <a:pt x="0" y="239"/>
                    <a:pt x="63" y="308"/>
                    <a:pt x="139" y="308"/>
                  </a:cubicBezTo>
                  <a:cubicBezTo>
                    <a:pt x="216" y="308"/>
                    <a:pt x="280" y="239"/>
                    <a:pt x="280" y="154"/>
                  </a:cubicBezTo>
                  <a:cubicBezTo>
                    <a:pt x="280" y="71"/>
                    <a:pt x="216" y="1"/>
                    <a:pt x="139" y="1"/>
                  </a:cubicBezTo>
                  <a:close/>
                </a:path>
              </a:pathLst>
            </a:custGeom>
            <a:solidFill>
              <a:srgbClr val="A1AA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32"/>
            <p:cNvSpPr/>
            <p:nvPr/>
          </p:nvSpPr>
          <p:spPr>
            <a:xfrm>
              <a:off x="5670796" y="3312449"/>
              <a:ext cx="115489" cy="20418"/>
            </a:xfrm>
            <a:custGeom>
              <a:rect b="b" l="l" r="r" t="t"/>
              <a:pathLst>
                <a:path extrusionOk="0" h="323" w="1827">
                  <a:moveTo>
                    <a:pt x="914" y="0"/>
                  </a:moveTo>
                  <a:cubicBezTo>
                    <a:pt x="410" y="0"/>
                    <a:pt x="1" y="72"/>
                    <a:pt x="1" y="161"/>
                  </a:cubicBezTo>
                  <a:cubicBezTo>
                    <a:pt x="1" y="250"/>
                    <a:pt x="410" y="323"/>
                    <a:pt x="914" y="323"/>
                  </a:cubicBezTo>
                  <a:cubicBezTo>
                    <a:pt x="1419" y="323"/>
                    <a:pt x="1827" y="250"/>
                    <a:pt x="1827" y="161"/>
                  </a:cubicBezTo>
                  <a:cubicBezTo>
                    <a:pt x="1827" y="72"/>
                    <a:pt x="1419" y="0"/>
                    <a:pt x="914" y="0"/>
                  </a:cubicBez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32"/>
            <p:cNvSpPr/>
            <p:nvPr/>
          </p:nvSpPr>
          <p:spPr>
            <a:xfrm>
              <a:off x="5710493" y="3091652"/>
              <a:ext cx="38939" cy="233381"/>
            </a:xfrm>
            <a:custGeom>
              <a:rect b="b" l="l" r="r" t="t"/>
              <a:pathLst>
                <a:path extrusionOk="0" h="3692" w="616">
                  <a:moveTo>
                    <a:pt x="124" y="0"/>
                  </a:moveTo>
                  <a:lnTo>
                    <a:pt x="1" y="3692"/>
                  </a:lnTo>
                  <a:lnTo>
                    <a:pt x="616" y="3692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32"/>
            <p:cNvSpPr/>
            <p:nvPr/>
          </p:nvSpPr>
          <p:spPr>
            <a:xfrm>
              <a:off x="5730151" y="3091652"/>
              <a:ext cx="19280" cy="233381"/>
            </a:xfrm>
            <a:custGeom>
              <a:rect b="b" l="l" r="r" t="t"/>
              <a:pathLst>
                <a:path extrusionOk="0" h="3692" w="305">
                  <a:moveTo>
                    <a:pt x="1" y="0"/>
                  </a:moveTo>
                  <a:lnTo>
                    <a:pt x="59" y="3692"/>
                  </a:lnTo>
                  <a:lnTo>
                    <a:pt x="305" y="3692"/>
                  </a:lnTo>
                  <a:lnTo>
                    <a:pt x="182" y="0"/>
                  </a:ln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32"/>
            <p:cNvSpPr/>
            <p:nvPr/>
          </p:nvSpPr>
          <p:spPr>
            <a:xfrm>
              <a:off x="5723641" y="3086595"/>
              <a:ext cx="145262" cy="83757"/>
            </a:xfrm>
            <a:custGeom>
              <a:rect b="b" l="l" r="r" t="t"/>
              <a:pathLst>
                <a:path extrusionOk="0" h="1325" w="2298">
                  <a:moveTo>
                    <a:pt x="191" y="0"/>
                  </a:moveTo>
                  <a:cubicBezTo>
                    <a:pt x="132" y="0"/>
                    <a:pt x="91" y="14"/>
                    <a:pt x="74" y="43"/>
                  </a:cubicBezTo>
                  <a:cubicBezTo>
                    <a:pt x="0" y="172"/>
                    <a:pt x="421" y="554"/>
                    <a:pt x="1013" y="896"/>
                  </a:cubicBezTo>
                  <a:cubicBezTo>
                    <a:pt x="1472" y="1161"/>
                    <a:pt x="1900" y="1325"/>
                    <a:pt x="2105" y="1325"/>
                  </a:cubicBezTo>
                  <a:cubicBezTo>
                    <a:pt x="2164" y="1325"/>
                    <a:pt x="2205" y="1311"/>
                    <a:pt x="2222" y="1282"/>
                  </a:cubicBezTo>
                  <a:cubicBezTo>
                    <a:pt x="2298" y="1153"/>
                    <a:pt x="1876" y="771"/>
                    <a:pt x="1283" y="429"/>
                  </a:cubicBezTo>
                  <a:cubicBezTo>
                    <a:pt x="824" y="163"/>
                    <a:pt x="396" y="0"/>
                    <a:pt x="191" y="0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32"/>
            <p:cNvSpPr/>
            <p:nvPr/>
          </p:nvSpPr>
          <p:spPr>
            <a:xfrm>
              <a:off x="5723641" y="3088744"/>
              <a:ext cx="140837" cy="81671"/>
            </a:xfrm>
            <a:custGeom>
              <a:rect b="b" l="l" r="r" t="t"/>
              <a:pathLst>
                <a:path extrusionOk="0" h="1292" w="2228">
                  <a:moveTo>
                    <a:pt x="80" y="0"/>
                  </a:moveTo>
                  <a:cubicBezTo>
                    <a:pt x="78" y="3"/>
                    <a:pt x="75" y="5"/>
                    <a:pt x="74" y="9"/>
                  </a:cubicBezTo>
                  <a:cubicBezTo>
                    <a:pt x="0" y="138"/>
                    <a:pt x="420" y="521"/>
                    <a:pt x="1013" y="863"/>
                  </a:cubicBezTo>
                  <a:cubicBezTo>
                    <a:pt x="1472" y="1128"/>
                    <a:pt x="1900" y="1291"/>
                    <a:pt x="2105" y="1291"/>
                  </a:cubicBezTo>
                  <a:cubicBezTo>
                    <a:pt x="2164" y="1291"/>
                    <a:pt x="2205" y="1277"/>
                    <a:pt x="2222" y="1248"/>
                  </a:cubicBezTo>
                  <a:cubicBezTo>
                    <a:pt x="2224" y="1243"/>
                    <a:pt x="2227" y="1238"/>
                    <a:pt x="2228" y="1232"/>
                  </a:cubicBezTo>
                  <a:lnTo>
                    <a:pt x="80" y="0"/>
                  </a:ln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32"/>
            <p:cNvSpPr/>
            <p:nvPr/>
          </p:nvSpPr>
          <p:spPr>
            <a:xfrm>
              <a:off x="5713084" y="2933118"/>
              <a:ext cx="34135" cy="156704"/>
            </a:xfrm>
            <a:custGeom>
              <a:rect b="b" l="l" r="r" t="t"/>
              <a:pathLst>
                <a:path extrusionOk="0" h="2479" w="540">
                  <a:moveTo>
                    <a:pt x="271" y="0"/>
                  </a:moveTo>
                  <a:cubicBezTo>
                    <a:pt x="121" y="0"/>
                    <a:pt x="1" y="555"/>
                    <a:pt x="1" y="1239"/>
                  </a:cubicBezTo>
                  <a:cubicBezTo>
                    <a:pt x="1" y="1924"/>
                    <a:pt x="121" y="2478"/>
                    <a:pt x="271" y="2478"/>
                  </a:cubicBezTo>
                  <a:cubicBezTo>
                    <a:pt x="419" y="2478"/>
                    <a:pt x="540" y="1924"/>
                    <a:pt x="540" y="1239"/>
                  </a:cubicBezTo>
                  <a:cubicBezTo>
                    <a:pt x="540" y="555"/>
                    <a:pt x="419" y="0"/>
                    <a:pt x="271" y="0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32"/>
            <p:cNvSpPr/>
            <p:nvPr/>
          </p:nvSpPr>
          <p:spPr>
            <a:xfrm>
              <a:off x="5730783" y="2933182"/>
              <a:ext cx="16498" cy="156577"/>
            </a:xfrm>
            <a:custGeom>
              <a:rect b="b" l="l" r="r" t="t"/>
              <a:pathLst>
                <a:path extrusionOk="0" h="2477" w="261">
                  <a:moveTo>
                    <a:pt x="0" y="0"/>
                  </a:moveTo>
                  <a:lnTo>
                    <a:pt x="0" y="2476"/>
                  </a:lnTo>
                  <a:cubicBezTo>
                    <a:pt x="144" y="2456"/>
                    <a:pt x="261" y="1910"/>
                    <a:pt x="261" y="1238"/>
                  </a:cubicBezTo>
                  <a:cubicBezTo>
                    <a:pt x="261" y="567"/>
                    <a:pt x="144" y="21"/>
                    <a:pt x="0" y="0"/>
                  </a:cubicBez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32"/>
            <p:cNvSpPr/>
            <p:nvPr/>
          </p:nvSpPr>
          <p:spPr>
            <a:xfrm>
              <a:off x="5589317" y="3085205"/>
              <a:ext cx="145199" cy="83820"/>
            </a:xfrm>
            <a:custGeom>
              <a:rect b="b" l="l" r="r" t="t"/>
              <a:pathLst>
                <a:path extrusionOk="0" h="1326" w="2297">
                  <a:moveTo>
                    <a:pt x="2105" y="1"/>
                  </a:moveTo>
                  <a:cubicBezTo>
                    <a:pt x="1901" y="1"/>
                    <a:pt x="1472" y="164"/>
                    <a:pt x="1013" y="429"/>
                  </a:cubicBezTo>
                  <a:cubicBezTo>
                    <a:pt x="422" y="772"/>
                    <a:pt x="0" y="1154"/>
                    <a:pt x="75" y="1283"/>
                  </a:cubicBezTo>
                  <a:cubicBezTo>
                    <a:pt x="92" y="1312"/>
                    <a:pt x="132" y="1326"/>
                    <a:pt x="191" y="1326"/>
                  </a:cubicBezTo>
                  <a:cubicBezTo>
                    <a:pt x="394" y="1326"/>
                    <a:pt x="823" y="1162"/>
                    <a:pt x="1283" y="896"/>
                  </a:cubicBezTo>
                  <a:cubicBezTo>
                    <a:pt x="1876" y="553"/>
                    <a:pt x="2296" y="173"/>
                    <a:pt x="2223" y="44"/>
                  </a:cubicBezTo>
                  <a:cubicBezTo>
                    <a:pt x="2206" y="14"/>
                    <a:pt x="2165" y="1"/>
                    <a:pt x="2105" y="1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32"/>
            <p:cNvSpPr/>
            <p:nvPr/>
          </p:nvSpPr>
          <p:spPr>
            <a:xfrm>
              <a:off x="5589253" y="3085268"/>
              <a:ext cx="140774" cy="81102"/>
            </a:xfrm>
            <a:custGeom>
              <a:rect b="b" l="l" r="r" t="t"/>
              <a:pathLst>
                <a:path extrusionOk="0" h="1283" w="2227">
                  <a:moveTo>
                    <a:pt x="2105" y="1"/>
                  </a:moveTo>
                  <a:cubicBezTo>
                    <a:pt x="1901" y="1"/>
                    <a:pt x="1473" y="164"/>
                    <a:pt x="1013" y="430"/>
                  </a:cubicBezTo>
                  <a:cubicBezTo>
                    <a:pt x="420" y="772"/>
                    <a:pt x="0" y="1154"/>
                    <a:pt x="75" y="1283"/>
                  </a:cubicBezTo>
                  <a:lnTo>
                    <a:pt x="2227" y="55"/>
                  </a:lnTo>
                  <a:cubicBezTo>
                    <a:pt x="2226" y="51"/>
                    <a:pt x="2225" y="47"/>
                    <a:pt x="2222" y="44"/>
                  </a:cubicBezTo>
                  <a:cubicBezTo>
                    <a:pt x="2205" y="15"/>
                    <a:pt x="2165" y="1"/>
                    <a:pt x="2105" y="1"/>
                  </a:cubicBez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32"/>
            <p:cNvSpPr/>
            <p:nvPr/>
          </p:nvSpPr>
          <p:spPr>
            <a:xfrm>
              <a:off x="5701833" y="3060236"/>
              <a:ext cx="56638" cy="56702"/>
            </a:xfrm>
            <a:custGeom>
              <a:rect b="b" l="l" r="r" t="t"/>
              <a:pathLst>
                <a:path extrusionOk="0" h="897" w="896">
                  <a:moveTo>
                    <a:pt x="449" y="1"/>
                  </a:moveTo>
                  <a:cubicBezTo>
                    <a:pt x="202" y="1"/>
                    <a:pt x="1" y="201"/>
                    <a:pt x="1" y="449"/>
                  </a:cubicBezTo>
                  <a:cubicBezTo>
                    <a:pt x="1" y="696"/>
                    <a:pt x="202" y="896"/>
                    <a:pt x="449" y="896"/>
                  </a:cubicBezTo>
                  <a:cubicBezTo>
                    <a:pt x="695" y="896"/>
                    <a:pt x="896" y="697"/>
                    <a:pt x="896" y="449"/>
                  </a:cubicBezTo>
                  <a:cubicBezTo>
                    <a:pt x="896" y="201"/>
                    <a:pt x="695" y="1"/>
                    <a:pt x="449" y="1"/>
                  </a:cubicBez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32"/>
            <p:cNvSpPr/>
            <p:nvPr/>
          </p:nvSpPr>
          <p:spPr>
            <a:xfrm>
              <a:off x="5718204" y="3076608"/>
              <a:ext cx="24021" cy="24021"/>
            </a:xfrm>
            <a:custGeom>
              <a:rect b="b" l="l" r="r" t="t"/>
              <a:pathLst>
                <a:path extrusionOk="0" h="380" w="380">
                  <a:moveTo>
                    <a:pt x="190" y="1"/>
                  </a:moveTo>
                  <a:cubicBezTo>
                    <a:pt x="85" y="1"/>
                    <a:pt x="1" y="85"/>
                    <a:pt x="1" y="190"/>
                  </a:cubicBezTo>
                  <a:cubicBezTo>
                    <a:pt x="1" y="294"/>
                    <a:pt x="85" y="379"/>
                    <a:pt x="190" y="379"/>
                  </a:cubicBezTo>
                  <a:cubicBezTo>
                    <a:pt x="294" y="379"/>
                    <a:pt x="379" y="294"/>
                    <a:pt x="379" y="190"/>
                  </a:cubicBezTo>
                  <a:cubicBezTo>
                    <a:pt x="379" y="85"/>
                    <a:pt x="294" y="1"/>
                    <a:pt x="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32"/>
            <p:cNvSpPr/>
            <p:nvPr/>
          </p:nvSpPr>
          <p:spPr>
            <a:xfrm>
              <a:off x="5525094" y="3477051"/>
              <a:ext cx="115489" cy="20418"/>
            </a:xfrm>
            <a:custGeom>
              <a:rect b="b" l="l" r="r" t="t"/>
              <a:pathLst>
                <a:path extrusionOk="0" h="323" w="1827">
                  <a:moveTo>
                    <a:pt x="913" y="0"/>
                  </a:moveTo>
                  <a:cubicBezTo>
                    <a:pt x="408" y="0"/>
                    <a:pt x="0" y="72"/>
                    <a:pt x="0" y="161"/>
                  </a:cubicBezTo>
                  <a:cubicBezTo>
                    <a:pt x="0" y="251"/>
                    <a:pt x="408" y="323"/>
                    <a:pt x="913" y="323"/>
                  </a:cubicBezTo>
                  <a:cubicBezTo>
                    <a:pt x="1418" y="323"/>
                    <a:pt x="1827" y="250"/>
                    <a:pt x="1827" y="161"/>
                  </a:cubicBezTo>
                  <a:cubicBezTo>
                    <a:pt x="1827" y="72"/>
                    <a:pt x="1418" y="0"/>
                    <a:pt x="913" y="0"/>
                  </a:cubicBez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32"/>
            <p:cNvSpPr/>
            <p:nvPr/>
          </p:nvSpPr>
          <p:spPr>
            <a:xfrm>
              <a:off x="5569405" y="3255306"/>
              <a:ext cx="29204" cy="235593"/>
            </a:xfrm>
            <a:custGeom>
              <a:rect b="b" l="l" r="r" t="t"/>
              <a:pathLst>
                <a:path extrusionOk="0" h="3727" w="462">
                  <a:moveTo>
                    <a:pt x="156" y="1"/>
                  </a:moveTo>
                  <a:lnTo>
                    <a:pt x="0" y="3726"/>
                  </a:lnTo>
                  <a:lnTo>
                    <a:pt x="462" y="3726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FFD6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32"/>
            <p:cNvSpPr/>
            <p:nvPr/>
          </p:nvSpPr>
          <p:spPr>
            <a:xfrm>
              <a:off x="5584955" y="3255306"/>
              <a:ext cx="13654" cy="235593"/>
            </a:xfrm>
            <a:custGeom>
              <a:rect b="b" l="l" r="r" t="t"/>
              <a:pathLst>
                <a:path extrusionOk="0" h="3727" w="216">
                  <a:moveTo>
                    <a:pt x="1" y="1"/>
                  </a:moveTo>
                  <a:lnTo>
                    <a:pt x="36" y="3726"/>
                  </a:lnTo>
                  <a:lnTo>
                    <a:pt x="216" y="3726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32"/>
            <p:cNvSpPr/>
            <p:nvPr/>
          </p:nvSpPr>
          <p:spPr>
            <a:xfrm>
              <a:off x="5493552" y="3257392"/>
              <a:ext cx="93112" cy="95577"/>
            </a:xfrm>
            <a:custGeom>
              <a:rect b="b" l="l" r="r" t="t"/>
              <a:pathLst>
                <a:path extrusionOk="0" h="1512" w="1473">
                  <a:moveTo>
                    <a:pt x="1422" y="0"/>
                  </a:moveTo>
                  <a:cubicBezTo>
                    <a:pt x="1397" y="0"/>
                    <a:pt x="1365" y="0"/>
                    <a:pt x="1328" y="3"/>
                  </a:cubicBezTo>
                  <a:cubicBezTo>
                    <a:pt x="924" y="27"/>
                    <a:pt x="1" y="227"/>
                    <a:pt x="623" y="1512"/>
                  </a:cubicBezTo>
                  <a:cubicBezTo>
                    <a:pt x="623" y="1512"/>
                    <a:pt x="639" y="1384"/>
                    <a:pt x="685" y="1203"/>
                  </a:cubicBezTo>
                  <a:lnTo>
                    <a:pt x="568" y="982"/>
                  </a:lnTo>
                  <a:lnTo>
                    <a:pt x="568" y="982"/>
                  </a:lnTo>
                  <a:lnTo>
                    <a:pt x="725" y="1061"/>
                  </a:lnTo>
                  <a:cubicBezTo>
                    <a:pt x="753" y="969"/>
                    <a:pt x="788" y="872"/>
                    <a:pt x="830" y="773"/>
                  </a:cubicBezTo>
                  <a:lnTo>
                    <a:pt x="757" y="586"/>
                  </a:lnTo>
                  <a:lnTo>
                    <a:pt x="883" y="658"/>
                  </a:lnTo>
                  <a:cubicBezTo>
                    <a:pt x="931" y="561"/>
                    <a:pt x="987" y="467"/>
                    <a:pt x="1053" y="380"/>
                  </a:cubicBezTo>
                  <a:lnTo>
                    <a:pt x="987" y="277"/>
                  </a:lnTo>
                  <a:lnTo>
                    <a:pt x="1111" y="307"/>
                  </a:lnTo>
                  <a:cubicBezTo>
                    <a:pt x="1204" y="200"/>
                    <a:pt x="1315" y="110"/>
                    <a:pt x="1443" y="52"/>
                  </a:cubicBezTo>
                  <a:lnTo>
                    <a:pt x="1444" y="52"/>
                  </a:lnTo>
                  <a:lnTo>
                    <a:pt x="1447" y="50"/>
                  </a:lnTo>
                  <a:cubicBezTo>
                    <a:pt x="1449" y="49"/>
                    <a:pt x="1453" y="48"/>
                    <a:pt x="1456" y="47"/>
                  </a:cubicBezTo>
                  <a:cubicBezTo>
                    <a:pt x="1459" y="44"/>
                    <a:pt x="1463" y="43"/>
                    <a:pt x="1466" y="42"/>
                  </a:cubicBezTo>
                  <a:cubicBezTo>
                    <a:pt x="1469" y="33"/>
                    <a:pt x="1472" y="24"/>
                    <a:pt x="1472" y="16"/>
                  </a:cubicBezTo>
                  <a:cubicBezTo>
                    <a:pt x="1472" y="10"/>
                    <a:pt x="1472" y="7"/>
                    <a:pt x="1469" y="2"/>
                  </a:cubicBezTo>
                  <a:lnTo>
                    <a:pt x="1468" y="2"/>
                  </a:lnTo>
                  <a:cubicBezTo>
                    <a:pt x="1458" y="2"/>
                    <a:pt x="1447" y="0"/>
                    <a:pt x="14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32"/>
            <p:cNvSpPr/>
            <p:nvPr/>
          </p:nvSpPr>
          <p:spPr>
            <a:xfrm>
              <a:off x="5471933" y="3228315"/>
              <a:ext cx="113656" cy="58345"/>
            </a:xfrm>
            <a:custGeom>
              <a:rect b="b" l="l" r="r" t="t"/>
              <a:pathLst>
                <a:path extrusionOk="0" h="923" w="1798">
                  <a:moveTo>
                    <a:pt x="919" y="0"/>
                  </a:moveTo>
                  <a:cubicBezTo>
                    <a:pt x="606" y="0"/>
                    <a:pt x="266" y="214"/>
                    <a:pt x="0" y="923"/>
                  </a:cubicBezTo>
                  <a:cubicBezTo>
                    <a:pt x="15" y="913"/>
                    <a:pt x="121" y="837"/>
                    <a:pt x="284" y="745"/>
                  </a:cubicBezTo>
                  <a:lnTo>
                    <a:pt x="367" y="493"/>
                  </a:lnTo>
                  <a:lnTo>
                    <a:pt x="422" y="672"/>
                  </a:lnTo>
                  <a:cubicBezTo>
                    <a:pt x="511" y="627"/>
                    <a:pt x="612" y="581"/>
                    <a:pt x="718" y="542"/>
                  </a:cubicBezTo>
                  <a:lnTo>
                    <a:pt x="809" y="347"/>
                  </a:lnTo>
                  <a:lnTo>
                    <a:pt x="846" y="497"/>
                  </a:lnTo>
                  <a:cubicBezTo>
                    <a:pt x="955" y="464"/>
                    <a:pt x="1068" y="437"/>
                    <a:pt x="1184" y="424"/>
                  </a:cubicBezTo>
                  <a:lnTo>
                    <a:pt x="1217" y="298"/>
                  </a:lnTo>
                  <a:lnTo>
                    <a:pt x="1284" y="415"/>
                  </a:lnTo>
                  <a:cubicBezTo>
                    <a:pt x="1305" y="414"/>
                    <a:pt x="1326" y="414"/>
                    <a:pt x="1347" y="414"/>
                  </a:cubicBezTo>
                  <a:cubicBezTo>
                    <a:pt x="1458" y="414"/>
                    <a:pt x="1567" y="428"/>
                    <a:pt x="1671" y="464"/>
                  </a:cubicBezTo>
                  <a:cubicBezTo>
                    <a:pt x="1709" y="477"/>
                    <a:pt x="1748" y="493"/>
                    <a:pt x="1786" y="513"/>
                  </a:cubicBezTo>
                  <a:lnTo>
                    <a:pt x="1788" y="513"/>
                  </a:lnTo>
                  <a:lnTo>
                    <a:pt x="1789" y="510"/>
                  </a:lnTo>
                  <a:cubicBezTo>
                    <a:pt x="1791" y="508"/>
                    <a:pt x="1795" y="508"/>
                    <a:pt x="1798" y="507"/>
                  </a:cubicBezTo>
                  <a:cubicBezTo>
                    <a:pt x="1795" y="494"/>
                    <a:pt x="1790" y="476"/>
                    <a:pt x="1780" y="466"/>
                  </a:cubicBezTo>
                  <a:cubicBezTo>
                    <a:pt x="1779" y="463"/>
                    <a:pt x="1777" y="463"/>
                    <a:pt x="1775" y="460"/>
                  </a:cubicBezTo>
                  <a:cubicBezTo>
                    <a:pt x="1769" y="452"/>
                    <a:pt x="1760" y="443"/>
                    <a:pt x="1750" y="435"/>
                  </a:cubicBezTo>
                  <a:cubicBezTo>
                    <a:pt x="1626" y="305"/>
                    <a:pt x="1292" y="0"/>
                    <a:pt x="9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32"/>
            <p:cNvSpPr/>
            <p:nvPr/>
          </p:nvSpPr>
          <p:spPr>
            <a:xfrm>
              <a:off x="5488115" y="3194623"/>
              <a:ext cx="98548" cy="65931"/>
            </a:xfrm>
            <a:custGeom>
              <a:rect b="b" l="l" r="r" t="t"/>
              <a:pathLst>
                <a:path extrusionOk="0" h="1043" w="1559">
                  <a:moveTo>
                    <a:pt x="791" y="0"/>
                  </a:moveTo>
                  <a:cubicBezTo>
                    <a:pt x="586" y="0"/>
                    <a:pt x="327" y="73"/>
                    <a:pt x="0" y="256"/>
                  </a:cubicBezTo>
                  <a:cubicBezTo>
                    <a:pt x="0" y="256"/>
                    <a:pt x="128" y="265"/>
                    <a:pt x="312" y="301"/>
                  </a:cubicBezTo>
                  <a:lnTo>
                    <a:pt x="525" y="169"/>
                  </a:lnTo>
                  <a:lnTo>
                    <a:pt x="455" y="331"/>
                  </a:lnTo>
                  <a:cubicBezTo>
                    <a:pt x="546" y="353"/>
                    <a:pt x="648" y="383"/>
                    <a:pt x="749" y="418"/>
                  </a:cubicBezTo>
                  <a:lnTo>
                    <a:pt x="931" y="335"/>
                  </a:lnTo>
                  <a:lnTo>
                    <a:pt x="867" y="465"/>
                  </a:lnTo>
                  <a:cubicBezTo>
                    <a:pt x="966" y="505"/>
                    <a:pt x="1064" y="556"/>
                    <a:pt x="1154" y="617"/>
                  </a:cubicBezTo>
                  <a:lnTo>
                    <a:pt x="1255" y="546"/>
                  </a:lnTo>
                  <a:lnTo>
                    <a:pt x="1232" y="670"/>
                  </a:lnTo>
                  <a:cubicBezTo>
                    <a:pt x="1338" y="754"/>
                    <a:pt x="1430" y="851"/>
                    <a:pt x="1496" y="968"/>
                  </a:cubicBezTo>
                  <a:cubicBezTo>
                    <a:pt x="1499" y="975"/>
                    <a:pt x="1504" y="984"/>
                    <a:pt x="1509" y="993"/>
                  </a:cubicBezTo>
                  <a:cubicBezTo>
                    <a:pt x="1518" y="1010"/>
                    <a:pt x="1527" y="1025"/>
                    <a:pt x="1533" y="1043"/>
                  </a:cubicBezTo>
                  <a:cubicBezTo>
                    <a:pt x="1535" y="1042"/>
                    <a:pt x="1539" y="1041"/>
                    <a:pt x="1542" y="1040"/>
                  </a:cubicBezTo>
                  <a:cubicBezTo>
                    <a:pt x="1545" y="1037"/>
                    <a:pt x="1549" y="1036"/>
                    <a:pt x="1552" y="1035"/>
                  </a:cubicBezTo>
                  <a:cubicBezTo>
                    <a:pt x="1555" y="1026"/>
                    <a:pt x="1558" y="1017"/>
                    <a:pt x="1558" y="1009"/>
                  </a:cubicBezTo>
                  <a:lnTo>
                    <a:pt x="1558" y="995"/>
                  </a:lnTo>
                  <a:cubicBezTo>
                    <a:pt x="1550" y="791"/>
                    <a:pt x="1467" y="0"/>
                    <a:pt x="7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32"/>
            <p:cNvSpPr/>
            <p:nvPr/>
          </p:nvSpPr>
          <p:spPr>
            <a:xfrm>
              <a:off x="5583122" y="3257392"/>
              <a:ext cx="93049" cy="95577"/>
            </a:xfrm>
            <a:custGeom>
              <a:rect b="b" l="l" r="r" t="t"/>
              <a:pathLst>
                <a:path extrusionOk="0" h="1512" w="1472">
                  <a:moveTo>
                    <a:pt x="40" y="0"/>
                  </a:moveTo>
                  <a:cubicBezTo>
                    <a:pt x="26" y="0"/>
                    <a:pt x="14" y="2"/>
                    <a:pt x="4" y="2"/>
                  </a:cubicBezTo>
                  <a:lnTo>
                    <a:pt x="3" y="2"/>
                  </a:lnTo>
                  <a:cubicBezTo>
                    <a:pt x="0" y="7"/>
                    <a:pt x="0" y="10"/>
                    <a:pt x="0" y="16"/>
                  </a:cubicBezTo>
                  <a:cubicBezTo>
                    <a:pt x="0" y="24"/>
                    <a:pt x="3" y="33"/>
                    <a:pt x="6" y="42"/>
                  </a:cubicBezTo>
                  <a:cubicBezTo>
                    <a:pt x="9" y="43"/>
                    <a:pt x="13" y="44"/>
                    <a:pt x="16" y="47"/>
                  </a:cubicBezTo>
                  <a:cubicBezTo>
                    <a:pt x="20" y="48"/>
                    <a:pt x="24" y="49"/>
                    <a:pt x="26" y="50"/>
                  </a:cubicBezTo>
                  <a:lnTo>
                    <a:pt x="29" y="52"/>
                  </a:lnTo>
                  <a:lnTo>
                    <a:pt x="30" y="52"/>
                  </a:lnTo>
                  <a:cubicBezTo>
                    <a:pt x="158" y="110"/>
                    <a:pt x="267" y="200"/>
                    <a:pt x="361" y="307"/>
                  </a:cubicBezTo>
                  <a:lnTo>
                    <a:pt x="485" y="277"/>
                  </a:lnTo>
                  <a:lnTo>
                    <a:pt x="420" y="380"/>
                  </a:lnTo>
                  <a:cubicBezTo>
                    <a:pt x="485" y="467"/>
                    <a:pt x="541" y="561"/>
                    <a:pt x="589" y="658"/>
                  </a:cubicBezTo>
                  <a:lnTo>
                    <a:pt x="715" y="586"/>
                  </a:lnTo>
                  <a:lnTo>
                    <a:pt x="643" y="773"/>
                  </a:lnTo>
                  <a:cubicBezTo>
                    <a:pt x="685" y="872"/>
                    <a:pt x="719" y="969"/>
                    <a:pt x="747" y="1061"/>
                  </a:cubicBezTo>
                  <a:lnTo>
                    <a:pt x="905" y="982"/>
                  </a:lnTo>
                  <a:lnTo>
                    <a:pt x="905" y="982"/>
                  </a:lnTo>
                  <a:lnTo>
                    <a:pt x="787" y="1203"/>
                  </a:lnTo>
                  <a:cubicBezTo>
                    <a:pt x="833" y="1384"/>
                    <a:pt x="849" y="1512"/>
                    <a:pt x="849" y="1512"/>
                  </a:cubicBezTo>
                  <a:cubicBezTo>
                    <a:pt x="1471" y="227"/>
                    <a:pt x="549" y="27"/>
                    <a:pt x="144" y="3"/>
                  </a:cubicBezTo>
                  <a:cubicBezTo>
                    <a:pt x="108" y="0"/>
                    <a:pt x="76" y="0"/>
                    <a:pt x="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32"/>
            <p:cNvSpPr/>
            <p:nvPr/>
          </p:nvSpPr>
          <p:spPr>
            <a:xfrm>
              <a:off x="5584133" y="3228252"/>
              <a:ext cx="113719" cy="58345"/>
            </a:xfrm>
            <a:custGeom>
              <a:rect b="b" l="l" r="r" t="t"/>
              <a:pathLst>
                <a:path extrusionOk="0" h="923" w="1799">
                  <a:moveTo>
                    <a:pt x="880" y="0"/>
                  </a:moveTo>
                  <a:cubicBezTo>
                    <a:pt x="506" y="0"/>
                    <a:pt x="172" y="304"/>
                    <a:pt x="49" y="434"/>
                  </a:cubicBezTo>
                  <a:lnTo>
                    <a:pt x="23" y="459"/>
                  </a:lnTo>
                  <a:cubicBezTo>
                    <a:pt x="21" y="463"/>
                    <a:pt x="20" y="463"/>
                    <a:pt x="19" y="465"/>
                  </a:cubicBezTo>
                  <a:cubicBezTo>
                    <a:pt x="9" y="475"/>
                    <a:pt x="5" y="494"/>
                    <a:pt x="0" y="505"/>
                  </a:cubicBezTo>
                  <a:cubicBezTo>
                    <a:pt x="4" y="508"/>
                    <a:pt x="8" y="509"/>
                    <a:pt x="10" y="510"/>
                  </a:cubicBezTo>
                  <a:lnTo>
                    <a:pt x="11" y="513"/>
                  </a:lnTo>
                  <a:cubicBezTo>
                    <a:pt x="50" y="493"/>
                    <a:pt x="87" y="477"/>
                    <a:pt x="127" y="464"/>
                  </a:cubicBezTo>
                  <a:cubicBezTo>
                    <a:pt x="231" y="429"/>
                    <a:pt x="339" y="414"/>
                    <a:pt x="449" y="414"/>
                  </a:cubicBezTo>
                  <a:cubicBezTo>
                    <a:pt x="471" y="414"/>
                    <a:pt x="493" y="414"/>
                    <a:pt x="514" y="415"/>
                  </a:cubicBezTo>
                  <a:lnTo>
                    <a:pt x="582" y="298"/>
                  </a:lnTo>
                  <a:lnTo>
                    <a:pt x="614" y="424"/>
                  </a:lnTo>
                  <a:cubicBezTo>
                    <a:pt x="730" y="438"/>
                    <a:pt x="844" y="464"/>
                    <a:pt x="952" y="497"/>
                  </a:cubicBezTo>
                  <a:lnTo>
                    <a:pt x="990" y="347"/>
                  </a:lnTo>
                  <a:lnTo>
                    <a:pt x="1080" y="541"/>
                  </a:lnTo>
                  <a:cubicBezTo>
                    <a:pt x="1187" y="581"/>
                    <a:pt x="1288" y="626"/>
                    <a:pt x="1377" y="672"/>
                  </a:cubicBezTo>
                  <a:lnTo>
                    <a:pt x="1432" y="493"/>
                  </a:lnTo>
                  <a:lnTo>
                    <a:pt x="1515" y="745"/>
                  </a:lnTo>
                  <a:cubicBezTo>
                    <a:pt x="1677" y="837"/>
                    <a:pt x="1784" y="913"/>
                    <a:pt x="1798" y="923"/>
                  </a:cubicBezTo>
                  <a:cubicBezTo>
                    <a:pt x="1532" y="214"/>
                    <a:pt x="1192" y="0"/>
                    <a:pt x="8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32"/>
            <p:cNvSpPr/>
            <p:nvPr/>
          </p:nvSpPr>
          <p:spPr>
            <a:xfrm>
              <a:off x="5583122" y="3194623"/>
              <a:ext cx="98548" cy="65931"/>
            </a:xfrm>
            <a:custGeom>
              <a:rect b="b" l="l" r="r" t="t"/>
              <a:pathLst>
                <a:path extrusionOk="0" h="1043" w="1559">
                  <a:moveTo>
                    <a:pt x="768" y="0"/>
                  </a:moveTo>
                  <a:cubicBezTo>
                    <a:pt x="92" y="0"/>
                    <a:pt x="8" y="791"/>
                    <a:pt x="0" y="995"/>
                  </a:cubicBezTo>
                  <a:lnTo>
                    <a:pt x="0" y="1009"/>
                  </a:lnTo>
                  <a:cubicBezTo>
                    <a:pt x="0" y="1017"/>
                    <a:pt x="3" y="1026"/>
                    <a:pt x="6" y="1035"/>
                  </a:cubicBezTo>
                  <a:cubicBezTo>
                    <a:pt x="9" y="1036"/>
                    <a:pt x="13" y="1037"/>
                    <a:pt x="16" y="1040"/>
                  </a:cubicBezTo>
                  <a:cubicBezTo>
                    <a:pt x="20" y="1041"/>
                    <a:pt x="24" y="1042"/>
                    <a:pt x="26" y="1043"/>
                  </a:cubicBezTo>
                  <a:cubicBezTo>
                    <a:pt x="32" y="1025"/>
                    <a:pt x="40" y="1010"/>
                    <a:pt x="49" y="993"/>
                  </a:cubicBezTo>
                  <a:cubicBezTo>
                    <a:pt x="54" y="984"/>
                    <a:pt x="59" y="975"/>
                    <a:pt x="62" y="968"/>
                  </a:cubicBezTo>
                  <a:cubicBezTo>
                    <a:pt x="128" y="851"/>
                    <a:pt x="220" y="754"/>
                    <a:pt x="326" y="670"/>
                  </a:cubicBezTo>
                  <a:lnTo>
                    <a:pt x="303" y="546"/>
                  </a:lnTo>
                  <a:lnTo>
                    <a:pt x="404" y="617"/>
                  </a:lnTo>
                  <a:cubicBezTo>
                    <a:pt x="494" y="556"/>
                    <a:pt x="592" y="505"/>
                    <a:pt x="692" y="465"/>
                  </a:cubicBezTo>
                  <a:lnTo>
                    <a:pt x="627" y="335"/>
                  </a:lnTo>
                  <a:lnTo>
                    <a:pt x="809" y="418"/>
                  </a:lnTo>
                  <a:cubicBezTo>
                    <a:pt x="911" y="383"/>
                    <a:pt x="1012" y="353"/>
                    <a:pt x="1103" y="331"/>
                  </a:cubicBezTo>
                  <a:lnTo>
                    <a:pt x="1033" y="169"/>
                  </a:lnTo>
                  <a:lnTo>
                    <a:pt x="1246" y="301"/>
                  </a:lnTo>
                  <a:cubicBezTo>
                    <a:pt x="1430" y="265"/>
                    <a:pt x="1558" y="256"/>
                    <a:pt x="1558" y="256"/>
                  </a:cubicBezTo>
                  <a:cubicBezTo>
                    <a:pt x="1231" y="73"/>
                    <a:pt x="972" y="0"/>
                    <a:pt x="7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32"/>
            <p:cNvSpPr/>
            <p:nvPr/>
          </p:nvSpPr>
          <p:spPr>
            <a:xfrm>
              <a:off x="4071362" y="2911121"/>
              <a:ext cx="209929" cy="410123"/>
            </a:xfrm>
            <a:custGeom>
              <a:rect b="b" l="l" r="r" t="t"/>
              <a:pathLst>
                <a:path extrusionOk="0" h="6488" w="3321">
                  <a:moveTo>
                    <a:pt x="0" y="0"/>
                  </a:moveTo>
                  <a:lnTo>
                    <a:pt x="0" y="6487"/>
                  </a:lnTo>
                  <a:lnTo>
                    <a:pt x="3320" y="6487"/>
                  </a:lnTo>
                  <a:lnTo>
                    <a:pt x="33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32"/>
            <p:cNvSpPr/>
            <p:nvPr/>
          </p:nvSpPr>
          <p:spPr>
            <a:xfrm>
              <a:off x="4099681" y="2960742"/>
              <a:ext cx="30216" cy="35525"/>
            </a:xfrm>
            <a:custGeom>
              <a:rect b="b" l="l" r="r" t="t"/>
              <a:pathLst>
                <a:path extrusionOk="0" h="562" w="478">
                  <a:moveTo>
                    <a:pt x="0" y="0"/>
                  </a:moveTo>
                  <a:lnTo>
                    <a:pt x="0" y="562"/>
                  </a:lnTo>
                  <a:lnTo>
                    <a:pt x="477" y="562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32"/>
            <p:cNvSpPr/>
            <p:nvPr/>
          </p:nvSpPr>
          <p:spPr>
            <a:xfrm>
              <a:off x="4162133" y="2960742"/>
              <a:ext cx="30216" cy="35525"/>
            </a:xfrm>
            <a:custGeom>
              <a:rect b="b" l="l" r="r" t="t"/>
              <a:pathLst>
                <a:path extrusionOk="0" h="562" w="478">
                  <a:moveTo>
                    <a:pt x="1" y="0"/>
                  </a:moveTo>
                  <a:lnTo>
                    <a:pt x="1" y="562"/>
                  </a:lnTo>
                  <a:lnTo>
                    <a:pt x="477" y="562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32"/>
            <p:cNvSpPr/>
            <p:nvPr/>
          </p:nvSpPr>
          <p:spPr>
            <a:xfrm>
              <a:off x="4224649" y="2960742"/>
              <a:ext cx="30216" cy="35525"/>
            </a:xfrm>
            <a:custGeom>
              <a:rect b="b" l="l" r="r" t="t"/>
              <a:pathLst>
                <a:path extrusionOk="0" h="562" w="478">
                  <a:moveTo>
                    <a:pt x="0" y="0"/>
                  </a:moveTo>
                  <a:lnTo>
                    <a:pt x="0" y="562"/>
                  </a:lnTo>
                  <a:lnTo>
                    <a:pt x="478" y="562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32"/>
            <p:cNvSpPr/>
            <p:nvPr/>
          </p:nvSpPr>
          <p:spPr>
            <a:xfrm>
              <a:off x="4099681" y="3032486"/>
              <a:ext cx="30216" cy="35589"/>
            </a:xfrm>
            <a:custGeom>
              <a:rect b="b" l="l" r="r" t="t"/>
              <a:pathLst>
                <a:path extrusionOk="0" h="563" w="478">
                  <a:moveTo>
                    <a:pt x="0" y="1"/>
                  </a:moveTo>
                  <a:lnTo>
                    <a:pt x="0" y="563"/>
                  </a:lnTo>
                  <a:lnTo>
                    <a:pt x="477" y="563"/>
                  </a:lnTo>
                  <a:lnTo>
                    <a:pt x="477" y="1"/>
                  </a:lnTo>
                  <a:close/>
                </a:path>
              </a:pathLst>
            </a:custGeom>
            <a:solidFill>
              <a:srgbClr val="03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32"/>
            <p:cNvSpPr/>
            <p:nvPr/>
          </p:nvSpPr>
          <p:spPr>
            <a:xfrm>
              <a:off x="4162133" y="3032486"/>
              <a:ext cx="30216" cy="35589"/>
            </a:xfrm>
            <a:custGeom>
              <a:rect b="b" l="l" r="r" t="t"/>
              <a:pathLst>
                <a:path extrusionOk="0" h="563" w="478">
                  <a:moveTo>
                    <a:pt x="1" y="1"/>
                  </a:moveTo>
                  <a:lnTo>
                    <a:pt x="1" y="563"/>
                  </a:lnTo>
                  <a:lnTo>
                    <a:pt x="477" y="563"/>
                  </a:lnTo>
                  <a:lnTo>
                    <a:pt x="4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32"/>
            <p:cNvSpPr/>
            <p:nvPr/>
          </p:nvSpPr>
          <p:spPr>
            <a:xfrm>
              <a:off x="4224649" y="3032486"/>
              <a:ext cx="30216" cy="35589"/>
            </a:xfrm>
            <a:custGeom>
              <a:rect b="b" l="l" r="r" t="t"/>
              <a:pathLst>
                <a:path extrusionOk="0" h="563" w="478">
                  <a:moveTo>
                    <a:pt x="0" y="1"/>
                  </a:moveTo>
                  <a:lnTo>
                    <a:pt x="0" y="563"/>
                  </a:lnTo>
                  <a:lnTo>
                    <a:pt x="478" y="563"/>
                  </a:lnTo>
                  <a:lnTo>
                    <a:pt x="4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32"/>
            <p:cNvSpPr/>
            <p:nvPr/>
          </p:nvSpPr>
          <p:spPr>
            <a:xfrm>
              <a:off x="4099681" y="3104294"/>
              <a:ext cx="30216" cy="35589"/>
            </a:xfrm>
            <a:custGeom>
              <a:rect b="b" l="l" r="r" t="t"/>
              <a:pathLst>
                <a:path extrusionOk="0" h="563" w="478">
                  <a:moveTo>
                    <a:pt x="0" y="1"/>
                  </a:moveTo>
                  <a:lnTo>
                    <a:pt x="0" y="562"/>
                  </a:lnTo>
                  <a:lnTo>
                    <a:pt x="477" y="562"/>
                  </a:lnTo>
                  <a:lnTo>
                    <a:pt x="477" y="1"/>
                  </a:lnTo>
                  <a:close/>
                </a:path>
              </a:pathLst>
            </a:custGeom>
            <a:solidFill>
              <a:srgbClr val="03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32"/>
            <p:cNvSpPr/>
            <p:nvPr/>
          </p:nvSpPr>
          <p:spPr>
            <a:xfrm>
              <a:off x="4162133" y="3104294"/>
              <a:ext cx="30216" cy="35589"/>
            </a:xfrm>
            <a:custGeom>
              <a:rect b="b" l="l" r="r" t="t"/>
              <a:pathLst>
                <a:path extrusionOk="0" h="563" w="478">
                  <a:moveTo>
                    <a:pt x="1" y="1"/>
                  </a:moveTo>
                  <a:lnTo>
                    <a:pt x="1" y="562"/>
                  </a:lnTo>
                  <a:lnTo>
                    <a:pt x="477" y="562"/>
                  </a:lnTo>
                  <a:lnTo>
                    <a:pt x="4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32"/>
            <p:cNvSpPr/>
            <p:nvPr/>
          </p:nvSpPr>
          <p:spPr>
            <a:xfrm>
              <a:off x="4224649" y="3104294"/>
              <a:ext cx="30216" cy="35589"/>
            </a:xfrm>
            <a:custGeom>
              <a:rect b="b" l="l" r="r" t="t"/>
              <a:pathLst>
                <a:path extrusionOk="0" h="563" w="478">
                  <a:moveTo>
                    <a:pt x="0" y="1"/>
                  </a:moveTo>
                  <a:lnTo>
                    <a:pt x="0" y="562"/>
                  </a:lnTo>
                  <a:lnTo>
                    <a:pt x="478" y="562"/>
                  </a:lnTo>
                  <a:lnTo>
                    <a:pt x="478" y="1"/>
                  </a:lnTo>
                  <a:close/>
                </a:path>
              </a:pathLst>
            </a:custGeom>
            <a:solidFill>
              <a:srgbClr val="03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32"/>
            <p:cNvSpPr/>
            <p:nvPr/>
          </p:nvSpPr>
          <p:spPr>
            <a:xfrm>
              <a:off x="4099681" y="3176039"/>
              <a:ext cx="30216" cy="35589"/>
            </a:xfrm>
            <a:custGeom>
              <a:rect b="b" l="l" r="r" t="t"/>
              <a:pathLst>
                <a:path extrusionOk="0" h="563" w="478">
                  <a:moveTo>
                    <a:pt x="0" y="0"/>
                  </a:moveTo>
                  <a:lnTo>
                    <a:pt x="0" y="562"/>
                  </a:lnTo>
                  <a:lnTo>
                    <a:pt x="477" y="562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rgbClr val="03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32"/>
            <p:cNvSpPr/>
            <p:nvPr/>
          </p:nvSpPr>
          <p:spPr>
            <a:xfrm>
              <a:off x="4162133" y="3176039"/>
              <a:ext cx="30216" cy="35589"/>
            </a:xfrm>
            <a:custGeom>
              <a:rect b="b" l="l" r="r" t="t"/>
              <a:pathLst>
                <a:path extrusionOk="0" h="563" w="478">
                  <a:moveTo>
                    <a:pt x="1" y="0"/>
                  </a:moveTo>
                  <a:lnTo>
                    <a:pt x="1" y="562"/>
                  </a:lnTo>
                  <a:lnTo>
                    <a:pt x="477" y="562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32"/>
            <p:cNvSpPr/>
            <p:nvPr/>
          </p:nvSpPr>
          <p:spPr>
            <a:xfrm>
              <a:off x="4224649" y="3176039"/>
              <a:ext cx="30216" cy="35589"/>
            </a:xfrm>
            <a:custGeom>
              <a:rect b="b" l="l" r="r" t="t"/>
              <a:pathLst>
                <a:path extrusionOk="0" h="563" w="478">
                  <a:moveTo>
                    <a:pt x="0" y="0"/>
                  </a:moveTo>
                  <a:lnTo>
                    <a:pt x="0" y="562"/>
                  </a:lnTo>
                  <a:lnTo>
                    <a:pt x="478" y="562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03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32"/>
            <p:cNvSpPr/>
            <p:nvPr/>
          </p:nvSpPr>
          <p:spPr>
            <a:xfrm>
              <a:off x="4099681" y="3247847"/>
              <a:ext cx="30216" cy="35525"/>
            </a:xfrm>
            <a:custGeom>
              <a:rect b="b" l="l" r="r" t="t"/>
              <a:pathLst>
                <a:path extrusionOk="0" h="562" w="478">
                  <a:moveTo>
                    <a:pt x="0" y="0"/>
                  </a:moveTo>
                  <a:lnTo>
                    <a:pt x="0" y="562"/>
                  </a:lnTo>
                  <a:lnTo>
                    <a:pt x="477" y="562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rgbClr val="03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32"/>
            <p:cNvSpPr/>
            <p:nvPr/>
          </p:nvSpPr>
          <p:spPr>
            <a:xfrm>
              <a:off x="4162133" y="3247847"/>
              <a:ext cx="30216" cy="35525"/>
            </a:xfrm>
            <a:custGeom>
              <a:rect b="b" l="l" r="r" t="t"/>
              <a:pathLst>
                <a:path extrusionOk="0" h="562" w="478">
                  <a:moveTo>
                    <a:pt x="1" y="0"/>
                  </a:moveTo>
                  <a:lnTo>
                    <a:pt x="1" y="562"/>
                  </a:lnTo>
                  <a:lnTo>
                    <a:pt x="477" y="562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32"/>
            <p:cNvSpPr/>
            <p:nvPr/>
          </p:nvSpPr>
          <p:spPr>
            <a:xfrm>
              <a:off x="4224649" y="3247847"/>
              <a:ext cx="30216" cy="35525"/>
            </a:xfrm>
            <a:custGeom>
              <a:rect b="b" l="l" r="r" t="t"/>
              <a:pathLst>
                <a:path extrusionOk="0" h="562" w="478">
                  <a:moveTo>
                    <a:pt x="0" y="0"/>
                  </a:moveTo>
                  <a:lnTo>
                    <a:pt x="0" y="562"/>
                  </a:lnTo>
                  <a:lnTo>
                    <a:pt x="478" y="562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0384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32"/>
            <p:cNvSpPr/>
            <p:nvPr/>
          </p:nvSpPr>
          <p:spPr>
            <a:xfrm>
              <a:off x="3813018" y="2813776"/>
              <a:ext cx="255884" cy="507344"/>
            </a:xfrm>
            <a:custGeom>
              <a:rect b="b" l="l" r="r" t="t"/>
              <a:pathLst>
                <a:path extrusionOk="0" h="8026" w="4048">
                  <a:moveTo>
                    <a:pt x="0" y="0"/>
                  </a:moveTo>
                  <a:lnTo>
                    <a:pt x="0" y="8025"/>
                  </a:lnTo>
                  <a:lnTo>
                    <a:pt x="4047" y="8025"/>
                  </a:lnTo>
                  <a:lnTo>
                    <a:pt x="4047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32"/>
            <p:cNvSpPr/>
            <p:nvPr/>
          </p:nvSpPr>
          <p:spPr>
            <a:xfrm>
              <a:off x="3842916" y="2868011"/>
              <a:ext cx="26549" cy="392486"/>
            </a:xfrm>
            <a:custGeom>
              <a:rect b="b" l="l" r="r" t="t"/>
              <a:pathLst>
                <a:path extrusionOk="0" h="6209" w="420">
                  <a:moveTo>
                    <a:pt x="0" y="1"/>
                  </a:moveTo>
                  <a:lnTo>
                    <a:pt x="0" y="6209"/>
                  </a:lnTo>
                  <a:lnTo>
                    <a:pt x="420" y="620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32"/>
            <p:cNvSpPr/>
            <p:nvPr/>
          </p:nvSpPr>
          <p:spPr>
            <a:xfrm>
              <a:off x="3899111" y="2868011"/>
              <a:ext cx="26549" cy="392486"/>
            </a:xfrm>
            <a:custGeom>
              <a:rect b="b" l="l" r="r" t="t"/>
              <a:pathLst>
                <a:path extrusionOk="0" h="6209" w="420">
                  <a:moveTo>
                    <a:pt x="0" y="1"/>
                  </a:moveTo>
                  <a:lnTo>
                    <a:pt x="0" y="6209"/>
                  </a:lnTo>
                  <a:lnTo>
                    <a:pt x="420" y="620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32"/>
            <p:cNvSpPr/>
            <p:nvPr/>
          </p:nvSpPr>
          <p:spPr>
            <a:xfrm>
              <a:off x="3955243" y="2868011"/>
              <a:ext cx="26549" cy="392486"/>
            </a:xfrm>
            <a:custGeom>
              <a:rect b="b" l="l" r="r" t="t"/>
              <a:pathLst>
                <a:path extrusionOk="0" h="6209" w="420">
                  <a:moveTo>
                    <a:pt x="0" y="1"/>
                  </a:moveTo>
                  <a:lnTo>
                    <a:pt x="0" y="6209"/>
                  </a:lnTo>
                  <a:lnTo>
                    <a:pt x="420" y="620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32"/>
            <p:cNvSpPr/>
            <p:nvPr/>
          </p:nvSpPr>
          <p:spPr>
            <a:xfrm>
              <a:off x="4011501" y="2868011"/>
              <a:ext cx="26612" cy="392486"/>
            </a:xfrm>
            <a:custGeom>
              <a:rect b="b" l="l" r="r" t="t"/>
              <a:pathLst>
                <a:path extrusionOk="0" h="6209" w="421">
                  <a:moveTo>
                    <a:pt x="1" y="1"/>
                  </a:moveTo>
                  <a:lnTo>
                    <a:pt x="1" y="6209"/>
                  </a:lnTo>
                  <a:lnTo>
                    <a:pt x="420" y="620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32"/>
            <p:cNvSpPr/>
            <p:nvPr/>
          </p:nvSpPr>
          <p:spPr>
            <a:xfrm>
              <a:off x="3950312" y="3018770"/>
              <a:ext cx="198045" cy="302472"/>
            </a:xfrm>
            <a:custGeom>
              <a:rect b="b" l="l" r="r" t="t"/>
              <a:pathLst>
                <a:path extrusionOk="0" h="4785" w="3133">
                  <a:moveTo>
                    <a:pt x="1" y="1"/>
                  </a:moveTo>
                  <a:lnTo>
                    <a:pt x="1" y="4784"/>
                  </a:lnTo>
                  <a:lnTo>
                    <a:pt x="3133" y="4784"/>
                  </a:lnTo>
                  <a:lnTo>
                    <a:pt x="31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32"/>
            <p:cNvSpPr/>
            <p:nvPr/>
          </p:nvSpPr>
          <p:spPr>
            <a:xfrm>
              <a:off x="3971362" y="3048984"/>
              <a:ext cx="156072" cy="14476"/>
            </a:xfrm>
            <a:custGeom>
              <a:rect b="b" l="l" r="r" t="t"/>
              <a:pathLst>
                <a:path extrusionOk="0" h="229" w="2469">
                  <a:moveTo>
                    <a:pt x="0" y="1"/>
                  </a:moveTo>
                  <a:lnTo>
                    <a:pt x="0" y="229"/>
                  </a:lnTo>
                  <a:lnTo>
                    <a:pt x="2468" y="229"/>
                  </a:lnTo>
                  <a:lnTo>
                    <a:pt x="24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32"/>
            <p:cNvSpPr/>
            <p:nvPr/>
          </p:nvSpPr>
          <p:spPr>
            <a:xfrm>
              <a:off x="3971362" y="3089124"/>
              <a:ext cx="156072" cy="14476"/>
            </a:xfrm>
            <a:custGeom>
              <a:rect b="b" l="l" r="r" t="t"/>
              <a:pathLst>
                <a:path extrusionOk="0" h="229" w="2469">
                  <a:moveTo>
                    <a:pt x="0" y="0"/>
                  </a:moveTo>
                  <a:lnTo>
                    <a:pt x="0" y="228"/>
                  </a:lnTo>
                  <a:lnTo>
                    <a:pt x="2468" y="228"/>
                  </a:lnTo>
                  <a:lnTo>
                    <a:pt x="24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32"/>
            <p:cNvSpPr/>
            <p:nvPr/>
          </p:nvSpPr>
          <p:spPr>
            <a:xfrm>
              <a:off x="3971362" y="3129136"/>
              <a:ext cx="156072" cy="14476"/>
            </a:xfrm>
            <a:custGeom>
              <a:rect b="b" l="l" r="r" t="t"/>
              <a:pathLst>
                <a:path extrusionOk="0" h="229" w="2469">
                  <a:moveTo>
                    <a:pt x="0" y="1"/>
                  </a:moveTo>
                  <a:lnTo>
                    <a:pt x="0" y="229"/>
                  </a:lnTo>
                  <a:lnTo>
                    <a:pt x="2468" y="229"/>
                  </a:lnTo>
                  <a:lnTo>
                    <a:pt x="24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32"/>
            <p:cNvSpPr/>
            <p:nvPr/>
          </p:nvSpPr>
          <p:spPr>
            <a:xfrm>
              <a:off x="3971362" y="3169212"/>
              <a:ext cx="156072" cy="14476"/>
            </a:xfrm>
            <a:custGeom>
              <a:rect b="b" l="l" r="r" t="t"/>
              <a:pathLst>
                <a:path extrusionOk="0" h="229" w="2469">
                  <a:moveTo>
                    <a:pt x="0" y="1"/>
                  </a:moveTo>
                  <a:lnTo>
                    <a:pt x="0" y="228"/>
                  </a:lnTo>
                  <a:lnTo>
                    <a:pt x="2468" y="228"/>
                  </a:lnTo>
                  <a:lnTo>
                    <a:pt x="24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32"/>
            <p:cNvSpPr/>
            <p:nvPr/>
          </p:nvSpPr>
          <p:spPr>
            <a:xfrm>
              <a:off x="3971362" y="3209288"/>
              <a:ext cx="156072" cy="14412"/>
            </a:xfrm>
            <a:custGeom>
              <a:rect b="b" l="l" r="r" t="t"/>
              <a:pathLst>
                <a:path extrusionOk="0" h="228" w="2469">
                  <a:moveTo>
                    <a:pt x="0" y="0"/>
                  </a:moveTo>
                  <a:lnTo>
                    <a:pt x="0" y="227"/>
                  </a:lnTo>
                  <a:lnTo>
                    <a:pt x="2468" y="227"/>
                  </a:lnTo>
                  <a:lnTo>
                    <a:pt x="24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32"/>
            <p:cNvSpPr/>
            <p:nvPr/>
          </p:nvSpPr>
          <p:spPr>
            <a:xfrm>
              <a:off x="3971362" y="3249364"/>
              <a:ext cx="156072" cy="14412"/>
            </a:xfrm>
            <a:custGeom>
              <a:rect b="b" l="l" r="r" t="t"/>
              <a:pathLst>
                <a:path extrusionOk="0" h="228" w="2469">
                  <a:moveTo>
                    <a:pt x="0" y="1"/>
                  </a:moveTo>
                  <a:lnTo>
                    <a:pt x="0" y="228"/>
                  </a:lnTo>
                  <a:lnTo>
                    <a:pt x="2468" y="228"/>
                  </a:lnTo>
                  <a:lnTo>
                    <a:pt x="24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32"/>
            <p:cNvSpPr/>
            <p:nvPr/>
          </p:nvSpPr>
          <p:spPr>
            <a:xfrm>
              <a:off x="3971362" y="3289314"/>
              <a:ext cx="156072" cy="14539"/>
            </a:xfrm>
            <a:custGeom>
              <a:rect b="b" l="l" r="r" t="t"/>
              <a:pathLst>
                <a:path extrusionOk="0" h="230" w="2469">
                  <a:moveTo>
                    <a:pt x="0" y="1"/>
                  </a:moveTo>
                  <a:lnTo>
                    <a:pt x="0" y="229"/>
                  </a:lnTo>
                  <a:lnTo>
                    <a:pt x="2468" y="229"/>
                  </a:lnTo>
                  <a:lnTo>
                    <a:pt x="24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32"/>
            <p:cNvSpPr/>
            <p:nvPr/>
          </p:nvSpPr>
          <p:spPr>
            <a:xfrm>
              <a:off x="3676165" y="2934193"/>
              <a:ext cx="198045" cy="387050"/>
            </a:xfrm>
            <a:custGeom>
              <a:rect b="b" l="l" r="r" t="t"/>
              <a:pathLst>
                <a:path extrusionOk="0" h="6123" w="3133">
                  <a:moveTo>
                    <a:pt x="0" y="1"/>
                  </a:moveTo>
                  <a:lnTo>
                    <a:pt x="0" y="6122"/>
                  </a:lnTo>
                  <a:lnTo>
                    <a:pt x="3132" y="6122"/>
                  </a:lnTo>
                  <a:lnTo>
                    <a:pt x="31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32"/>
            <p:cNvSpPr/>
            <p:nvPr/>
          </p:nvSpPr>
          <p:spPr>
            <a:xfrm>
              <a:off x="3697151" y="2972941"/>
              <a:ext cx="156135" cy="18458"/>
            </a:xfrm>
            <a:custGeom>
              <a:rect b="b" l="l" r="r" t="t"/>
              <a:pathLst>
                <a:path extrusionOk="0" h="292" w="2470">
                  <a:moveTo>
                    <a:pt x="1" y="1"/>
                  </a:moveTo>
                  <a:lnTo>
                    <a:pt x="1" y="291"/>
                  </a:lnTo>
                  <a:lnTo>
                    <a:pt x="2470" y="291"/>
                  </a:lnTo>
                  <a:lnTo>
                    <a:pt x="24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32"/>
            <p:cNvSpPr/>
            <p:nvPr/>
          </p:nvSpPr>
          <p:spPr>
            <a:xfrm>
              <a:off x="3697151" y="3024142"/>
              <a:ext cx="156135" cy="18458"/>
            </a:xfrm>
            <a:custGeom>
              <a:rect b="b" l="l" r="r" t="t"/>
              <a:pathLst>
                <a:path extrusionOk="0" h="292" w="2470">
                  <a:moveTo>
                    <a:pt x="1" y="1"/>
                  </a:moveTo>
                  <a:lnTo>
                    <a:pt x="1" y="291"/>
                  </a:lnTo>
                  <a:lnTo>
                    <a:pt x="2470" y="291"/>
                  </a:lnTo>
                  <a:lnTo>
                    <a:pt x="24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32"/>
            <p:cNvSpPr/>
            <p:nvPr/>
          </p:nvSpPr>
          <p:spPr>
            <a:xfrm>
              <a:off x="3697151" y="3075470"/>
              <a:ext cx="156135" cy="18395"/>
            </a:xfrm>
            <a:custGeom>
              <a:rect b="b" l="l" r="r" t="t"/>
              <a:pathLst>
                <a:path extrusionOk="0" h="291" w="2470">
                  <a:moveTo>
                    <a:pt x="1" y="0"/>
                  </a:moveTo>
                  <a:lnTo>
                    <a:pt x="1" y="291"/>
                  </a:lnTo>
                  <a:lnTo>
                    <a:pt x="2470" y="291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32"/>
            <p:cNvSpPr/>
            <p:nvPr/>
          </p:nvSpPr>
          <p:spPr>
            <a:xfrm>
              <a:off x="3697151" y="3126734"/>
              <a:ext cx="156135" cy="18395"/>
            </a:xfrm>
            <a:custGeom>
              <a:rect b="b" l="l" r="r" t="t"/>
              <a:pathLst>
                <a:path extrusionOk="0" h="291" w="2470">
                  <a:moveTo>
                    <a:pt x="1" y="1"/>
                  </a:moveTo>
                  <a:lnTo>
                    <a:pt x="1" y="290"/>
                  </a:lnTo>
                  <a:lnTo>
                    <a:pt x="2470" y="290"/>
                  </a:lnTo>
                  <a:lnTo>
                    <a:pt x="24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32"/>
            <p:cNvSpPr/>
            <p:nvPr/>
          </p:nvSpPr>
          <p:spPr>
            <a:xfrm>
              <a:off x="3697151" y="3178062"/>
              <a:ext cx="156135" cy="18395"/>
            </a:xfrm>
            <a:custGeom>
              <a:rect b="b" l="l" r="r" t="t"/>
              <a:pathLst>
                <a:path extrusionOk="0" h="291" w="2470">
                  <a:moveTo>
                    <a:pt x="1" y="0"/>
                  </a:moveTo>
                  <a:lnTo>
                    <a:pt x="1" y="291"/>
                  </a:lnTo>
                  <a:lnTo>
                    <a:pt x="2470" y="291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32"/>
            <p:cNvSpPr/>
            <p:nvPr/>
          </p:nvSpPr>
          <p:spPr>
            <a:xfrm>
              <a:off x="3697151" y="3229326"/>
              <a:ext cx="156135" cy="18332"/>
            </a:xfrm>
            <a:custGeom>
              <a:rect b="b" l="l" r="r" t="t"/>
              <a:pathLst>
                <a:path extrusionOk="0" h="290" w="2470">
                  <a:moveTo>
                    <a:pt x="1" y="0"/>
                  </a:moveTo>
                  <a:lnTo>
                    <a:pt x="1" y="290"/>
                  </a:lnTo>
                  <a:lnTo>
                    <a:pt x="2470" y="290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32"/>
            <p:cNvSpPr/>
            <p:nvPr/>
          </p:nvSpPr>
          <p:spPr>
            <a:xfrm>
              <a:off x="3697151" y="3280527"/>
              <a:ext cx="156135" cy="18458"/>
            </a:xfrm>
            <a:custGeom>
              <a:rect b="b" l="l" r="r" t="t"/>
              <a:pathLst>
                <a:path extrusionOk="0" h="292" w="2470">
                  <a:moveTo>
                    <a:pt x="1" y="1"/>
                  </a:moveTo>
                  <a:lnTo>
                    <a:pt x="1" y="291"/>
                  </a:lnTo>
                  <a:lnTo>
                    <a:pt x="2470" y="291"/>
                  </a:lnTo>
                  <a:lnTo>
                    <a:pt x="24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32"/>
            <p:cNvSpPr/>
            <p:nvPr/>
          </p:nvSpPr>
          <p:spPr>
            <a:xfrm>
              <a:off x="4205117" y="3077935"/>
              <a:ext cx="168272" cy="243558"/>
            </a:xfrm>
            <a:custGeom>
              <a:rect b="b" l="l" r="r" t="t"/>
              <a:pathLst>
                <a:path extrusionOk="0" h="3853" w="2662">
                  <a:moveTo>
                    <a:pt x="0" y="0"/>
                  </a:moveTo>
                  <a:lnTo>
                    <a:pt x="0" y="3852"/>
                  </a:lnTo>
                  <a:lnTo>
                    <a:pt x="2661" y="3852"/>
                  </a:lnTo>
                  <a:lnTo>
                    <a:pt x="2661" y="5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32"/>
            <p:cNvSpPr/>
            <p:nvPr/>
          </p:nvSpPr>
          <p:spPr>
            <a:xfrm>
              <a:off x="4227747" y="3150439"/>
              <a:ext cx="123833" cy="14286"/>
            </a:xfrm>
            <a:custGeom>
              <a:rect b="b" l="l" r="r" t="t"/>
              <a:pathLst>
                <a:path extrusionOk="0" h="226" w="1959">
                  <a:moveTo>
                    <a:pt x="0" y="0"/>
                  </a:moveTo>
                  <a:lnTo>
                    <a:pt x="0" y="225"/>
                  </a:lnTo>
                  <a:lnTo>
                    <a:pt x="1959" y="225"/>
                  </a:lnTo>
                  <a:lnTo>
                    <a:pt x="19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32"/>
            <p:cNvSpPr/>
            <p:nvPr/>
          </p:nvSpPr>
          <p:spPr>
            <a:xfrm>
              <a:off x="4227747" y="3192474"/>
              <a:ext cx="123833" cy="14286"/>
            </a:xfrm>
            <a:custGeom>
              <a:rect b="b" l="l" r="r" t="t"/>
              <a:pathLst>
                <a:path extrusionOk="0" h="226" w="1959">
                  <a:moveTo>
                    <a:pt x="0" y="0"/>
                  </a:moveTo>
                  <a:lnTo>
                    <a:pt x="0" y="225"/>
                  </a:lnTo>
                  <a:lnTo>
                    <a:pt x="1959" y="225"/>
                  </a:lnTo>
                  <a:lnTo>
                    <a:pt x="19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32"/>
            <p:cNvSpPr/>
            <p:nvPr/>
          </p:nvSpPr>
          <p:spPr>
            <a:xfrm>
              <a:off x="4227747" y="3234509"/>
              <a:ext cx="123833" cy="14286"/>
            </a:xfrm>
            <a:custGeom>
              <a:rect b="b" l="l" r="r" t="t"/>
              <a:pathLst>
                <a:path extrusionOk="0" h="226" w="1959">
                  <a:moveTo>
                    <a:pt x="0" y="0"/>
                  </a:moveTo>
                  <a:lnTo>
                    <a:pt x="0" y="225"/>
                  </a:lnTo>
                  <a:lnTo>
                    <a:pt x="1959" y="225"/>
                  </a:lnTo>
                  <a:lnTo>
                    <a:pt x="19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32"/>
            <p:cNvSpPr/>
            <p:nvPr/>
          </p:nvSpPr>
          <p:spPr>
            <a:xfrm>
              <a:off x="4227747" y="3276545"/>
              <a:ext cx="123833" cy="14286"/>
            </a:xfrm>
            <a:custGeom>
              <a:rect b="b" l="l" r="r" t="t"/>
              <a:pathLst>
                <a:path extrusionOk="0" h="226" w="1959">
                  <a:moveTo>
                    <a:pt x="0" y="0"/>
                  </a:moveTo>
                  <a:lnTo>
                    <a:pt x="0" y="225"/>
                  </a:lnTo>
                  <a:lnTo>
                    <a:pt x="1959" y="225"/>
                  </a:lnTo>
                  <a:lnTo>
                    <a:pt x="19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2"/>
            <p:cNvSpPr/>
            <p:nvPr/>
          </p:nvSpPr>
          <p:spPr>
            <a:xfrm>
              <a:off x="3623953" y="3475976"/>
              <a:ext cx="115552" cy="20481"/>
            </a:xfrm>
            <a:custGeom>
              <a:rect b="b" l="l" r="r" t="t"/>
              <a:pathLst>
                <a:path extrusionOk="0" h="324" w="1828">
                  <a:moveTo>
                    <a:pt x="913" y="1"/>
                  </a:moveTo>
                  <a:cubicBezTo>
                    <a:pt x="409" y="1"/>
                    <a:pt x="1" y="72"/>
                    <a:pt x="1" y="162"/>
                  </a:cubicBezTo>
                  <a:cubicBezTo>
                    <a:pt x="1" y="252"/>
                    <a:pt x="409" y="323"/>
                    <a:pt x="913" y="323"/>
                  </a:cubicBezTo>
                  <a:cubicBezTo>
                    <a:pt x="1419" y="323"/>
                    <a:pt x="1827" y="252"/>
                    <a:pt x="1827" y="162"/>
                  </a:cubicBezTo>
                  <a:cubicBezTo>
                    <a:pt x="1827" y="72"/>
                    <a:pt x="1419" y="1"/>
                    <a:pt x="913" y="1"/>
                  </a:cubicBez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2"/>
            <p:cNvSpPr/>
            <p:nvPr/>
          </p:nvSpPr>
          <p:spPr>
            <a:xfrm>
              <a:off x="3664155" y="3255306"/>
              <a:ext cx="29141" cy="235593"/>
            </a:xfrm>
            <a:custGeom>
              <a:rect b="b" l="l" r="r" t="t"/>
              <a:pathLst>
                <a:path extrusionOk="0" h="3727" w="461">
                  <a:moveTo>
                    <a:pt x="157" y="1"/>
                  </a:moveTo>
                  <a:lnTo>
                    <a:pt x="0" y="3726"/>
                  </a:lnTo>
                  <a:lnTo>
                    <a:pt x="461" y="3726"/>
                  </a:lnTo>
                  <a:lnTo>
                    <a:pt x="30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2"/>
            <p:cNvSpPr/>
            <p:nvPr/>
          </p:nvSpPr>
          <p:spPr>
            <a:xfrm>
              <a:off x="3679705" y="3255306"/>
              <a:ext cx="13591" cy="235593"/>
            </a:xfrm>
            <a:custGeom>
              <a:rect b="b" l="l" r="r" t="t"/>
              <a:pathLst>
                <a:path extrusionOk="0" h="3727" w="215">
                  <a:moveTo>
                    <a:pt x="1" y="1"/>
                  </a:moveTo>
                  <a:lnTo>
                    <a:pt x="35" y="3726"/>
                  </a:lnTo>
                  <a:lnTo>
                    <a:pt x="215" y="3726"/>
                  </a:lnTo>
                  <a:lnTo>
                    <a:pt x="59" y="1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32"/>
            <p:cNvSpPr/>
            <p:nvPr/>
          </p:nvSpPr>
          <p:spPr>
            <a:xfrm>
              <a:off x="3588365" y="3257392"/>
              <a:ext cx="93049" cy="95577"/>
            </a:xfrm>
            <a:custGeom>
              <a:rect b="b" l="l" r="r" t="t"/>
              <a:pathLst>
                <a:path extrusionOk="0" h="1512" w="1472">
                  <a:moveTo>
                    <a:pt x="1422" y="0"/>
                  </a:moveTo>
                  <a:cubicBezTo>
                    <a:pt x="1397" y="0"/>
                    <a:pt x="1364" y="0"/>
                    <a:pt x="1327" y="3"/>
                  </a:cubicBezTo>
                  <a:cubicBezTo>
                    <a:pt x="923" y="27"/>
                    <a:pt x="1" y="227"/>
                    <a:pt x="622" y="1512"/>
                  </a:cubicBezTo>
                  <a:cubicBezTo>
                    <a:pt x="622" y="1512"/>
                    <a:pt x="639" y="1384"/>
                    <a:pt x="685" y="1203"/>
                  </a:cubicBezTo>
                  <a:lnTo>
                    <a:pt x="568" y="982"/>
                  </a:lnTo>
                  <a:lnTo>
                    <a:pt x="724" y="1061"/>
                  </a:lnTo>
                  <a:cubicBezTo>
                    <a:pt x="753" y="969"/>
                    <a:pt x="788" y="872"/>
                    <a:pt x="830" y="773"/>
                  </a:cubicBezTo>
                  <a:lnTo>
                    <a:pt x="757" y="586"/>
                  </a:lnTo>
                  <a:lnTo>
                    <a:pt x="882" y="658"/>
                  </a:lnTo>
                  <a:cubicBezTo>
                    <a:pt x="930" y="561"/>
                    <a:pt x="986" y="467"/>
                    <a:pt x="1052" y="380"/>
                  </a:cubicBezTo>
                  <a:lnTo>
                    <a:pt x="986" y="277"/>
                  </a:lnTo>
                  <a:lnTo>
                    <a:pt x="1111" y="307"/>
                  </a:lnTo>
                  <a:cubicBezTo>
                    <a:pt x="1204" y="200"/>
                    <a:pt x="1314" y="110"/>
                    <a:pt x="1442" y="52"/>
                  </a:cubicBezTo>
                  <a:lnTo>
                    <a:pt x="1444" y="52"/>
                  </a:lnTo>
                  <a:lnTo>
                    <a:pt x="1446" y="50"/>
                  </a:lnTo>
                  <a:cubicBezTo>
                    <a:pt x="1449" y="49"/>
                    <a:pt x="1453" y="48"/>
                    <a:pt x="1455" y="47"/>
                  </a:cubicBezTo>
                  <a:cubicBezTo>
                    <a:pt x="1459" y="44"/>
                    <a:pt x="1463" y="43"/>
                    <a:pt x="1465" y="42"/>
                  </a:cubicBezTo>
                  <a:cubicBezTo>
                    <a:pt x="1469" y="33"/>
                    <a:pt x="1471" y="24"/>
                    <a:pt x="1471" y="16"/>
                  </a:cubicBezTo>
                  <a:cubicBezTo>
                    <a:pt x="1471" y="10"/>
                    <a:pt x="1471" y="7"/>
                    <a:pt x="1469" y="2"/>
                  </a:cubicBezTo>
                  <a:lnTo>
                    <a:pt x="1468" y="2"/>
                  </a:lnTo>
                  <a:cubicBezTo>
                    <a:pt x="1458" y="2"/>
                    <a:pt x="1446" y="0"/>
                    <a:pt x="14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32"/>
            <p:cNvSpPr/>
            <p:nvPr/>
          </p:nvSpPr>
          <p:spPr>
            <a:xfrm>
              <a:off x="3566747" y="3228315"/>
              <a:ext cx="113593" cy="58345"/>
            </a:xfrm>
            <a:custGeom>
              <a:rect b="b" l="l" r="r" t="t"/>
              <a:pathLst>
                <a:path extrusionOk="0" h="923" w="1797">
                  <a:moveTo>
                    <a:pt x="918" y="0"/>
                  </a:moveTo>
                  <a:cubicBezTo>
                    <a:pt x="606" y="0"/>
                    <a:pt x="266" y="214"/>
                    <a:pt x="0" y="923"/>
                  </a:cubicBezTo>
                  <a:cubicBezTo>
                    <a:pt x="15" y="913"/>
                    <a:pt x="120" y="837"/>
                    <a:pt x="283" y="745"/>
                  </a:cubicBezTo>
                  <a:lnTo>
                    <a:pt x="365" y="493"/>
                  </a:lnTo>
                  <a:lnTo>
                    <a:pt x="421" y="672"/>
                  </a:lnTo>
                  <a:cubicBezTo>
                    <a:pt x="511" y="627"/>
                    <a:pt x="611" y="581"/>
                    <a:pt x="717" y="542"/>
                  </a:cubicBezTo>
                  <a:lnTo>
                    <a:pt x="808" y="347"/>
                  </a:lnTo>
                  <a:lnTo>
                    <a:pt x="845" y="497"/>
                  </a:lnTo>
                  <a:cubicBezTo>
                    <a:pt x="954" y="464"/>
                    <a:pt x="1068" y="437"/>
                    <a:pt x="1183" y="424"/>
                  </a:cubicBezTo>
                  <a:lnTo>
                    <a:pt x="1217" y="298"/>
                  </a:lnTo>
                  <a:lnTo>
                    <a:pt x="1284" y="415"/>
                  </a:lnTo>
                  <a:cubicBezTo>
                    <a:pt x="1305" y="414"/>
                    <a:pt x="1326" y="414"/>
                    <a:pt x="1347" y="414"/>
                  </a:cubicBezTo>
                  <a:cubicBezTo>
                    <a:pt x="1457" y="414"/>
                    <a:pt x="1566" y="428"/>
                    <a:pt x="1670" y="464"/>
                  </a:cubicBezTo>
                  <a:cubicBezTo>
                    <a:pt x="1709" y="477"/>
                    <a:pt x="1747" y="493"/>
                    <a:pt x="1786" y="513"/>
                  </a:cubicBezTo>
                  <a:lnTo>
                    <a:pt x="1787" y="513"/>
                  </a:lnTo>
                  <a:lnTo>
                    <a:pt x="1788" y="510"/>
                  </a:lnTo>
                  <a:cubicBezTo>
                    <a:pt x="1791" y="508"/>
                    <a:pt x="1795" y="508"/>
                    <a:pt x="1797" y="507"/>
                  </a:cubicBezTo>
                  <a:cubicBezTo>
                    <a:pt x="1795" y="494"/>
                    <a:pt x="1790" y="476"/>
                    <a:pt x="1780" y="466"/>
                  </a:cubicBezTo>
                  <a:cubicBezTo>
                    <a:pt x="1777" y="463"/>
                    <a:pt x="1776" y="463"/>
                    <a:pt x="1775" y="460"/>
                  </a:cubicBezTo>
                  <a:cubicBezTo>
                    <a:pt x="1769" y="452"/>
                    <a:pt x="1760" y="443"/>
                    <a:pt x="1750" y="435"/>
                  </a:cubicBezTo>
                  <a:cubicBezTo>
                    <a:pt x="1626" y="305"/>
                    <a:pt x="1291" y="0"/>
                    <a:pt x="9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32"/>
            <p:cNvSpPr/>
            <p:nvPr/>
          </p:nvSpPr>
          <p:spPr>
            <a:xfrm>
              <a:off x="3582865" y="3194623"/>
              <a:ext cx="98548" cy="65931"/>
            </a:xfrm>
            <a:custGeom>
              <a:rect b="b" l="l" r="r" t="t"/>
              <a:pathLst>
                <a:path extrusionOk="0" h="1043" w="1559">
                  <a:moveTo>
                    <a:pt x="791" y="0"/>
                  </a:moveTo>
                  <a:cubicBezTo>
                    <a:pt x="587" y="0"/>
                    <a:pt x="328" y="73"/>
                    <a:pt x="1" y="256"/>
                  </a:cubicBezTo>
                  <a:cubicBezTo>
                    <a:pt x="1" y="256"/>
                    <a:pt x="129" y="265"/>
                    <a:pt x="313" y="301"/>
                  </a:cubicBezTo>
                  <a:lnTo>
                    <a:pt x="525" y="169"/>
                  </a:lnTo>
                  <a:lnTo>
                    <a:pt x="456" y="331"/>
                  </a:lnTo>
                  <a:cubicBezTo>
                    <a:pt x="547" y="353"/>
                    <a:pt x="648" y="383"/>
                    <a:pt x="749" y="418"/>
                  </a:cubicBezTo>
                  <a:lnTo>
                    <a:pt x="932" y="335"/>
                  </a:lnTo>
                  <a:lnTo>
                    <a:pt x="867" y="465"/>
                  </a:lnTo>
                  <a:cubicBezTo>
                    <a:pt x="966" y="505"/>
                    <a:pt x="1065" y="556"/>
                    <a:pt x="1154" y="617"/>
                  </a:cubicBezTo>
                  <a:lnTo>
                    <a:pt x="1255" y="546"/>
                  </a:lnTo>
                  <a:lnTo>
                    <a:pt x="1233" y="670"/>
                  </a:lnTo>
                  <a:cubicBezTo>
                    <a:pt x="1338" y="754"/>
                    <a:pt x="1430" y="851"/>
                    <a:pt x="1496" y="968"/>
                  </a:cubicBezTo>
                  <a:cubicBezTo>
                    <a:pt x="1500" y="975"/>
                    <a:pt x="1505" y="984"/>
                    <a:pt x="1510" y="993"/>
                  </a:cubicBezTo>
                  <a:cubicBezTo>
                    <a:pt x="1519" y="1010"/>
                    <a:pt x="1527" y="1025"/>
                    <a:pt x="1533" y="1043"/>
                  </a:cubicBezTo>
                  <a:cubicBezTo>
                    <a:pt x="1536" y="1042"/>
                    <a:pt x="1540" y="1041"/>
                    <a:pt x="1542" y="1040"/>
                  </a:cubicBezTo>
                  <a:cubicBezTo>
                    <a:pt x="1546" y="1037"/>
                    <a:pt x="1550" y="1036"/>
                    <a:pt x="1552" y="1035"/>
                  </a:cubicBezTo>
                  <a:cubicBezTo>
                    <a:pt x="1556" y="1026"/>
                    <a:pt x="1558" y="1017"/>
                    <a:pt x="1558" y="1009"/>
                  </a:cubicBezTo>
                  <a:lnTo>
                    <a:pt x="1558" y="995"/>
                  </a:lnTo>
                  <a:cubicBezTo>
                    <a:pt x="1550" y="791"/>
                    <a:pt x="1467" y="0"/>
                    <a:pt x="7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32"/>
            <p:cNvSpPr/>
            <p:nvPr/>
          </p:nvSpPr>
          <p:spPr>
            <a:xfrm>
              <a:off x="3677935" y="3257392"/>
              <a:ext cx="92986" cy="95577"/>
            </a:xfrm>
            <a:custGeom>
              <a:rect b="b" l="l" r="r" t="t"/>
              <a:pathLst>
                <a:path extrusionOk="0" h="1512" w="1471">
                  <a:moveTo>
                    <a:pt x="39" y="0"/>
                  </a:moveTo>
                  <a:cubicBezTo>
                    <a:pt x="25" y="0"/>
                    <a:pt x="13" y="2"/>
                    <a:pt x="3" y="2"/>
                  </a:cubicBezTo>
                  <a:lnTo>
                    <a:pt x="2" y="2"/>
                  </a:lnTo>
                  <a:cubicBezTo>
                    <a:pt x="0" y="7"/>
                    <a:pt x="0" y="10"/>
                    <a:pt x="0" y="16"/>
                  </a:cubicBezTo>
                  <a:cubicBezTo>
                    <a:pt x="0" y="24"/>
                    <a:pt x="2" y="33"/>
                    <a:pt x="6" y="42"/>
                  </a:cubicBezTo>
                  <a:cubicBezTo>
                    <a:pt x="8" y="43"/>
                    <a:pt x="12" y="44"/>
                    <a:pt x="16" y="47"/>
                  </a:cubicBezTo>
                  <a:cubicBezTo>
                    <a:pt x="18" y="48"/>
                    <a:pt x="23" y="49"/>
                    <a:pt x="26" y="50"/>
                  </a:cubicBezTo>
                  <a:lnTo>
                    <a:pt x="28" y="52"/>
                  </a:lnTo>
                  <a:lnTo>
                    <a:pt x="29" y="52"/>
                  </a:lnTo>
                  <a:cubicBezTo>
                    <a:pt x="157" y="110"/>
                    <a:pt x="267" y="200"/>
                    <a:pt x="360" y="307"/>
                  </a:cubicBezTo>
                  <a:lnTo>
                    <a:pt x="484" y="277"/>
                  </a:lnTo>
                  <a:lnTo>
                    <a:pt x="420" y="380"/>
                  </a:lnTo>
                  <a:cubicBezTo>
                    <a:pt x="484" y="467"/>
                    <a:pt x="540" y="561"/>
                    <a:pt x="589" y="658"/>
                  </a:cubicBezTo>
                  <a:lnTo>
                    <a:pt x="714" y="586"/>
                  </a:lnTo>
                  <a:lnTo>
                    <a:pt x="642" y="773"/>
                  </a:lnTo>
                  <a:cubicBezTo>
                    <a:pt x="684" y="872"/>
                    <a:pt x="718" y="969"/>
                    <a:pt x="747" y="1061"/>
                  </a:cubicBezTo>
                  <a:lnTo>
                    <a:pt x="904" y="982"/>
                  </a:lnTo>
                  <a:lnTo>
                    <a:pt x="786" y="1203"/>
                  </a:lnTo>
                  <a:cubicBezTo>
                    <a:pt x="832" y="1384"/>
                    <a:pt x="848" y="1512"/>
                    <a:pt x="848" y="1512"/>
                  </a:cubicBezTo>
                  <a:cubicBezTo>
                    <a:pt x="1470" y="227"/>
                    <a:pt x="548" y="27"/>
                    <a:pt x="144" y="3"/>
                  </a:cubicBezTo>
                  <a:cubicBezTo>
                    <a:pt x="106" y="0"/>
                    <a:pt x="75" y="0"/>
                    <a:pt x="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32"/>
            <p:cNvSpPr/>
            <p:nvPr/>
          </p:nvSpPr>
          <p:spPr>
            <a:xfrm>
              <a:off x="3678947" y="3228252"/>
              <a:ext cx="113656" cy="58345"/>
            </a:xfrm>
            <a:custGeom>
              <a:rect b="b" l="l" r="r" t="t"/>
              <a:pathLst>
                <a:path extrusionOk="0" h="923" w="1798">
                  <a:moveTo>
                    <a:pt x="879" y="0"/>
                  </a:moveTo>
                  <a:cubicBezTo>
                    <a:pt x="506" y="0"/>
                    <a:pt x="172" y="304"/>
                    <a:pt x="47" y="434"/>
                  </a:cubicBezTo>
                  <a:lnTo>
                    <a:pt x="22" y="459"/>
                  </a:lnTo>
                  <a:cubicBezTo>
                    <a:pt x="21" y="463"/>
                    <a:pt x="20" y="463"/>
                    <a:pt x="18" y="465"/>
                  </a:cubicBezTo>
                  <a:cubicBezTo>
                    <a:pt x="8" y="475"/>
                    <a:pt x="5" y="494"/>
                    <a:pt x="0" y="505"/>
                  </a:cubicBezTo>
                  <a:cubicBezTo>
                    <a:pt x="2" y="508"/>
                    <a:pt x="7" y="509"/>
                    <a:pt x="10" y="510"/>
                  </a:cubicBezTo>
                  <a:lnTo>
                    <a:pt x="11" y="513"/>
                  </a:lnTo>
                  <a:cubicBezTo>
                    <a:pt x="48" y="493"/>
                    <a:pt x="87" y="477"/>
                    <a:pt x="127" y="464"/>
                  </a:cubicBezTo>
                  <a:cubicBezTo>
                    <a:pt x="231" y="429"/>
                    <a:pt x="339" y="414"/>
                    <a:pt x="448" y="414"/>
                  </a:cubicBezTo>
                  <a:cubicBezTo>
                    <a:pt x="470" y="414"/>
                    <a:pt x="491" y="414"/>
                    <a:pt x="513" y="415"/>
                  </a:cubicBezTo>
                  <a:lnTo>
                    <a:pt x="581" y="298"/>
                  </a:lnTo>
                  <a:lnTo>
                    <a:pt x="614" y="424"/>
                  </a:lnTo>
                  <a:cubicBezTo>
                    <a:pt x="729" y="438"/>
                    <a:pt x="844" y="464"/>
                    <a:pt x="952" y="497"/>
                  </a:cubicBezTo>
                  <a:lnTo>
                    <a:pt x="989" y="347"/>
                  </a:lnTo>
                  <a:lnTo>
                    <a:pt x="1080" y="541"/>
                  </a:lnTo>
                  <a:cubicBezTo>
                    <a:pt x="1187" y="581"/>
                    <a:pt x="1287" y="626"/>
                    <a:pt x="1377" y="672"/>
                  </a:cubicBezTo>
                  <a:lnTo>
                    <a:pt x="1432" y="493"/>
                  </a:lnTo>
                  <a:lnTo>
                    <a:pt x="1515" y="745"/>
                  </a:lnTo>
                  <a:cubicBezTo>
                    <a:pt x="1677" y="837"/>
                    <a:pt x="1783" y="913"/>
                    <a:pt x="1797" y="923"/>
                  </a:cubicBezTo>
                  <a:cubicBezTo>
                    <a:pt x="1531" y="214"/>
                    <a:pt x="1191" y="0"/>
                    <a:pt x="8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32"/>
            <p:cNvSpPr/>
            <p:nvPr/>
          </p:nvSpPr>
          <p:spPr>
            <a:xfrm>
              <a:off x="3677935" y="3194623"/>
              <a:ext cx="98485" cy="65931"/>
            </a:xfrm>
            <a:custGeom>
              <a:rect b="b" l="l" r="r" t="t"/>
              <a:pathLst>
                <a:path extrusionOk="0" h="1043" w="1558">
                  <a:moveTo>
                    <a:pt x="767" y="0"/>
                  </a:moveTo>
                  <a:cubicBezTo>
                    <a:pt x="92" y="0"/>
                    <a:pt x="8" y="791"/>
                    <a:pt x="0" y="995"/>
                  </a:cubicBezTo>
                  <a:lnTo>
                    <a:pt x="0" y="1009"/>
                  </a:lnTo>
                  <a:cubicBezTo>
                    <a:pt x="0" y="1017"/>
                    <a:pt x="2" y="1026"/>
                    <a:pt x="6" y="1035"/>
                  </a:cubicBezTo>
                  <a:cubicBezTo>
                    <a:pt x="8" y="1036"/>
                    <a:pt x="12" y="1037"/>
                    <a:pt x="16" y="1040"/>
                  </a:cubicBezTo>
                  <a:cubicBezTo>
                    <a:pt x="18" y="1041"/>
                    <a:pt x="23" y="1042"/>
                    <a:pt x="26" y="1043"/>
                  </a:cubicBezTo>
                  <a:cubicBezTo>
                    <a:pt x="32" y="1025"/>
                    <a:pt x="39" y="1010"/>
                    <a:pt x="48" y="993"/>
                  </a:cubicBezTo>
                  <a:cubicBezTo>
                    <a:pt x="53" y="984"/>
                    <a:pt x="58" y="975"/>
                    <a:pt x="62" y="968"/>
                  </a:cubicBezTo>
                  <a:cubicBezTo>
                    <a:pt x="128" y="851"/>
                    <a:pt x="220" y="754"/>
                    <a:pt x="325" y="670"/>
                  </a:cubicBezTo>
                  <a:lnTo>
                    <a:pt x="303" y="546"/>
                  </a:lnTo>
                  <a:lnTo>
                    <a:pt x="404" y="617"/>
                  </a:lnTo>
                  <a:cubicBezTo>
                    <a:pt x="493" y="556"/>
                    <a:pt x="591" y="505"/>
                    <a:pt x="692" y="465"/>
                  </a:cubicBezTo>
                  <a:lnTo>
                    <a:pt x="626" y="335"/>
                  </a:lnTo>
                  <a:lnTo>
                    <a:pt x="809" y="418"/>
                  </a:lnTo>
                  <a:cubicBezTo>
                    <a:pt x="911" y="383"/>
                    <a:pt x="1011" y="353"/>
                    <a:pt x="1102" y="331"/>
                  </a:cubicBezTo>
                  <a:lnTo>
                    <a:pt x="1033" y="169"/>
                  </a:lnTo>
                  <a:lnTo>
                    <a:pt x="1245" y="301"/>
                  </a:lnTo>
                  <a:cubicBezTo>
                    <a:pt x="1429" y="265"/>
                    <a:pt x="1557" y="256"/>
                    <a:pt x="1557" y="256"/>
                  </a:cubicBezTo>
                  <a:cubicBezTo>
                    <a:pt x="1230" y="73"/>
                    <a:pt x="972" y="0"/>
                    <a:pt x="7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32"/>
            <p:cNvSpPr/>
            <p:nvPr/>
          </p:nvSpPr>
          <p:spPr>
            <a:xfrm>
              <a:off x="4310869" y="3477999"/>
              <a:ext cx="115552" cy="20418"/>
            </a:xfrm>
            <a:custGeom>
              <a:rect b="b" l="l" r="r" t="t"/>
              <a:pathLst>
                <a:path extrusionOk="0" h="323" w="1828">
                  <a:moveTo>
                    <a:pt x="915" y="1"/>
                  </a:moveTo>
                  <a:cubicBezTo>
                    <a:pt x="410" y="1"/>
                    <a:pt x="1" y="72"/>
                    <a:pt x="1" y="161"/>
                  </a:cubicBezTo>
                  <a:cubicBezTo>
                    <a:pt x="1" y="251"/>
                    <a:pt x="409" y="323"/>
                    <a:pt x="915" y="323"/>
                  </a:cubicBezTo>
                  <a:cubicBezTo>
                    <a:pt x="1419" y="323"/>
                    <a:pt x="1827" y="251"/>
                    <a:pt x="1827" y="161"/>
                  </a:cubicBezTo>
                  <a:cubicBezTo>
                    <a:pt x="1827" y="72"/>
                    <a:pt x="1419" y="1"/>
                    <a:pt x="915" y="1"/>
                  </a:cubicBezTo>
                  <a:close/>
                </a:path>
              </a:pathLst>
            </a:custGeom>
            <a:solidFill>
              <a:srgbClr val="000000">
                <a:alpha val="14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32"/>
            <p:cNvSpPr/>
            <p:nvPr/>
          </p:nvSpPr>
          <p:spPr>
            <a:xfrm>
              <a:off x="4349744" y="3255306"/>
              <a:ext cx="29204" cy="235593"/>
            </a:xfrm>
            <a:custGeom>
              <a:rect b="b" l="l" r="r" t="t"/>
              <a:pathLst>
                <a:path extrusionOk="0" h="3727" w="462">
                  <a:moveTo>
                    <a:pt x="157" y="1"/>
                  </a:moveTo>
                  <a:lnTo>
                    <a:pt x="1" y="3726"/>
                  </a:lnTo>
                  <a:lnTo>
                    <a:pt x="461" y="3726"/>
                  </a:lnTo>
                  <a:lnTo>
                    <a:pt x="30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32"/>
            <p:cNvSpPr/>
            <p:nvPr/>
          </p:nvSpPr>
          <p:spPr>
            <a:xfrm>
              <a:off x="4365421" y="3255306"/>
              <a:ext cx="13527" cy="235593"/>
            </a:xfrm>
            <a:custGeom>
              <a:rect b="b" l="l" r="r" t="t"/>
              <a:pathLst>
                <a:path extrusionOk="0" h="3727" w="214">
                  <a:moveTo>
                    <a:pt x="1" y="1"/>
                  </a:moveTo>
                  <a:lnTo>
                    <a:pt x="33" y="3726"/>
                  </a:lnTo>
                  <a:lnTo>
                    <a:pt x="213" y="3726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rgbClr val="DB88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32"/>
            <p:cNvSpPr/>
            <p:nvPr/>
          </p:nvSpPr>
          <p:spPr>
            <a:xfrm>
              <a:off x="4273954" y="3257392"/>
              <a:ext cx="93049" cy="95577"/>
            </a:xfrm>
            <a:custGeom>
              <a:rect b="b" l="l" r="r" t="t"/>
              <a:pathLst>
                <a:path extrusionOk="0" h="1512" w="1472">
                  <a:moveTo>
                    <a:pt x="1422" y="0"/>
                  </a:moveTo>
                  <a:cubicBezTo>
                    <a:pt x="1396" y="0"/>
                    <a:pt x="1364" y="0"/>
                    <a:pt x="1327" y="3"/>
                  </a:cubicBezTo>
                  <a:cubicBezTo>
                    <a:pt x="923" y="27"/>
                    <a:pt x="1" y="227"/>
                    <a:pt x="622" y="1512"/>
                  </a:cubicBezTo>
                  <a:cubicBezTo>
                    <a:pt x="622" y="1512"/>
                    <a:pt x="639" y="1384"/>
                    <a:pt x="685" y="1203"/>
                  </a:cubicBezTo>
                  <a:lnTo>
                    <a:pt x="568" y="982"/>
                  </a:lnTo>
                  <a:lnTo>
                    <a:pt x="724" y="1061"/>
                  </a:lnTo>
                  <a:cubicBezTo>
                    <a:pt x="753" y="969"/>
                    <a:pt x="788" y="872"/>
                    <a:pt x="830" y="773"/>
                  </a:cubicBezTo>
                  <a:lnTo>
                    <a:pt x="757" y="586"/>
                  </a:lnTo>
                  <a:lnTo>
                    <a:pt x="882" y="658"/>
                  </a:lnTo>
                  <a:cubicBezTo>
                    <a:pt x="930" y="561"/>
                    <a:pt x="986" y="467"/>
                    <a:pt x="1052" y="380"/>
                  </a:cubicBezTo>
                  <a:lnTo>
                    <a:pt x="986" y="277"/>
                  </a:lnTo>
                  <a:lnTo>
                    <a:pt x="1111" y="307"/>
                  </a:lnTo>
                  <a:cubicBezTo>
                    <a:pt x="1204" y="200"/>
                    <a:pt x="1313" y="110"/>
                    <a:pt x="1441" y="52"/>
                  </a:cubicBezTo>
                  <a:lnTo>
                    <a:pt x="1443" y="52"/>
                  </a:lnTo>
                  <a:lnTo>
                    <a:pt x="1445" y="50"/>
                  </a:lnTo>
                  <a:cubicBezTo>
                    <a:pt x="1449" y="49"/>
                    <a:pt x="1453" y="48"/>
                    <a:pt x="1455" y="47"/>
                  </a:cubicBezTo>
                  <a:cubicBezTo>
                    <a:pt x="1459" y="44"/>
                    <a:pt x="1463" y="43"/>
                    <a:pt x="1465" y="42"/>
                  </a:cubicBezTo>
                  <a:cubicBezTo>
                    <a:pt x="1469" y="33"/>
                    <a:pt x="1471" y="24"/>
                    <a:pt x="1471" y="16"/>
                  </a:cubicBezTo>
                  <a:cubicBezTo>
                    <a:pt x="1471" y="10"/>
                    <a:pt x="1471" y="7"/>
                    <a:pt x="1469" y="2"/>
                  </a:cubicBezTo>
                  <a:lnTo>
                    <a:pt x="1468" y="2"/>
                  </a:lnTo>
                  <a:cubicBezTo>
                    <a:pt x="1458" y="2"/>
                    <a:pt x="1445" y="0"/>
                    <a:pt x="14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32"/>
            <p:cNvSpPr/>
            <p:nvPr/>
          </p:nvSpPr>
          <p:spPr>
            <a:xfrm>
              <a:off x="4252336" y="3228315"/>
              <a:ext cx="113656" cy="58345"/>
            </a:xfrm>
            <a:custGeom>
              <a:rect b="b" l="l" r="r" t="t"/>
              <a:pathLst>
                <a:path extrusionOk="0" h="923" w="1798">
                  <a:moveTo>
                    <a:pt x="919" y="0"/>
                  </a:moveTo>
                  <a:cubicBezTo>
                    <a:pt x="607" y="0"/>
                    <a:pt x="267" y="214"/>
                    <a:pt x="1" y="923"/>
                  </a:cubicBezTo>
                  <a:cubicBezTo>
                    <a:pt x="15" y="913"/>
                    <a:pt x="122" y="837"/>
                    <a:pt x="283" y="745"/>
                  </a:cubicBezTo>
                  <a:lnTo>
                    <a:pt x="367" y="493"/>
                  </a:lnTo>
                  <a:lnTo>
                    <a:pt x="422" y="672"/>
                  </a:lnTo>
                  <a:cubicBezTo>
                    <a:pt x="512" y="627"/>
                    <a:pt x="613" y="581"/>
                    <a:pt x="718" y="542"/>
                  </a:cubicBezTo>
                  <a:lnTo>
                    <a:pt x="809" y="347"/>
                  </a:lnTo>
                  <a:lnTo>
                    <a:pt x="846" y="497"/>
                  </a:lnTo>
                  <a:cubicBezTo>
                    <a:pt x="956" y="464"/>
                    <a:pt x="1069" y="437"/>
                    <a:pt x="1184" y="424"/>
                  </a:cubicBezTo>
                  <a:lnTo>
                    <a:pt x="1218" y="298"/>
                  </a:lnTo>
                  <a:lnTo>
                    <a:pt x="1285" y="415"/>
                  </a:lnTo>
                  <a:cubicBezTo>
                    <a:pt x="1306" y="414"/>
                    <a:pt x="1327" y="414"/>
                    <a:pt x="1348" y="414"/>
                  </a:cubicBezTo>
                  <a:cubicBezTo>
                    <a:pt x="1458" y="414"/>
                    <a:pt x="1567" y="428"/>
                    <a:pt x="1672" y="464"/>
                  </a:cubicBezTo>
                  <a:cubicBezTo>
                    <a:pt x="1710" y="477"/>
                    <a:pt x="1749" y="493"/>
                    <a:pt x="1786" y="513"/>
                  </a:cubicBezTo>
                  <a:lnTo>
                    <a:pt x="1787" y="513"/>
                  </a:lnTo>
                  <a:lnTo>
                    <a:pt x="1790" y="510"/>
                  </a:lnTo>
                  <a:cubicBezTo>
                    <a:pt x="1792" y="508"/>
                    <a:pt x="1796" y="508"/>
                    <a:pt x="1798" y="507"/>
                  </a:cubicBezTo>
                  <a:cubicBezTo>
                    <a:pt x="1796" y="494"/>
                    <a:pt x="1791" y="476"/>
                    <a:pt x="1780" y="466"/>
                  </a:cubicBezTo>
                  <a:cubicBezTo>
                    <a:pt x="1779" y="463"/>
                    <a:pt x="1777" y="463"/>
                    <a:pt x="1776" y="460"/>
                  </a:cubicBezTo>
                  <a:cubicBezTo>
                    <a:pt x="1770" y="452"/>
                    <a:pt x="1761" y="443"/>
                    <a:pt x="1751" y="435"/>
                  </a:cubicBezTo>
                  <a:cubicBezTo>
                    <a:pt x="1627" y="305"/>
                    <a:pt x="1293" y="0"/>
                    <a:pt x="9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32"/>
            <p:cNvSpPr/>
            <p:nvPr/>
          </p:nvSpPr>
          <p:spPr>
            <a:xfrm>
              <a:off x="4268455" y="3194623"/>
              <a:ext cx="98548" cy="65931"/>
            </a:xfrm>
            <a:custGeom>
              <a:rect b="b" l="l" r="r" t="t"/>
              <a:pathLst>
                <a:path extrusionOk="0" h="1043" w="1559">
                  <a:moveTo>
                    <a:pt x="791" y="0"/>
                  </a:moveTo>
                  <a:cubicBezTo>
                    <a:pt x="586" y="0"/>
                    <a:pt x="328" y="73"/>
                    <a:pt x="1" y="256"/>
                  </a:cubicBezTo>
                  <a:cubicBezTo>
                    <a:pt x="1" y="256"/>
                    <a:pt x="129" y="265"/>
                    <a:pt x="313" y="301"/>
                  </a:cubicBezTo>
                  <a:lnTo>
                    <a:pt x="525" y="169"/>
                  </a:lnTo>
                  <a:lnTo>
                    <a:pt x="456" y="331"/>
                  </a:lnTo>
                  <a:cubicBezTo>
                    <a:pt x="547" y="353"/>
                    <a:pt x="647" y="383"/>
                    <a:pt x="749" y="418"/>
                  </a:cubicBezTo>
                  <a:lnTo>
                    <a:pt x="932" y="335"/>
                  </a:lnTo>
                  <a:lnTo>
                    <a:pt x="866" y="465"/>
                  </a:lnTo>
                  <a:cubicBezTo>
                    <a:pt x="966" y="505"/>
                    <a:pt x="1065" y="556"/>
                    <a:pt x="1154" y="617"/>
                  </a:cubicBezTo>
                  <a:lnTo>
                    <a:pt x="1255" y="546"/>
                  </a:lnTo>
                  <a:lnTo>
                    <a:pt x="1233" y="670"/>
                  </a:lnTo>
                  <a:cubicBezTo>
                    <a:pt x="1338" y="754"/>
                    <a:pt x="1430" y="851"/>
                    <a:pt x="1496" y="968"/>
                  </a:cubicBezTo>
                  <a:cubicBezTo>
                    <a:pt x="1500" y="975"/>
                    <a:pt x="1505" y="984"/>
                    <a:pt x="1510" y="993"/>
                  </a:cubicBezTo>
                  <a:cubicBezTo>
                    <a:pt x="1519" y="1010"/>
                    <a:pt x="1526" y="1025"/>
                    <a:pt x="1532" y="1043"/>
                  </a:cubicBezTo>
                  <a:cubicBezTo>
                    <a:pt x="1536" y="1042"/>
                    <a:pt x="1540" y="1041"/>
                    <a:pt x="1542" y="1040"/>
                  </a:cubicBezTo>
                  <a:cubicBezTo>
                    <a:pt x="1546" y="1037"/>
                    <a:pt x="1550" y="1036"/>
                    <a:pt x="1552" y="1035"/>
                  </a:cubicBezTo>
                  <a:cubicBezTo>
                    <a:pt x="1556" y="1026"/>
                    <a:pt x="1558" y="1017"/>
                    <a:pt x="1558" y="1009"/>
                  </a:cubicBezTo>
                  <a:lnTo>
                    <a:pt x="1558" y="995"/>
                  </a:lnTo>
                  <a:cubicBezTo>
                    <a:pt x="1550" y="791"/>
                    <a:pt x="1466" y="0"/>
                    <a:pt x="7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32"/>
            <p:cNvSpPr/>
            <p:nvPr/>
          </p:nvSpPr>
          <p:spPr>
            <a:xfrm>
              <a:off x="4363461" y="3257392"/>
              <a:ext cx="93049" cy="95577"/>
            </a:xfrm>
            <a:custGeom>
              <a:rect b="b" l="l" r="r" t="t"/>
              <a:pathLst>
                <a:path extrusionOk="0" h="1512" w="1472">
                  <a:moveTo>
                    <a:pt x="40" y="0"/>
                  </a:moveTo>
                  <a:cubicBezTo>
                    <a:pt x="25" y="0"/>
                    <a:pt x="14" y="2"/>
                    <a:pt x="4" y="2"/>
                  </a:cubicBezTo>
                  <a:lnTo>
                    <a:pt x="3" y="2"/>
                  </a:lnTo>
                  <a:cubicBezTo>
                    <a:pt x="1" y="7"/>
                    <a:pt x="1" y="10"/>
                    <a:pt x="1" y="16"/>
                  </a:cubicBezTo>
                  <a:cubicBezTo>
                    <a:pt x="1" y="24"/>
                    <a:pt x="3" y="33"/>
                    <a:pt x="7" y="42"/>
                  </a:cubicBezTo>
                  <a:cubicBezTo>
                    <a:pt x="9" y="43"/>
                    <a:pt x="13" y="44"/>
                    <a:pt x="17" y="47"/>
                  </a:cubicBezTo>
                  <a:cubicBezTo>
                    <a:pt x="19" y="48"/>
                    <a:pt x="23" y="49"/>
                    <a:pt x="26" y="50"/>
                  </a:cubicBezTo>
                  <a:lnTo>
                    <a:pt x="28" y="52"/>
                  </a:lnTo>
                  <a:lnTo>
                    <a:pt x="29" y="52"/>
                  </a:lnTo>
                  <a:cubicBezTo>
                    <a:pt x="157" y="110"/>
                    <a:pt x="268" y="200"/>
                    <a:pt x="361" y="307"/>
                  </a:cubicBezTo>
                  <a:lnTo>
                    <a:pt x="485" y="277"/>
                  </a:lnTo>
                  <a:lnTo>
                    <a:pt x="420" y="380"/>
                  </a:lnTo>
                  <a:cubicBezTo>
                    <a:pt x="485" y="467"/>
                    <a:pt x="541" y="561"/>
                    <a:pt x="590" y="658"/>
                  </a:cubicBezTo>
                  <a:lnTo>
                    <a:pt x="715" y="586"/>
                  </a:lnTo>
                  <a:lnTo>
                    <a:pt x="642" y="773"/>
                  </a:lnTo>
                  <a:cubicBezTo>
                    <a:pt x="684" y="872"/>
                    <a:pt x="719" y="969"/>
                    <a:pt x="748" y="1061"/>
                  </a:cubicBezTo>
                  <a:lnTo>
                    <a:pt x="904" y="982"/>
                  </a:lnTo>
                  <a:lnTo>
                    <a:pt x="787" y="1203"/>
                  </a:lnTo>
                  <a:cubicBezTo>
                    <a:pt x="833" y="1384"/>
                    <a:pt x="849" y="1512"/>
                    <a:pt x="849" y="1512"/>
                  </a:cubicBezTo>
                  <a:cubicBezTo>
                    <a:pt x="1471" y="227"/>
                    <a:pt x="549" y="27"/>
                    <a:pt x="145" y="3"/>
                  </a:cubicBezTo>
                  <a:cubicBezTo>
                    <a:pt x="107" y="0"/>
                    <a:pt x="76" y="0"/>
                    <a:pt x="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32"/>
            <p:cNvSpPr/>
            <p:nvPr/>
          </p:nvSpPr>
          <p:spPr>
            <a:xfrm>
              <a:off x="4364536" y="3228252"/>
              <a:ext cx="113593" cy="58345"/>
            </a:xfrm>
            <a:custGeom>
              <a:rect b="b" l="l" r="r" t="t"/>
              <a:pathLst>
                <a:path extrusionOk="0" h="923" w="1797">
                  <a:moveTo>
                    <a:pt x="879" y="0"/>
                  </a:moveTo>
                  <a:cubicBezTo>
                    <a:pt x="506" y="0"/>
                    <a:pt x="171" y="304"/>
                    <a:pt x="47" y="434"/>
                  </a:cubicBezTo>
                  <a:lnTo>
                    <a:pt x="22" y="459"/>
                  </a:lnTo>
                  <a:cubicBezTo>
                    <a:pt x="21" y="463"/>
                    <a:pt x="20" y="463"/>
                    <a:pt x="18" y="465"/>
                  </a:cubicBezTo>
                  <a:cubicBezTo>
                    <a:pt x="7" y="475"/>
                    <a:pt x="4" y="494"/>
                    <a:pt x="0" y="505"/>
                  </a:cubicBezTo>
                  <a:cubicBezTo>
                    <a:pt x="2" y="508"/>
                    <a:pt x="6" y="509"/>
                    <a:pt x="9" y="510"/>
                  </a:cubicBezTo>
                  <a:lnTo>
                    <a:pt x="10" y="513"/>
                  </a:lnTo>
                  <a:cubicBezTo>
                    <a:pt x="48" y="493"/>
                    <a:pt x="87" y="477"/>
                    <a:pt x="127" y="464"/>
                  </a:cubicBezTo>
                  <a:cubicBezTo>
                    <a:pt x="231" y="429"/>
                    <a:pt x="338" y="414"/>
                    <a:pt x="448" y="414"/>
                  </a:cubicBezTo>
                  <a:cubicBezTo>
                    <a:pt x="470" y="414"/>
                    <a:pt x="491" y="414"/>
                    <a:pt x="513" y="415"/>
                  </a:cubicBezTo>
                  <a:lnTo>
                    <a:pt x="580" y="298"/>
                  </a:lnTo>
                  <a:lnTo>
                    <a:pt x="614" y="424"/>
                  </a:lnTo>
                  <a:cubicBezTo>
                    <a:pt x="729" y="438"/>
                    <a:pt x="843" y="464"/>
                    <a:pt x="952" y="497"/>
                  </a:cubicBezTo>
                  <a:lnTo>
                    <a:pt x="989" y="347"/>
                  </a:lnTo>
                  <a:lnTo>
                    <a:pt x="1080" y="541"/>
                  </a:lnTo>
                  <a:cubicBezTo>
                    <a:pt x="1187" y="581"/>
                    <a:pt x="1286" y="626"/>
                    <a:pt x="1376" y="672"/>
                  </a:cubicBezTo>
                  <a:lnTo>
                    <a:pt x="1432" y="493"/>
                  </a:lnTo>
                  <a:lnTo>
                    <a:pt x="1515" y="745"/>
                  </a:lnTo>
                  <a:cubicBezTo>
                    <a:pt x="1677" y="837"/>
                    <a:pt x="1783" y="913"/>
                    <a:pt x="1797" y="923"/>
                  </a:cubicBezTo>
                  <a:cubicBezTo>
                    <a:pt x="1531" y="214"/>
                    <a:pt x="1191" y="0"/>
                    <a:pt x="8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32"/>
            <p:cNvSpPr/>
            <p:nvPr/>
          </p:nvSpPr>
          <p:spPr>
            <a:xfrm>
              <a:off x="4363461" y="3194623"/>
              <a:ext cx="98548" cy="65931"/>
            </a:xfrm>
            <a:custGeom>
              <a:rect b="b" l="l" r="r" t="t"/>
              <a:pathLst>
                <a:path extrusionOk="0" h="1043" w="1559">
                  <a:moveTo>
                    <a:pt x="768" y="0"/>
                  </a:moveTo>
                  <a:cubicBezTo>
                    <a:pt x="93" y="0"/>
                    <a:pt x="9" y="791"/>
                    <a:pt x="1" y="995"/>
                  </a:cubicBezTo>
                  <a:lnTo>
                    <a:pt x="1" y="1009"/>
                  </a:lnTo>
                  <a:cubicBezTo>
                    <a:pt x="1" y="1017"/>
                    <a:pt x="3" y="1026"/>
                    <a:pt x="7" y="1035"/>
                  </a:cubicBezTo>
                  <a:cubicBezTo>
                    <a:pt x="9" y="1036"/>
                    <a:pt x="13" y="1037"/>
                    <a:pt x="17" y="1040"/>
                  </a:cubicBezTo>
                  <a:cubicBezTo>
                    <a:pt x="19" y="1041"/>
                    <a:pt x="23" y="1042"/>
                    <a:pt x="26" y="1043"/>
                  </a:cubicBezTo>
                  <a:cubicBezTo>
                    <a:pt x="33" y="1025"/>
                    <a:pt x="40" y="1010"/>
                    <a:pt x="49" y="993"/>
                  </a:cubicBezTo>
                  <a:cubicBezTo>
                    <a:pt x="54" y="984"/>
                    <a:pt x="59" y="975"/>
                    <a:pt x="63" y="968"/>
                  </a:cubicBezTo>
                  <a:cubicBezTo>
                    <a:pt x="129" y="851"/>
                    <a:pt x="221" y="754"/>
                    <a:pt x="326" y="670"/>
                  </a:cubicBezTo>
                  <a:lnTo>
                    <a:pt x="304" y="546"/>
                  </a:lnTo>
                  <a:lnTo>
                    <a:pt x="405" y="617"/>
                  </a:lnTo>
                  <a:cubicBezTo>
                    <a:pt x="494" y="556"/>
                    <a:pt x="592" y="505"/>
                    <a:pt x="692" y="465"/>
                  </a:cubicBezTo>
                  <a:lnTo>
                    <a:pt x="627" y="335"/>
                  </a:lnTo>
                  <a:lnTo>
                    <a:pt x="810" y="418"/>
                  </a:lnTo>
                  <a:cubicBezTo>
                    <a:pt x="911" y="383"/>
                    <a:pt x="1012" y="353"/>
                    <a:pt x="1103" y="331"/>
                  </a:cubicBezTo>
                  <a:lnTo>
                    <a:pt x="1034" y="169"/>
                  </a:lnTo>
                  <a:lnTo>
                    <a:pt x="1246" y="301"/>
                  </a:lnTo>
                  <a:cubicBezTo>
                    <a:pt x="1430" y="265"/>
                    <a:pt x="1558" y="256"/>
                    <a:pt x="1558" y="256"/>
                  </a:cubicBezTo>
                  <a:cubicBezTo>
                    <a:pt x="1231" y="73"/>
                    <a:pt x="972" y="0"/>
                    <a:pt x="7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32"/>
            <p:cNvSpPr/>
            <p:nvPr/>
          </p:nvSpPr>
          <p:spPr>
            <a:xfrm>
              <a:off x="3399047" y="3534194"/>
              <a:ext cx="2397840" cy="984092"/>
            </a:xfrm>
            <a:custGeom>
              <a:rect b="b" l="l" r="r" t="t"/>
              <a:pathLst>
                <a:path extrusionOk="0" h="15568" w="37933">
                  <a:moveTo>
                    <a:pt x="0" y="1"/>
                  </a:moveTo>
                  <a:lnTo>
                    <a:pt x="0" y="2"/>
                  </a:lnTo>
                  <a:lnTo>
                    <a:pt x="0" y="2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0" y="2"/>
                  </a:moveTo>
                  <a:cubicBezTo>
                    <a:pt x="991" y="5017"/>
                    <a:pt x="3921" y="9334"/>
                    <a:pt x="7975" y="12142"/>
                  </a:cubicBezTo>
                  <a:cubicBezTo>
                    <a:pt x="8370" y="12414"/>
                    <a:pt x="8774" y="12673"/>
                    <a:pt x="9190" y="12916"/>
                  </a:cubicBezTo>
                  <a:cubicBezTo>
                    <a:pt x="12058" y="14603"/>
                    <a:pt x="15402" y="15568"/>
                    <a:pt x="18970" y="15568"/>
                  </a:cubicBezTo>
                  <a:cubicBezTo>
                    <a:pt x="27778" y="15567"/>
                    <a:pt x="35206" y="9678"/>
                    <a:pt x="37541" y="1625"/>
                  </a:cubicBezTo>
                  <a:cubicBezTo>
                    <a:pt x="37696" y="1092"/>
                    <a:pt x="37824" y="550"/>
                    <a:pt x="37933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32"/>
            <p:cNvSpPr/>
            <p:nvPr/>
          </p:nvSpPr>
          <p:spPr>
            <a:xfrm>
              <a:off x="3683182" y="4106572"/>
              <a:ext cx="1829496" cy="411703"/>
            </a:xfrm>
            <a:custGeom>
              <a:rect b="b" l="l" r="r" t="t"/>
              <a:pathLst>
                <a:path extrusionOk="0" h="6513" w="28942">
                  <a:moveTo>
                    <a:pt x="1" y="1"/>
                  </a:moveTo>
                  <a:lnTo>
                    <a:pt x="1" y="2"/>
                  </a:lnTo>
                  <a:lnTo>
                    <a:pt x="2" y="2"/>
                  </a:lnTo>
                  <a:cubicBezTo>
                    <a:pt x="2" y="2"/>
                    <a:pt x="1" y="1"/>
                    <a:pt x="1" y="1"/>
                  </a:cubicBezTo>
                  <a:close/>
                  <a:moveTo>
                    <a:pt x="2" y="2"/>
                  </a:moveTo>
                  <a:lnTo>
                    <a:pt x="2" y="2"/>
                  </a:lnTo>
                  <a:cubicBezTo>
                    <a:pt x="1033" y="1164"/>
                    <a:pt x="2200" y="2201"/>
                    <a:pt x="3480" y="3087"/>
                  </a:cubicBezTo>
                  <a:cubicBezTo>
                    <a:pt x="3875" y="3359"/>
                    <a:pt x="4279" y="3618"/>
                    <a:pt x="4695" y="3861"/>
                  </a:cubicBezTo>
                  <a:cubicBezTo>
                    <a:pt x="7563" y="5548"/>
                    <a:pt x="10907" y="6513"/>
                    <a:pt x="14475" y="6513"/>
                  </a:cubicBezTo>
                  <a:cubicBezTo>
                    <a:pt x="20233" y="6512"/>
                    <a:pt x="25402" y="3994"/>
                    <a:pt x="28942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32"/>
            <p:cNvSpPr/>
            <p:nvPr/>
          </p:nvSpPr>
          <p:spPr>
            <a:xfrm>
              <a:off x="3953157" y="4334258"/>
              <a:ext cx="1289851" cy="183948"/>
            </a:xfrm>
            <a:custGeom>
              <a:rect b="b" l="l" r="r" t="t"/>
              <a:pathLst>
                <a:path extrusionOk="0" h="2910" w="20405">
                  <a:moveTo>
                    <a:pt x="1" y="1"/>
                  </a:moveTo>
                  <a:cubicBezTo>
                    <a:pt x="141" y="88"/>
                    <a:pt x="281" y="176"/>
                    <a:pt x="424" y="258"/>
                  </a:cubicBezTo>
                  <a:cubicBezTo>
                    <a:pt x="3292" y="1945"/>
                    <a:pt x="6636" y="2910"/>
                    <a:pt x="10204" y="2910"/>
                  </a:cubicBezTo>
                  <a:cubicBezTo>
                    <a:pt x="13949" y="2908"/>
                    <a:pt x="17443" y="1843"/>
                    <a:pt x="204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32"/>
            <p:cNvSpPr/>
            <p:nvPr/>
          </p:nvSpPr>
          <p:spPr>
            <a:xfrm>
              <a:off x="4115989" y="4043676"/>
              <a:ext cx="513728" cy="199119"/>
            </a:xfrm>
            <a:custGeom>
              <a:rect b="b" l="l" r="r" t="t"/>
              <a:pathLst>
                <a:path extrusionOk="0" h="3150" w="8127">
                  <a:moveTo>
                    <a:pt x="536" y="0"/>
                  </a:moveTo>
                  <a:lnTo>
                    <a:pt x="0" y="3150"/>
                  </a:lnTo>
                  <a:lnTo>
                    <a:pt x="8126" y="3150"/>
                  </a:lnTo>
                  <a:lnTo>
                    <a:pt x="75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32"/>
            <p:cNvSpPr/>
            <p:nvPr/>
          </p:nvSpPr>
          <p:spPr>
            <a:xfrm>
              <a:off x="4043675" y="4138304"/>
              <a:ext cx="686804" cy="197792"/>
            </a:xfrm>
            <a:custGeom>
              <a:rect b="b" l="l" r="r" t="t"/>
              <a:pathLst>
                <a:path extrusionOk="0" h="3129" w="10865">
                  <a:moveTo>
                    <a:pt x="0" y="0"/>
                  </a:moveTo>
                  <a:lnTo>
                    <a:pt x="760" y="3128"/>
                  </a:lnTo>
                  <a:lnTo>
                    <a:pt x="9605" y="3128"/>
                  </a:lnTo>
                  <a:lnTo>
                    <a:pt x="10864" y="176"/>
                  </a:lnTo>
                  <a:lnTo>
                    <a:pt x="8792" y="176"/>
                  </a:lnTo>
                  <a:lnTo>
                    <a:pt x="8207" y="944"/>
                  </a:lnTo>
                  <a:lnTo>
                    <a:pt x="4142" y="944"/>
                  </a:lnTo>
                  <a:lnTo>
                    <a:pt x="379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32"/>
            <p:cNvSpPr/>
            <p:nvPr/>
          </p:nvSpPr>
          <p:spPr>
            <a:xfrm>
              <a:off x="4072626" y="4257710"/>
              <a:ext cx="611581" cy="78383"/>
            </a:xfrm>
            <a:custGeom>
              <a:rect b="b" l="l" r="r" t="t"/>
              <a:pathLst>
                <a:path extrusionOk="0" h="1240" w="9675">
                  <a:moveTo>
                    <a:pt x="1" y="0"/>
                  </a:moveTo>
                  <a:lnTo>
                    <a:pt x="302" y="1239"/>
                  </a:lnTo>
                  <a:lnTo>
                    <a:pt x="9147" y="1239"/>
                  </a:lnTo>
                  <a:lnTo>
                    <a:pt x="967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32"/>
            <p:cNvSpPr/>
            <p:nvPr/>
          </p:nvSpPr>
          <p:spPr>
            <a:xfrm>
              <a:off x="4184068" y="4080845"/>
              <a:ext cx="35968" cy="29836"/>
            </a:xfrm>
            <a:custGeom>
              <a:rect b="b" l="l" r="r" t="t"/>
              <a:pathLst>
                <a:path extrusionOk="0" h="472" w="569">
                  <a:moveTo>
                    <a:pt x="1" y="1"/>
                  </a:moveTo>
                  <a:lnTo>
                    <a:pt x="1" y="471"/>
                  </a:lnTo>
                  <a:lnTo>
                    <a:pt x="568" y="471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32"/>
            <p:cNvSpPr/>
            <p:nvPr/>
          </p:nvSpPr>
          <p:spPr>
            <a:xfrm>
              <a:off x="4269466" y="4080845"/>
              <a:ext cx="35905" cy="29836"/>
            </a:xfrm>
            <a:custGeom>
              <a:rect b="b" l="l" r="r" t="t"/>
              <a:pathLst>
                <a:path extrusionOk="0" h="472" w="568">
                  <a:moveTo>
                    <a:pt x="0" y="1"/>
                  </a:moveTo>
                  <a:lnTo>
                    <a:pt x="0" y="471"/>
                  </a:lnTo>
                  <a:lnTo>
                    <a:pt x="568" y="471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32"/>
            <p:cNvSpPr/>
            <p:nvPr/>
          </p:nvSpPr>
          <p:spPr>
            <a:xfrm>
              <a:off x="4354864" y="4080845"/>
              <a:ext cx="35968" cy="29836"/>
            </a:xfrm>
            <a:custGeom>
              <a:rect b="b" l="l" r="r" t="t"/>
              <a:pathLst>
                <a:path extrusionOk="0" h="472" w="569">
                  <a:moveTo>
                    <a:pt x="1" y="1"/>
                  </a:moveTo>
                  <a:lnTo>
                    <a:pt x="1" y="471"/>
                  </a:lnTo>
                  <a:lnTo>
                    <a:pt x="569" y="471"/>
                  </a:lnTo>
                  <a:lnTo>
                    <a:pt x="569" y="1"/>
                  </a:ln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32"/>
            <p:cNvSpPr/>
            <p:nvPr/>
          </p:nvSpPr>
          <p:spPr>
            <a:xfrm>
              <a:off x="4440326" y="4080845"/>
              <a:ext cx="35968" cy="29836"/>
            </a:xfrm>
            <a:custGeom>
              <a:rect b="b" l="l" r="r" t="t"/>
              <a:pathLst>
                <a:path extrusionOk="0" h="472" w="569">
                  <a:moveTo>
                    <a:pt x="0" y="1"/>
                  </a:moveTo>
                  <a:lnTo>
                    <a:pt x="0" y="471"/>
                  </a:lnTo>
                  <a:lnTo>
                    <a:pt x="568" y="471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32"/>
            <p:cNvSpPr/>
            <p:nvPr/>
          </p:nvSpPr>
          <p:spPr>
            <a:xfrm>
              <a:off x="4525661" y="4080845"/>
              <a:ext cx="35968" cy="29836"/>
            </a:xfrm>
            <a:custGeom>
              <a:rect b="b" l="l" r="r" t="t"/>
              <a:pathLst>
                <a:path extrusionOk="0" h="472" w="569">
                  <a:moveTo>
                    <a:pt x="1" y="1"/>
                  </a:moveTo>
                  <a:lnTo>
                    <a:pt x="1" y="471"/>
                  </a:lnTo>
                  <a:lnTo>
                    <a:pt x="569" y="471"/>
                  </a:lnTo>
                  <a:lnTo>
                    <a:pt x="569" y="1"/>
                  </a:ln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32"/>
            <p:cNvSpPr/>
            <p:nvPr/>
          </p:nvSpPr>
          <p:spPr>
            <a:xfrm>
              <a:off x="4345446" y="3952020"/>
              <a:ext cx="106892" cy="93049"/>
            </a:xfrm>
            <a:custGeom>
              <a:rect b="b" l="l" r="r" t="t"/>
              <a:pathLst>
                <a:path extrusionOk="0" h="1472" w="1691">
                  <a:moveTo>
                    <a:pt x="141" y="1"/>
                  </a:moveTo>
                  <a:lnTo>
                    <a:pt x="0" y="1472"/>
                  </a:lnTo>
                  <a:lnTo>
                    <a:pt x="1691" y="1472"/>
                  </a:lnTo>
                  <a:lnTo>
                    <a:pt x="15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32"/>
            <p:cNvSpPr/>
            <p:nvPr/>
          </p:nvSpPr>
          <p:spPr>
            <a:xfrm>
              <a:off x="4345446" y="4019783"/>
              <a:ext cx="106892" cy="25285"/>
            </a:xfrm>
            <a:custGeom>
              <a:rect b="b" l="l" r="r" t="t"/>
              <a:pathLst>
                <a:path extrusionOk="0" h="400" w="1691">
                  <a:moveTo>
                    <a:pt x="38" y="1"/>
                  </a:moveTo>
                  <a:lnTo>
                    <a:pt x="0" y="400"/>
                  </a:lnTo>
                  <a:lnTo>
                    <a:pt x="1691" y="400"/>
                  </a:lnTo>
                  <a:lnTo>
                    <a:pt x="1653" y="1"/>
                  </a:lnTo>
                  <a:close/>
                </a:path>
              </a:pathLst>
            </a:custGeom>
            <a:solidFill>
              <a:srgbClr val="E4EA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32"/>
            <p:cNvSpPr/>
            <p:nvPr/>
          </p:nvSpPr>
          <p:spPr>
            <a:xfrm>
              <a:off x="4096710" y="4179897"/>
              <a:ext cx="33819" cy="33882"/>
            </a:xfrm>
            <a:custGeom>
              <a:rect b="b" l="l" r="r" t="t"/>
              <a:pathLst>
                <a:path extrusionOk="0" h="536" w="535">
                  <a:moveTo>
                    <a:pt x="267" y="0"/>
                  </a:moveTo>
                  <a:cubicBezTo>
                    <a:pt x="120" y="0"/>
                    <a:pt x="0" y="120"/>
                    <a:pt x="0" y="268"/>
                  </a:cubicBezTo>
                  <a:cubicBezTo>
                    <a:pt x="0" y="415"/>
                    <a:pt x="119" y="535"/>
                    <a:pt x="267" y="535"/>
                  </a:cubicBezTo>
                  <a:cubicBezTo>
                    <a:pt x="415" y="535"/>
                    <a:pt x="534" y="415"/>
                    <a:pt x="534" y="268"/>
                  </a:cubicBezTo>
                  <a:cubicBezTo>
                    <a:pt x="534" y="121"/>
                    <a:pt x="416" y="0"/>
                    <a:pt x="267" y="0"/>
                  </a:cubicBez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32"/>
            <p:cNvSpPr/>
            <p:nvPr/>
          </p:nvSpPr>
          <p:spPr>
            <a:xfrm>
              <a:off x="4159162" y="4179897"/>
              <a:ext cx="33819" cy="33882"/>
            </a:xfrm>
            <a:custGeom>
              <a:rect b="b" l="l" r="r" t="t"/>
              <a:pathLst>
                <a:path extrusionOk="0" h="536" w="535">
                  <a:moveTo>
                    <a:pt x="268" y="0"/>
                  </a:moveTo>
                  <a:cubicBezTo>
                    <a:pt x="119" y="0"/>
                    <a:pt x="1" y="120"/>
                    <a:pt x="1" y="268"/>
                  </a:cubicBezTo>
                  <a:cubicBezTo>
                    <a:pt x="1" y="415"/>
                    <a:pt x="119" y="535"/>
                    <a:pt x="268" y="535"/>
                  </a:cubicBezTo>
                  <a:cubicBezTo>
                    <a:pt x="416" y="535"/>
                    <a:pt x="535" y="415"/>
                    <a:pt x="535" y="268"/>
                  </a:cubicBezTo>
                  <a:cubicBezTo>
                    <a:pt x="535" y="121"/>
                    <a:pt x="416" y="0"/>
                    <a:pt x="268" y="0"/>
                  </a:cubicBez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32"/>
            <p:cNvSpPr/>
            <p:nvPr/>
          </p:nvSpPr>
          <p:spPr>
            <a:xfrm>
              <a:off x="4223575" y="4179897"/>
              <a:ext cx="33882" cy="33882"/>
            </a:xfrm>
            <a:custGeom>
              <a:rect b="b" l="l" r="r" t="t"/>
              <a:pathLst>
                <a:path extrusionOk="0" h="536" w="536">
                  <a:moveTo>
                    <a:pt x="268" y="0"/>
                  </a:moveTo>
                  <a:cubicBezTo>
                    <a:pt x="119" y="0"/>
                    <a:pt x="1" y="120"/>
                    <a:pt x="1" y="268"/>
                  </a:cubicBezTo>
                  <a:cubicBezTo>
                    <a:pt x="1" y="415"/>
                    <a:pt x="119" y="535"/>
                    <a:pt x="268" y="535"/>
                  </a:cubicBezTo>
                  <a:cubicBezTo>
                    <a:pt x="416" y="535"/>
                    <a:pt x="536" y="415"/>
                    <a:pt x="536" y="268"/>
                  </a:cubicBezTo>
                  <a:cubicBezTo>
                    <a:pt x="536" y="121"/>
                    <a:pt x="416" y="0"/>
                    <a:pt x="268" y="0"/>
                  </a:cubicBez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32"/>
            <p:cNvSpPr/>
            <p:nvPr/>
          </p:nvSpPr>
          <p:spPr>
            <a:xfrm>
              <a:off x="3397024" y="3523890"/>
              <a:ext cx="2401949" cy="310626"/>
            </a:xfrm>
            <a:custGeom>
              <a:rect b="b" l="l" r="r" t="t"/>
              <a:pathLst>
                <a:path extrusionOk="0" h="4914" w="37998">
                  <a:moveTo>
                    <a:pt x="0" y="0"/>
                  </a:moveTo>
                  <a:lnTo>
                    <a:pt x="0" y="1"/>
                  </a:lnTo>
                  <a:cubicBezTo>
                    <a:pt x="327" y="1731"/>
                    <a:pt x="883" y="3380"/>
                    <a:pt x="1637" y="4913"/>
                  </a:cubicBezTo>
                  <a:lnTo>
                    <a:pt x="36360" y="4913"/>
                  </a:lnTo>
                  <a:cubicBezTo>
                    <a:pt x="36850" y="3916"/>
                    <a:pt x="37259" y="2871"/>
                    <a:pt x="37573" y="1787"/>
                  </a:cubicBezTo>
                  <a:cubicBezTo>
                    <a:pt x="37742" y="1202"/>
                    <a:pt x="37883" y="606"/>
                    <a:pt x="37997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32"/>
            <p:cNvSpPr/>
            <p:nvPr/>
          </p:nvSpPr>
          <p:spPr>
            <a:xfrm>
              <a:off x="3586848" y="3652462"/>
              <a:ext cx="218652" cy="31986"/>
            </a:xfrm>
            <a:custGeom>
              <a:rect b="b" l="l" r="r" t="t"/>
              <a:pathLst>
                <a:path extrusionOk="0" h="506" w="3459">
                  <a:moveTo>
                    <a:pt x="0" y="0"/>
                  </a:moveTo>
                  <a:lnTo>
                    <a:pt x="0" y="506"/>
                  </a:lnTo>
                  <a:lnTo>
                    <a:pt x="3459" y="506"/>
                  </a:lnTo>
                  <a:lnTo>
                    <a:pt x="3459" y="0"/>
                  </a:ln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32"/>
            <p:cNvSpPr/>
            <p:nvPr/>
          </p:nvSpPr>
          <p:spPr>
            <a:xfrm>
              <a:off x="3945445" y="3652462"/>
              <a:ext cx="218715" cy="31986"/>
            </a:xfrm>
            <a:custGeom>
              <a:rect b="b" l="l" r="r" t="t"/>
              <a:pathLst>
                <a:path extrusionOk="0" h="506" w="3460">
                  <a:moveTo>
                    <a:pt x="1" y="0"/>
                  </a:moveTo>
                  <a:lnTo>
                    <a:pt x="1" y="506"/>
                  </a:lnTo>
                  <a:lnTo>
                    <a:pt x="3459" y="506"/>
                  </a:lnTo>
                  <a:lnTo>
                    <a:pt x="3459" y="0"/>
                  </a:ln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32"/>
            <p:cNvSpPr/>
            <p:nvPr/>
          </p:nvSpPr>
          <p:spPr>
            <a:xfrm>
              <a:off x="4304106" y="3652462"/>
              <a:ext cx="218652" cy="31986"/>
            </a:xfrm>
            <a:custGeom>
              <a:rect b="b" l="l" r="r" t="t"/>
              <a:pathLst>
                <a:path extrusionOk="0" h="506" w="3459">
                  <a:moveTo>
                    <a:pt x="1" y="0"/>
                  </a:moveTo>
                  <a:lnTo>
                    <a:pt x="1" y="506"/>
                  </a:lnTo>
                  <a:lnTo>
                    <a:pt x="3459" y="506"/>
                  </a:lnTo>
                  <a:lnTo>
                    <a:pt x="3459" y="0"/>
                  </a:ln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32"/>
            <p:cNvSpPr/>
            <p:nvPr/>
          </p:nvSpPr>
          <p:spPr>
            <a:xfrm>
              <a:off x="4662830" y="3652462"/>
              <a:ext cx="218652" cy="31986"/>
            </a:xfrm>
            <a:custGeom>
              <a:rect b="b" l="l" r="r" t="t"/>
              <a:pathLst>
                <a:path extrusionOk="0" h="506" w="3459">
                  <a:moveTo>
                    <a:pt x="0" y="0"/>
                  </a:moveTo>
                  <a:lnTo>
                    <a:pt x="0" y="506"/>
                  </a:lnTo>
                  <a:lnTo>
                    <a:pt x="3459" y="506"/>
                  </a:lnTo>
                  <a:lnTo>
                    <a:pt x="3459" y="0"/>
                  </a:ln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32"/>
            <p:cNvSpPr/>
            <p:nvPr/>
          </p:nvSpPr>
          <p:spPr>
            <a:xfrm>
              <a:off x="5021427" y="3652462"/>
              <a:ext cx="218715" cy="31986"/>
            </a:xfrm>
            <a:custGeom>
              <a:rect b="b" l="l" r="r" t="t"/>
              <a:pathLst>
                <a:path extrusionOk="0" h="506" w="3460">
                  <a:moveTo>
                    <a:pt x="1" y="0"/>
                  </a:moveTo>
                  <a:lnTo>
                    <a:pt x="1" y="506"/>
                  </a:lnTo>
                  <a:lnTo>
                    <a:pt x="3459" y="506"/>
                  </a:lnTo>
                  <a:lnTo>
                    <a:pt x="3459" y="0"/>
                  </a:ln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32"/>
            <p:cNvSpPr/>
            <p:nvPr/>
          </p:nvSpPr>
          <p:spPr>
            <a:xfrm>
              <a:off x="5380087" y="3652462"/>
              <a:ext cx="218652" cy="31986"/>
            </a:xfrm>
            <a:custGeom>
              <a:rect b="b" l="l" r="r" t="t"/>
              <a:pathLst>
                <a:path extrusionOk="0" h="506" w="3459">
                  <a:moveTo>
                    <a:pt x="0" y="0"/>
                  </a:moveTo>
                  <a:lnTo>
                    <a:pt x="0" y="506"/>
                  </a:lnTo>
                  <a:lnTo>
                    <a:pt x="3459" y="506"/>
                  </a:lnTo>
                  <a:lnTo>
                    <a:pt x="3459" y="0"/>
                  </a:lnTo>
                  <a:close/>
                </a:path>
              </a:pathLst>
            </a:custGeom>
            <a:solidFill>
              <a:srgbClr val="BAC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32"/>
            <p:cNvSpPr/>
            <p:nvPr/>
          </p:nvSpPr>
          <p:spPr>
            <a:xfrm>
              <a:off x="3676292" y="3557961"/>
              <a:ext cx="501402" cy="181357"/>
            </a:xfrm>
            <a:custGeom>
              <a:rect b="b" l="l" r="r" t="t"/>
              <a:pathLst>
                <a:path extrusionOk="0" h="2869" w="7932">
                  <a:moveTo>
                    <a:pt x="1" y="0"/>
                  </a:moveTo>
                  <a:cubicBezTo>
                    <a:pt x="0" y="0"/>
                    <a:pt x="0" y="1"/>
                    <a:pt x="0" y="3"/>
                  </a:cubicBezTo>
                  <a:lnTo>
                    <a:pt x="0" y="2866"/>
                  </a:lnTo>
                  <a:cubicBezTo>
                    <a:pt x="0" y="2868"/>
                    <a:pt x="1" y="2868"/>
                    <a:pt x="1" y="2868"/>
                  </a:cubicBezTo>
                  <a:lnTo>
                    <a:pt x="7930" y="2868"/>
                  </a:lnTo>
                  <a:cubicBezTo>
                    <a:pt x="7931" y="2868"/>
                    <a:pt x="7931" y="2866"/>
                    <a:pt x="7931" y="2866"/>
                  </a:cubicBezTo>
                  <a:lnTo>
                    <a:pt x="7931" y="3"/>
                  </a:lnTo>
                  <a:cubicBezTo>
                    <a:pt x="7931" y="1"/>
                    <a:pt x="7930" y="0"/>
                    <a:pt x="7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32"/>
            <p:cNvSpPr/>
            <p:nvPr/>
          </p:nvSpPr>
          <p:spPr>
            <a:xfrm>
              <a:off x="3991716" y="3682171"/>
              <a:ext cx="114099" cy="57144"/>
            </a:xfrm>
            <a:custGeom>
              <a:rect b="b" l="l" r="r" t="t"/>
              <a:pathLst>
                <a:path extrusionOk="0" h="904" w="1805">
                  <a:moveTo>
                    <a:pt x="902" y="1"/>
                  </a:moveTo>
                  <a:cubicBezTo>
                    <a:pt x="405" y="1"/>
                    <a:pt x="1" y="405"/>
                    <a:pt x="1" y="903"/>
                  </a:cubicBezTo>
                  <a:lnTo>
                    <a:pt x="1804" y="903"/>
                  </a:lnTo>
                  <a:cubicBezTo>
                    <a:pt x="1804" y="405"/>
                    <a:pt x="1400" y="1"/>
                    <a:pt x="9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32"/>
            <p:cNvSpPr/>
            <p:nvPr/>
          </p:nvSpPr>
          <p:spPr>
            <a:xfrm>
              <a:off x="3753662" y="3682171"/>
              <a:ext cx="114035" cy="57144"/>
            </a:xfrm>
            <a:custGeom>
              <a:rect b="b" l="l" r="r" t="t"/>
              <a:pathLst>
                <a:path extrusionOk="0" h="904" w="1804">
                  <a:moveTo>
                    <a:pt x="902" y="1"/>
                  </a:moveTo>
                  <a:cubicBezTo>
                    <a:pt x="404" y="1"/>
                    <a:pt x="0" y="405"/>
                    <a:pt x="0" y="903"/>
                  </a:cubicBezTo>
                  <a:lnTo>
                    <a:pt x="1803" y="903"/>
                  </a:lnTo>
                  <a:cubicBezTo>
                    <a:pt x="1803" y="405"/>
                    <a:pt x="1399" y="1"/>
                    <a:pt x="9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32"/>
            <p:cNvSpPr/>
            <p:nvPr/>
          </p:nvSpPr>
          <p:spPr>
            <a:xfrm>
              <a:off x="4003283" y="3693739"/>
              <a:ext cx="90963" cy="90963"/>
            </a:xfrm>
            <a:custGeom>
              <a:rect b="b" l="l" r="r" t="t"/>
              <a:pathLst>
                <a:path extrusionOk="0" h="1439" w="1439">
                  <a:moveTo>
                    <a:pt x="719" y="1"/>
                  </a:moveTo>
                  <a:cubicBezTo>
                    <a:pt x="323" y="1"/>
                    <a:pt x="1" y="323"/>
                    <a:pt x="1" y="720"/>
                  </a:cubicBezTo>
                  <a:cubicBezTo>
                    <a:pt x="1" y="1116"/>
                    <a:pt x="323" y="1439"/>
                    <a:pt x="719" y="1439"/>
                  </a:cubicBezTo>
                  <a:cubicBezTo>
                    <a:pt x="1116" y="1439"/>
                    <a:pt x="1438" y="1116"/>
                    <a:pt x="1438" y="720"/>
                  </a:cubicBezTo>
                  <a:cubicBezTo>
                    <a:pt x="1438" y="323"/>
                    <a:pt x="1116" y="1"/>
                    <a:pt x="719" y="1"/>
                  </a:cubicBez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32"/>
            <p:cNvSpPr/>
            <p:nvPr/>
          </p:nvSpPr>
          <p:spPr>
            <a:xfrm>
              <a:off x="4025534" y="3715989"/>
              <a:ext cx="46524" cy="46461"/>
            </a:xfrm>
            <a:custGeom>
              <a:rect b="b" l="l" r="r" t="t"/>
              <a:pathLst>
                <a:path extrusionOk="0" h="735" w="736">
                  <a:moveTo>
                    <a:pt x="367" y="1"/>
                  </a:moveTo>
                  <a:cubicBezTo>
                    <a:pt x="164" y="1"/>
                    <a:pt x="1" y="165"/>
                    <a:pt x="1" y="368"/>
                  </a:cubicBezTo>
                  <a:cubicBezTo>
                    <a:pt x="1" y="571"/>
                    <a:pt x="165" y="735"/>
                    <a:pt x="367" y="735"/>
                  </a:cubicBezTo>
                  <a:cubicBezTo>
                    <a:pt x="570" y="735"/>
                    <a:pt x="735" y="570"/>
                    <a:pt x="735" y="368"/>
                  </a:cubicBezTo>
                  <a:cubicBezTo>
                    <a:pt x="735" y="166"/>
                    <a:pt x="571" y="1"/>
                    <a:pt x="367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32"/>
            <p:cNvSpPr/>
            <p:nvPr/>
          </p:nvSpPr>
          <p:spPr>
            <a:xfrm>
              <a:off x="4035395" y="3725787"/>
              <a:ext cx="26865" cy="26929"/>
            </a:xfrm>
            <a:custGeom>
              <a:rect b="b" l="l" r="r" t="t"/>
              <a:pathLst>
                <a:path extrusionOk="0" h="426" w="425">
                  <a:moveTo>
                    <a:pt x="213" y="0"/>
                  </a:moveTo>
                  <a:cubicBezTo>
                    <a:pt x="95" y="0"/>
                    <a:pt x="0" y="97"/>
                    <a:pt x="0" y="213"/>
                  </a:cubicBezTo>
                  <a:cubicBezTo>
                    <a:pt x="0" y="329"/>
                    <a:pt x="95" y="425"/>
                    <a:pt x="213" y="425"/>
                  </a:cubicBezTo>
                  <a:cubicBezTo>
                    <a:pt x="329" y="425"/>
                    <a:pt x="425" y="331"/>
                    <a:pt x="425" y="213"/>
                  </a:cubicBezTo>
                  <a:cubicBezTo>
                    <a:pt x="425" y="95"/>
                    <a:pt x="331" y="0"/>
                    <a:pt x="213" y="0"/>
                  </a:cubicBez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32"/>
            <p:cNvSpPr/>
            <p:nvPr/>
          </p:nvSpPr>
          <p:spPr>
            <a:xfrm>
              <a:off x="3765230" y="3693739"/>
              <a:ext cx="90900" cy="90963"/>
            </a:xfrm>
            <a:custGeom>
              <a:rect b="b" l="l" r="r" t="t"/>
              <a:pathLst>
                <a:path extrusionOk="0" h="1439" w="1438">
                  <a:moveTo>
                    <a:pt x="719" y="1"/>
                  </a:moveTo>
                  <a:cubicBezTo>
                    <a:pt x="321" y="1"/>
                    <a:pt x="0" y="323"/>
                    <a:pt x="0" y="720"/>
                  </a:cubicBezTo>
                  <a:cubicBezTo>
                    <a:pt x="0" y="1116"/>
                    <a:pt x="323" y="1439"/>
                    <a:pt x="719" y="1439"/>
                  </a:cubicBezTo>
                  <a:cubicBezTo>
                    <a:pt x="1116" y="1439"/>
                    <a:pt x="1438" y="1116"/>
                    <a:pt x="1438" y="720"/>
                  </a:cubicBezTo>
                  <a:cubicBezTo>
                    <a:pt x="1438" y="323"/>
                    <a:pt x="1116" y="1"/>
                    <a:pt x="719" y="1"/>
                  </a:cubicBez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32"/>
            <p:cNvSpPr/>
            <p:nvPr/>
          </p:nvSpPr>
          <p:spPr>
            <a:xfrm>
              <a:off x="3787354" y="3715989"/>
              <a:ext cx="46524" cy="46461"/>
            </a:xfrm>
            <a:custGeom>
              <a:rect b="b" l="l" r="r" t="t"/>
              <a:pathLst>
                <a:path extrusionOk="0" h="735" w="736">
                  <a:moveTo>
                    <a:pt x="367" y="1"/>
                  </a:moveTo>
                  <a:cubicBezTo>
                    <a:pt x="164" y="1"/>
                    <a:pt x="0" y="165"/>
                    <a:pt x="0" y="368"/>
                  </a:cubicBezTo>
                  <a:cubicBezTo>
                    <a:pt x="0" y="571"/>
                    <a:pt x="165" y="735"/>
                    <a:pt x="369" y="735"/>
                  </a:cubicBezTo>
                  <a:cubicBezTo>
                    <a:pt x="572" y="735"/>
                    <a:pt x="736" y="570"/>
                    <a:pt x="736" y="368"/>
                  </a:cubicBezTo>
                  <a:cubicBezTo>
                    <a:pt x="736" y="166"/>
                    <a:pt x="571" y="1"/>
                    <a:pt x="369" y="1"/>
                  </a:cubicBezTo>
                  <a:cubicBezTo>
                    <a:pt x="368" y="1"/>
                    <a:pt x="367" y="1"/>
                    <a:pt x="367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32"/>
            <p:cNvSpPr/>
            <p:nvPr/>
          </p:nvSpPr>
          <p:spPr>
            <a:xfrm>
              <a:off x="3797215" y="3725787"/>
              <a:ext cx="26929" cy="26929"/>
            </a:xfrm>
            <a:custGeom>
              <a:rect b="b" l="l" r="r" t="t"/>
              <a:pathLst>
                <a:path extrusionOk="0" h="426" w="426">
                  <a:moveTo>
                    <a:pt x="213" y="0"/>
                  </a:moveTo>
                  <a:cubicBezTo>
                    <a:pt x="95" y="0"/>
                    <a:pt x="1" y="97"/>
                    <a:pt x="1" y="213"/>
                  </a:cubicBezTo>
                  <a:cubicBezTo>
                    <a:pt x="1" y="329"/>
                    <a:pt x="95" y="425"/>
                    <a:pt x="213" y="425"/>
                  </a:cubicBezTo>
                  <a:cubicBezTo>
                    <a:pt x="329" y="425"/>
                    <a:pt x="425" y="331"/>
                    <a:pt x="425" y="213"/>
                  </a:cubicBezTo>
                  <a:cubicBezTo>
                    <a:pt x="425" y="95"/>
                    <a:pt x="330" y="0"/>
                    <a:pt x="213" y="0"/>
                  </a:cubicBez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32"/>
            <p:cNvSpPr/>
            <p:nvPr/>
          </p:nvSpPr>
          <p:spPr>
            <a:xfrm>
              <a:off x="4065736" y="3584447"/>
              <a:ext cx="70735" cy="71493"/>
            </a:xfrm>
            <a:custGeom>
              <a:rect b="b" l="l" r="r" t="t"/>
              <a:pathLst>
                <a:path extrusionOk="0" h="1131" w="1119">
                  <a:moveTo>
                    <a:pt x="0" y="1"/>
                  </a:moveTo>
                  <a:lnTo>
                    <a:pt x="0" y="1130"/>
                  </a:lnTo>
                  <a:lnTo>
                    <a:pt x="1118" y="1130"/>
                  </a:lnTo>
                  <a:lnTo>
                    <a:pt x="1118" y="1"/>
                  </a:ln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32"/>
            <p:cNvSpPr/>
            <p:nvPr/>
          </p:nvSpPr>
          <p:spPr>
            <a:xfrm>
              <a:off x="3976355" y="3584447"/>
              <a:ext cx="70798" cy="71493"/>
            </a:xfrm>
            <a:custGeom>
              <a:rect b="b" l="l" r="r" t="t"/>
              <a:pathLst>
                <a:path extrusionOk="0" h="1131" w="1120">
                  <a:moveTo>
                    <a:pt x="0" y="1"/>
                  </a:moveTo>
                  <a:lnTo>
                    <a:pt x="0" y="1130"/>
                  </a:lnTo>
                  <a:lnTo>
                    <a:pt x="1119" y="1130"/>
                  </a:lnTo>
                  <a:lnTo>
                    <a:pt x="1119" y="1"/>
                  </a:ln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32"/>
            <p:cNvSpPr/>
            <p:nvPr/>
          </p:nvSpPr>
          <p:spPr>
            <a:xfrm>
              <a:off x="3887038" y="3584447"/>
              <a:ext cx="70798" cy="71493"/>
            </a:xfrm>
            <a:custGeom>
              <a:rect b="b" l="l" r="r" t="t"/>
              <a:pathLst>
                <a:path extrusionOk="0" h="1131" w="1120">
                  <a:moveTo>
                    <a:pt x="0" y="1"/>
                  </a:moveTo>
                  <a:lnTo>
                    <a:pt x="0" y="1130"/>
                  </a:lnTo>
                  <a:lnTo>
                    <a:pt x="1119" y="1130"/>
                  </a:lnTo>
                  <a:lnTo>
                    <a:pt x="1119" y="1"/>
                  </a:ln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32"/>
            <p:cNvSpPr/>
            <p:nvPr/>
          </p:nvSpPr>
          <p:spPr>
            <a:xfrm>
              <a:off x="3797657" y="3584447"/>
              <a:ext cx="70861" cy="71493"/>
            </a:xfrm>
            <a:custGeom>
              <a:rect b="b" l="l" r="r" t="t"/>
              <a:pathLst>
                <a:path extrusionOk="0" h="1131" w="1121">
                  <a:moveTo>
                    <a:pt x="1" y="1"/>
                  </a:moveTo>
                  <a:lnTo>
                    <a:pt x="1" y="1130"/>
                  </a:lnTo>
                  <a:lnTo>
                    <a:pt x="1120" y="1130"/>
                  </a:lnTo>
                  <a:lnTo>
                    <a:pt x="1120" y="1"/>
                  </a:ln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32"/>
            <p:cNvSpPr/>
            <p:nvPr/>
          </p:nvSpPr>
          <p:spPr>
            <a:xfrm>
              <a:off x="3708340" y="3584447"/>
              <a:ext cx="70798" cy="71493"/>
            </a:xfrm>
            <a:custGeom>
              <a:rect b="b" l="l" r="r" t="t"/>
              <a:pathLst>
                <a:path extrusionOk="0" h="1131" w="1120">
                  <a:moveTo>
                    <a:pt x="1" y="1"/>
                  </a:moveTo>
                  <a:lnTo>
                    <a:pt x="1" y="1130"/>
                  </a:lnTo>
                  <a:lnTo>
                    <a:pt x="1119" y="1130"/>
                  </a:lnTo>
                  <a:lnTo>
                    <a:pt x="1119" y="1"/>
                  </a:ln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32"/>
            <p:cNvSpPr/>
            <p:nvPr/>
          </p:nvSpPr>
          <p:spPr>
            <a:xfrm>
              <a:off x="4155749" y="3584004"/>
              <a:ext cx="21998" cy="101266"/>
            </a:xfrm>
            <a:custGeom>
              <a:rect b="b" l="l" r="r" t="t"/>
              <a:pathLst>
                <a:path extrusionOk="0" h="1602" w="348">
                  <a:moveTo>
                    <a:pt x="347" y="1"/>
                  </a:moveTo>
                  <a:lnTo>
                    <a:pt x="0" y="2"/>
                  </a:lnTo>
                  <a:lnTo>
                    <a:pt x="0" y="1600"/>
                  </a:lnTo>
                  <a:cubicBezTo>
                    <a:pt x="0" y="1600"/>
                    <a:pt x="0" y="1602"/>
                    <a:pt x="2" y="1602"/>
                  </a:cubicBezTo>
                  <a:lnTo>
                    <a:pt x="347" y="1602"/>
                  </a:lnTo>
                  <a:lnTo>
                    <a:pt x="347" y="1"/>
                  </a:ln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32"/>
            <p:cNvSpPr/>
            <p:nvPr/>
          </p:nvSpPr>
          <p:spPr>
            <a:xfrm>
              <a:off x="4155686" y="3697721"/>
              <a:ext cx="22061" cy="20734"/>
            </a:xfrm>
            <a:custGeom>
              <a:rect b="b" l="l" r="r" t="t"/>
              <a:pathLst>
                <a:path extrusionOk="0" h="328" w="349">
                  <a:moveTo>
                    <a:pt x="0" y="0"/>
                  </a:moveTo>
                  <a:lnTo>
                    <a:pt x="0" y="326"/>
                  </a:lnTo>
                  <a:cubicBezTo>
                    <a:pt x="0" y="327"/>
                    <a:pt x="1" y="328"/>
                    <a:pt x="3" y="328"/>
                  </a:cubicBezTo>
                  <a:lnTo>
                    <a:pt x="348" y="328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32"/>
            <p:cNvSpPr/>
            <p:nvPr/>
          </p:nvSpPr>
          <p:spPr>
            <a:xfrm>
              <a:off x="4610680" y="3432550"/>
              <a:ext cx="356518" cy="167007"/>
            </a:xfrm>
            <a:custGeom>
              <a:rect b="b" l="l" r="r" t="t"/>
              <a:pathLst>
                <a:path extrusionOk="0" h="2642" w="5640">
                  <a:moveTo>
                    <a:pt x="491" y="0"/>
                  </a:moveTo>
                  <a:cubicBezTo>
                    <a:pt x="220" y="0"/>
                    <a:pt x="0" y="219"/>
                    <a:pt x="0" y="490"/>
                  </a:cubicBezTo>
                  <a:lnTo>
                    <a:pt x="0" y="2641"/>
                  </a:lnTo>
                  <a:lnTo>
                    <a:pt x="5527" y="2641"/>
                  </a:lnTo>
                  <a:cubicBezTo>
                    <a:pt x="5588" y="2641"/>
                    <a:pt x="5638" y="2592"/>
                    <a:pt x="5638" y="2531"/>
                  </a:cubicBezTo>
                  <a:lnTo>
                    <a:pt x="5638" y="1888"/>
                  </a:lnTo>
                  <a:cubicBezTo>
                    <a:pt x="5639" y="1617"/>
                    <a:pt x="5419" y="1397"/>
                    <a:pt x="5148" y="1397"/>
                  </a:cubicBezTo>
                  <a:lnTo>
                    <a:pt x="4948" y="1397"/>
                  </a:lnTo>
                  <a:cubicBezTo>
                    <a:pt x="4826" y="1397"/>
                    <a:pt x="4720" y="1318"/>
                    <a:pt x="4686" y="1202"/>
                  </a:cubicBezTo>
                  <a:lnTo>
                    <a:pt x="4296" y="291"/>
                  </a:lnTo>
                  <a:cubicBezTo>
                    <a:pt x="4220" y="115"/>
                    <a:pt x="4046" y="0"/>
                    <a:pt x="38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32"/>
            <p:cNvSpPr/>
            <p:nvPr/>
          </p:nvSpPr>
          <p:spPr>
            <a:xfrm>
              <a:off x="4863209" y="3452019"/>
              <a:ext cx="46714" cy="62138"/>
            </a:xfrm>
            <a:custGeom>
              <a:rect b="b" l="l" r="r" t="t"/>
              <a:pathLst>
                <a:path extrusionOk="0" h="983" w="739">
                  <a:moveTo>
                    <a:pt x="1" y="0"/>
                  </a:moveTo>
                  <a:cubicBezTo>
                    <a:pt x="1" y="0"/>
                    <a:pt x="175" y="407"/>
                    <a:pt x="303" y="698"/>
                  </a:cubicBezTo>
                  <a:cubicBezTo>
                    <a:pt x="379" y="870"/>
                    <a:pt x="549" y="983"/>
                    <a:pt x="739" y="983"/>
                  </a:cubicBezTo>
                  <a:cubicBezTo>
                    <a:pt x="718" y="957"/>
                    <a:pt x="702" y="928"/>
                    <a:pt x="693" y="895"/>
                  </a:cubicBezTo>
                  <a:lnTo>
                    <a:pt x="308" y="0"/>
                  </a:ln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32"/>
            <p:cNvSpPr/>
            <p:nvPr/>
          </p:nvSpPr>
          <p:spPr>
            <a:xfrm>
              <a:off x="4634890" y="3553094"/>
              <a:ext cx="91342" cy="45703"/>
            </a:xfrm>
            <a:custGeom>
              <a:rect b="b" l="l" r="r" t="t"/>
              <a:pathLst>
                <a:path extrusionOk="0" h="723" w="1445">
                  <a:moveTo>
                    <a:pt x="722" y="1"/>
                  </a:moveTo>
                  <a:cubicBezTo>
                    <a:pt x="323" y="2"/>
                    <a:pt x="0" y="326"/>
                    <a:pt x="0" y="723"/>
                  </a:cubicBezTo>
                  <a:lnTo>
                    <a:pt x="1445" y="723"/>
                  </a:lnTo>
                  <a:cubicBezTo>
                    <a:pt x="1445" y="325"/>
                    <a:pt x="1122" y="1"/>
                    <a:pt x="722" y="1"/>
                  </a:cubicBezTo>
                  <a:close/>
                </a:path>
              </a:pathLst>
            </a:custGeom>
            <a:solidFill>
              <a:srgbClr val="434343">
                <a:alpha val="93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32"/>
            <p:cNvSpPr/>
            <p:nvPr/>
          </p:nvSpPr>
          <p:spPr>
            <a:xfrm>
              <a:off x="4644056" y="3562386"/>
              <a:ext cx="72821" cy="72821"/>
            </a:xfrm>
            <a:custGeom>
              <a:rect b="b" l="l" r="r" t="t"/>
              <a:pathLst>
                <a:path extrusionOk="0" h="1152" w="1152">
                  <a:moveTo>
                    <a:pt x="576" y="1"/>
                  </a:moveTo>
                  <a:cubicBezTo>
                    <a:pt x="259" y="1"/>
                    <a:pt x="0" y="259"/>
                    <a:pt x="0" y="576"/>
                  </a:cubicBezTo>
                  <a:cubicBezTo>
                    <a:pt x="0" y="894"/>
                    <a:pt x="259" y="1152"/>
                    <a:pt x="576" y="1152"/>
                  </a:cubicBezTo>
                  <a:cubicBezTo>
                    <a:pt x="895" y="1152"/>
                    <a:pt x="1151" y="893"/>
                    <a:pt x="1151" y="576"/>
                  </a:cubicBezTo>
                  <a:cubicBezTo>
                    <a:pt x="1151" y="258"/>
                    <a:pt x="894" y="1"/>
                    <a:pt x="576" y="1"/>
                  </a:cubicBez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32"/>
            <p:cNvSpPr/>
            <p:nvPr/>
          </p:nvSpPr>
          <p:spPr>
            <a:xfrm>
              <a:off x="4661818" y="3580212"/>
              <a:ext cx="37295" cy="37232"/>
            </a:xfrm>
            <a:custGeom>
              <a:rect b="b" l="l" r="r" t="t"/>
              <a:pathLst>
                <a:path extrusionOk="0" h="589" w="590">
                  <a:moveTo>
                    <a:pt x="295" y="0"/>
                  </a:moveTo>
                  <a:cubicBezTo>
                    <a:pt x="133" y="0"/>
                    <a:pt x="1" y="132"/>
                    <a:pt x="1" y="294"/>
                  </a:cubicBezTo>
                  <a:cubicBezTo>
                    <a:pt x="1" y="457"/>
                    <a:pt x="133" y="589"/>
                    <a:pt x="295" y="589"/>
                  </a:cubicBezTo>
                  <a:cubicBezTo>
                    <a:pt x="458" y="589"/>
                    <a:pt x="589" y="457"/>
                    <a:pt x="589" y="294"/>
                  </a:cubicBezTo>
                  <a:cubicBezTo>
                    <a:pt x="589" y="131"/>
                    <a:pt x="458" y="0"/>
                    <a:pt x="295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32"/>
            <p:cNvSpPr/>
            <p:nvPr/>
          </p:nvSpPr>
          <p:spPr>
            <a:xfrm>
              <a:off x="4669783" y="3588050"/>
              <a:ext cx="21555" cy="21492"/>
            </a:xfrm>
            <a:custGeom>
              <a:rect b="b" l="l" r="r" t="t"/>
              <a:pathLst>
                <a:path extrusionOk="0" h="340" w="341">
                  <a:moveTo>
                    <a:pt x="170" y="0"/>
                  </a:moveTo>
                  <a:cubicBezTo>
                    <a:pt x="76" y="1"/>
                    <a:pt x="1" y="77"/>
                    <a:pt x="1" y="170"/>
                  </a:cubicBezTo>
                  <a:cubicBezTo>
                    <a:pt x="1" y="263"/>
                    <a:pt x="76" y="340"/>
                    <a:pt x="170" y="340"/>
                  </a:cubicBezTo>
                  <a:cubicBezTo>
                    <a:pt x="264" y="340"/>
                    <a:pt x="340" y="265"/>
                    <a:pt x="340" y="170"/>
                  </a:cubicBezTo>
                  <a:cubicBezTo>
                    <a:pt x="340" y="77"/>
                    <a:pt x="266" y="0"/>
                    <a:pt x="170" y="0"/>
                  </a:cubicBez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32"/>
            <p:cNvSpPr/>
            <p:nvPr/>
          </p:nvSpPr>
          <p:spPr>
            <a:xfrm>
              <a:off x="4805308" y="3553094"/>
              <a:ext cx="91342" cy="45703"/>
            </a:xfrm>
            <a:custGeom>
              <a:rect b="b" l="l" r="r" t="t"/>
              <a:pathLst>
                <a:path extrusionOk="0" h="723" w="1445">
                  <a:moveTo>
                    <a:pt x="723" y="1"/>
                  </a:moveTo>
                  <a:cubicBezTo>
                    <a:pt x="325" y="2"/>
                    <a:pt x="0" y="326"/>
                    <a:pt x="0" y="723"/>
                  </a:cubicBezTo>
                  <a:lnTo>
                    <a:pt x="1445" y="723"/>
                  </a:lnTo>
                  <a:cubicBezTo>
                    <a:pt x="1445" y="325"/>
                    <a:pt x="1122" y="1"/>
                    <a:pt x="723" y="1"/>
                  </a:cubicBezTo>
                  <a:close/>
                </a:path>
              </a:pathLst>
            </a:custGeom>
            <a:solidFill>
              <a:srgbClr val="434343">
                <a:alpha val="93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32"/>
            <p:cNvSpPr/>
            <p:nvPr/>
          </p:nvSpPr>
          <p:spPr>
            <a:xfrm>
              <a:off x="4814600" y="3562386"/>
              <a:ext cx="72821" cy="72821"/>
            </a:xfrm>
            <a:custGeom>
              <a:rect b="b" l="l" r="r" t="t"/>
              <a:pathLst>
                <a:path extrusionOk="0" h="1152" w="1152">
                  <a:moveTo>
                    <a:pt x="576" y="1"/>
                  </a:moveTo>
                  <a:cubicBezTo>
                    <a:pt x="257" y="1"/>
                    <a:pt x="1" y="259"/>
                    <a:pt x="1" y="576"/>
                  </a:cubicBezTo>
                  <a:cubicBezTo>
                    <a:pt x="1" y="894"/>
                    <a:pt x="258" y="1152"/>
                    <a:pt x="576" y="1152"/>
                  </a:cubicBezTo>
                  <a:cubicBezTo>
                    <a:pt x="894" y="1152"/>
                    <a:pt x="1152" y="893"/>
                    <a:pt x="1152" y="576"/>
                  </a:cubicBezTo>
                  <a:cubicBezTo>
                    <a:pt x="1152" y="258"/>
                    <a:pt x="893" y="1"/>
                    <a:pt x="576" y="1"/>
                  </a:cubicBez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32"/>
            <p:cNvSpPr/>
            <p:nvPr/>
          </p:nvSpPr>
          <p:spPr>
            <a:xfrm>
              <a:off x="4832362" y="3580212"/>
              <a:ext cx="37295" cy="37232"/>
            </a:xfrm>
            <a:custGeom>
              <a:rect b="b" l="l" r="r" t="t"/>
              <a:pathLst>
                <a:path extrusionOk="0" h="589" w="590">
                  <a:moveTo>
                    <a:pt x="295" y="0"/>
                  </a:moveTo>
                  <a:cubicBezTo>
                    <a:pt x="132" y="0"/>
                    <a:pt x="1" y="132"/>
                    <a:pt x="1" y="294"/>
                  </a:cubicBezTo>
                  <a:cubicBezTo>
                    <a:pt x="1" y="457"/>
                    <a:pt x="132" y="589"/>
                    <a:pt x="295" y="589"/>
                  </a:cubicBezTo>
                  <a:cubicBezTo>
                    <a:pt x="457" y="589"/>
                    <a:pt x="589" y="457"/>
                    <a:pt x="589" y="294"/>
                  </a:cubicBezTo>
                  <a:cubicBezTo>
                    <a:pt x="589" y="131"/>
                    <a:pt x="457" y="0"/>
                    <a:pt x="295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32"/>
            <p:cNvSpPr/>
            <p:nvPr/>
          </p:nvSpPr>
          <p:spPr>
            <a:xfrm>
              <a:off x="4840200" y="3588050"/>
              <a:ext cx="21555" cy="21492"/>
            </a:xfrm>
            <a:custGeom>
              <a:rect b="b" l="l" r="r" t="t"/>
              <a:pathLst>
                <a:path extrusionOk="0" h="340" w="341">
                  <a:moveTo>
                    <a:pt x="171" y="0"/>
                  </a:moveTo>
                  <a:cubicBezTo>
                    <a:pt x="77" y="1"/>
                    <a:pt x="1" y="77"/>
                    <a:pt x="1" y="170"/>
                  </a:cubicBezTo>
                  <a:cubicBezTo>
                    <a:pt x="1" y="263"/>
                    <a:pt x="76" y="340"/>
                    <a:pt x="171" y="340"/>
                  </a:cubicBezTo>
                  <a:cubicBezTo>
                    <a:pt x="264" y="340"/>
                    <a:pt x="340" y="265"/>
                    <a:pt x="340" y="170"/>
                  </a:cubicBezTo>
                  <a:cubicBezTo>
                    <a:pt x="340" y="77"/>
                    <a:pt x="265" y="0"/>
                    <a:pt x="171" y="0"/>
                  </a:cubicBez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32"/>
            <p:cNvSpPr/>
            <p:nvPr/>
          </p:nvSpPr>
          <p:spPr>
            <a:xfrm>
              <a:off x="4757204" y="3452019"/>
              <a:ext cx="112265" cy="59862"/>
            </a:xfrm>
            <a:custGeom>
              <a:rect b="b" l="l" r="r" t="t"/>
              <a:pathLst>
                <a:path extrusionOk="0" h="947" w="1776">
                  <a:moveTo>
                    <a:pt x="1" y="0"/>
                  </a:moveTo>
                  <a:lnTo>
                    <a:pt x="1" y="947"/>
                  </a:lnTo>
                  <a:lnTo>
                    <a:pt x="1775" y="947"/>
                  </a:lnTo>
                  <a:lnTo>
                    <a:pt x="1444" y="0"/>
                  </a:ln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32"/>
            <p:cNvSpPr/>
            <p:nvPr/>
          </p:nvSpPr>
          <p:spPr>
            <a:xfrm>
              <a:off x="4635459" y="3452019"/>
              <a:ext cx="102847" cy="59862"/>
            </a:xfrm>
            <a:custGeom>
              <a:rect b="b" l="l" r="r" t="t"/>
              <a:pathLst>
                <a:path extrusionOk="0" h="947" w="1627">
                  <a:moveTo>
                    <a:pt x="0" y="0"/>
                  </a:moveTo>
                  <a:lnTo>
                    <a:pt x="0" y="947"/>
                  </a:lnTo>
                  <a:lnTo>
                    <a:pt x="1626" y="947"/>
                  </a:lnTo>
                  <a:lnTo>
                    <a:pt x="1626" y="0"/>
                  </a:lnTo>
                  <a:close/>
                </a:path>
              </a:pathLst>
            </a:custGeom>
            <a:solidFill>
              <a:srgbClr val="3434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869" name="Google Shape;2869;p32"/>
          <p:cNvCxnSpPr/>
          <p:nvPr/>
        </p:nvCxnSpPr>
        <p:spPr>
          <a:xfrm>
            <a:off x="3348175" y="1674575"/>
            <a:ext cx="8859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2870" name="Google Shape;2870;p32"/>
          <p:cNvCxnSpPr/>
          <p:nvPr/>
        </p:nvCxnSpPr>
        <p:spPr>
          <a:xfrm>
            <a:off x="4872175" y="1674575"/>
            <a:ext cx="11145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2871" name="Google Shape;2871;p32"/>
          <p:cNvCxnSpPr/>
          <p:nvPr/>
        </p:nvCxnSpPr>
        <p:spPr>
          <a:xfrm>
            <a:off x="2805250" y="2960450"/>
            <a:ext cx="1143000" cy="96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2872" name="Google Shape;2872;p32"/>
          <p:cNvCxnSpPr/>
          <p:nvPr/>
        </p:nvCxnSpPr>
        <p:spPr>
          <a:xfrm>
            <a:off x="5253175" y="2969975"/>
            <a:ext cx="8859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oval"/>
            <a:tailEnd len="med" w="med" type="oval"/>
          </a:ln>
        </p:spPr>
      </p:cxnSp>
      <p:grpSp>
        <p:nvGrpSpPr>
          <p:cNvPr id="2873" name="Google Shape;2873;p32"/>
          <p:cNvGrpSpPr/>
          <p:nvPr/>
        </p:nvGrpSpPr>
        <p:grpSpPr>
          <a:xfrm>
            <a:off x="6022061" y="2633434"/>
            <a:ext cx="656146" cy="656272"/>
            <a:chOff x="6022061" y="2633434"/>
            <a:chExt cx="656146" cy="656272"/>
          </a:xfrm>
        </p:grpSpPr>
        <p:sp>
          <p:nvSpPr>
            <p:cNvPr id="2874" name="Google Shape;2874;p32"/>
            <p:cNvSpPr/>
            <p:nvPr/>
          </p:nvSpPr>
          <p:spPr>
            <a:xfrm>
              <a:off x="6022061" y="2633434"/>
              <a:ext cx="656146" cy="656272"/>
            </a:xfrm>
            <a:custGeom>
              <a:rect b="b" l="l" r="r" t="t"/>
              <a:pathLst>
                <a:path extrusionOk="0" h="10382" w="10380">
                  <a:moveTo>
                    <a:pt x="5190" y="1"/>
                  </a:moveTo>
                  <a:cubicBezTo>
                    <a:pt x="3814" y="1"/>
                    <a:pt x="2493" y="548"/>
                    <a:pt x="1520" y="1521"/>
                  </a:cubicBezTo>
                  <a:cubicBezTo>
                    <a:pt x="547" y="2494"/>
                    <a:pt x="0" y="3815"/>
                    <a:pt x="0" y="5191"/>
                  </a:cubicBezTo>
                  <a:cubicBezTo>
                    <a:pt x="0" y="6568"/>
                    <a:pt x="547" y="7888"/>
                    <a:pt x="1520" y="8862"/>
                  </a:cubicBezTo>
                  <a:cubicBezTo>
                    <a:pt x="2493" y="9835"/>
                    <a:pt x="3814" y="10381"/>
                    <a:pt x="5190" y="10381"/>
                  </a:cubicBezTo>
                  <a:cubicBezTo>
                    <a:pt x="6566" y="10381"/>
                    <a:pt x="7886" y="9835"/>
                    <a:pt x="8860" y="8862"/>
                  </a:cubicBezTo>
                  <a:cubicBezTo>
                    <a:pt x="9833" y="7888"/>
                    <a:pt x="10380" y="6568"/>
                    <a:pt x="10380" y="5191"/>
                  </a:cubicBezTo>
                  <a:cubicBezTo>
                    <a:pt x="10380" y="3815"/>
                    <a:pt x="9833" y="2494"/>
                    <a:pt x="8860" y="1521"/>
                  </a:cubicBezTo>
                  <a:cubicBezTo>
                    <a:pt x="7886" y="548"/>
                    <a:pt x="6566" y="1"/>
                    <a:pt x="51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32"/>
            <p:cNvSpPr/>
            <p:nvPr/>
          </p:nvSpPr>
          <p:spPr>
            <a:xfrm>
              <a:off x="6221113" y="2776038"/>
              <a:ext cx="258349" cy="372258"/>
            </a:xfrm>
            <a:custGeom>
              <a:rect b="b" l="l" r="r" t="t"/>
              <a:pathLst>
                <a:path extrusionOk="0" h="5889" w="4087">
                  <a:moveTo>
                    <a:pt x="2246" y="1134"/>
                  </a:moveTo>
                  <a:cubicBezTo>
                    <a:pt x="2305" y="1134"/>
                    <a:pt x="2363" y="1161"/>
                    <a:pt x="2401" y="1213"/>
                  </a:cubicBezTo>
                  <a:cubicBezTo>
                    <a:pt x="2785" y="1751"/>
                    <a:pt x="3751" y="3167"/>
                    <a:pt x="3751" y="3832"/>
                  </a:cubicBezTo>
                  <a:cubicBezTo>
                    <a:pt x="3749" y="4654"/>
                    <a:pt x="3253" y="5029"/>
                    <a:pt x="2830" y="5198"/>
                  </a:cubicBezTo>
                  <a:cubicBezTo>
                    <a:pt x="2820" y="5202"/>
                    <a:pt x="2810" y="5204"/>
                    <a:pt x="2801" y="5204"/>
                  </a:cubicBezTo>
                  <a:cubicBezTo>
                    <a:pt x="2737" y="5204"/>
                    <a:pt x="2698" y="5119"/>
                    <a:pt x="2757" y="5073"/>
                  </a:cubicBezTo>
                  <a:cubicBezTo>
                    <a:pt x="3028" y="4856"/>
                    <a:pt x="3302" y="4476"/>
                    <a:pt x="3278" y="3832"/>
                  </a:cubicBezTo>
                  <a:cubicBezTo>
                    <a:pt x="3256" y="3244"/>
                    <a:pt x="2526" y="2072"/>
                    <a:pt x="2086" y="1436"/>
                  </a:cubicBezTo>
                  <a:cubicBezTo>
                    <a:pt x="2040" y="1371"/>
                    <a:pt x="2041" y="1284"/>
                    <a:pt x="2088" y="1219"/>
                  </a:cubicBezTo>
                  <a:cubicBezTo>
                    <a:pt x="2089" y="1217"/>
                    <a:pt x="2091" y="1215"/>
                    <a:pt x="2092" y="1213"/>
                  </a:cubicBezTo>
                  <a:cubicBezTo>
                    <a:pt x="2130" y="1161"/>
                    <a:pt x="2188" y="1134"/>
                    <a:pt x="2246" y="1134"/>
                  </a:cubicBezTo>
                  <a:close/>
                  <a:moveTo>
                    <a:pt x="2043" y="1"/>
                  </a:moveTo>
                  <a:cubicBezTo>
                    <a:pt x="2043" y="1"/>
                    <a:pt x="1" y="2717"/>
                    <a:pt x="1" y="3846"/>
                  </a:cubicBezTo>
                  <a:cubicBezTo>
                    <a:pt x="1" y="4974"/>
                    <a:pt x="916" y="5888"/>
                    <a:pt x="2043" y="5888"/>
                  </a:cubicBezTo>
                  <a:cubicBezTo>
                    <a:pt x="3172" y="5888"/>
                    <a:pt x="4086" y="4974"/>
                    <a:pt x="4086" y="3846"/>
                  </a:cubicBezTo>
                  <a:cubicBezTo>
                    <a:pt x="4086" y="2717"/>
                    <a:pt x="2043" y="1"/>
                    <a:pt x="20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6" name="Google Shape;2876;p32"/>
          <p:cNvGrpSpPr/>
          <p:nvPr/>
        </p:nvGrpSpPr>
        <p:grpSpPr>
          <a:xfrm>
            <a:off x="2483875" y="2633497"/>
            <a:ext cx="656272" cy="656272"/>
            <a:chOff x="2483875" y="2633497"/>
            <a:chExt cx="656272" cy="656272"/>
          </a:xfrm>
        </p:grpSpPr>
        <p:sp>
          <p:nvSpPr>
            <p:cNvPr id="2877" name="Google Shape;2877;p32"/>
            <p:cNvSpPr/>
            <p:nvPr/>
          </p:nvSpPr>
          <p:spPr>
            <a:xfrm>
              <a:off x="2483875" y="2633497"/>
              <a:ext cx="656272" cy="656272"/>
            </a:xfrm>
            <a:custGeom>
              <a:rect b="b" l="l" r="r" t="t"/>
              <a:pathLst>
                <a:path extrusionOk="0" h="10382" w="10382">
                  <a:moveTo>
                    <a:pt x="5192" y="1"/>
                  </a:moveTo>
                  <a:cubicBezTo>
                    <a:pt x="3814" y="1"/>
                    <a:pt x="2494" y="547"/>
                    <a:pt x="1521" y="1521"/>
                  </a:cubicBezTo>
                  <a:cubicBezTo>
                    <a:pt x="548" y="2494"/>
                    <a:pt x="1" y="3814"/>
                    <a:pt x="1" y="5190"/>
                  </a:cubicBezTo>
                  <a:cubicBezTo>
                    <a:pt x="1" y="6568"/>
                    <a:pt x="548" y="7888"/>
                    <a:pt x="1521" y="8861"/>
                  </a:cubicBezTo>
                  <a:cubicBezTo>
                    <a:pt x="2494" y="9834"/>
                    <a:pt x="3814" y="10381"/>
                    <a:pt x="5192" y="10381"/>
                  </a:cubicBezTo>
                  <a:cubicBezTo>
                    <a:pt x="6568" y="10381"/>
                    <a:pt x="7888" y="9834"/>
                    <a:pt x="8861" y="8861"/>
                  </a:cubicBezTo>
                  <a:cubicBezTo>
                    <a:pt x="9835" y="7888"/>
                    <a:pt x="10381" y="6568"/>
                    <a:pt x="10381" y="5190"/>
                  </a:cubicBezTo>
                  <a:cubicBezTo>
                    <a:pt x="10381" y="3814"/>
                    <a:pt x="9835" y="2494"/>
                    <a:pt x="8861" y="1521"/>
                  </a:cubicBezTo>
                  <a:cubicBezTo>
                    <a:pt x="7888" y="547"/>
                    <a:pt x="6568" y="1"/>
                    <a:pt x="51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32"/>
            <p:cNvSpPr/>
            <p:nvPr/>
          </p:nvSpPr>
          <p:spPr>
            <a:xfrm>
              <a:off x="2668325" y="2929326"/>
              <a:ext cx="291536" cy="187678"/>
            </a:xfrm>
            <a:custGeom>
              <a:rect b="b" l="l" r="r" t="t"/>
              <a:pathLst>
                <a:path extrusionOk="0" h="2969" w="4612">
                  <a:moveTo>
                    <a:pt x="2241" y="1"/>
                  </a:moveTo>
                  <a:cubicBezTo>
                    <a:pt x="1716" y="1"/>
                    <a:pt x="1267" y="323"/>
                    <a:pt x="1082" y="782"/>
                  </a:cubicBezTo>
                  <a:cubicBezTo>
                    <a:pt x="985" y="1015"/>
                    <a:pt x="840" y="1227"/>
                    <a:pt x="666" y="1410"/>
                  </a:cubicBezTo>
                  <a:cubicBezTo>
                    <a:pt x="369" y="1721"/>
                    <a:pt x="0" y="2196"/>
                    <a:pt x="131" y="2491"/>
                  </a:cubicBezTo>
                  <a:cubicBezTo>
                    <a:pt x="269" y="2799"/>
                    <a:pt x="611" y="2969"/>
                    <a:pt x="1008" y="2969"/>
                  </a:cubicBezTo>
                  <a:cubicBezTo>
                    <a:pt x="1214" y="2969"/>
                    <a:pt x="1435" y="2923"/>
                    <a:pt x="1650" y="2827"/>
                  </a:cubicBezTo>
                  <a:cubicBezTo>
                    <a:pt x="1670" y="2818"/>
                    <a:pt x="1691" y="2807"/>
                    <a:pt x="1715" y="2794"/>
                  </a:cubicBezTo>
                  <a:cubicBezTo>
                    <a:pt x="1898" y="2696"/>
                    <a:pt x="2100" y="2647"/>
                    <a:pt x="2302" y="2647"/>
                  </a:cubicBezTo>
                  <a:cubicBezTo>
                    <a:pt x="2502" y="2647"/>
                    <a:pt x="2702" y="2695"/>
                    <a:pt x="2883" y="2792"/>
                  </a:cubicBezTo>
                  <a:cubicBezTo>
                    <a:pt x="2909" y="2806"/>
                    <a:pt x="2933" y="2818"/>
                    <a:pt x="2953" y="2827"/>
                  </a:cubicBezTo>
                  <a:cubicBezTo>
                    <a:pt x="3168" y="2923"/>
                    <a:pt x="3389" y="2968"/>
                    <a:pt x="3595" y="2968"/>
                  </a:cubicBezTo>
                  <a:cubicBezTo>
                    <a:pt x="3994" y="2968"/>
                    <a:pt x="4336" y="2798"/>
                    <a:pt x="4473" y="2491"/>
                  </a:cubicBezTo>
                  <a:cubicBezTo>
                    <a:pt x="4612" y="2180"/>
                    <a:pt x="4156" y="1655"/>
                    <a:pt x="3815" y="1333"/>
                  </a:cubicBezTo>
                  <a:cubicBezTo>
                    <a:pt x="3628" y="1157"/>
                    <a:pt x="3480" y="945"/>
                    <a:pt x="3369" y="714"/>
                  </a:cubicBezTo>
                  <a:cubicBezTo>
                    <a:pt x="3168" y="292"/>
                    <a:pt x="2738" y="1"/>
                    <a:pt x="2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32"/>
            <p:cNvSpPr/>
            <p:nvPr/>
          </p:nvSpPr>
          <p:spPr>
            <a:xfrm>
              <a:off x="2686467" y="2792663"/>
              <a:ext cx="115995" cy="115995"/>
            </a:xfrm>
            <a:custGeom>
              <a:rect b="b" l="l" r="r" t="t"/>
              <a:pathLst>
                <a:path extrusionOk="0" h="1835" w="1835">
                  <a:moveTo>
                    <a:pt x="811" y="0"/>
                  </a:moveTo>
                  <a:cubicBezTo>
                    <a:pt x="726" y="0"/>
                    <a:pt x="641" y="16"/>
                    <a:pt x="560" y="49"/>
                  </a:cubicBezTo>
                  <a:cubicBezTo>
                    <a:pt x="162" y="213"/>
                    <a:pt x="1" y="733"/>
                    <a:pt x="197" y="1213"/>
                  </a:cubicBezTo>
                  <a:cubicBezTo>
                    <a:pt x="354" y="1594"/>
                    <a:pt x="692" y="1834"/>
                    <a:pt x="1023" y="1834"/>
                  </a:cubicBezTo>
                  <a:cubicBezTo>
                    <a:pt x="1108" y="1834"/>
                    <a:pt x="1193" y="1819"/>
                    <a:pt x="1274" y="1785"/>
                  </a:cubicBezTo>
                  <a:cubicBezTo>
                    <a:pt x="1672" y="1624"/>
                    <a:pt x="1834" y="1102"/>
                    <a:pt x="1638" y="622"/>
                  </a:cubicBezTo>
                  <a:cubicBezTo>
                    <a:pt x="1481" y="240"/>
                    <a:pt x="1143" y="0"/>
                    <a:pt x="8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32"/>
            <p:cNvSpPr/>
            <p:nvPr/>
          </p:nvSpPr>
          <p:spPr>
            <a:xfrm>
              <a:off x="2907390" y="2878314"/>
              <a:ext cx="131608" cy="125034"/>
            </a:xfrm>
            <a:custGeom>
              <a:rect b="b" l="l" r="r" t="t"/>
              <a:pathLst>
                <a:path extrusionOk="0" h="1978" w="2082">
                  <a:moveTo>
                    <a:pt x="1168" y="0"/>
                  </a:moveTo>
                  <a:cubicBezTo>
                    <a:pt x="833" y="0"/>
                    <a:pt x="485" y="203"/>
                    <a:pt x="283" y="552"/>
                  </a:cubicBezTo>
                  <a:cubicBezTo>
                    <a:pt x="1" y="1042"/>
                    <a:pt x="111" y="1636"/>
                    <a:pt x="529" y="1876"/>
                  </a:cubicBezTo>
                  <a:cubicBezTo>
                    <a:pt x="649" y="1945"/>
                    <a:pt x="781" y="1978"/>
                    <a:pt x="916" y="1978"/>
                  </a:cubicBezTo>
                  <a:cubicBezTo>
                    <a:pt x="1250" y="1978"/>
                    <a:pt x="1597" y="1775"/>
                    <a:pt x="1800" y="1426"/>
                  </a:cubicBezTo>
                  <a:cubicBezTo>
                    <a:pt x="2082" y="936"/>
                    <a:pt x="1971" y="343"/>
                    <a:pt x="1554" y="102"/>
                  </a:cubicBezTo>
                  <a:cubicBezTo>
                    <a:pt x="1434" y="33"/>
                    <a:pt x="1302" y="0"/>
                    <a:pt x="11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32"/>
            <p:cNvSpPr/>
            <p:nvPr/>
          </p:nvSpPr>
          <p:spPr>
            <a:xfrm>
              <a:off x="2812510" y="2792663"/>
              <a:ext cx="115995" cy="115995"/>
            </a:xfrm>
            <a:custGeom>
              <a:rect b="b" l="l" r="r" t="t"/>
              <a:pathLst>
                <a:path extrusionOk="0" h="1835" w="1835">
                  <a:moveTo>
                    <a:pt x="1024" y="0"/>
                  </a:moveTo>
                  <a:cubicBezTo>
                    <a:pt x="692" y="0"/>
                    <a:pt x="354" y="240"/>
                    <a:pt x="197" y="622"/>
                  </a:cubicBezTo>
                  <a:cubicBezTo>
                    <a:pt x="1" y="1102"/>
                    <a:pt x="162" y="1624"/>
                    <a:pt x="560" y="1785"/>
                  </a:cubicBezTo>
                  <a:cubicBezTo>
                    <a:pt x="642" y="1819"/>
                    <a:pt x="726" y="1834"/>
                    <a:pt x="812" y="1834"/>
                  </a:cubicBezTo>
                  <a:cubicBezTo>
                    <a:pt x="1143" y="1834"/>
                    <a:pt x="1481" y="1594"/>
                    <a:pt x="1638" y="1213"/>
                  </a:cubicBezTo>
                  <a:cubicBezTo>
                    <a:pt x="1834" y="733"/>
                    <a:pt x="1672" y="213"/>
                    <a:pt x="1275" y="49"/>
                  </a:cubicBezTo>
                  <a:cubicBezTo>
                    <a:pt x="1193" y="16"/>
                    <a:pt x="1109" y="0"/>
                    <a:pt x="10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32"/>
            <p:cNvSpPr/>
            <p:nvPr/>
          </p:nvSpPr>
          <p:spPr>
            <a:xfrm flipH="1">
              <a:off x="2574015" y="2878314"/>
              <a:ext cx="131608" cy="125034"/>
            </a:xfrm>
            <a:custGeom>
              <a:rect b="b" l="l" r="r" t="t"/>
              <a:pathLst>
                <a:path extrusionOk="0" h="1978" w="2082">
                  <a:moveTo>
                    <a:pt x="1168" y="0"/>
                  </a:moveTo>
                  <a:cubicBezTo>
                    <a:pt x="833" y="0"/>
                    <a:pt x="485" y="203"/>
                    <a:pt x="283" y="552"/>
                  </a:cubicBezTo>
                  <a:cubicBezTo>
                    <a:pt x="1" y="1042"/>
                    <a:pt x="111" y="1636"/>
                    <a:pt x="529" y="1876"/>
                  </a:cubicBezTo>
                  <a:cubicBezTo>
                    <a:pt x="649" y="1945"/>
                    <a:pt x="781" y="1978"/>
                    <a:pt x="916" y="1978"/>
                  </a:cubicBezTo>
                  <a:cubicBezTo>
                    <a:pt x="1250" y="1978"/>
                    <a:pt x="1597" y="1775"/>
                    <a:pt x="1800" y="1426"/>
                  </a:cubicBezTo>
                  <a:cubicBezTo>
                    <a:pt x="2082" y="936"/>
                    <a:pt x="1971" y="343"/>
                    <a:pt x="1554" y="102"/>
                  </a:cubicBezTo>
                  <a:cubicBezTo>
                    <a:pt x="1434" y="33"/>
                    <a:pt x="1302" y="0"/>
                    <a:pt x="11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883" name="Google Shape;2883;p32"/>
          <p:cNvCxnSpPr/>
          <p:nvPr/>
        </p:nvCxnSpPr>
        <p:spPr>
          <a:xfrm>
            <a:off x="3348175" y="4189175"/>
            <a:ext cx="8859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2884" name="Google Shape;2884;p32"/>
          <p:cNvCxnSpPr/>
          <p:nvPr/>
        </p:nvCxnSpPr>
        <p:spPr>
          <a:xfrm>
            <a:off x="4872175" y="4189175"/>
            <a:ext cx="1019100" cy="9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oval"/>
            <a:tailEnd len="med" w="med" type="oval"/>
          </a:ln>
        </p:spPr>
      </p:cxnSp>
      <p:grpSp>
        <p:nvGrpSpPr>
          <p:cNvPr id="2885" name="Google Shape;2885;p32"/>
          <p:cNvGrpSpPr/>
          <p:nvPr/>
        </p:nvGrpSpPr>
        <p:grpSpPr>
          <a:xfrm>
            <a:off x="2817061" y="3850250"/>
            <a:ext cx="656209" cy="656209"/>
            <a:chOff x="2839501" y="3850250"/>
            <a:chExt cx="656209" cy="656209"/>
          </a:xfrm>
        </p:grpSpPr>
        <p:sp>
          <p:nvSpPr>
            <p:cNvPr id="2886" name="Google Shape;2886;p32"/>
            <p:cNvSpPr/>
            <p:nvPr/>
          </p:nvSpPr>
          <p:spPr>
            <a:xfrm>
              <a:off x="2839501" y="3850250"/>
              <a:ext cx="656209" cy="656209"/>
            </a:xfrm>
            <a:custGeom>
              <a:rect b="b" l="l" r="r" t="t"/>
              <a:pathLst>
                <a:path extrusionOk="0" h="10381" w="10381">
                  <a:moveTo>
                    <a:pt x="5191" y="0"/>
                  </a:moveTo>
                  <a:cubicBezTo>
                    <a:pt x="3814" y="0"/>
                    <a:pt x="2494" y="546"/>
                    <a:pt x="1521" y="1520"/>
                  </a:cubicBezTo>
                  <a:cubicBezTo>
                    <a:pt x="548" y="2494"/>
                    <a:pt x="0" y="3813"/>
                    <a:pt x="0" y="5190"/>
                  </a:cubicBezTo>
                  <a:cubicBezTo>
                    <a:pt x="0" y="6567"/>
                    <a:pt x="548" y="7887"/>
                    <a:pt x="1521" y="8860"/>
                  </a:cubicBezTo>
                  <a:cubicBezTo>
                    <a:pt x="2494" y="9833"/>
                    <a:pt x="3814" y="10380"/>
                    <a:pt x="5191" y="10380"/>
                  </a:cubicBezTo>
                  <a:cubicBezTo>
                    <a:pt x="6567" y="10380"/>
                    <a:pt x="7887" y="9833"/>
                    <a:pt x="8861" y="8860"/>
                  </a:cubicBezTo>
                  <a:cubicBezTo>
                    <a:pt x="9834" y="7887"/>
                    <a:pt x="10381" y="6567"/>
                    <a:pt x="10381" y="5190"/>
                  </a:cubicBezTo>
                  <a:cubicBezTo>
                    <a:pt x="10381" y="3813"/>
                    <a:pt x="9834" y="2494"/>
                    <a:pt x="8861" y="1520"/>
                  </a:cubicBezTo>
                  <a:cubicBezTo>
                    <a:pt x="7887" y="546"/>
                    <a:pt x="6567" y="0"/>
                    <a:pt x="5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32"/>
            <p:cNvSpPr/>
            <p:nvPr/>
          </p:nvSpPr>
          <p:spPr>
            <a:xfrm>
              <a:off x="3038048" y="4055686"/>
              <a:ext cx="256200" cy="261826"/>
            </a:xfrm>
            <a:custGeom>
              <a:rect b="b" l="l" r="r" t="t"/>
              <a:pathLst>
                <a:path extrusionOk="0" h="4142" w="4053">
                  <a:moveTo>
                    <a:pt x="2027" y="1"/>
                  </a:moveTo>
                  <a:lnTo>
                    <a:pt x="1" y="2036"/>
                  </a:lnTo>
                  <a:lnTo>
                    <a:pt x="1" y="4142"/>
                  </a:lnTo>
                  <a:lnTo>
                    <a:pt x="1091" y="4142"/>
                  </a:lnTo>
                  <a:lnTo>
                    <a:pt x="1091" y="2531"/>
                  </a:lnTo>
                  <a:lnTo>
                    <a:pt x="2961" y="2531"/>
                  </a:lnTo>
                  <a:lnTo>
                    <a:pt x="2961" y="4142"/>
                  </a:lnTo>
                  <a:lnTo>
                    <a:pt x="4052" y="4142"/>
                  </a:lnTo>
                  <a:lnTo>
                    <a:pt x="4052" y="2036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32"/>
            <p:cNvSpPr/>
            <p:nvPr/>
          </p:nvSpPr>
          <p:spPr>
            <a:xfrm>
              <a:off x="2974394" y="3980908"/>
              <a:ext cx="383447" cy="192419"/>
            </a:xfrm>
            <a:custGeom>
              <a:rect b="b" l="l" r="r" t="t"/>
              <a:pathLst>
                <a:path extrusionOk="0" h="3044" w="6066">
                  <a:moveTo>
                    <a:pt x="3034" y="1"/>
                  </a:moveTo>
                  <a:lnTo>
                    <a:pt x="1" y="3044"/>
                  </a:lnTo>
                  <a:lnTo>
                    <a:pt x="772" y="3044"/>
                  </a:lnTo>
                  <a:lnTo>
                    <a:pt x="3034" y="773"/>
                  </a:lnTo>
                  <a:lnTo>
                    <a:pt x="5295" y="3044"/>
                  </a:lnTo>
                  <a:lnTo>
                    <a:pt x="6065" y="3044"/>
                  </a:lnTo>
                  <a:lnTo>
                    <a:pt x="4983" y="1956"/>
                  </a:lnTo>
                  <a:lnTo>
                    <a:pt x="4983" y="1955"/>
                  </a:lnTo>
                  <a:lnTo>
                    <a:pt x="30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9" name="Google Shape;2889;p32"/>
          <p:cNvGrpSpPr/>
          <p:nvPr/>
        </p:nvGrpSpPr>
        <p:grpSpPr>
          <a:xfrm>
            <a:off x="5690644" y="1321801"/>
            <a:ext cx="656209" cy="656209"/>
            <a:chOff x="5716877" y="1321801"/>
            <a:chExt cx="656209" cy="656209"/>
          </a:xfrm>
        </p:grpSpPr>
        <p:sp>
          <p:nvSpPr>
            <p:cNvPr id="2890" name="Google Shape;2890;p32"/>
            <p:cNvSpPr/>
            <p:nvPr/>
          </p:nvSpPr>
          <p:spPr>
            <a:xfrm>
              <a:off x="5716877" y="1321801"/>
              <a:ext cx="656209" cy="656209"/>
            </a:xfrm>
            <a:custGeom>
              <a:rect b="b" l="l" r="r" t="t"/>
              <a:pathLst>
                <a:path extrusionOk="0" h="10381" w="10381">
                  <a:moveTo>
                    <a:pt x="5190" y="1"/>
                  </a:moveTo>
                  <a:cubicBezTo>
                    <a:pt x="3813" y="1"/>
                    <a:pt x="2494" y="547"/>
                    <a:pt x="1519" y="1520"/>
                  </a:cubicBezTo>
                  <a:cubicBezTo>
                    <a:pt x="546" y="2494"/>
                    <a:pt x="0" y="3814"/>
                    <a:pt x="0" y="5190"/>
                  </a:cubicBezTo>
                  <a:cubicBezTo>
                    <a:pt x="0" y="6566"/>
                    <a:pt x="546" y="7887"/>
                    <a:pt x="1519" y="8860"/>
                  </a:cubicBezTo>
                  <a:cubicBezTo>
                    <a:pt x="2494" y="9833"/>
                    <a:pt x="3813" y="10381"/>
                    <a:pt x="5190" y="10381"/>
                  </a:cubicBezTo>
                  <a:cubicBezTo>
                    <a:pt x="6566" y="10381"/>
                    <a:pt x="7887" y="9833"/>
                    <a:pt x="8860" y="8860"/>
                  </a:cubicBezTo>
                  <a:cubicBezTo>
                    <a:pt x="9833" y="7887"/>
                    <a:pt x="10380" y="6566"/>
                    <a:pt x="10380" y="5190"/>
                  </a:cubicBezTo>
                  <a:cubicBezTo>
                    <a:pt x="10380" y="3814"/>
                    <a:pt x="9833" y="2494"/>
                    <a:pt x="8860" y="1520"/>
                  </a:cubicBezTo>
                  <a:cubicBezTo>
                    <a:pt x="7887" y="547"/>
                    <a:pt x="6566" y="1"/>
                    <a:pt x="51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32"/>
            <p:cNvSpPr/>
            <p:nvPr/>
          </p:nvSpPr>
          <p:spPr>
            <a:xfrm>
              <a:off x="5965613" y="1769905"/>
              <a:ext cx="158979" cy="44438"/>
            </a:xfrm>
            <a:custGeom>
              <a:rect b="b" l="l" r="r" t="t"/>
              <a:pathLst>
                <a:path extrusionOk="0" h="703" w="2515">
                  <a:moveTo>
                    <a:pt x="164" y="0"/>
                  </a:moveTo>
                  <a:cubicBezTo>
                    <a:pt x="71" y="17"/>
                    <a:pt x="0" y="97"/>
                    <a:pt x="0" y="196"/>
                  </a:cubicBezTo>
                  <a:cubicBezTo>
                    <a:pt x="0" y="306"/>
                    <a:pt x="89" y="394"/>
                    <a:pt x="199" y="394"/>
                  </a:cubicBezTo>
                  <a:lnTo>
                    <a:pt x="567" y="394"/>
                  </a:lnTo>
                  <a:cubicBezTo>
                    <a:pt x="585" y="569"/>
                    <a:pt x="733" y="702"/>
                    <a:pt x="910" y="702"/>
                  </a:cubicBezTo>
                  <a:lnTo>
                    <a:pt x="1546" y="702"/>
                  </a:lnTo>
                  <a:cubicBezTo>
                    <a:pt x="1722" y="702"/>
                    <a:pt x="1871" y="569"/>
                    <a:pt x="1889" y="394"/>
                  </a:cubicBezTo>
                  <a:lnTo>
                    <a:pt x="2314" y="394"/>
                  </a:lnTo>
                  <a:cubicBezTo>
                    <a:pt x="2424" y="394"/>
                    <a:pt x="2512" y="304"/>
                    <a:pt x="2512" y="196"/>
                  </a:cubicBezTo>
                  <a:cubicBezTo>
                    <a:pt x="2514" y="97"/>
                    <a:pt x="2443" y="17"/>
                    <a:pt x="2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32"/>
            <p:cNvSpPr/>
            <p:nvPr/>
          </p:nvSpPr>
          <p:spPr>
            <a:xfrm>
              <a:off x="5908028" y="1445316"/>
              <a:ext cx="274089" cy="310247"/>
            </a:xfrm>
            <a:custGeom>
              <a:rect b="b" l="l" r="r" t="t"/>
              <a:pathLst>
                <a:path extrusionOk="0" h="4908" w="4336">
                  <a:moveTo>
                    <a:pt x="1792" y="1334"/>
                  </a:moveTo>
                  <a:lnTo>
                    <a:pt x="2917" y="1357"/>
                  </a:lnTo>
                  <a:lnTo>
                    <a:pt x="2343" y="2288"/>
                  </a:lnTo>
                  <a:lnTo>
                    <a:pt x="3374" y="2288"/>
                  </a:lnTo>
                  <a:lnTo>
                    <a:pt x="1607" y="4082"/>
                  </a:lnTo>
                  <a:lnTo>
                    <a:pt x="2028" y="2777"/>
                  </a:lnTo>
                  <a:lnTo>
                    <a:pt x="1008" y="2777"/>
                  </a:lnTo>
                  <a:lnTo>
                    <a:pt x="1792" y="1334"/>
                  </a:lnTo>
                  <a:close/>
                  <a:moveTo>
                    <a:pt x="2169" y="1"/>
                  </a:moveTo>
                  <a:cubicBezTo>
                    <a:pt x="972" y="1"/>
                    <a:pt x="1" y="972"/>
                    <a:pt x="1" y="2169"/>
                  </a:cubicBezTo>
                  <a:cubicBezTo>
                    <a:pt x="1" y="2830"/>
                    <a:pt x="297" y="3420"/>
                    <a:pt x="760" y="3817"/>
                  </a:cubicBezTo>
                  <a:cubicBezTo>
                    <a:pt x="854" y="3930"/>
                    <a:pt x="1031" y="4178"/>
                    <a:pt x="1147" y="4508"/>
                  </a:cubicBezTo>
                  <a:lnTo>
                    <a:pt x="1097" y="4508"/>
                  </a:lnTo>
                  <a:cubicBezTo>
                    <a:pt x="987" y="4508"/>
                    <a:pt x="897" y="4598"/>
                    <a:pt x="897" y="4709"/>
                  </a:cubicBezTo>
                  <a:cubicBezTo>
                    <a:pt x="897" y="4813"/>
                    <a:pt x="975" y="4896"/>
                    <a:pt x="1075" y="4907"/>
                  </a:cubicBezTo>
                  <a:lnTo>
                    <a:pt x="3261" y="4907"/>
                  </a:lnTo>
                  <a:cubicBezTo>
                    <a:pt x="3362" y="4896"/>
                    <a:pt x="3437" y="4811"/>
                    <a:pt x="3437" y="4709"/>
                  </a:cubicBezTo>
                  <a:cubicBezTo>
                    <a:pt x="3437" y="4598"/>
                    <a:pt x="3347" y="4508"/>
                    <a:pt x="3236" y="4508"/>
                  </a:cubicBezTo>
                  <a:lnTo>
                    <a:pt x="3207" y="4508"/>
                  </a:lnTo>
                  <a:cubicBezTo>
                    <a:pt x="3369" y="4047"/>
                    <a:pt x="3653" y="3749"/>
                    <a:pt x="3653" y="3749"/>
                  </a:cubicBezTo>
                  <a:cubicBezTo>
                    <a:pt x="4073" y="3350"/>
                    <a:pt x="4336" y="2791"/>
                    <a:pt x="4336" y="2169"/>
                  </a:cubicBezTo>
                  <a:cubicBezTo>
                    <a:pt x="4336" y="972"/>
                    <a:pt x="3366" y="1"/>
                    <a:pt x="2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6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p33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98" name="Google Shape;2898;p33"/>
          <p:cNvSpPr/>
          <p:nvPr/>
        </p:nvSpPr>
        <p:spPr>
          <a:xfrm>
            <a:off x="4885518" y="1107950"/>
            <a:ext cx="53736" cy="46640"/>
          </a:xfrm>
          <a:custGeom>
            <a:rect b="b" l="l" r="r" t="t"/>
            <a:pathLst>
              <a:path extrusionOk="0" h="414" w="477">
                <a:moveTo>
                  <a:pt x="239" y="1"/>
                </a:moveTo>
                <a:lnTo>
                  <a:pt x="0" y="414"/>
                </a:lnTo>
                <a:lnTo>
                  <a:pt x="476" y="414"/>
                </a:lnTo>
                <a:lnTo>
                  <a:pt x="23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9" name="Google Shape;2899;p33"/>
          <p:cNvSpPr/>
          <p:nvPr/>
        </p:nvSpPr>
        <p:spPr>
          <a:xfrm>
            <a:off x="4427096" y="2263232"/>
            <a:ext cx="730265" cy="501825"/>
          </a:xfrm>
          <a:custGeom>
            <a:rect b="b" l="l" r="r" t="t"/>
            <a:pathLst>
              <a:path extrusionOk="0" h="4391" w="6390">
                <a:moveTo>
                  <a:pt x="3194" y="1"/>
                </a:moveTo>
                <a:cubicBezTo>
                  <a:pt x="3075" y="1"/>
                  <a:pt x="2956" y="57"/>
                  <a:pt x="2880" y="167"/>
                </a:cubicBezTo>
                <a:lnTo>
                  <a:pt x="0" y="4390"/>
                </a:lnTo>
                <a:lnTo>
                  <a:pt x="6390" y="4390"/>
                </a:lnTo>
                <a:lnTo>
                  <a:pt x="3509" y="167"/>
                </a:lnTo>
                <a:cubicBezTo>
                  <a:pt x="3433" y="57"/>
                  <a:pt x="3314" y="1"/>
                  <a:pt x="319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0" name="Google Shape;2900;p33"/>
          <p:cNvSpPr/>
          <p:nvPr/>
        </p:nvSpPr>
        <p:spPr>
          <a:xfrm>
            <a:off x="4427324" y="2263232"/>
            <a:ext cx="365133" cy="501825"/>
          </a:xfrm>
          <a:custGeom>
            <a:rect b="b" l="l" r="r" t="t"/>
            <a:pathLst>
              <a:path extrusionOk="0" h="4391" w="3195">
                <a:moveTo>
                  <a:pt x="3195" y="1"/>
                </a:moveTo>
                <a:cubicBezTo>
                  <a:pt x="3075" y="1"/>
                  <a:pt x="2955" y="55"/>
                  <a:pt x="2880" y="167"/>
                </a:cubicBezTo>
                <a:lnTo>
                  <a:pt x="0" y="4390"/>
                </a:lnTo>
                <a:lnTo>
                  <a:pt x="3195" y="4382"/>
                </a:lnTo>
                <a:lnTo>
                  <a:pt x="319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1" name="Google Shape;2901;p33"/>
          <p:cNvSpPr/>
          <p:nvPr/>
        </p:nvSpPr>
        <p:spPr>
          <a:xfrm>
            <a:off x="3478071" y="1943005"/>
            <a:ext cx="1162939" cy="822052"/>
          </a:xfrm>
          <a:custGeom>
            <a:rect b="b" l="l" r="r" t="t"/>
            <a:pathLst>
              <a:path extrusionOk="0" h="7193" w="10176">
                <a:moveTo>
                  <a:pt x="5088" y="0"/>
                </a:moveTo>
                <a:cubicBezTo>
                  <a:pt x="4892" y="0"/>
                  <a:pt x="4696" y="92"/>
                  <a:pt x="4574" y="277"/>
                </a:cubicBezTo>
                <a:lnTo>
                  <a:pt x="1" y="7192"/>
                </a:lnTo>
                <a:lnTo>
                  <a:pt x="10175" y="7192"/>
                </a:lnTo>
                <a:lnTo>
                  <a:pt x="10169" y="7184"/>
                </a:lnTo>
                <a:lnTo>
                  <a:pt x="5602" y="277"/>
                </a:lnTo>
                <a:cubicBezTo>
                  <a:pt x="5480" y="92"/>
                  <a:pt x="5284" y="0"/>
                  <a:pt x="508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2" name="Google Shape;2902;p33"/>
          <p:cNvSpPr/>
          <p:nvPr/>
        </p:nvSpPr>
        <p:spPr>
          <a:xfrm>
            <a:off x="4059555" y="1943119"/>
            <a:ext cx="581469" cy="821023"/>
          </a:xfrm>
          <a:custGeom>
            <a:rect b="b" l="l" r="r" t="t"/>
            <a:pathLst>
              <a:path extrusionOk="0" h="7184" w="5088">
                <a:moveTo>
                  <a:pt x="0" y="0"/>
                </a:moveTo>
                <a:lnTo>
                  <a:pt x="0" y="7183"/>
                </a:lnTo>
                <a:lnTo>
                  <a:pt x="5087" y="7183"/>
                </a:lnTo>
                <a:lnTo>
                  <a:pt x="514" y="277"/>
                </a:lnTo>
                <a:cubicBezTo>
                  <a:pt x="392" y="93"/>
                  <a:pt x="196" y="0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3" name="Google Shape;2903;p33"/>
          <p:cNvSpPr/>
          <p:nvPr/>
        </p:nvSpPr>
        <p:spPr>
          <a:xfrm>
            <a:off x="5169035" y="2349517"/>
            <a:ext cx="304449" cy="304341"/>
          </a:xfrm>
          <a:custGeom>
            <a:rect b="b" l="l" r="r" t="t"/>
            <a:pathLst>
              <a:path extrusionOk="0" h="2663" w="2664">
                <a:moveTo>
                  <a:pt x="1331" y="0"/>
                </a:moveTo>
                <a:cubicBezTo>
                  <a:pt x="597" y="0"/>
                  <a:pt x="0" y="597"/>
                  <a:pt x="0" y="1331"/>
                </a:cubicBezTo>
                <a:cubicBezTo>
                  <a:pt x="0" y="2067"/>
                  <a:pt x="597" y="2662"/>
                  <a:pt x="1331" y="2662"/>
                </a:cubicBezTo>
                <a:cubicBezTo>
                  <a:pt x="2067" y="2662"/>
                  <a:pt x="2664" y="2067"/>
                  <a:pt x="2664" y="1331"/>
                </a:cubicBezTo>
                <a:cubicBezTo>
                  <a:pt x="2664" y="597"/>
                  <a:pt x="2067" y="0"/>
                  <a:pt x="133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4" name="Google Shape;2904;p33"/>
          <p:cNvSpPr/>
          <p:nvPr/>
        </p:nvSpPr>
        <p:spPr>
          <a:xfrm>
            <a:off x="5321149" y="2349517"/>
            <a:ext cx="152339" cy="304341"/>
          </a:xfrm>
          <a:custGeom>
            <a:rect b="b" l="l" r="r" t="t"/>
            <a:pathLst>
              <a:path extrusionOk="0" h="2663" w="1333">
                <a:moveTo>
                  <a:pt x="0" y="0"/>
                </a:moveTo>
                <a:lnTo>
                  <a:pt x="0" y="2662"/>
                </a:lnTo>
                <a:cubicBezTo>
                  <a:pt x="736" y="2662"/>
                  <a:pt x="1333" y="2067"/>
                  <a:pt x="1333" y="1331"/>
                </a:cubicBezTo>
                <a:cubicBezTo>
                  <a:pt x="1333" y="1029"/>
                  <a:pt x="1231" y="752"/>
                  <a:pt x="1062" y="529"/>
                </a:cubicBezTo>
                <a:cubicBezTo>
                  <a:pt x="1218" y="493"/>
                  <a:pt x="1289" y="359"/>
                  <a:pt x="1289" y="359"/>
                </a:cubicBezTo>
                <a:cubicBezTo>
                  <a:pt x="1231" y="333"/>
                  <a:pt x="1178" y="323"/>
                  <a:pt x="1130" y="323"/>
                </a:cubicBezTo>
                <a:cubicBezTo>
                  <a:pt x="1075" y="323"/>
                  <a:pt x="1026" y="337"/>
                  <a:pt x="985" y="355"/>
                </a:cubicBezTo>
                <a:cubicBezTo>
                  <a:pt x="1082" y="207"/>
                  <a:pt x="1024" y="50"/>
                  <a:pt x="1024" y="50"/>
                </a:cubicBezTo>
                <a:lnTo>
                  <a:pt x="1024" y="50"/>
                </a:lnTo>
                <a:cubicBezTo>
                  <a:pt x="898" y="106"/>
                  <a:pt x="840" y="194"/>
                  <a:pt x="815" y="278"/>
                </a:cubicBezTo>
                <a:cubicBezTo>
                  <a:pt x="589" y="105"/>
                  <a:pt x="307" y="0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5" name="Google Shape;2905;p33"/>
          <p:cNvSpPr/>
          <p:nvPr/>
        </p:nvSpPr>
        <p:spPr>
          <a:xfrm>
            <a:off x="5263435" y="2563345"/>
            <a:ext cx="93369" cy="191770"/>
          </a:xfrm>
          <a:custGeom>
            <a:rect b="b" l="l" r="r" t="t"/>
            <a:pathLst>
              <a:path extrusionOk="0" h="1678" w="817">
                <a:moveTo>
                  <a:pt x="506" y="0"/>
                </a:moveTo>
                <a:cubicBezTo>
                  <a:pt x="462" y="0"/>
                  <a:pt x="427" y="36"/>
                  <a:pt x="427" y="79"/>
                </a:cubicBezTo>
                <a:lnTo>
                  <a:pt x="427" y="436"/>
                </a:lnTo>
                <a:lnTo>
                  <a:pt x="133" y="179"/>
                </a:lnTo>
                <a:cubicBezTo>
                  <a:pt x="118" y="166"/>
                  <a:pt x="99" y="160"/>
                  <a:pt x="81" y="160"/>
                </a:cubicBezTo>
                <a:cubicBezTo>
                  <a:pt x="59" y="160"/>
                  <a:pt x="36" y="169"/>
                  <a:pt x="21" y="187"/>
                </a:cubicBezTo>
                <a:cubicBezTo>
                  <a:pt x="8" y="202"/>
                  <a:pt x="2" y="221"/>
                  <a:pt x="1" y="240"/>
                </a:cubicBezTo>
                <a:cubicBezTo>
                  <a:pt x="1" y="261"/>
                  <a:pt x="10" y="283"/>
                  <a:pt x="28" y="298"/>
                </a:cubicBezTo>
                <a:lnTo>
                  <a:pt x="427" y="649"/>
                </a:lnTo>
                <a:lnTo>
                  <a:pt x="427" y="1677"/>
                </a:lnTo>
                <a:lnTo>
                  <a:pt x="585" y="1677"/>
                </a:lnTo>
                <a:lnTo>
                  <a:pt x="585" y="409"/>
                </a:lnTo>
                <a:lnTo>
                  <a:pt x="790" y="230"/>
                </a:lnTo>
                <a:cubicBezTo>
                  <a:pt x="808" y="214"/>
                  <a:pt x="816" y="191"/>
                  <a:pt x="816" y="169"/>
                </a:cubicBezTo>
                <a:cubicBezTo>
                  <a:pt x="816" y="151"/>
                  <a:pt x="810" y="133"/>
                  <a:pt x="798" y="118"/>
                </a:cubicBezTo>
                <a:cubicBezTo>
                  <a:pt x="782" y="100"/>
                  <a:pt x="760" y="91"/>
                  <a:pt x="738" y="91"/>
                </a:cubicBezTo>
                <a:cubicBezTo>
                  <a:pt x="719" y="91"/>
                  <a:pt x="701" y="97"/>
                  <a:pt x="686" y="110"/>
                </a:cubicBezTo>
                <a:lnTo>
                  <a:pt x="585" y="198"/>
                </a:lnTo>
                <a:lnTo>
                  <a:pt x="585" y="79"/>
                </a:lnTo>
                <a:cubicBezTo>
                  <a:pt x="585" y="36"/>
                  <a:pt x="549" y="0"/>
                  <a:pt x="50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6" name="Google Shape;2906;p33"/>
          <p:cNvSpPr/>
          <p:nvPr/>
        </p:nvSpPr>
        <p:spPr>
          <a:xfrm>
            <a:off x="5321377" y="2563345"/>
            <a:ext cx="35656" cy="191770"/>
          </a:xfrm>
          <a:custGeom>
            <a:rect b="b" l="l" r="r" t="t"/>
            <a:pathLst>
              <a:path extrusionOk="0" h="1678" w="312">
                <a:moveTo>
                  <a:pt x="0" y="0"/>
                </a:moveTo>
                <a:lnTo>
                  <a:pt x="0" y="1677"/>
                </a:lnTo>
                <a:lnTo>
                  <a:pt x="79" y="1677"/>
                </a:lnTo>
                <a:lnTo>
                  <a:pt x="79" y="408"/>
                </a:lnTo>
                <a:lnTo>
                  <a:pt x="284" y="229"/>
                </a:lnTo>
                <a:cubicBezTo>
                  <a:pt x="302" y="213"/>
                  <a:pt x="311" y="191"/>
                  <a:pt x="311" y="169"/>
                </a:cubicBezTo>
                <a:cubicBezTo>
                  <a:pt x="311" y="151"/>
                  <a:pt x="304" y="133"/>
                  <a:pt x="292" y="118"/>
                </a:cubicBezTo>
                <a:cubicBezTo>
                  <a:pt x="276" y="100"/>
                  <a:pt x="254" y="91"/>
                  <a:pt x="232" y="91"/>
                </a:cubicBezTo>
                <a:cubicBezTo>
                  <a:pt x="213" y="91"/>
                  <a:pt x="195" y="97"/>
                  <a:pt x="180" y="110"/>
                </a:cubicBezTo>
                <a:lnTo>
                  <a:pt x="79" y="198"/>
                </a:lnTo>
                <a:lnTo>
                  <a:pt x="79" y="79"/>
                </a:lnTo>
                <a:cubicBezTo>
                  <a:pt x="78" y="36"/>
                  <a:pt x="43" y="0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7" name="Google Shape;2907;p33"/>
          <p:cNvSpPr/>
          <p:nvPr/>
        </p:nvSpPr>
        <p:spPr>
          <a:xfrm>
            <a:off x="3302644" y="2208375"/>
            <a:ext cx="237822" cy="446511"/>
          </a:xfrm>
          <a:custGeom>
            <a:rect b="b" l="l" r="r" t="t"/>
            <a:pathLst>
              <a:path extrusionOk="0" h="3907" w="2081">
                <a:moveTo>
                  <a:pt x="1040" y="0"/>
                </a:moveTo>
                <a:cubicBezTo>
                  <a:pt x="469" y="0"/>
                  <a:pt x="0" y="468"/>
                  <a:pt x="0" y="1040"/>
                </a:cubicBezTo>
                <a:lnTo>
                  <a:pt x="0" y="2867"/>
                </a:lnTo>
                <a:cubicBezTo>
                  <a:pt x="0" y="3439"/>
                  <a:pt x="469" y="3907"/>
                  <a:pt x="1040" y="3907"/>
                </a:cubicBezTo>
                <a:cubicBezTo>
                  <a:pt x="1612" y="3907"/>
                  <a:pt x="2080" y="3439"/>
                  <a:pt x="2080" y="2867"/>
                </a:cubicBezTo>
                <a:lnTo>
                  <a:pt x="2080" y="1040"/>
                </a:lnTo>
                <a:cubicBezTo>
                  <a:pt x="2080" y="468"/>
                  <a:pt x="1612" y="0"/>
                  <a:pt x="1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8" name="Google Shape;2908;p33"/>
          <p:cNvSpPr/>
          <p:nvPr/>
        </p:nvSpPr>
        <p:spPr>
          <a:xfrm>
            <a:off x="3302758" y="2208375"/>
            <a:ext cx="118968" cy="446397"/>
          </a:xfrm>
          <a:custGeom>
            <a:rect b="b" l="l" r="r" t="t"/>
            <a:pathLst>
              <a:path extrusionOk="0" h="3906" w="1041">
                <a:moveTo>
                  <a:pt x="1041" y="0"/>
                </a:moveTo>
                <a:cubicBezTo>
                  <a:pt x="469" y="0"/>
                  <a:pt x="0" y="468"/>
                  <a:pt x="0" y="1038"/>
                </a:cubicBezTo>
                <a:lnTo>
                  <a:pt x="0" y="2867"/>
                </a:lnTo>
                <a:cubicBezTo>
                  <a:pt x="0" y="3439"/>
                  <a:pt x="469" y="3906"/>
                  <a:pt x="1041" y="3906"/>
                </a:cubicBezTo>
                <a:lnTo>
                  <a:pt x="104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9" name="Google Shape;2909;p33"/>
          <p:cNvSpPr/>
          <p:nvPr/>
        </p:nvSpPr>
        <p:spPr>
          <a:xfrm>
            <a:off x="3411100" y="2544717"/>
            <a:ext cx="76798" cy="220456"/>
          </a:xfrm>
          <a:custGeom>
            <a:rect b="b" l="l" r="r" t="t"/>
            <a:pathLst>
              <a:path extrusionOk="0" h="1929" w="672">
                <a:moveTo>
                  <a:pt x="91" y="1"/>
                </a:moveTo>
                <a:cubicBezTo>
                  <a:pt x="42" y="1"/>
                  <a:pt x="1" y="42"/>
                  <a:pt x="1" y="92"/>
                </a:cubicBezTo>
                <a:lnTo>
                  <a:pt x="1" y="1928"/>
                </a:lnTo>
                <a:lnTo>
                  <a:pt x="183" y="1928"/>
                </a:lnTo>
                <a:lnTo>
                  <a:pt x="183" y="745"/>
                </a:lnTo>
                <a:lnTo>
                  <a:pt x="641" y="342"/>
                </a:lnTo>
                <a:cubicBezTo>
                  <a:pt x="661" y="324"/>
                  <a:pt x="672" y="301"/>
                  <a:pt x="672" y="275"/>
                </a:cubicBezTo>
                <a:cubicBezTo>
                  <a:pt x="672" y="252"/>
                  <a:pt x="664" y="231"/>
                  <a:pt x="647" y="215"/>
                </a:cubicBezTo>
                <a:cubicBezTo>
                  <a:pt x="630" y="195"/>
                  <a:pt x="605" y="184"/>
                  <a:pt x="579" y="184"/>
                </a:cubicBezTo>
                <a:cubicBezTo>
                  <a:pt x="558" y="184"/>
                  <a:pt x="536" y="191"/>
                  <a:pt x="519" y="206"/>
                </a:cubicBezTo>
                <a:lnTo>
                  <a:pt x="182" y="502"/>
                </a:lnTo>
                <a:lnTo>
                  <a:pt x="182" y="92"/>
                </a:lnTo>
                <a:cubicBezTo>
                  <a:pt x="182" y="42"/>
                  <a:pt x="141" y="1"/>
                  <a:pt x="9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0" name="Google Shape;2910;p33"/>
          <p:cNvSpPr/>
          <p:nvPr/>
        </p:nvSpPr>
        <p:spPr>
          <a:xfrm>
            <a:off x="3355672" y="2388603"/>
            <a:ext cx="76684" cy="132799"/>
          </a:xfrm>
          <a:custGeom>
            <a:rect b="b" l="l" r="r" t="t"/>
            <a:pathLst>
              <a:path extrusionOk="0" h="1162" w="671">
                <a:moveTo>
                  <a:pt x="580" y="1"/>
                </a:moveTo>
                <a:cubicBezTo>
                  <a:pt x="530" y="1"/>
                  <a:pt x="489" y="42"/>
                  <a:pt x="489" y="92"/>
                </a:cubicBezTo>
                <a:lnTo>
                  <a:pt x="489" y="502"/>
                </a:lnTo>
                <a:lnTo>
                  <a:pt x="151" y="206"/>
                </a:lnTo>
                <a:cubicBezTo>
                  <a:pt x="134" y="192"/>
                  <a:pt x="113" y="184"/>
                  <a:pt x="92" y="184"/>
                </a:cubicBezTo>
                <a:cubicBezTo>
                  <a:pt x="66" y="184"/>
                  <a:pt x="41" y="195"/>
                  <a:pt x="23" y="215"/>
                </a:cubicBezTo>
                <a:cubicBezTo>
                  <a:pt x="8" y="232"/>
                  <a:pt x="1" y="255"/>
                  <a:pt x="1" y="275"/>
                </a:cubicBezTo>
                <a:cubicBezTo>
                  <a:pt x="1" y="301"/>
                  <a:pt x="12" y="324"/>
                  <a:pt x="31" y="343"/>
                </a:cubicBezTo>
                <a:lnTo>
                  <a:pt x="489" y="746"/>
                </a:lnTo>
                <a:lnTo>
                  <a:pt x="489" y="1070"/>
                </a:lnTo>
                <a:cubicBezTo>
                  <a:pt x="489" y="1120"/>
                  <a:pt x="530" y="1161"/>
                  <a:pt x="580" y="1161"/>
                </a:cubicBezTo>
                <a:cubicBezTo>
                  <a:pt x="630" y="1161"/>
                  <a:pt x="671" y="1120"/>
                  <a:pt x="671" y="1070"/>
                </a:cubicBezTo>
                <a:lnTo>
                  <a:pt x="671" y="92"/>
                </a:lnTo>
                <a:cubicBezTo>
                  <a:pt x="671" y="42"/>
                  <a:pt x="630" y="1"/>
                  <a:pt x="58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1" name="Google Shape;2911;p33"/>
          <p:cNvSpPr/>
          <p:nvPr/>
        </p:nvSpPr>
        <p:spPr>
          <a:xfrm>
            <a:off x="3411100" y="2544603"/>
            <a:ext cx="10628" cy="220456"/>
          </a:xfrm>
          <a:custGeom>
            <a:rect b="b" l="l" r="r" t="t"/>
            <a:pathLst>
              <a:path extrusionOk="0" h="1929" w="93">
                <a:moveTo>
                  <a:pt x="93" y="1"/>
                </a:moveTo>
                <a:cubicBezTo>
                  <a:pt x="42" y="1"/>
                  <a:pt x="1" y="42"/>
                  <a:pt x="2" y="92"/>
                </a:cubicBezTo>
                <a:lnTo>
                  <a:pt x="2" y="1928"/>
                </a:lnTo>
                <a:lnTo>
                  <a:pt x="93" y="1928"/>
                </a:lnTo>
                <a:lnTo>
                  <a:pt x="9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2" name="Google Shape;2912;p33"/>
          <p:cNvSpPr/>
          <p:nvPr/>
        </p:nvSpPr>
        <p:spPr>
          <a:xfrm>
            <a:off x="3355786" y="2388603"/>
            <a:ext cx="65941" cy="132799"/>
          </a:xfrm>
          <a:custGeom>
            <a:rect b="b" l="l" r="r" t="t"/>
            <a:pathLst>
              <a:path extrusionOk="0" h="1162" w="577">
                <a:moveTo>
                  <a:pt x="577" y="1"/>
                </a:moveTo>
                <a:cubicBezTo>
                  <a:pt x="528" y="2"/>
                  <a:pt x="488" y="43"/>
                  <a:pt x="490" y="92"/>
                </a:cubicBezTo>
                <a:lnTo>
                  <a:pt x="490" y="502"/>
                </a:lnTo>
                <a:lnTo>
                  <a:pt x="152" y="206"/>
                </a:lnTo>
                <a:cubicBezTo>
                  <a:pt x="135" y="191"/>
                  <a:pt x="114" y="184"/>
                  <a:pt x="93" y="184"/>
                </a:cubicBezTo>
                <a:cubicBezTo>
                  <a:pt x="67" y="184"/>
                  <a:pt x="42" y="194"/>
                  <a:pt x="24" y="215"/>
                </a:cubicBezTo>
                <a:cubicBezTo>
                  <a:pt x="9" y="232"/>
                  <a:pt x="1" y="255"/>
                  <a:pt x="1" y="275"/>
                </a:cubicBezTo>
                <a:cubicBezTo>
                  <a:pt x="1" y="301"/>
                  <a:pt x="11" y="324"/>
                  <a:pt x="31" y="343"/>
                </a:cubicBezTo>
                <a:lnTo>
                  <a:pt x="490" y="746"/>
                </a:lnTo>
                <a:lnTo>
                  <a:pt x="490" y="1070"/>
                </a:lnTo>
                <a:cubicBezTo>
                  <a:pt x="490" y="1119"/>
                  <a:pt x="528" y="1160"/>
                  <a:pt x="577" y="1161"/>
                </a:cubicBezTo>
                <a:lnTo>
                  <a:pt x="577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3" name="Google Shape;2913;p33"/>
          <p:cNvSpPr/>
          <p:nvPr/>
        </p:nvSpPr>
        <p:spPr>
          <a:xfrm>
            <a:off x="4148354" y="2279346"/>
            <a:ext cx="677352" cy="474854"/>
          </a:xfrm>
          <a:custGeom>
            <a:rect b="b" l="l" r="r" t="t"/>
            <a:pathLst>
              <a:path extrusionOk="0" h="4155" w="5927">
                <a:moveTo>
                  <a:pt x="2963" y="1"/>
                </a:moveTo>
                <a:cubicBezTo>
                  <a:pt x="2633" y="1"/>
                  <a:pt x="2303" y="164"/>
                  <a:pt x="2115" y="490"/>
                </a:cubicBezTo>
                <a:lnTo>
                  <a:pt x="1912" y="840"/>
                </a:lnTo>
                <a:lnTo>
                  <a:pt x="1242" y="2002"/>
                </a:lnTo>
                <a:lnTo>
                  <a:pt x="1" y="4154"/>
                </a:lnTo>
                <a:lnTo>
                  <a:pt x="5926" y="4154"/>
                </a:lnTo>
                <a:lnTo>
                  <a:pt x="4013" y="840"/>
                </a:lnTo>
                <a:lnTo>
                  <a:pt x="3810" y="490"/>
                </a:lnTo>
                <a:cubicBezTo>
                  <a:pt x="3622" y="164"/>
                  <a:pt x="3292" y="1"/>
                  <a:pt x="296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4" name="Google Shape;2914;p33"/>
          <p:cNvSpPr/>
          <p:nvPr/>
        </p:nvSpPr>
        <p:spPr>
          <a:xfrm>
            <a:off x="4148354" y="2279346"/>
            <a:ext cx="338733" cy="474854"/>
          </a:xfrm>
          <a:custGeom>
            <a:rect b="b" l="l" r="r" t="t"/>
            <a:pathLst>
              <a:path extrusionOk="0" h="4155" w="2964">
                <a:moveTo>
                  <a:pt x="2964" y="0"/>
                </a:moveTo>
                <a:cubicBezTo>
                  <a:pt x="2633" y="0"/>
                  <a:pt x="2304" y="164"/>
                  <a:pt x="2116" y="490"/>
                </a:cubicBezTo>
                <a:lnTo>
                  <a:pt x="1" y="4154"/>
                </a:lnTo>
                <a:lnTo>
                  <a:pt x="2964" y="4154"/>
                </a:lnTo>
                <a:lnTo>
                  <a:pt x="296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5" name="Google Shape;2915;p33"/>
          <p:cNvSpPr/>
          <p:nvPr/>
        </p:nvSpPr>
        <p:spPr>
          <a:xfrm>
            <a:off x="4366753" y="2279346"/>
            <a:ext cx="240336" cy="109714"/>
          </a:xfrm>
          <a:custGeom>
            <a:rect b="b" l="l" r="r" t="t"/>
            <a:pathLst>
              <a:path extrusionOk="0" h="960" w="2103">
                <a:moveTo>
                  <a:pt x="1050" y="1"/>
                </a:moveTo>
                <a:cubicBezTo>
                  <a:pt x="720" y="1"/>
                  <a:pt x="390" y="164"/>
                  <a:pt x="202" y="490"/>
                </a:cubicBezTo>
                <a:lnTo>
                  <a:pt x="0" y="840"/>
                </a:lnTo>
                <a:cubicBezTo>
                  <a:pt x="109" y="916"/>
                  <a:pt x="241" y="960"/>
                  <a:pt x="381" y="960"/>
                </a:cubicBezTo>
                <a:cubicBezTo>
                  <a:pt x="504" y="960"/>
                  <a:pt x="618" y="926"/>
                  <a:pt x="716" y="869"/>
                </a:cubicBezTo>
                <a:cubicBezTo>
                  <a:pt x="815" y="926"/>
                  <a:pt x="930" y="960"/>
                  <a:pt x="1052" y="960"/>
                </a:cubicBezTo>
                <a:cubicBezTo>
                  <a:pt x="1175" y="960"/>
                  <a:pt x="1288" y="926"/>
                  <a:pt x="1387" y="869"/>
                </a:cubicBezTo>
                <a:cubicBezTo>
                  <a:pt x="1485" y="926"/>
                  <a:pt x="1600" y="960"/>
                  <a:pt x="1722" y="960"/>
                </a:cubicBezTo>
                <a:cubicBezTo>
                  <a:pt x="1863" y="960"/>
                  <a:pt x="1995" y="916"/>
                  <a:pt x="2103" y="840"/>
                </a:cubicBezTo>
                <a:lnTo>
                  <a:pt x="1898" y="490"/>
                </a:lnTo>
                <a:cubicBezTo>
                  <a:pt x="1709" y="164"/>
                  <a:pt x="1380" y="1"/>
                  <a:pt x="1050" y="1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6" name="Google Shape;2916;p33"/>
          <p:cNvSpPr/>
          <p:nvPr/>
        </p:nvSpPr>
        <p:spPr>
          <a:xfrm>
            <a:off x="4366867" y="2279346"/>
            <a:ext cx="120225" cy="109714"/>
          </a:xfrm>
          <a:custGeom>
            <a:rect b="b" l="l" r="r" t="t"/>
            <a:pathLst>
              <a:path extrusionOk="0" h="960" w="1052">
                <a:moveTo>
                  <a:pt x="1052" y="0"/>
                </a:moveTo>
                <a:cubicBezTo>
                  <a:pt x="721" y="0"/>
                  <a:pt x="392" y="164"/>
                  <a:pt x="203" y="490"/>
                </a:cubicBezTo>
                <a:lnTo>
                  <a:pt x="0" y="840"/>
                </a:lnTo>
                <a:cubicBezTo>
                  <a:pt x="110" y="916"/>
                  <a:pt x="241" y="960"/>
                  <a:pt x="382" y="960"/>
                </a:cubicBezTo>
                <a:cubicBezTo>
                  <a:pt x="505" y="960"/>
                  <a:pt x="618" y="926"/>
                  <a:pt x="716" y="869"/>
                </a:cubicBezTo>
                <a:cubicBezTo>
                  <a:pt x="816" y="926"/>
                  <a:pt x="930" y="960"/>
                  <a:pt x="1052" y="960"/>
                </a:cubicBezTo>
                <a:lnTo>
                  <a:pt x="105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7" name="Google Shape;2917;p33"/>
          <p:cNvSpPr/>
          <p:nvPr/>
        </p:nvSpPr>
        <p:spPr>
          <a:xfrm>
            <a:off x="4574981" y="1938319"/>
            <a:ext cx="19885" cy="55657"/>
          </a:xfrm>
          <a:custGeom>
            <a:rect b="b" l="l" r="r" t="t"/>
            <a:pathLst>
              <a:path extrusionOk="0" h="487" w="174">
                <a:moveTo>
                  <a:pt x="0" y="0"/>
                </a:moveTo>
                <a:lnTo>
                  <a:pt x="0" y="486"/>
                </a:lnTo>
                <a:lnTo>
                  <a:pt x="173" y="486"/>
                </a:lnTo>
                <a:lnTo>
                  <a:pt x="17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8" name="Google Shape;2918;p33"/>
          <p:cNvSpPr/>
          <p:nvPr/>
        </p:nvSpPr>
        <p:spPr>
          <a:xfrm>
            <a:off x="4584924" y="1938319"/>
            <a:ext cx="9943" cy="55657"/>
          </a:xfrm>
          <a:custGeom>
            <a:rect b="b" l="l" r="r" t="t"/>
            <a:pathLst>
              <a:path extrusionOk="0" h="487" w="87">
                <a:moveTo>
                  <a:pt x="0" y="0"/>
                </a:moveTo>
                <a:lnTo>
                  <a:pt x="0" y="486"/>
                </a:lnTo>
                <a:lnTo>
                  <a:pt x="86" y="486"/>
                </a:lnTo>
                <a:lnTo>
                  <a:pt x="86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9" name="Google Shape;2919;p33"/>
          <p:cNvSpPr/>
          <p:nvPr/>
        </p:nvSpPr>
        <p:spPr>
          <a:xfrm>
            <a:off x="4572238" y="1830662"/>
            <a:ext cx="25485" cy="66285"/>
          </a:xfrm>
          <a:custGeom>
            <a:rect b="b" l="l" r="r" t="t"/>
            <a:pathLst>
              <a:path extrusionOk="0" h="580" w="223">
                <a:moveTo>
                  <a:pt x="1" y="0"/>
                </a:moveTo>
                <a:lnTo>
                  <a:pt x="1" y="579"/>
                </a:lnTo>
                <a:lnTo>
                  <a:pt x="223" y="579"/>
                </a:lnTo>
                <a:lnTo>
                  <a:pt x="22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0" name="Google Shape;2920;p33"/>
          <p:cNvSpPr/>
          <p:nvPr/>
        </p:nvSpPr>
        <p:spPr>
          <a:xfrm>
            <a:off x="4584924" y="1830662"/>
            <a:ext cx="12800" cy="66285"/>
          </a:xfrm>
          <a:custGeom>
            <a:rect b="b" l="l" r="r" t="t"/>
            <a:pathLst>
              <a:path extrusionOk="0" h="580" w="112">
                <a:moveTo>
                  <a:pt x="0" y="0"/>
                </a:moveTo>
                <a:lnTo>
                  <a:pt x="0" y="579"/>
                </a:lnTo>
                <a:lnTo>
                  <a:pt x="112" y="579"/>
                </a:lnTo>
                <a:lnTo>
                  <a:pt x="112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1" name="Google Shape;2921;p33"/>
          <p:cNvSpPr/>
          <p:nvPr/>
        </p:nvSpPr>
        <p:spPr>
          <a:xfrm>
            <a:off x="4553381" y="1540720"/>
            <a:ext cx="62970" cy="313484"/>
          </a:xfrm>
          <a:custGeom>
            <a:rect b="b" l="l" r="r" t="t"/>
            <a:pathLst>
              <a:path extrusionOk="0" h="2743" w="551">
                <a:moveTo>
                  <a:pt x="271" y="1"/>
                </a:moveTo>
                <a:cubicBezTo>
                  <a:pt x="184" y="1"/>
                  <a:pt x="112" y="71"/>
                  <a:pt x="108" y="160"/>
                </a:cubicBezTo>
                <a:lnTo>
                  <a:pt x="8" y="2442"/>
                </a:lnTo>
                <a:cubicBezTo>
                  <a:pt x="0" y="2605"/>
                  <a:pt x="96" y="2743"/>
                  <a:pt x="220" y="2743"/>
                </a:cubicBezTo>
                <a:lnTo>
                  <a:pt x="332" y="2743"/>
                </a:lnTo>
                <a:cubicBezTo>
                  <a:pt x="455" y="2743"/>
                  <a:pt x="551" y="2605"/>
                  <a:pt x="542" y="2442"/>
                </a:cubicBezTo>
                <a:lnTo>
                  <a:pt x="435" y="160"/>
                </a:lnTo>
                <a:cubicBezTo>
                  <a:pt x="432" y="71"/>
                  <a:pt x="358" y="1"/>
                  <a:pt x="271" y="1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2" name="Google Shape;2922;p33"/>
          <p:cNvSpPr/>
          <p:nvPr/>
        </p:nvSpPr>
        <p:spPr>
          <a:xfrm>
            <a:off x="4553609" y="1540720"/>
            <a:ext cx="31428" cy="313484"/>
          </a:xfrm>
          <a:custGeom>
            <a:rect b="b" l="l" r="r" t="t"/>
            <a:pathLst>
              <a:path extrusionOk="0" h="2743" w="275">
                <a:moveTo>
                  <a:pt x="270" y="1"/>
                </a:moveTo>
                <a:cubicBezTo>
                  <a:pt x="184" y="1"/>
                  <a:pt x="111" y="69"/>
                  <a:pt x="108" y="160"/>
                </a:cubicBezTo>
                <a:lnTo>
                  <a:pt x="7" y="2442"/>
                </a:lnTo>
                <a:cubicBezTo>
                  <a:pt x="0" y="2606"/>
                  <a:pt x="95" y="2743"/>
                  <a:pt x="220" y="2743"/>
                </a:cubicBezTo>
                <a:lnTo>
                  <a:pt x="274" y="2743"/>
                </a:lnTo>
                <a:lnTo>
                  <a:pt x="27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3" name="Google Shape;2923;p33"/>
          <p:cNvSpPr/>
          <p:nvPr/>
        </p:nvSpPr>
        <p:spPr>
          <a:xfrm>
            <a:off x="4597152" y="1913176"/>
            <a:ext cx="71084" cy="48571"/>
          </a:xfrm>
          <a:custGeom>
            <a:rect b="b" l="l" r="r" t="t"/>
            <a:pathLst>
              <a:path extrusionOk="0" h="425" w="622">
                <a:moveTo>
                  <a:pt x="85" y="0"/>
                </a:moveTo>
                <a:lnTo>
                  <a:pt x="1" y="207"/>
                </a:lnTo>
                <a:lnTo>
                  <a:pt x="538" y="424"/>
                </a:lnTo>
                <a:lnTo>
                  <a:pt x="622" y="218"/>
                </a:lnTo>
                <a:lnTo>
                  <a:pt x="8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4" name="Google Shape;2924;p33"/>
          <p:cNvSpPr/>
          <p:nvPr/>
        </p:nvSpPr>
        <p:spPr>
          <a:xfrm>
            <a:off x="4597266" y="1925176"/>
            <a:ext cx="66284" cy="36800"/>
          </a:xfrm>
          <a:custGeom>
            <a:rect b="b" l="l" r="r" t="t"/>
            <a:pathLst>
              <a:path extrusionOk="0" h="322" w="580">
                <a:moveTo>
                  <a:pt x="43" y="1"/>
                </a:moveTo>
                <a:lnTo>
                  <a:pt x="1" y="104"/>
                </a:lnTo>
                <a:lnTo>
                  <a:pt x="538" y="321"/>
                </a:lnTo>
                <a:lnTo>
                  <a:pt x="580" y="218"/>
                </a:lnTo>
                <a:lnTo>
                  <a:pt x="43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5" name="Google Shape;2925;p33"/>
          <p:cNvSpPr/>
          <p:nvPr/>
        </p:nvSpPr>
        <p:spPr>
          <a:xfrm>
            <a:off x="4634295" y="1922090"/>
            <a:ext cx="302163" cy="148113"/>
          </a:xfrm>
          <a:custGeom>
            <a:rect b="b" l="l" r="r" t="t"/>
            <a:pathLst>
              <a:path extrusionOk="0" h="1296" w="2644">
                <a:moveTo>
                  <a:pt x="296" y="1"/>
                </a:moveTo>
                <a:cubicBezTo>
                  <a:pt x="201" y="1"/>
                  <a:pt x="119" y="43"/>
                  <a:pt x="88" y="119"/>
                </a:cubicBezTo>
                <a:lnTo>
                  <a:pt x="46" y="223"/>
                </a:lnTo>
                <a:cubicBezTo>
                  <a:pt x="0" y="338"/>
                  <a:pt x="92" y="477"/>
                  <a:pt x="246" y="531"/>
                </a:cubicBezTo>
                <a:lnTo>
                  <a:pt x="2402" y="1285"/>
                </a:lnTo>
                <a:cubicBezTo>
                  <a:pt x="2420" y="1292"/>
                  <a:pt x="2439" y="1295"/>
                  <a:pt x="2458" y="1295"/>
                </a:cubicBezTo>
                <a:cubicBezTo>
                  <a:pt x="2524" y="1295"/>
                  <a:pt x="2586" y="1256"/>
                  <a:pt x="2611" y="1193"/>
                </a:cubicBezTo>
                <a:cubicBezTo>
                  <a:pt x="2643" y="1113"/>
                  <a:pt x="2606" y="1019"/>
                  <a:pt x="2524" y="983"/>
                </a:cubicBezTo>
                <a:lnTo>
                  <a:pt x="446" y="35"/>
                </a:lnTo>
                <a:cubicBezTo>
                  <a:pt x="396" y="12"/>
                  <a:pt x="344" y="1"/>
                  <a:pt x="296" y="1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6" name="Google Shape;2926;p33"/>
          <p:cNvSpPr/>
          <p:nvPr/>
        </p:nvSpPr>
        <p:spPr>
          <a:xfrm>
            <a:off x="4641838" y="1922205"/>
            <a:ext cx="294506" cy="136913"/>
          </a:xfrm>
          <a:custGeom>
            <a:rect b="b" l="l" r="r" t="t"/>
            <a:pathLst>
              <a:path extrusionOk="0" h="1198" w="2577">
                <a:moveTo>
                  <a:pt x="229" y="0"/>
                </a:moveTo>
                <a:cubicBezTo>
                  <a:pt x="134" y="0"/>
                  <a:pt x="52" y="42"/>
                  <a:pt x="21" y="118"/>
                </a:cubicBezTo>
                <a:lnTo>
                  <a:pt x="1" y="169"/>
                </a:lnTo>
                <a:lnTo>
                  <a:pt x="2542" y="1197"/>
                </a:lnTo>
                <a:lnTo>
                  <a:pt x="2542" y="1192"/>
                </a:lnTo>
                <a:cubicBezTo>
                  <a:pt x="2576" y="1112"/>
                  <a:pt x="2538" y="1018"/>
                  <a:pt x="2456" y="982"/>
                </a:cubicBezTo>
                <a:lnTo>
                  <a:pt x="379" y="34"/>
                </a:lnTo>
                <a:cubicBezTo>
                  <a:pt x="329" y="11"/>
                  <a:pt x="277" y="0"/>
                  <a:pt x="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7" name="Google Shape;2927;p33"/>
          <p:cNvSpPr/>
          <p:nvPr/>
        </p:nvSpPr>
        <p:spPr>
          <a:xfrm>
            <a:off x="4501724" y="1913633"/>
            <a:ext cx="71084" cy="48571"/>
          </a:xfrm>
          <a:custGeom>
            <a:rect b="b" l="l" r="r" t="t"/>
            <a:pathLst>
              <a:path extrusionOk="0" h="425" w="622">
                <a:moveTo>
                  <a:pt x="538" y="1"/>
                </a:moveTo>
                <a:lnTo>
                  <a:pt x="1" y="218"/>
                </a:lnTo>
                <a:lnTo>
                  <a:pt x="85" y="424"/>
                </a:lnTo>
                <a:lnTo>
                  <a:pt x="622" y="206"/>
                </a:lnTo>
                <a:lnTo>
                  <a:pt x="53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8" name="Google Shape;2928;p33"/>
          <p:cNvSpPr/>
          <p:nvPr/>
        </p:nvSpPr>
        <p:spPr>
          <a:xfrm>
            <a:off x="4506524" y="1925633"/>
            <a:ext cx="66170" cy="36800"/>
          </a:xfrm>
          <a:custGeom>
            <a:rect b="b" l="l" r="r" t="t"/>
            <a:pathLst>
              <a:path extrusionOk="0" h="322" w="579">
                <a:moveTo>
                  <a:pt x="538" y="1"/>
                </a:moveTo>
                <a:lnTo>
                  <a:pt x="1" y="218"/>
                </a:lnTo>
                <a:lnTo>
                  <a:pt x="42" y="321"/>
                </a:lnTo>
                <a:lnTo>
                  <a:pt x="579" y="104"/>
                </a:lnTo>
                <a:lnTo>
                  <a:pt x="538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9" name="Google Shape;2929;p33"/>
          <p:cNvSpPr/>
          <p:nvPr/>
        </p:nvSpPr>
        <p:spPr>
          <a:xfrm>
            <a:off x="4233382" y="1922090"/>
            <a:ext cx="302277" cy="148113"/>
          </a:xfrm>
          <a:custGeom>
            <a:rect b="b" l="l" r="r" t="t"/>
            <a:pathLst>
              <a:path extrusionOk="0" h="1296" w="2645">
                <a:moveTo>
                  <a:pt x="2349" y="1"/>
                </a:moveTo>
                <a:cubicBezTo>
                  <a:pt x="2300" y="1"/>
                  <a:pt x="2249" y="12"/>
                  <a:pt x="2198" y="35"/>
                </a:cubicBezTo>
                <a:lnTo>
                  <a:pt x="119" y="983"/>
                </a:lnTo>
                <a:cubicBezTo>
                  <a:pt x="38" y="1019"/>
                  <a:pt x="1" y="1113"/>
                  <a:pt x="32" y="1193"/>
                </a:cubicBezTo>
                <a:cubicBezTo>
                  <a:pt x="59" y="1256"/>
                  <a:pt x="120" y="1295"/>
                  <a:pt x="186" y="1295"/>
                </a:cubicBezTo>
                <a:cubicBezTo>
                  <a:pt x="205" y="1295"/>
                  <a:pt x="224" y="1292"/>
                  <a:pt x="242" y="1285"/>
                </a:cubicBezTo>
                <a:lnTo>
                  <a:pt x="2399" y="531"/>
                </a:lnTo>
                <a:cubicBezTo>
                  <a:pt x="2553" y="477"/>
                  <a:pt x="2645" y="338"/>
                  <a:pt x="2599" y="223"/>
                </a:cubicBezTo>
                <a:lnTo>
                  <a:pt x="2557" y="119"/>
                </a:lnTo>
                <a:cubicBezTo>
                  <a:pt x="2525" y="43"/>
                  <a:pt x="2444" y="1"/>
                  <a:pt x="2349" y="1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0" name="Google Shape;2930;p33"/>
          <p:cNvSpPr/>
          <p:nvPr/>
        </p:nvSpPr>
        <p:spPr>
          <a:xfrm>
            <a:off x="4233497" y="1922205"/>
            <a:ext cx="294620" cy="136913"/>
          </a:xfrm>
          <a:custGeom>
            <a:rect b="b" l="l" r="r" t="t"/>
            <a:pathLst>
              <a:path extrusionOk="0" h="1198" w="2578">
                <a:moveTo>
                  <a:pt x="2349" y="0"/>
                </a:moveTo>
                <a:cubicBezTo>
                  <a:pt x="2301" y="0"/>
                  <a:pt x="2249" y="11"/>
                  <a:pt x="2199" y="34"/>
                </a:cubicBezTo>
                <a:lnTo>
                  <a:pt x="121" y="982"/>
                </a:lnTo>
                <a:cubicBezTo>
                  <a:pt x="40" y="1018"/>
                  <a:pt x="1" y="1112"/>
                  <a:pt x="34" y="1192"/>
                </a:cubicBezTo>
                <a:lnTo>
                  <a:pt x="34" y="1197"/>
                </a:lnTo>
                <a:lnTo>
                  <a:pt x="2577" y="169"/>
                </a:lnTo>
                <a:lnTo>
                  <a:pt x="2557" y="118"/>
                </a:lnTo>
                <a:cubicBezTo>
                  <a:pt x="2526" y="42"/>
                  <a:pt x="2444" y="0"/>
                  <a:pt x="234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1" name="Google Shape;2931;p33"/>
          <p:cNvSpPr/>
          <p:nvPr/>
        </p:nvSpPr>
        <p:spPr>
          <a:xfrm>
            <a:off x="4546181" y="1975690"/>
            <a:ext cx="77712" cy="788452"/>
          </a:xfrm>
          <a:custGeom>
            <a:rect b="b" l="l" r="r" t="t"/>
            <a:pathLst>
              <a:path extrusionOk="0" h="6899" w="680">
                <a:moveTo>
                  <a:pt x="339" y="1"/>
                </a:moveTo>
                <a:cubicBezTo>
                  <a:pt x="246" y="1"/>
                  <a:pt x="169" y="77"/>
                  <a:pt x="167" y="171"/>
                </a:cubicBezTo>
                <a:lnTo>
                  <a:pt x="1" y="6898"/>
                </a:lnTo>
                <a:lnTo>
                  <a:pt x="679" y="6898"/>
                </a:lnTo>
                <a:lnTo>
                  <a:pt x="512" y="171"/>
                </a:lnTo>
                <a:cubicBezTo>
                  <a:pt x="511" y="77"/>
                  <a:pt x="435" y="1"/>
                  <a:pt x="3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2" name="Google Shape;2932;p33"/>
          <p:cNvSpPr/>
          <p:nvPr/>
        </p:nvSpPr>
        <p:spPr>
          <a:xfrm>
            <a:off x="4584924" y="1975690"/>
            <a:ext cx="38970" cy="788452"/>
          </a:xfrm>
          <a:custGeom>
            <a:rect b="b" l="l" r="r" t="t"/>
            <a:pathLst>
              <a:path extrusionOk="0" h="6899" w="341">
                <a:moveTo>
                  <a:pt x="0" y="1"/>
                </a:moveTo>
                <a:lnTo>
                  <a:pt x="0" y="6898"/>
                </a:lnTo>
                <a:lnTo>
                  <a:pt x="340" y="6898"/>
                </a:lnTo>
                <a:lnTo>
                  <a:pt x="173" y="171"/>
                </a:lnTo>
                <a:cubicBezTo>
                  <a:pt x="172" y="77"/>
                  <a:pt x="96" y="1"/>
                  <a:pt x="0" y="1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3" name="Google Shape;2933;p33"/>
          <p:cNvSpPr/>
          <p:nvPr/>
        </p:nvSpPr>
        <p:spPr>
          <a:xfrm>
            <a:off x="4550181" y="1880262"/>
            <a:ext cx="69369" cy="69371"/>
          </a:xfrm>
          <a:custGeom>
            <a:rect b="b" l="l" r="r" t="t"/>
            <a:pathLst>
              <a:path extrusionOk="0" h="607" w="607">
                <a:moveTo>
                  <a:pt x="303" y="1"/>
                </a:moveTo>
                <a:cubicBezTo>
                  <a:pt x="136" y="1"/>
                  <a:pt x="0" y="136"/>
                  <a:pt x="0" y="304"/>
                </a:cubicBezTo>
                <a:cubicBezTo>
                  <a:pt x="0" y="471"/>
                  <a:pt x="136" y="607"/>
                  <a:pt x="303" y="607"/>
                </a:cubicBezTo>
                <a:cubicBezTo>
                  <a:pt x="471" y="607"/>
                  <a:pt x="606" y="472"/>
                  <a:pt x="606" y="304"/>
                </a:cubicBezTo>
                <a:cubicBezTo>
                  <a:pt x="606" y="136"/>
                  <a:pt x="471" y="1"/>
                  <a:pt x="303" y="1"/>
                </a:cubicBezTo>
                <a:close/>
              </a:path>
            </a:pathLst>
          </a:custGeom>
          <a:solidFill>
            <a:srgbClr val="3E7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4" name="Google Shape;2934;p33"/>
          <p:cNvSpPr/>
          <p:nvPr/>
        </p:nvSpPr>
        <p:spPr>
          <a:xfrm>
            <a:off x="4564352" y="1894319"/>
            <a:ext cx="41256" cy="41257"/>
          </a:xfrm>
          <a:custGeom>
            <a:rect b="b" l="l" r="r" t="t"/>
            <a:pathLst>
              <a:path extrusionOk="0" h="361" w="361">
                <a:moveTo>
                  <a:pt x="180" y="1"/>
                </a:moveTo>
                <a:cubicBezTo>
                  <a:pt x="81" y="1"/>
                  <a:pt x="0" y="81"/>
                  <a:pt x="0" y="181"/>
                </a:cubicBezTo>
                <a:cubicBezTo>
                  <a:pt x="0" y="280"/>
                  <a:pt x="81" y="361"/>
                  <a:pt x="180" y="361"/>
                </a:cubicBezTo>
                <a:cubicBezTo>
                  <a:pt x="281" y="361"/>
                  <a:pt x="360" y="280"/>
                  <a:pt x="360" y="181"/>
                </a:cubicBezTo>
                <a:cubicBezTo>
                  <a:pt x="360" y="81"/>
                  <a:pt x="281" y="1"/>
                  <a:pt x="180" y="1"/>
                </a:cubicBezTo>
                <a:close/>
              </a:path>
            </a:pathLst>
          </a:custGeom>
          <a:solidFill>
            <a:srgbClr val="5696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5" name="Google Shape;2935;p33"/>
          <p:cNvSpPr/>
          <p:nvPr/>
        </p:nvSpPr>
        <p:spPr>
          <a:xfrm>
            <a:off x="4134754" y="2138204"/>
            <a:ext cx="15085" cy="42171"/>
          </a:xfrm>
          <a:custGeom>
            <a:rect b="b" l="l" r="r" t="t"/>
            <a:pathLst>
              <a:path extrusionOk="0" h="369" w="132">
                <a:moveTo>
                  <a:pt x="0" y="0"/>
                </a:moveTo>
                <a:lnTo>
                  <a:pt x="0" y="368"/>
                </a:lnTo>
                <a:lnTo>
                  <a:pt x="131" y="368"/>
                </a:lnTo>
                <a:lnTo>
                  <a:pt x="13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6" name="Google Shape;2936;p33"/>
          <p:cNvSpPr/>
          <p:nvPr/>
        </p:nvSpPr>
        <p:spPr>
          <a:xfrm>
            <a:off x="4142297" y="2138204"/>
            <a:ext cx="7657" cy="42171"/>
          </a:xfrm>
          <a:custGeom>
            <a:rect b="b" l="l" r="r" t="t"/>
            <a:pathLst>
              <a:path extrusionOk="0" h="369" w="67">
                <a:moveTo>
                  <a:pt x="1" y="0"/>
                </a:moveTo>
                <a:lnTo>
                  <a:pt x="1" y="368"/>
                </a:lnTo>
                <a:lnTo>
                  <a:pt x="66" y="368"/>
                </a:lnTo>
                <a:lnTo>
                  <a:pt x="66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7" name="Google Shape;2937;p33"/>
          <p:cNvSpPr/>
          <p:nvPr/>
        </p:nvSpPr>
        <p:spPr>
          <a:xfrm>
            <a:off x="4132697" y="2056376"/>
            <a:ext cx="19428" cy="50171"/>
          </a:xfrm>
          <a:custGeom>
            <a:rect b="b" l="l" r="r" t="t"/>
            <a:pathLst>
              <a:path extrusionOk="0" h="439" w="170">
                <a:moveTo>
                  <a:pt x="1" y="1"/>
                </a:moveTo>
                <a:lnTo>
                  <a:pt x="1" y="439"/>
                </a:lnTo>
                <a:lnTo>
                  <a:pt x="170" y="439"/>
                </a:lnTo>
                <a:lnTo>
                  <a:pt x="17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8" name="Google Shape;2938;p33"/>
          <p:cNvSpPr/>
          <p:nvPr/>
        </p:nvSpPr>
        <p:spPr>
          <a:xfrm>
            <a:off x="4142183" y="2056376"/>
            <a:ext cx="9828" cy="50171"/>
          </a:xfrm>
          <a:custGeom>
            <a:rect b="b" l="l" r="r" t="t"/>
            <a:pathLst>
              <a:path extrusionOk="0" h="439" w="86">
                <a:moveTo>
                  <a:pt x="1" y="1"/>
                </a:moveTo>
                <a:lnTo>
                  <a:pt x="1" y="439"/>
                </a:lnTo>
                <a:lnTo>
                  <a:pt x="86" y="439"/>
                </a:lnTo>
                <a:lnTo>
                  <a:pt x="8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9" name="Google Shape;2939;p33"/>
          <p:cNvSpPr/>
          <p:nvPr/>
        </p:nvSpPr>
        <p:spPr>
          <a:xfrm>
            <a:off x="4118526" y="1836719"/>
            <a:ext cx="47770" cy="237713"/>
          </a:xfrm>
          <a:custGeom>
            <a:rect b="b" l="l" r="r" t="t"/>
            <a:pathLst>
              <a:path extrusionOk="0" h="2080" w="418">
                <a:moveTo>
                  <a:pt x="207" y="0"/>
                </a:moveTo>
                <a:cubicBezTo>
                  <a:pt x="207" y="0"/>
                  <a:pt x="206" y="0"/>
                  <a:pt x="206" y="0"/>
                </a:cubicBezTo>
                <a:cubicBezTo>
                  <a:pt x="138" y="0"/>
                  <a:pt x="85" y="55"/>
                  <a:pt x="81" y="122"/>
                </a:cubicBezTo>
                <a:lnTo>
                  <a:pt x="6" y="1852"/>
                </a:lnTo>
                <a:cubicBezTo>
                  <a:pt x="1" y="1975"/>
                  <a:pt x="74" y="2079"/>
                  <a:pt x="167" y="2079"/>
                </a:cubicBezTo>
                <a:lnTo>
                  <a:pt x="252" y="2079"/>
                </a:lnTo>
                <a:cubicBezTo>
                  <a:pt x="345" y="2079"/>
                  <a:pt x="417" y="1975"/>
                  <a:pt x="411" y="1852"/>
                </a:cubicBezTo>
                <a:lnTo>
                  <a:pt x="329" y="121"/>
                </a:lnTo>
                <a:cubicBezTo>
                  <a:pt x="325" y="53"/>
                  <a:pt x="271" y="0"/>
                  <a:pt x="207" y="0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0" name="Google Shape;2940;p33"/>
          <p:cNvSpPr/>
          <p:nvPr/>
        </p:nvSpPr>
        <p:spPr>
          <a:xfrm>
            <a:off x="4118297" y="1836719"/>
            <a:ext cx="23999" cy="237599"/>
          </a:xfrm>
          <a:custGeom>
            <a:rect b="b" l="l" r="r" t="t"/>
            <a:pathLst>
              <a:path extrusionOk="0" h="2079" w="210">
                <a:moveTo>
                  <a:pt x="205" y="0"/>
                </a:moveTo>
                <a:cubicBezTo>
                  <a:pt x="139" y="0"/>
                  <a:pt x="85" y="53"/>
                  <a:pt x="82" y="122"/>
                </a:cubicBezTo>
                <a:lnTo>
                  <a:pt x="6" y="1851"/>
                </a:lnTo>
                <a:cubicBezTo>
                  <a:pt x="1" y="1975"/>
                  <a:pt x="75" y="2078"/>
                  <a:pt x="168" y="2078"/>
                </a:cubicBezTo>
                <a:lnTo>
                  <a:pt x="210" y="2078"/>
                </a:lnTo>
                <a:lnTo>
                  <a:pt x="21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1" name="Google Shape;2941;p33"/>
          <p:cNvSpPr/>
          <p:nvPr/>
        </p:nvSpPr>
        <p:spPr>
          <a:xfrm>
            <a:off x="4152583" y="2119575"/>
            <a:ext cx="53827" cy="36800"/>
          </a:xfrm>
          <a:custGeom>
            <a:rect b="b" l="l" r="r" t="t"/>
            <a:pathLst>
              <a:path extrusionOk="0" h="322" w="471">
                <a:moveTo>
                  <a:pt x="64" y="0"/>
                </a:moveTo>
                <a:lnTo>
                  <a:pt x="1" y="157"/>
                </a:lnTo>
                <a:lnTo>
                  <a:pt x="408" y="322"/>
                </a:lnTo>
                <a:lnTo>
                  <a:pt x="470" y="165"/>
                </a:lnTo>
                <a:lnTo>
                  <a:pt x="6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2" name="Google Shape;2942;p33"/>
          <p:cNvSpPr/>
          <p:nvPr/>
        </p:nvSpPr>
        <p:spPr>
          <a:xfrm>
            <a:off x="4152126" y="2127575"/>
            <a:ext cx="50284" cy="27886"/>
          </a:xfrm>
          <a:custGeom>
            <a:rect b="b" l="l" r="r" t="t"/>
            <a:pathLst>
              <a:path extrusionOk="0" h="244" w="440">
                <a:moveTo>
                  <a:pt x="32" y="0"/>
                </a:moveTo>
                <a:lnTo>
                  <a:pt x="1" y="79"/>
                </a:lnTo>
                <a:lnTo>
                  <a:pt x="408" y="244"/>
                </a:lnTo>
                <a:lnTo>
                  <a:pt x="440" y="165"/>
                </a:lnTo>
                <a:lnTo>
                  <a:pt x="32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3" name="Google Shape;2943;p33"/>
          <p:cNvSpPr/>
          <p:nvPr/>
        </p:nvSpPr>
        <p:spPr>
          <a:xfrm>
            <a:off x="4179668" y="2125861"/>
            <a:ext cx="229136" cy="112342"/>
          </a:xfrm>
          <a:custGeom>
            <a:rect b="b" l="l" r="r" t="t"/>
            <a:pathLst>
              <a:path extrusionOk="0" h="983" w="2005">
                <a:moveTo>
                  <a:pt x="223" y="1"/>
                </a:moveTo>
                <a:cubicBezTo>
                  <a:pt x="151" y="1"/>
                  <a:pt x="90" y="32"/>
                  <a:pt x="67" y="90"/>
                </a:cubicBezTo>
                <a:lnTo>
                  <a:pt x="35" y="167"/>
                </a:lnTo>
                <a:cubicBezTo>
                  <a:pt x="0" y="254"/>
                  <a:pt x="69" y="361"/>
                  <a:pt x="185" y="402"/>
                </a:cubicBezTo>
                <a:lnTo>
                  <a:pt x="1821" y="975"/>
                </a:lnTo>
                <a:cubicBezTo>
                  <a:pt x="1836" y="980"/>
                  <a:pt x="1850" y="982"/>
                  <a:pt x="1864" y="982"/>
                </a:cubicBezTo>
                <a:cubicBezTo>
                  <a:pt x="1914" y="982"/>
                  <a:pt x="1961" y="952"/>
                  <a:pt x="1980" y="904"/>
                </a:cubicBezTo>
                <a:cubicBezTo>
                  <a:pt x="2004" y="843"/>
                  <a:pt x="1976" y="773"/>
                  <a:pt x="1913" y="745"/>
                </a:cubicBezTo>
                <a:lnTo>
                  <a:pt x="338" y="26"/>
                </a:lnTo>
                <a:cubicBezTo>
                  <a:pt x="300" y="9"/>
                  <a:pt x="260" y="1"/>
                  <a:pt x="223" y="1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4" name="Google Shape;2944;p33"/>
          <p:cNvSpPr/>
          <p:nvPr/>
        </p:nvSpPr>
        <p:spPr>
          <a:xfrm>
            <a:off x="4185497" y="2125975"/>
            <a:ext cx="223308" cy="103771"/>
          </a:xfrm>
          <a:custGeom>
            <a:rect b="b" l="l" r="r" t="t"/>
            <a:pathLst>
              <a:path extrusionOk="0" h="908" w="1954">
                <a:moveTo>
                  <a:pt x="172" y="1"/>
                </a:moveTo>
                <a:cubicBezTo>
                  <a:pt x="100" y="1"/>
                  <a:pt x="39" y="32"/>
                  <a:pt x="16" y="90"/>
                </a:cubicBezTo>
                <a:lnTo>
                  <a:pt x="0" y="129"/>
                </a:lnTo>
                <a:lnTo>
                  <a:pt x="1928" y="907"/>
                </a:lnTo>
                <a:lnTo>
                  <a:pt x="1929" y="905"/>
                </a:lnTo>
                <a:cubicBezTo>
                  <a:pt x="1953" y="845"/>
                  <a:pt x="1925" y="773"/>
                  <a:pt x="1862" y="745"/>
                </a:cubicBezTo>
                <a:lnTo>
                  <a:pt x="287" y="26"/>
                </a:lnTo>
                <a:cubicBezTo>
                  <a:pt x="249" y="9"/>
                  <a:pt x="209" y="1"/>
                  <a:pt x="17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5" name="Google Shape;2945;p33"/>
          <p:cNvSpPr/>
          <p:nvPr/>
        </p:nvSpPr>
        <p:spPr>
          <a:xfrm>
            <a:off x="4079554" y="2119347"/>
            <a:ext cx="53827" cy="36685"/>
          </a:xfrm>
          <a:custGeom>
            <a:rect b="b" l="l" r="r" t="t"/>
            <a:pathLst>
              <a:path extrusionOk="0" h="321" w="471">
                <a:moveTo>
                  <a:pt x="407" y="0"/>
                </a:moveTo>
                <a:lnTo>
                  <a:pt x="0" y="164"/>
                </a:lnTo>
                <a:lnTo>
                  <a:pt x="64" y="321"/>
                </a:lnTo>
                <a:lnTo>
                  <a:pt x="471" y="157"/>
                </a:lnTo>
                <a:lnTo>
                  <a:pt x="40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6" name="Google Shape;2946;p33"/>
          <p:cNvSpPr/>
          <p:nvPr/>
        </p:nvSpPr>
        <p:spPr>
          <a:xfrm>
            <a:off x="4082640" y="2129404"/>
            <a:ext cx="50284" cy="27771"/>
          </a:xfrm>
          <a:custGeom>
            <a:rect b="b" l="l" r="r" t="t"/>
            <a:pathLst>
              <a:path extrusionOk="0" h="243" w="440">
                <a:moveTo>
                  <a:pt x="408" y="0"/>
                </a:moveTo>
                <a:lnTo>
                  <a:pt x="1" y="164"/>
                </a:lnTo>
                <a:lnTo>
                  <a:pt x="33" y="243"/>
                </a:lnTo>
                <a:lnTo>
                  <a:pt x="440" y="78"/>
                </a:lnTo>
                <a:lnTo>
                  <a:pt x="408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7" name="Google Shape;2947;p33"/>
          <p:cNvSpPr/>
          <p:nvPr/>
        </p:nvSpPr>
        <p:spPr>
          <a:xfrm>
            <a:off x="3875898" y="2125861"/>
            <a:ext cx="229136" cy="112342"/>
          </a:xfrm>
          <a:custGeom>
            <a:rect b="b" l="l" r="r" t="t"/>
            <a:pathLst>
              <a:path extrusionOk="0" h="983" w="2005">
                <a:moveTo>
                  <a:pt x="1781" y="1"/>
                </a:moveTo>
                <a:cubicBezTo>
                  <a:pt x="1744" y="1"/>
                  <a:pt x="1705" y="9"/>
                  <a:pt x="1667" y="26"/>
                </a:cubicBezTo>
                <a:lnTo>
                  <a:pt x="91" y="745"/>
                </a:lnTo>
                <a:cubicBezTo>
                  <a:pt x="28" y="773"/>
                  <a:pt x="1" y="843"/>
                  <a:pt x="24" y="904"/>
                </a:cubicBezTo>
                <a:cubicBezTo>
                  <a:pt x="43" y="952"/>
                  <a:pt x="91" y="982"/>
                  <a:pt x="140" y="982"/>
                </a:cubicBezTo>
                <a:cubicBezTo>
                  <a:pt x="155" y="982"/>
                  <a:pt x="169" y="980"/>
                  <a:pt x="183" y="975"/>
                </a:cubicBezTo>
                <a:lnTo>
                  <a:pt x="1819" y="402"/>
                </a:lnTo>
                <a:cubicBezTo>
                  <a:pt x="1936" y="361"/>
                  <a:pt x="2004" y="254"/>
                  <a:pt x="1970" y="167"/>
                </a:cubicBezTo>
                <a:lnTo>
                  <a:pt x="1938" y="90"/>
                </a:lnTo>
                <a:cubicBezTo>
                  <a:pt x="1915" y="32"/>
                  <a:pt x="1853" y="1"/>
                  <a:pt x="1781" y="1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8" name="Google Shape;2948;p33"/>
          <p:cNvSpPr/>
          <p:nvPr/>
        </p:nvSpPr>
        <p:spPr>
          <a:xfrm>
            <a:off x="3875784" y="2125975"/>
            <a:ext cx="223422" cy="103771"/>
          </a:xfrm>
          <a:custGeom>
            <a:rect b="b" l="l" r="r" t="t"/>
            <a:pathLst>
              <a:path extrusionOk="0" h="908" w="1955">
                <a:moveTo>
                  <a:pt x="1782" y="1"/>
                </a:moveTo>
                <a:cubicBezTo>
                  <a:pt x="1745" y="1"/>
                  <a:pt x="1706" y="9"/>
                  <a:pt x="1668" y="26"/>
                </a:cubicBezTo>
                <a:lnTo>
                  <a:pt x="92" y="745"/>
                </a:lnTo>
                <a:cubicBezTo>
                  <a:pt x="29" y="773"/>
                  <a:pt x="1" y="845"/>
                  <a:pt x="25" y="905"/>
                </a:cubicBezTo>
                <a:lnTo>
                  <a:pt x="27" y="907"/>
                </a:lnTo>
                <a:lnTo>
                  <a:pt x="1954" y="129"/>
                </a:lnTo>
                <a:lnTo>
                  <a:pt x="1939" y="90"/>
                </a:lnTo>
                <a:cubicBezTo>
                  <a:pt x="1916" y="32"/>
                  <a:pt x="1854" y="1"/>
                  <a:pt x="178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9" name="Google Shape;2949;p33"/>
          <p:cNvSpPr/>
          <p:nvPr/>
        </p:nvSpPr>
        <p:spPr>
          <a:xfrm>
            <a:off x="4112926" y="2166318"/>
            <a:ext cx="58970" cy="597825"/>
          </a:xfrm>
          <a:custGeom>
            <a:rect b="b" l="l" r="r" t="t"/>
            <a:pathLst>
              <a:path extrusionOk="0" h="5231" w="516">
                <a:moveTo>
                  <a:pt x="258" y="1"/>
                </a:moveTo>
                <a:cubicBezTo>
                  <a:pt x="186" y="1"/>
                  <a:pt x="128" y="58"/>
                  <a:pt x="126" y="130"/>
                </a:cubicBezTo>
                <a:lnTo>
                  <a:pt x="1" y="5230"/>
                </a:lnTo>
                <a:lnTo>
                  <a:pt x="515" y="5230"/>
                </a:lnTo>
                <a:lnTo>
                  <a:pt x="390" y="130"/>
                </a:lnTo>
                <a:cubicBezTo>
                  <a:pt x="389" y="58"/>
                  <a:pt x="329" y="1"/>
                  <a:pt x="25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0" name="Google Shape;2950;p33"/>
          <p:cNvSpPr/>
          <p:nvPr/>
        </p:nvSpPr>
        <p:spPr>
          <a:xfrm>
            <a:off x="4142297" y="2166432"/>
            <a:ext cx="29599" cy="597711"/>
          </a:xfrm>
          <a:custGeom>
            <a:rect b="b" l="l" r="r" t="t"/>
            <a:pathLst>
              <a:path extrusionOk="0" h="5230" w="259">
                <a:moveTo>
                  <a:pt x="1" y="1"/>
                </a:moveTo>
                <a:lnTo>
                  <a:pt x="1" y="5229"/>
                </a:lnTo>
                <a:lnTo>
                  <a:pt x="258" y="5229"/>
                </a:lnTo>
                <a:lnTo>
                  <a:pt x="133" y="130"/>
                </a:lnTo>
                <a:cubicBezTo>
                  <a:pt x="132" y="58"/>
                  <a:pt x="72" y="1"/>
                  <a:pt x="1" y="1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1" name="Google Shape;2951;p33"/>
          <p:cNvSpPr/>
          <p:nvPr/>
        </p:nvSpPr>
        <p:spPr>
          <a:xfrm>
            <a:off x="4116240" y="2094090"/>
            <a:ext cx="52341" cy="52457"/>
          </a:xfrm>
          <a:custGeom>
            <a:rect b="b" l="l" r="r" t="t"/>
            <a:pathLst>
              <a:path extrusionOk="0" h="459" w="458">
                <a:moveTo>
                  <a:pt x="229" y="0"/>
                </a:moveTo>
                <a:cubicBezTo>
                  <a:pt x="103" y="0"/>
                  <a:pt x="0" y="103"/>
                  <a:pt x="0" y="230"/>
                </a:cubicBezTo>
                <a:cubicBezTo>
                  <a:pt x="0" y="356"/>
                  <a:pt x="103" y="459"/>
                  <a:pt x="229" y="459"/>
                </a:cubicBezTo>
                <a:cubicBezTo>
                  <a:pt x="355" y="459"/>
                  <a:pt x="458" y="356"/>
                  <a:pt x="458" y="230"/>
                </a:cubicBezTo>
                <a:cubicBezTo>
                  <a:pt x="458" y="103"/>
                  <a:pt x="355" y="0"/>
                  <a:pt x="229" y="0"/>
                </a:cubicBezTo>
                <a:close/>
              </a:path>
            </a:pathLst>
          </a:custGeom>
          <a:solidFill>
            <a:srgbClr val="3E7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2" name="Google Shape;2952;p33"/>
          <p:cNvSpPr/>
          <p:nvPr/>
        </p:nvSpPr>
        <p:spPr>
          <a:xfrm>
            <a:off x="4126640" y="2104604"/>
            <a:ext cx="31428" cy="31428"/>
          </a:xfrm>
          <a:custGeom>
            <a:rect b="b" l="l" r="r" t="t"/>
            <a:pathLst>
              <a:path extrusionOk="0" h="275" w="275">
                <a:moveTo>
                  <a:pt x="138" y="0"/>
                </a:moveTo>
                <a:cubicBezTo>
                  <a:pt x="62" y="0"/>
                  <a:pt x="1" y="62"/>
                  <a:pt x="1" y="138"/>
                </a:cubicBezTo>
                <a:cubicBezTo>
                  <a:pt x="1" y="213"/>
                  <a:pt x="62" y="275"/>
                  <a:pt x="138" y="275"/>
                </a:cubicBezTo>
                <a:cubicBezTo>
                  <a:pt x="213" y="275"/>
                  <a:pt x="275" y="213"/>
                  <a:pt x="275" y="138"/>
                </a:cubicBezTo>
                <a:cubicBezTo>
                  <a:pt x="275" y="62"/>
                  <a:pt x="213" y="0"/>
                  <a:pt x="138" y="0"/>
                </a:cubicBezTo>
                <a:close/>
              </a:path>
            </a:pathLst>
          </a:custGeom>
          <a:solidFill>
            <a:srgbClr val="5696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3" name="Google Shape;2953;p33"/>
          <p:cNvSpPr/>
          <p:nvPr/>
        </p:nvSpPr>
        <p:spPr>
          <a:xfrm>
            <a:off x="4986408" y="2270661"/>
            <a:ext cx="12000" cy="33257"/>
          </a:xfrm>
          <a:custGeom>
            <a:rect b="b" l="l" r="r" t="t"/>
            <a:pathLst>
              <a:path extrusionOk="0" h="291" w="105">
                <a:moveTo>
                  <a:pt x="1" y="0"/>
                </a:moveTo>
                <a:lnTo>
                  <a:pt x="1" y="291"/>
                </a:lnTo>
                <a:lnTo>
                  <a:pt x="104" y="291"/>
                </a:lnTo>
                <a:lnTo>
                  <a:pt x="10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4" name="Google Shape;2954;p33"/>
          <p:cNvSpPr/>
          <p:nvPr/>
        </p:nvSpPr>
        <p:spPr>
          <a:xfrm>
            <a:off x="4992350" y="2270661"/>
            <a:ext cx="5943" cy="33257"/>
          </a:xfrm>
          <a:custGeom>
            <a:rect b="b" l="l" r="r" t="t"/>
            <a:pathLst>
              <a:path extrusionOk="0" h="291" w="52">
                <a:moveTo>
                  <a:pt x="0" y="0"/>
                </a:moveTo>
                <a:lnTo>
                  <a:pt x="0" y="291"/>
                </a:lnTo>
                <a:lnTo>
                  <a:pt x="51" y="291"/>
                </a:lnTo>
                <a:lnTo>
                  <a:pt x="5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5" name="Google Shape;2955;p33"/>
          <p:cNvSpPr/>
          <p:nvPr/>
        </p:nvSpPr>
        <p:spPr>
          <a:xfrm>
            <a:off x="4984693" y="2206318"/>
            <a:ext cx="15314" cy="39771"/>
          </a:xfrm>
          <a:custGeom>
            <a:rect b="b" l="l" r="r" t="t"/>
            <a:pathLst>
              <a:path extrusionOk="0" h="348" w="134">
                <a:moveTo>
                  <a:pt x="1" y="1"/>
                </a:moveTo>
                <a:lnTo>
                  <a:pt x="1" y="347"/>
                </a:lnTo>
                <a:lnTo>
                  <a:pt x="134" y="347"/>
                </a:lnTo>
                <a:lnTo>
                  <a:pt x="13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6" name="Google Shape;2956;p33"/>
          <p:cNvSpPr/>
          <p:nvPr/>
        </p:nvSpPr>
        <p:spPr>
          <a:xfrm>
            <a:off x="4992350" y="2206318"/>
            <a:ext cx="7657" cy="39771"/>
          </a:xfrm>
          <a:custGeom>
            <a:rect b="b" l="l" r="r" t="t"/>
            <a:pathLst>
              <a:path extrusionOk="0" h="348" w="67">
                <a:moveTo>
                  <a:pt x="0" y="1"/>
                </a:moveTo>
                <a:lnTo>
                  <a:pt x="0" y="347"/>
                </a:lnTo>
                <a:lnTo>
                  <a:pt x="67" y="347"/>
                </a:lnTo>
                <a:lnTo>
                  <a:pt x="67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7" name="Google Shape;2957;p33"/>
          <p:cNvSpPr/>
          <p:nvPr/>
        </p:nvSpPr>
        <p:spPr>
          <a:xfrm>
            <a:off x="4973493" y="2033290"/>
            <a:ext cx="37485" cy="187427"/>
          </a:xfrm>
          <a:custGeom>
            <a:rect b="b" l="l" r="r" t="t"/>
            <a:pathLst>
              <a:path extrusionOk="0" h="1640" w="328">
                <a:moveTo>
                  <a:pt x="163" y="0"/>
                </a:moveTo>
                <a:cubicBezTo>
                  <a:pt x="162" y="0"/>
                  <a:pt x="162" y="0"/>
                  <a:pt x="161" y="0"/>
                </a:cubicBezTo>
                <a:cubicBezTo>
                  <a:pt x="109" y="2"/>
                  <a:pt x="67" y="43"/>
                  <a:pt x="64" y="96"/>
                </a:cubicBezTo>
                <a:lnTo>
                  <a:pt x="3" y="1460"/>
                </a:lnTo>
                <a:cubicBezTo>
                  <a:pt x="0" y="1558"/>
                  <a:pt x="57" y="1639"/>
                  <a:pt x="130" y="1639"/>
                </a:cubicBezTo>
                <a:lnTo>
                  <a:pt x="197" y="1639"/>
                </a:lnTo>
                <a:cubicBezTo>
                  <a:pt x="272" y="1639"/>
                  <a:pt x="328" y="1556"/>
                  <a:pt x="324" y="1460"/>
                </a:cubicBezTo>
                <a:lnTo>
                  <a:pt x="260" y="95"/>
                </a:lnTo>
                <a:cubicBezTo>
                  <a:pt x="257" y="42"/>
                  <a:pt x="215" y="0"/>
                  <a:pt x="163" y="0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8" name="Google Shape;2958;p33"/>
          <p:cNvSpPr/>
          <p:nvPr/>
        </p:nvSpPr>
        <p:spPr>
          <a:xfrm>
            <a:off x="4973608" y="2033176"/>
            <a:ext cx="18857" cy="187313"/>
          </a:xfrm>
          <a:custGeom>
            <a:rect b="b" l="l" r="r" t="t"/>
            <a:pathLst>
              <a:path extrusionOk="0" h="1639" w="165">
                <a:moveTo>
                  <a:pt x="162" y="0"/>
                </a:moveTo>
                <a:cubicBezTo>
                  <a:pt x="111" y="0"/>
                  <a:pt x="67" y="42"/>
                  <a:pt x="65" y="96"/>
                </a:cubicBezTo>
                <a:lnTo>
                  <a:pt x="5" y="1459"/>
                </a:lnTo>
                <a:cubicBezTo>
                  <a:pt x="0" y="1557"/>
                  <a:pt x="57" y="1638"/>
                  <a:pt x="130" y="1638"/>
                </a:cubicBezTo>
                <a:lnTo>
                  <a:pt x="164" y="1638"/>
                </a:lnTo>
                <a:lnTo>
                  <a:pt x="16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9" name="Google Shape;2959;p33"/>
          <p:cNvSpPr/>
          <p:nvPr/>
        </p:nvSpPr>
        <p:spPr>
          <a:xfrm>
            <a:off x="5000579" y="2255918"/>
            <a:ext cx="42513" cy="29143"/>
          </a:xfrm>
          <a:custGeom>
            <a:rect b="b" l="l" r="r" t="t"/>
            <a:pathLst>
              <a:path extrusionOk="0" h="255" w="372">
                <a:moveTo>
                  <a:pt x="50" y="0"/>
                </a:moveTo>
                <a:lnTo>
                  <a:pt x="1" y="124"/>
                </a:lnTo>
                <a:lnTo>
                  <a:pt x="322" y="254"/>
                </a:lnTo>
                <a:lnTo>
                  <a:pt x="371" y="130"/>
                </a:lnTo>
                <a:lnTo>
                  <a:pt x="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0" name="Google Shape;2960;p33"/>
          <p:cNvSpPr/>
          <p:nvPr/>
        </p:nvSpPr>
        <p:spPr>
          <a:xfrm>
            <a:off x="5000693" y="2263461"/>
            <a:ext cx="39770" cy="22057"/>
          </a:xfrm>
          <a:custGeom>
            <a:rect b="b" l="l" r="r" t="t"/>
            <a:pathLst>
              <a:path extrusionOk="0" h="193" w="348">
                <a:moveTo>
                  <a:pt x="26" y="1"/>
                </a:moveTo>
                <a:lnTo>
                  <a:pt x="1" y="62"/>
                </a:lnTo>
                <a:lnTo>
                  <a:pt x="322" y="192"/>
                </a:lnTo>
                <a:lnTo>
                  <a:pt x="348" y="131"/>
                </a:lnTo>
                <a:lnTo>
                  <a:pt x="2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1" name="Google Shape;2961;p33"/>
          <p:cNvSpPr/>
          <p:nvPr/>
        </p:nvSpPr>
        <p:spPr>
          <a:xfrm>
            <a:off x="5021607" y="2261061"/>
            <a:ext cx="180681" cy="88685"/>
          </a:xfrm>
          <a:custGeom>
            <a:rect b="b" l="l" r="r" t="t"/>
            <a:pathLst>
              <a:path extrusionOk="0" h="776" w="1581">
                <a:moveTo>
                  <a:pt x="177" y="1"/>
                </a:moveTo>
                <a:cubicBezTo>
                  <a:pt x="121" y="1"/>
                  <a:pt x="71" y="26"/>
                  <a:pt x="53" y="71"/>
                </a:cubicBezTo>
                <a:lnTo>
                  <a:pt x="30" y="132"/>
                </a:lnTo>
                <a:cubicBezTo>
                  <a:pt x="1" y="201"/>
                  <a:pt x="57" y="284"/>
                  <a:pt x="148" y="317"/>
                </a:cubicBezTo>
                <a:lnTo>
                  <a:pt x="1437" y="769"/>
                </a:lnTo>
                <a:cubicBezTo>
                  <a:pt x="1448" y="773"/>
                  <a:pt x="1460" y="775"/>
                  <a:pt x="1471" y="775"/>
                </a:cubicBezTo>
                <a:cubicBezTo>
                  <a:pt x="1511" y="775"/>
                  <a:pt x="1547" y="752"/>
                  <a:pt x="1561" y="714"/>
                </a:cubicBezTo>
                <a:cubicBezTo>
                  <a:pt x="1581" y="666"/>
                  <a:pt x="1558" y="610"/>
                  <a:pt x="1509" y="588"/>
                </a:cubicBezTo>
                <a:lnTo>
                  <a:pt x="267" y="21"/>
                </a:lnTo>
                <a:cubicBezTo>
                  <a:pt x="237" y="7"/>
                  <a:pt x="206" y="1"/>
                  <a:pt x="177" y="1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2" name="Google Shape;2962;p33"/>
          <p:cNvSpPr/>
          <p:nvPr/>
        </p:nvSpPr>
        <p:spPr>
          <a:xfrm>
            <a:off x="5026179" y="2261175"/>
            <a:ext cx="176109" cy="81828"/>
          </a:xfrm>
          <a:custGeom>
            <a:rect b="b" l="l" r="r" t="t"/>
            <a:pathLst>
              <a:path extrusionOk="0" h="716" w="1541">
                <a:moveTo>
                  <a:pt x="138" y="1"/>
                </a:moveTo>
                <a:cubicBezTo>
                  <a:pt x="82" y="1"/>
                  <a:pt x="33" y="26"/>
                  <a:pt x="14" y="71"/>
                </a:cubicBezTo>
                <a:lnTo>
                  <a:pt x="1" y="102"/>
                </a:lnTo>
                <a:lnTo>
                  <a:pt x="1520" y="716"/>
                </a:lnTo>
                <a:lnTo>
                  <a:pt x="1521" y="715"/>
                </a:lnTo>
                <a:cubicBezTo>
                  <a:pt x="1541" y="666"/>
                  <a:pt x="1518" y="609"/>
                  <a:pt x="1469" y="588"/>
                </a:cubicBezTo>
                <a:lnTo>
                  <a:pt x="227" y="21"/>
                </a:lnTo>
                <a:cubicBezTo>
                  <a:pt x="198" y="7"/>
                  <a:pt x="167" y="1"/>
                  <a:pt x="13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3" name="Google Shape;2963;p33"/>
          <p:cNvSpPr/>
          <p:nvPr/>
        </p:nvSpPr>
        <p:spPr>
          <a:xfrm>
            <a:off x="4942865" y="2256146"/>
            <a:ext cx="42513" cy="29028"/>
          </a:xfrm>
          <a:custGeom>
            <a:rect b="b" l="l" r="r" t="t"/>
            <a:pathLst>
              <a:path extrusionOk="0" h="254" w="372">
                <a:moveTo>
                  <a:pt x="322" y="1"/>
                </a:moveTo>
                <a:lnTo>
                  <a:pt x="0" y="130"/>
                </a:lnTo>
                <a:lnTo>
                  <a:pt x="50" y="253"/>
                </a:lnTo>
                <a:lnTo>
                  <a:pt x="372" y="123"/>
                </a:lnTo>
                <a:lnTo>
                  <a:pt x="32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4" name="Google Shape;2964;p33"/>
          <p:cNvSpPr/>
          <p:nvPr/>
        </p:nvSpPr>
        <p:spPr>
          <a:xfrm>
            <a:off x="4945836" y="2262661"/>
            <a:ext cx="39770" cy="22057"/>
          </a:xfrm>
          <a:custGeom>
            <a:rect b="b" l="l" r="r" t="t"/>
            <a:pathLst>
              <a:path extrusionOk="0" h="193" w="348">
                <a:moveTo>
                  <a:pt x="322" y="1"/>
                </a:moveTo>
                <a:lnTo>
                  <a:pt x="1" y="131"/>
                </a:lnTo>
                <a:lnTo>
                  <a:pt x="27" y="192"/>
                </a:lnTo>
                <a:lnTo>
                  <a:pt x="348" y="62"/>
                </a:lnTo>
                <a:lnTo>
                  <a:pt x="322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5" name="Google Shape;2965;p33"/>
          <p:cNvSpPr/>
          <p:nvPr/>
        </p:nvSpPr>
        <p:spPr>
          <a:xfrm>
            <a:off x="4782294" y="2261061"/>
            <a:ext cx="180681" cy="88685"/>
          </a:xfrm>
          <a:custGeom>
            <a:rect b="b" l="l" r="r" t="t"/>
            <a:pathLst>
              <a:path extrusionOk="0" h="776" w="1581">
                <a:moveTo>
                  <a:pt x="1404" y="1"/>
                </a:moveTo>
                <a:cubicBezTo>
                  <a:pt x="1375" y="1"/>
                  <a:pt x="1344" y="7"/>
                  <a:pt x="1314" y="21"/>
                </a:cubicBezTo>
                <a:lnTo>
                  <a:pt x="72" y="588"/>
                </a:lnTo>
                <a:cubicBezTo>
                  <a:pt x="23" y="610"/>
                  <a:pt x="1" y="666"/>
                  <a:pt x="20" y="714"/>
                </a:cubicBezTo>
                <a:cubicBezTo>
                  <a:pt x="34" y="752"/>
                  <a:pt x="71" y="775"/>
                  <a:pt x="110" y="775"/>
                </a:cubicBezTo>
                <a:cubicBezTo>
                  <a:pt x="122" y="775"/>
                  <a:pt x="133" y="773"/>
                  <a:pt x="145" y="769"/>
                </a:cubicBezTo>
                <a:lnTo>
                  <a:pt x="1433" y="317"/>
                </a:lnTo>
                <a:cubicBezTo>
                  <a:pt x="1524" y="284"/>
                  <a:pt x="1580" y="201"/>
                  <a:pt x="1552" y="132"/>
                </a:cubicBezTo>
                <a:lnTo>
                  <a:pt x="1527" y="71"/>
                </a:lnTo>
                <a:cubicBezTo>
                  <a:pt x="1510" y="26"/>
                  <a:pt x="1461" y="1"/>
                  <a:pt x="1404" y="1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6" name="Google Shape;2966;p33"/>
          <p:cNvSpPr/>
          <p:nvPr/>
        </p:nvSpPr>
        <p:spPr>
          <a:xfrm>
            <a:off x="4782294" y="2261175"/>
            <a:ext cx="176109" cy="81828"/>
          </a:xfrm>
          <a:custGeom>
            <a:rect b="b" l="l" r="r" t="t"/>
            <a:pathLst>
              <a:path extrusionOk="0" h="716" w="1541">
                <a:moveTo>
                  <a:pt x="1403" y="1"/>
                </a:moveTo>
                <a:cubicBezTo>
                  <a:pt x="1374" y="1"/>
                  <a:pt x="1343" y="7"/>
                  <a:pt x="1313" y="21"/>
                </a:cubicBezTo>
                <a:lnTo>
                  <a:pt x="72" y="588"/>
                </a:lnTo>
                <a:cubicBezTo>
                  <a:pt x="23" y="609"/>
                  <a:pt x="1" y="666"/>
                  <a:pt x="19" y="715"/>
                </a:cubicBezTo>
                <a:lnTo>
                  <a:pt x="21" y="716"/>
                </a:lnTo>
                <a:lnTo>
                  <a:pt x="1540" y="102"/>
                </a:lnTo>
                <a:lnTo>
                  <a:pt x="1527" y="71"/>
                </a:lnTo>
                <a:cubicBezTo>
                  <a:pt x="1509" y="26"/>
                  <a:pt x="1460" y="1"/>
                  <a:pt x="140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7" name="Google Shape;2967;p33"/>
          <p:cNvSpPr/>
          <p:nvPr/>
        </p:nvSpPr>
        <p:spPr>
          <a:xfrm>
            <a:off x="4969036" y="2293061"/>
            <a:ext cx="46513" cy="471083"/>
          </a:xfrm>
          <a:custGeom>
            <a:rect b="b" l="l" r="r" t="t"/>
            <a:pathLst>
              <a:path extrusionOk="0" h="4122" w="407">
                <a:moveTo>
                  <a:pt x="204" y="1"/>
                </a:moveTo>
                <a:cubicBezTo>
                  <a:pt x="148" y="1"/>
                  <a:pt x="102" y="45"/>
                  <a:pt x="101" y="101"/>
                </a:cubicBezTo>
                <a:lnTo>
                  <a:pt x="1" y="4121"/>
                </a:lnTo>
                <a:lnTo>
                  <a:pt x="407" y="4121"/>
                </a:lnTo>
                <a:lnTo>
                  <a:pt x="308" y="101"/>
                </a:lnTo>
                <a:cubicBezTo>
                  <a:pt x="306" y="45"/>
                  <a:pt x="260" y="1"/>
                  <a:pt x="20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8" name="Google Shape;2968;p33"/>
          <p:cNvSpPr/>
          <p:nvPr/>
        </p:nvSpPr>
        <p:spPr>
          <a:xfrm>
            <a:off x="4992350" y="2293061"/>
            <a:ext cx="23199" cy="471083"/>
          </a:xfrm>
          <a:custGeom>
            <a:rect b="b" l="l" r="r" t="t"/>
            <a:pathLst>
              <a:path extrusionOk="0" h="4122" w="203">
                <a:moveTo>
                  <a:pt x="0" y="1"/>
                </a:moveTo>
                <a:lnTo>
                  <a:pt x="0" y="4121"/>
                </a:lnTo>
                <a:lnTo>
                  <a:pt x="203" y="4121"/>
                </a:lnTo>
                <a:lnTo>
                  <a:pt x="104" y="101"/>
                </a:lnTo>
                <a:cubicBezTo>
                  <a:pt x="102" y="45"/>
                  <a:pt x="56" y="1"/>
                  <a:pt x="0" y="1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9" name="Google Shape;2969;p33"/>
          <p:cNvSpPr/>
          <p:nvPr/>
        </p:nvSpPr>
        <p:spPr>
          <a:xfrm>
            <a:off x="4971779" y="2236032"/>
            <a:ext cx="41256" cy="41371"/>
          </a:xfrm>
          <a:custGeom>
            <a:rect b="b" l="l" r="r" t="t"/>
            <a:pathLst>
              <a:path extrusionOk="0" h="362" w="361">
                <a:moveTo>
                  <a:pt x="180" y="1"/>
                </a:moveTo>
                <a:cubicBezTo>
                  <a:pt x="81" y="1"/>
                  <a:pt x="0" y="81"/>
                  <a:pt x="0" y="181"/>
                </a:cubicBezTo>
                <a:cubicBezTo>
                  <a:pt x="0" y="281"/>
                  <a:pt x="81" y="362"/>
                  <a:pt x="180" y="362"/>
                </a:cubicBezTo>
                <a:cubicBezTo>
                  <a:pt x="279" y="362"/>
                  <a:pt x="360" y="281"/>
                  <a:pt x="360" y="181"/>
                </a:cubicBezTo>
                <a:cubicBezTo>
                  <a:pt x="360" y="81"/>
                  <a:pt x="279" y="1"/>
                  <a:pt x="180" y="1"/>
                </a:cubicBezTo>
                <a:close/>
              </a:path>
            </a:pathLst>
          </a:custGeom>
          <a:solidFill>
            <a:srgbClr val="3E7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0" name="Google Shape;2970;p33"/>
          <p:cNvSpPr/>
          <p:nvPr/>
        </p:nvSpPr>
        <p:spPr>
          <a:xfrm>
            <a:off x="4980008" y="2244375"/>
            <a:ext cx="24685" cy="24686"/>
          </a:xfrm>
          <a:custGeom>
            <a:rect b="b" l="l" r="r" t="t"/>
            <a:pathLst>
              <a:path extrusionOk="0" h="216" w="216">
                <a:moveTo>
                  <a:pt x="108" y="0"/>
                </a:moveTo>
                <a:cubicBezTo>
                  <a:pt x="50" y="0"/>
                  <a:pt x="1" y="49"/>
                  <a:pt x="1" y="108"/>
                </a:cubicBezTo>
                <a:cubicBezTo>
                  <a:pt x="1" y="167"/>
                  <a:pt x="48" y="215"/>
                  <a:pt x="108" y="215"/>
                </a:cubicBezTo>
                <a:cubicBezTo>
                  <a:pt x="168" y="215"/>
                  <a:pt x="216" y="168"/>
                  <a:pt x="216" y="108"/>
                </a:cubicBezTo>
                <a:cubicBezTo>
                  <a:pt x="216" y="49"/>
                  <a:pt x="168" y="0"/>
                  <a:pt x="108" y="0"/>
                </a:cubicBezTo>
                <a:close/>
              </a:path>
            </a:pathLst>
          </a:custGeom>
          <a:solidFill>
            <a:srgbClr val="5696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1" name="Google Shape;2971;p33"/>
          <p:cNvSpPr/>
          <p:nvPr/>
        </p:nvSpPr>
        <p:spPr>
          <a:xfrm>
            <a:off x="5457834" y="1833862"/>
            <a:ext cx="251879" cy="282284"/>
          </a:xfrm>
          <a:custGeom>
            <a:rect b="b" l="l" r="r" t="t"/>
            <a:pathLst>
              <a:path extrusionOk="0" h="2470" w="2204">
                <a:moveTo>
                  <a:pt x="1074" y="1"/>
                </a:moveTo>
                <a:cubicBezTo>
                  <a:pt x="1046" y="1"/>
                  <a:pt x="1019" y="4"/>
                  <a:pt x="992" y="6"/>
                </a:cubicBezTo>
                <a:cubicBezTo>
                  <a:pt x="983" y="6"/>
                  <a:pt x="976" y="7"/>
                  <a:pt x="967" y="9"/>
                </a:cubicBezTo>
                <a:cubicBezTo>
                  <a:pt x="910" y="16"/>
                  <a:pt x="854" y="27"/>
                  <a:pt x="799" y="43"/>
                </a:cubicBezTo>
                <a:lnTo>
                  <a:pt x="761" y="55"/>
                </a:lnTo>
                <a:cubicBezTo>
                  <a:pt x="726" y="66"/>
                  <a:pt x="690" y="79"/>
                  <a:pt x="657" y="94"/>
                </a:cubicBezTo>
                <a:cubicBezTo>
                  <a:pt x="589" y="125"/>
                  <a:pt x="525" y="162"/>
                  <a:pt x="465" y="204"/>
                </a:cubicBezTo>
                <a:cubicBezTo>
                  <a:pt x="423" y="235"/>
                  <a:pt x="383" y="268"/>
                  <a:pt x="346" y="303"/>
                </a:cubicBezTo>
                <a:cubicBezTo>
                  <a:pt x="321" y="327"/>
                  <a:pt x="295" y="354"/>
                  <a:pt x="272" y="380"/>
                </a:cubicBezTo>
                <a:cubicBezTo>
                  <a:pt x="164" y="505"/>
                  <a:pt x="82" y="655"/>
                  <a:pt x="39" y="818"/>
                </a:cubicBezTo>
                <a:cubicBezTo>
                  <a:pt x="14" y="912"/>
                  <a:pt x="0" y="1014"/>
                  <a:pt x="3" y="1117"/>
                </a:cubicBezTo>
                <a:cubicBezTo>
                  <a:pt x="6" y="1404"/>
                  <a:pt x="120" y="1664"/>
                  <a:pt x="302" y="1858"/>
                </a:cubicBezTo>
                <a:cubicBezTo>
                  <a:pt x="352" y="1910"/>
                  <a:pt x="408" y="1958"/>
                  <a:pt x="466" y="2000"/>
                </a:cubicBezTo>
                <a:cubicBezTo>
                  <a:pt x="515" y="2035"/>
                  <a:pt x="566" y="2064"/>
                  <a:pt x="619" y="2091"/>
                </a:cubicBezTo>
                <a:cubicBezTo>
                  <a:pt x="627" y="2094"/>
                  <a:pt x="634" y="2097"/>
                  <a:pt x="640" y="2101"/>
                </a:cubicBezTo>
                <a:cubicBezTo>
                  <a:pt x="647" y="2103"/>
                  <a:pt x="654" y="2108"/>
                  <a:pt x="660" y="2110"/>
                </a:cubicBezTo>
                <a:cubicBezTo>
                  <a:pt x="671" y="2114"/>
                  <a:pt x="681" y="2119"/>
                  <a:pt x="690" y="2125"/>
                </a:cubicBezTo>
                <a:cubicBezTo>
                  <a:pt x="705" y="2134"/>
                  <a:pt x="720" y="2145"/>
                  <a:pt x="732" y="2159"/>
                </a:cubicBezTo>
                <a:lnTo>
                  <a:pt x="734" y="2160"/>
                </a:lnTo>
                <a:cubicBezTo>
                  <a:pt x="741" y="2168"/>
                  <a:pt x="750" y="2176"/>
                  <a:pt x="757" y="2186"/>
                </a:cubicBezTo>
                <a:cubicBezTo>
                  <a:pt x="778" y="2217"/>
                  <a:pt x="793" y="2252"/>
                  <a:pt x="799" y="2291"/>
                </a:cubicBezTo>
                <a:cubicBezTo>
                  <a:pt x="801" y="2292"/>
                  <a:pt x="801" y="2294"/>
                  <a:pt x="801" y="2296"/>
                </a:cubicBezTo>
                <a:lnTo>
                  <a:pt x="817" y="2425"/>
                </a:lnTo>
                <a:cubicBezTo>
                  <a:pt x="859" y="2439"/>
                  <a:pt x="903" y="2449"/>
                  <a:pt x="947" y="2456"/>
                </a:cubicBezTo>
                <a:cubicBezTo>
                  <a:pt x="967" y="2461"/>
                  <a:pt x="990" y="2463"/>
                  <a:pt x="1011" y="2466"/>
                </a:cubicBezTo>
                <a:cubicBezTo>
                  <a:pt x="1024" y="2467"/>
                  <a:pt x="1038" y="2468"/>
                  <a:pt x="1051" y="2468"/>
                </a:cubicBezTo>
                <a:cubicBezTo>
                  <a:pt x="1069" y="2470"/>
                  <a:pt x="1085" y="2470"/>
                  <a:pt x="1103" y="2470"/>
                </a:cubicBezTo>
                <a:lnTo>
                  <a:pt x="1104" y="2470"/>
                </a:lnTo>
                <a:cubicBezTo>
                  <a:pt x="1123" y="2470"/>
                  <a:pt x="1140" y="2470"/>
                  <a:pt x="1159" y="2468"/>
                </a:cubicBezTo>
                <a:cubicBezTo>
                  <a:pt x="1182" y="2467"/>
                  <a:pt x="1208" y="2465"/>
                  <a:pt x="1232" y="2461"/>
                </a:cubicBezTo>
                <a:cubicBezTo>
                  <a:pt x="1287" y="2452"/>
                  <a:pt x="1340" y="2440"/>
                  <a:pt x="1392" y="2424"/>
                </a:cubicBezTo>
                <a:lnTo>
                  <a:pt x="1409" y="2294"/>
                </a:lnTo>
                <a:cubicBezTo>
                  <a:pt x="1415" y="2255"/>
                  <a:pt x="1428" y="2217"/>
                  <a:pt x="1451" y="2186"/>
                </a:cubicBezTo>
                <a:cubicBezTo>
                  <a:pt x="1468" y="2163"/>
                  <a:pt x="1491" y="2142"/>
                  <a:pt x="1517" y="2126"/>
                </a:cubicBezTo>
                <a:cubicBezTo>
                  <a:pt x="1525" y="2119"/>
                  <a:pt x="1535" y="2114"/>
                  <a:pt x="1545" y="2109"/>
                </a:cubicBezTo>
                <a:cubicBezTo>
                  <a:pt x="1932" y="1938"/>
                  <a:pt x="2203" y="1550"/>
                  <a:pt x="2203" y="1100"/>
                </a:cubicBezTo>
                <a:cubicBezTo>
                  <a:pt x="2203" y="1001"/>
                  <a:pt x="2190" y="905"/>
                  <a:pt x="2167" y="817"/>
                </a:cubicBezTo>
                <a:cubicBezTo>
                  <a:pt x="2112" y="616"/>
                  <a:pt x="2004" y="437"/>
                  <a:pt x="1857" y="299"/>
                </a:cubicBezTo>
                <a:cubicBezTo>
                  <a:pt x="1730" y="180"/>
                  <a:pt x="1575" y="91"/>
                  <a:pt x="1402" y="42"/>
                </a:cubicBezTo>
                <a:cubicBezTo>
                  <a:pt x="1349" y="26"/>
                  <a:pt x="1294" y="15"/>
                  <a:pt x="1236" y="9"/>
                </a:cubicBezTo>
                <a:cubicBezTo>
                  <a:pt x="1228" y="7"/>
                  <a:pt x="1220" y="7"/>
                  <a:pt x="1212" y="6"/>
                </a:cubicBezTo>
                <a:cubicBezTo>
                  <a:pt x="1179" y="4"/>
                  <a:pt x="1144" y="1"/>
                  <a:pt x="111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2" name="Google Shape;2972;p33"/>
          <p:cNvSpPr/>
          <p:nvPr/>
        </p:nvSpPr>
        <p:spPr>
          <a:xfrm>
            <a:off x="5482862" y="1833976"/>
            <a:ext cx="94740" cy="281827"/>
          </a:xfrm>
          <a:custGeom>
            <a:rect b="b" l="l" r="r" t="t"/>
            <a:pathLst>
              <a:path extrusionOk="0" h="2466" w="829">
                <a:moveTo>
                  <a:pt x="771" y="1"/>
                </a:moveTo>
                <a:cubicBezTo>
                  <a:pt x="762" y="1"/>
                  <a:pt x="753" y="3"/>
                  <a:pt x="746" y="4"/>
                </a:cubicBezTo>
                <a:cubicBezTo>
                  <a:pt x="689" y="11"/>
                  <a:pt x="633" y="23"/>
                  <a:pt x="578" y="39"/>
                </a:cubicBezTo>
                <a:lnTo>
                  <a:pt x="539" y="50"/>
                </a:lnTo>
                <a:lnTo>
                  <a:pt x="538" y="51"/>
                </a:lnTo>
                <a:cubicBezTo>
                  <a:pt x="0" y="597"/>
                  <a:pt x="226" y="1551"/>
                  <a:pt x="414" y="2088"/>
                </a:cubicBezTo>
                <a:lnTo>
                  <a:pt x="428" y="2102"/>
                </a:lnTo>
                <a:cubicBezTo>
                  <a:pt x="431" y="2103"/>
                  <a:pt x="434" y="2105"/>
                  <a:pt x="436" y="2107"/>
                </a:cubicBezTo>
                <a:cubicBezTo>
                  <a:pt x="447" y="2111"/>
                  <a:pt x="457" y="2116"/>
                  <a:pt x="466" y="2122"/>
                </a:cubicBezTo>
                <a:cubicBezTo>
                  <a:pt x="481" y="2131"/>
                  <a:pt x="496" y="2142"/>
                  <a:pt x="508" y="2155"/>
                </a:cubicBezTo>
                <a:lnTo>
                  <a:pt x="510" y="2157"/>
                </a:lnTo>
                <a:cubicBezTo>
                  <a:pt x="517" y="2164"/>
                  <a:pt x="526" y="2173"/>
                  <a:pt x="532" y="2183"/>
                </a:cubicBezTo>
                <a:cubicBezTo>
                  <a:pt x="554" y="2214"/>
                  <a:pt x="569" y="2249"/>
                  <a:pt x="574" y="2287"/>
                </a:cubicBezTo>
                <a:cubicBezTo>
                  <a:pt x="576" y="2288"/>
                  <a:pt x="576" y="2291"/>
                  <a:pt x="576" y="2292"/>
                </a:cubicBezTo>
                <a:lnTo>
                  <a:pt x="593" y="2421"/>
                </a:lnTo>
                <a:cubicBezTo>
                  <a:pt x="635" y="2435"/>
                  <a:pt x="679" y="2445"/>
                  <a:pt x="723" y="2453"/>
                </a:cubicBezTo>
                <a:cubicBezTo>
                  <a:pt x="743" y="2457"/>
                  <a:pt x="765" y="2460"/>
                  <a:pt x="787" y="2462"/>
                </a:cubicBezTo>
                <a:cubicBezTo>
                  <a:pt x="794" y="2464"/>
                  <a:pt x="802" y="2465"/>
                  <a:pt x="808" y="2465"/>
                </a:cubicBezTo>
                <a:cubicBezTo>
                  <a:pt x="815" y="2466"/>
                  <a:pt x="822" y="2466"/>
                  <a:pt x="828" y="2466"/>
                </a:cubicBezTo>
                <a:cubicBezTo>
                  <a:pt x="329" y="821"/>
                  <a:pt x="763" y="19"/>
                  <a:pt x="771" y="1"/>
                </a:cubicBezTo>
                <a:close/>
              </a:path>
            </a:pathLst>
          </a:custGeom>
          <a:solidFill>
            <a:srgbClr val="F0D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3" name="Google Shape;2973;p33"/>
          <p:cNvSpPr/>
          <p:nvPr/>
        </p:nvSpPr>
        <p:spPr>
          <a:xfrm>
            <a:off x="5442291" y="1857176"/>
            <a:ext cx="68569" cy="205256"/>
          </a:xfrm>
          <a:custGeom>
            <a:rect b="b" l="l" r="r" t="t"/>
            <a:pathLst>
              <a:path extrusionOk="0" h="1796" w="600">
                <a:moveTo>
                  <a:pt x="600" y="0"/>
                </a:moveTo>
                <a:cubicBezTo>
                  <a:pt x="558" y="30"/>
                  <a:pt x="518" y="63"/>
                  <a:pt x="481" y="98"/>
                </a:cubicBezTo>
                <a:cubicBezTo>
                  <a:pt x="334" y="236"/>
                  <a:pt x="227" y="414"/>
                  <a:pt x="172" y="613"/>
                </a:cubicBezTo>
                <a:cubicBezTo>
                  <a:pt x="147" y="707"/>
                  <a:pt x="134" y="809"/>
                  <a:pt x="135" y="912"/>
                </a:cubicBezTo>
                <a:cubicBezTo>
                  <a:pt x="141" y="1277"/>
                  <a:pt x="324" y="1598"/>
                  <a:pt x="600" y="1795"/>
                </a:cubicBezTo>
                <a:cubicBezTo>
                  <a:pt x="0" y="709"/>
                  <a:pt x="574" y="27"/>
                  <a:pt x="600" y="0"/>
                </a:cubicBezTo>
                <a:close/>
              </a:path>
            </a:pathLst>
          </a:custGeom>
          <a:solidFill>
            <a:srgbClr val="F0D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4" name="Google Shape;2974;p33"/>
          <p:cNvSpPr/>
          <p:nvPr/>
        </p:nvSpPr>
        <p:spPr>
          <a:xfrm>
            <a:off x="5589833" y="1834205"/>
            <a:ext cx="94512" cy="281598"/>
          </a:xfrm>
          <a:custGeom>
            <a:rect b="b" l="l" r="r" t="t"/>
            <a:pathLst>
              <a:path extrusionOk="0" h="2464" w="827">
                <a:moveTo>
                  <a:pt x="57" y="1"/>
                </a:moveTo>
                <a:cubicBezTo>
                  <a:pt x="57" y="1"/>
                  <a:pt x="505" y="803"/>
                  <a:pt x="1" y="2464"/>
                </a:cubicBezTo>
                <a:cubicBezTo>
                  <a:pt x="14" y="2464"/>
                  <a:pt x="27" y="2463"/>
                  <a:pt x="41" y="2462"/>
                </a:cubicBezTo>
                <a:cubicBezTo>
                  <a:pt x="62" y="2459"/>
                  <a:pt x="84" y="2456"/>
                  <a:pt x="104" y="2452"/>
                </a:cubicBezTo>
                <a:cubicBezTo>
                  <a:pt x="149" y="2444"/>
                  <a:pt x="193" y="2434"/>
                  <a:pt x="235" y="2421"/>
                </a:cubicBezTo>
                <a:lnTo>
                  <a:pt x="251" y="2291"/>
                </a:lnTo>
                <a:cubicBezTo>
                  <a:pt x="251" y="2290"/>
                  <a:pt x="251" y="2288"/>
                  <a:pt x="252" y="2286"/>
                </a:cubicBezTo>
                <a:cubicBezTo>
                  <a:pt x="257" y="2248"/>
                  <a:pt x="273" y="2213"/>
                  <a:pt x="295" y="2182"/>
                </a:cubicBezTo>
                <a:cubicBezTo>
                  <a:pt x="301" y="2172"/>
                  <a:pt x="311" y="2163"/>
                  <a:pt x="318" y="2156"/>
                </a:cubicBezTo>
                <a:lnTo>
                  <a:pt x="319" y="2155"/>
                </a:lnTo>
                <a:cubicBezTo>
                  <a:pt x="332" y="2141"/>
                  <a:pt x="346" y="2130"/>
                  <a:pt x="361" y="2121"/>
                </a:cubicBezTo>
                <a:cubicBezTo>
                  <a:pt x="373" y="2114"/>
                  <a:pt x="385" y="2107"/>
                  <a:pt x="400" y="2101"/>
                </a:cubicBezTo>
                <a:lnTo>
                  <a:pt x="414" y="2088"/>
                </a:lnTo>
                <a:cubicBezTo>
                  <a:pt x="602" y="1549"/>
                  <a:pt x="826" y="595"/>
                  <a:pt x="288" y="49"/>
                </a:cubicBezTo>
                <a:lnTo>
                  <a:pt x="250" y="38"/>
                </a:lnTo>
                <a:cubicBezTo>
                  <a:pt x="195" y="22"/>
                  <a:pt x="139" y="11"/>
                  <a:pt x="81" y="3"/>
                </a:cubicBezTo>
                <a:cubicBezTo>
                  <a:pt x="73" y="2"/>
                  <a:pt x="66" y="2"/>
                  <a:pt x="57" y="1"/>
                </a:cubicBezTo>
                <a:close/>
              </a:path>
            </a:pathLst>
          </a:custGeom>
          <a:solidFill>
            <a:srgbClr val="F0D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5" name="Google Shape;2975;p33"/>
          <p:cNvSpPr/>
          <p:nvPr/>
        </p:nvSpPr>
        <p:spPr>
          <a:xfrm>
            <a:off x="5656804" y="1857176"/>
            <a:ext cx="69255" cy="205256"/>
          </a:xfrm>
          <a:custGeom>
            <a:rect b="b" l="l" r="r" t="t"/>
            <a:pathLst>
              <a:path extrusionOk="0" h="1796" w="606">
                <a:moveTo>
                  <a:pt x="1" y="0"/>
                </a:moveTo>
                <a:cubicBezTo>
                  <a:pt x="13" y="14"/>
                  <a:pt x="606" y="697"/>
                  <a:pt x="1" y="1795"/>
                </a:cubicBezTo>
                <a:cubicBezTo>
                  <a:pt x="277" y="1598"/>
                  <a:pt x="458" y="1277"/>
                  <a:pt x="464" y="912"/>
                </a:cubicBezTo>
                <a:cubicBezTo>
                  <a:pt x="465" y="809"/>
                  <a:pt x="453" y="707"/>
                  <a:pt x="428" y="613"/>
                </a:cubicBezTo>
                <a:cubicBezTo>
                  <a:pt x="373" y="414"/>
                  <a:pt x="265" y="236"/>
                  <a:pt x="120" y="98"/>
                </a:cubicBezTo>
                <a:cubicBezTo>
                  <a:pt x="82" y="63"/>
                  <a:pt x="43" y="30"/>
                  <a:pt x="1" y="0"/>
                </a:cubicBezTo>
                <a:close/>
              </a:path>
            </a:pathLst>
          </a:custGeom>
          <a:solidFill>
            <a:srgbClr val="F0D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6" name="Google Shape;2976;p33"/>
          <p:cNvSpPr/>
          <p:nvPr/>
        </p:nvSpPr>
        <p:spPr>
          <a:xfrm>
            <a:off x="5548462" y="2109290"/>
            <a:ext cx="70169" cy="7657"/>
          </a:xfrm>
          <a:custGeom>
            <a:rect b="b" l="l" r="r" t="t"/>
            <a:pathLst>
              <a:path extrusionOk="0" h="67" w="614">
                <a:moveTo>
                  <a:pt x="34" y="0"/>
                </a:moveTo>
                <a:cubicBezTo>
                  <a:pt x="16" y="0"/>
                  <a:pt x="0" y="16"/>
                  <a:pt x="0" y="34"/>
                </a:cubicBezTo>
                <a:cubicBezTo>
                  <a:pt x="0" y="52"/>
                  <a:pt x="16" y="67"/>
                  <a:pt x="34" y="67"/>
                </a:cubicBezTo>
                <a:lnTo>
                  <a:pt x="581" y="67"/>
                </a:lnTo>
                <a:cubicBezTo>
                  <a:pt x="598" y="67"/>
                  <a:pt x="613" y="53"/>
                  <a:pt x="613" y="34"/>
                </a:cubicBezTo>
                <a:cubicBezTo>
                  <a:pt x="613" y="16"/>
                  <a:pt x="598" y="0"/>
                  <a:pt x="5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7" name="Google Shape;2977;p33"/>
          <p:cNvSpPr/>
          <p:nvPr/>
        </p:nvSpPr>
        <p:spPr>
          <a:xfrm>
            <a:off x="5462291" y="1988604"/>
            <a:ext cx="242850" cy="229370"/>
          </a:xfrm>
          <a:custGeom>
            <a:rect b="b" l="l" r="r" t="t"/>
            <a:pathLst>
              <a:path extrusionOk="0" h="2007" w="2125">
                <a:moveTo>
                  <a:pt x="519" y="85"/>
                </a:moveTo>
                <a:lnTo>
                  <a:pt x="968" y="1689"/>
                </a:lnTo>
                <a:lnTo>
                  <a:pt x="895" y="1689"/>
                </a:lnTo>
                <a:lnTo>
                  <a:pt x="66" y="188"/>
                </a:lnTo>
                <a:cubicBezTo>
                  <a:pt x="125" y="167"/>
                  <a:pt x="283" y="120"/>
                  <a:pt x="519" y="85"/>
                </a:cubicBezTo>
                <a:close/>
                <a:moveTo>
                  <a:pt x="1603" y="84"/>
                </a:moveTo>
                <a:cubicBezTo>
                  <a:pt x="1839" y="118"/>
                  <a:pt x="1996" y="165"/>
                  <a:pt x="2057" y="186"/>
                </a:cubicBezTo>
                <a:lnTo>
                  <a:pt x="1229" y="1689"/>
                </a:lnTo>
                <a:lnTo>
                  <a:pt x="1156" y="1689"/>
                </a:lnTo>
                <a:lnTo>
                  <a:pt x="1603" y="84"/>
                </a:lnTo>
                <a:close/>
                <a:moveTo>
                  <a:pt x="1053" y="51"/>
                </a:moveTo>
                <a:lnTo>
                  <a:pt x="1053" y="1690"/>
                </a:lnTo>
                <a:lnTo>
                  <a:pt x="988" y="1690"/>
                </a:lnTo>
                <a:lnTo>
                  <a:pt x="539" y="84"/>
                </a:lnTo>
                <a:cubicBezTo>
                  <a:pt x="683" y="64"/>
                  <a:pt x="856" y="51"/>
                  <a:pt x="1053" y="51"/>
                </a:cubicBezTo>
                <a:close/>
                <a:moveTo>
                  <a:pt x="1072" y="49"/>
                </a:moveTo>
                <a:cubicBezTo>
                  <a:pt x="1269" y="49"/>
                  <a:pt x="1440" y="63"/>
                  <a:pt x="1583" y="83"/>
                </a:cubicBezTo>
                <a:lnTo>
                  <a:pt x="1135" y="1690"/>
                </a:lnTo>
                <a:lnTo>
                  <a:pt x="1072" y="1690"/>
                </a:lnTo>
                <a:lnTo>
                  <a:pt x="1072" y="49"/>
                </a:lnTo>
                <a:close/>
                <a:moveTo>
                  <a:pt x="1061" y="0"/>
                </a:moveTo>
                <a:cubicBezTo>
                  <a:pt x="415" y="0"/>
                  <a:pt x="22" y="153"/>
                  <a:pt x="18" y="154"/>
                </a:cubicBezTo>
                <a:cubicBezTo>
                  <a:pt x="5" y="159"/>
                  <a:pt x="0" y="173"/>
                  <a:pt x="3" y="185"/>
                </a:cubicBezTo>
                <a:cubicBezTo>
                  <a:pt x="8" y="194"/>
                  <a:pt x="17" y="200"/>
                  <a:pt x="26" y="200"/>
                </a:cubicBezTo>
                <a:cubicBezTo>
                  <a:pt x="28" y="200"/>
                  <a:pt x="32" y="200"/>
                  <a:pt x="35" y="199"/>
                </a:cubicBezTo>
                <a:cubicBezTo>
                  <a:pt x="35" y="199"/>
                  <a:pt x="40" y="197"/>
                  <a:pt x="44" y="195"/>
                </a:cubicBezTo>
                <a:lnTo>
                  <a:pt x="870" y="1690"/>
                </a:lnTo>
                <a:lnTo>
                  <a:pt x="842" y="1690"/>
                </a:lnTo>
                <a:cubicBezTo>
                  <a:pt x="837" y="1690"/>
                  <a:pt x="835" y="1694"/>
                  <a:pt x="835" y="1698"/>
                </a:cubicBezTo>
                <a:lnTo>
                  <a:pt x="835" y="1700"/>
                </a:lnTo>
                <a:cubicBezTo>
                  <a:pt x="835" y="1705"/>
                  <a:pt x="839" y="1708"/>
                  <a:pt x="842" y="1708"/>
                </a:cubicBezTo>
                <a:lnTo>
                  <a:pt x="855" y="1708"/>
                </a:lnTo>
                <a:lnTo>
                  <a:pt x="855" y="1842"/>
                </a:lnTo>
                <a:cubicBezTo>
                  <a:pt x="855" y="1933"/>
                  <a:pt x="928" y="2007"/>
                  <a:pt x="1019" y="2007"/>
                </a:cubicBezTo>
                <a:lnTo>
                  <a:pt x="1101" y="2007"/>
                </a:lnTo>
                <a:cubicBezTo>
                  <a:pt x="1128" y="2007"/>
                  <a:pt x="1153" y="2001"/>
                  <a:pt x="1175" y="1990"/>
                </a:cubicBezTo>
                <a:cubicBezTo>
                  <a:pt x="1229" y="1962"/>
                  <a:pt x="1266" y="1906"/>
                  <a:pt x="1266" y="1842"/>
                </a:cubicBezTo>
                <a:lnTo>
                  <a:pt x="1266" y="1708"/>
                </a:lnTo>
                <a:lnTo>
                  <a:pt x="1277" y="1708"/>
                </a:lnTo>
                <a:cubicBezTo>
                  <a:pt x="1282" y="1708"/>
                  <a:pt x="1285" y="1704"/>
                  <a:pt x="1285" y="1700"/>
                </a:cubicBezTo>
                <a:lnTo>
                  <a:pt x="1285" y="1698"/>
                </a:lnTo>
                <a:cubicBezTo>
                  <a:pt x="1285" y="1693"/>
                  <a:pt x="1281" y="1690"/>
                  <a:pt x="1277" y="1690"/>
                </a:cubicBezTo>
                <a:lnTo>
                  <a:pt x="1249" y="1690"/>
                </a:lnTo>
                <a:lnTo>
                  <a:pt x="2073" y="194"/>
                </a:lnTo>
                <a:cubicBezTo>
                  <a:pt x="2080" y="196"/>
                  <a:pt x="2086" y="199"/>
                  <a:pt x="2086" y="199"/>
                </a:cubicBezTo>
                <a:cubicBezTo>
                  <a:pt x="2089" y="200"/>
                  <a:pt x="2092" y="201"/>
                  <a:pt x="2094" y="201"/>
                </a:cubicBezTo>
                <a:cubicBezTo>
                  <a:pt x="2104" y="201"/>
                  <a:pt x="2112" y="194"/>
                  <a:pt x="2116" y="186"/>
                </a:cubicBezTo>
                <a:cubicBezTo>
                  <a:pt x="2124" y="173"/>
                  <a:pt x="2119" y="159"/>
                  <a:pt x="2107" y="154"/>
                </a:cubicBezTo>
                <a:cubicBezTo>
                  <a:pt x="2091" y="148"/>
                  <a:pt x="1720" y="0"/>
                  <a:pt x="10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8" name="Google Shape;2978;p33"/>
          <p:cNvSpPr/>
          <p:nvPr/>
        </p:nvSpPr>
        <p:spPr>
          <a:xfrm>
            <a:off x="3307901" y="1288950"/>
            <a:ext cx="330391" cy="370055"/>
          </a:xfrm>
          <a:custGeom>
            <a:rect b="b" l="l" r="r" t="t"/>
            <a:pathLst>
              <a:path extrusionOk="0" h="3238" w="2891">
                <a:moveTo>
                  <a:pt x="1407" y="1"/>
                </a:moveTo>
                <a:cubicBezTo>
                  <a:pt x="1370" y="1"/>
                  <a:pt x="1335" y="4"/>
                  <a:pt x="1300" y="7"/>
                </a:cubicBezTo>
                <a:lnTo>
                  <a:pt x="1269" y="11"/>
                </a:lnTo>
                <a:cubicBezTo>
                  <a:pt x="1193" y="20"/>
                  <a:pt x="1120" y="36"/>
                  <a:pt x="1048" y="56"/>
                </a:cubicBezTo>
                <a:lnTo>
                  <a:pt x="998" y="71"/>
                </a:lnTo>
                <a:cubicBezTo>
                  <a:pt x="951" y="87"/>
                  <a:pt x="906" y="103"/>
                  <a:pt x="861" y="124"/>
                </a:cubicBezTo>
                <a:cubicBezTo>
                  <a:pt x="772" y="163"/>
                  <a:pt x="687" y="211"/>
                  <a:pt x="609" y="268"/>
                </a:cubicBezTo>
                <a:cubicBezTo>
                  <a:pt x="555" y="307"/>
                  <a:pt x="503" y="350"/>
                  <a:pt x="454" y="396"/>
                </a:cubicBezTo>
                <a:cubicBezTo>
                  <a:pt x="421" y="428"/>
                  <a:pt x="388" y="462"/>
                  <a:pt x="357" y="498"/>
                </a:cubicBezTo>
                <a:cubicBezTo>
                  <a:pt x="215" y="662"/>
                  <a:pt x="109" y="858"/>
                  <a:pt x="51" y="1071"/>
                </a:cubicBezTo>
                <a:cubicBezTo>
                  <a:pt x="18" y="1197"/>
                  <a:pt x="0" y="1329"/>
                  <a:pt x="3" y="1464"/>
                </a:cubicBezTo>
                <a:cubicBezTo>
                  <a:pt x="8" y="1838"/>
                  <a:pt x="157" y="2180"/>
                  <a:pt x="397" y="2434"/>
                </a:cubicBezTo>
                <a:cubicBezTo>
                  <a:pt x="462" y="2501"/>
                  <a:pt x="533" y="2564"/>
                  <a:pt x="610" y="2619"/>
                </a:cubicBezTo>
                <a:cubicBezTo>
                  <a:pt x="672" y="2664"/>
                  <a:pt x="741" y="2703"/>
                  <a:pt x="811" y="2738"/>
                </a:cubicBezTo>
                <a:cubicBezTo>
                  <a:pt x="820" y="2743"/>
                  <a:pt x="829" y="2747"/>
                  <a:pt x="838" y="2751"/>
                </a:cubicBezTo>
                <a:cubicBezTo>
                  <a:pt x="847" y="2756"/>
                  <a:pt x="856" y="2759"/>
                  <a:pt x="865" y="2763"/>
                </a:cubicBezTo>
                <a:cubicBezTo>
                  <a:pt x="878" y="2769"/>
                  <a:pt x="890" y="2777"/>
                  <a:pt x="904" y="2784"/>
                </a:cubicBezTo>
                <a:cubicBezTo>
                  <a:pt x="924" y="2797"/>
                  <a:pt x="941" y="2810"/>
                  <a:pt x="958" y="2828"/>
                </a:cubicBezTo>
                <a:lnTo>
                  <a:pt x="960" y="2829"/>
                </a:lnTo>
                <a:cubicBezTo>
                  <a:pt x="971" y="2840"/>
                  <a:pt x="981" y="2852"/>
                  <a:pt x="991" y="2865"/>
                </a:cubicBezTo>
                <a:cubicBezTo>
                  <a:pt x="1018" y="2905"/>
                  <a:pt x="1038" y="2951"/>
                  <a:pt x="1045" y="3001"/>
                </a:cubicBezTo>
                <a:cubicBezTo>
                  <a:pt x="1047" y="3003"/>
                  <a:pt x="1047" y="3004"/>
                  <a:pt x="1047" y="3007"/>
                </a:cubicBezTo>
                <a:lnTo>
                  <a:pt x="1068" y="3177"/>
                </a:lnTo>
                <a:cubicBezTo>
                  <a:pt x="1125" y="3195"/>
                  <a:pt x="1182" y="3208"/>
                  <a:pt x="1239" y="3219"/>
                </a:cubicBezTo>
                <a:cubicBezTo>
                  <a:pt x="1268" y="3223"/>
                  <a:pt x="1294" y="3227"/>
                  <a:pt x="1324" y="3231"/>
                </a:cubicBezTo>
                <a:cubicBezTo>
                  <a:pt x="1342" y="3233"/>
                  <a:pt x="1359" y="3234"/>
                  <a:pt x="1376" y="3234"/>
                </a:cubicBezTo>
                <a:cubicBezTo>
                  <a:pt x="1400" y="3236"/>
                  <a:pt x="1422" y="3237"/>
                  <a:pt x="1446" y="3237"/>
                </a:cubicBezTo>
                <a:lnTo>
                  <a:pt x="1448" y="3237"/>
                </a:lnTo>
                <a:cubicBezTo>
                  <a:pt x="1471" y="3237"/>
                  <a:pt x="1495" y="3236"/>
                  <a:pt x="1519" y="3234"/>
                </a:cubicBezTo>
                <a:cubicBezTo>
                  <a:pt x="1550" y="3233"/>
                  <a:pt x="1584" y="3231"/>
                  <a:pt x="1616" y="3226"/>
                </a:cubicBezTo>
                <a:cubicBezTo>
                  <a:pt x="1686" y="3217"/>
                  <a:pt x="1756" y="3200"/>
                  <a:pt x="1826" y="3178"/>
                </a:cubicBezTo>
                <a:lnTo>
                  <a:pt x="1847" y="3008"/>
                </a:lnTo>
                <a:cubicBezTo>
                  <a:pt x="1853" y="2957"/>
                  <a:pt x="1874" y="2909"/>
                  <a:pt x="1903" y="2868"/>
                </a:cubicBezTo>
                <a:cubicBezTo>
                  <a:pt x="1927" y="2835"/>
                  <a:pt x="1954" y="2808"/>
                  <a:pt x="1989" y="2787"/>
                </a:cubicBezTo>
                <a:cubicBezTo>
                  <a:pt x="2001" y="2779"/>
                  <a:pt x="2015" y="2773"/>
                  <a:pt x="2029" y="2766"/>
                </a:cubicBezTo>
                <a:cubicBezTo>
                  <a:pt x="2537" y="2542"/>
                  <a:pt x="2891" y="2035"/>
                  <a:pt x="2891" y="1443"/>
                </a:cubicBezTo>
                <a:cubicBezTo>
                  <a:pt x="2890" y="1314"/>
                  <a:pt x="2873" y="1190"/>
                  <a:pt x="2841" y="1071"/>
                </a:cubicBezTo>
                <a:cubicBezTo>
                  <a:pt x="2770" y="808"/>
                  <a:pt x="2627" y="575"/>
                  <a:pt x="2434" y="394"/>
                </a:cubicBezTo>
                <a:cubicBezTo>
                  <a:pt x="2268" y="236"/>
                  <a:pt x="2064" y="119"/>
                  <a:pt x="1839" y="56"/>
                </a:cubicBezTo>
                <a:cubicBezTo>
                  <a:pt x="1769" y="37"/>
                  <a:pt x="1695" y="21"/>
                  <a:pt x="1621" y="12"/>
                </a:cubicBezTo>
                <a:cubicBezTo>
                  <a:pt x="1611" y="11"/>
                  <a:pt x="1598" y="10"/>
                  <a:pt x="1588" y="9"/>
                </a:cubicBezTo>
                <a:cubicBezTo>
                  <a:pt x="1545" y="4"/>
                  <a:pt x="1501" y="1"/>
                  <a:pt x="1457" y="1"/>
                </a:cubicBezTo>
                <a:close/>
              </a:path>
            </a:pathLst>
          </a:custGeom>
          <a:solidFill>
            <a:srgbClr val="A6C9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9" name="Google Shape;2979;p33"/>
          <p:cNvSpPr/>
          <p:nvPr/>
        </p:nvSpPr>
        <p:spPr>
          <a:xfrm>
            <a:off x="3341272" y="1289521"/>
            <a:ext cx="123882" cy="369369"/>
          </a:xfrm>
          <a:custGeom>
            <a:rect b="b" l="l" r="r" t="t"/>
            <a:pathLst>
              <a:path extrusionOk="0" h="3232" w="1084">
                <a:moveTo>
                  <a:pt x="1008" y="1"/>
                </a:moveTo>
                <a:lnTo>
                  <a:pt x="977" y="5"/>
                </a:lnTo>
                <a:cubicBezTo>
                  <a:pt x="901" y="14"/>
                  <a:pt x="828" y="29"/>
                  <a:pt x="756" y="50"/>
                </a:cubicBezTo>
                <a:lnTo>
                  <a:pt x="706" y="65"/>
                </a:lnTo>
                <a:lnTo>
                  <a:pt x="705" y="66"/>
                </a:lnTo>
                <a:cubicBezTo>
                  <a:pt x="1" y="782"/>
                  <a:pt x="295" y="2031"/>
                  <a:pt x="542" y="2736"/>
                </a:cubicBezTo>
                <a:cubicBezTo>
                  <a:pt x="548" y="2743"/>
                  <a:pt x="553" y="2748"/>
                  <a:pt x="559" y="2754"/>
                </a:cubicBezTo>
                <a:cubicBezTo>
                  <a:pt x="564" y="2756"/>
                  <a:pt x="568" y="2758"/>
                  <a:pt x="572" y="2759"/>
                </a:cubicBezTo>
                <a:cubicBezTo>
                  <a:pt x="584" y="2767"/>
                  <a:pt x="597" y="2773"/>
                  <a:pt x="610" y="2780"/>
                </a:cubicBezTo>
                <a:cubicBezTo>
                  <a:pt x="630" y="2793"/>
                  <a:pt x="648" y="2807"/>
                  <a:pt x="665" y="2824"/>
                </a:cubicBezTo>
                <a:lnTo>
                  <a:pt x="666" y="2825"/>
                </a:lnTo>
                <a:cubicBezTo>
                  <a:pt x="677" y="2837"/>
                  <a:pt x="687" y="2848"/>
                  <a:pt x="697" y="2861"/>
                </a:cubicBezTo>
                <a:cubicBezTo>
                  <a:pt x="725" y="2901"/>
                  <a:pt x="744" y="2947"/>
                  <a:pt x="752" y="2997"/>
                </a:cubicBezTo>
                <a:cubicBezTo>
                  <a:pt x="753" y="2999"/>
                  <a:pt x="753" y="3001"/>
                  <a:pt x="753" y="3003"/>
                </a:cubicBezTo>
                <a:lnTo>
                  <a:pt x="774" y="3173"/>
                </a:lnTo>
                <a:cubicBezTo>
                  <a:pt x="831" y="3191"/>
                  <a:pt x="889" y="3205"/>
                  <a:pt x="946" y="3216"/>
                </a:cubicBezTo>
                <a:cubicBezTo>
                  <a:pt x="975" y="3219"/>
                  <a:pt x="1001" y="3223"/>
                  <a:pt x="1030" y="3227"/>
                </a:cubicBezTo>
                <a:cubicBezTo>
                  <a:pt x="1038" y="3228"/>
                  <a:pt x="1047" y="3229"/>
                  <a:pt x="1056" y="3229"/>
                </a:cubicBezTo>
                <a:cubicBezTo>
                  <a:pt x="1065" y="3231"/>
                  <a:pt x="1074" y="3231"/>
                  <a:pt x="1083" y="3231"/>
                </a:cubicBezTo>
                <a:cubicBezTo>
                  <a:pt x="428" y="1075"/>
                  <a:pt x="997" y="24"/>
                  <a:pt x="100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0" name="Google Shape;2980;p33"/>
          <p:cNvSpPr/>
          <p:nvPr/>
        </p:nvSpPr>
        <p:spPr>
          <a:xfrm>
            <a:off x="3287787" y="1319692"/>
            <a:ext cx="89826" cy="269027"/>
          </a:xfrm>
          <a:custGeom>
            <a:rect b="b" l="l" r="r" t="t"/>
            <a:pathLst>
              <a:path extrusionOk="0" h="2354" w="786">
                <a:moveTo>
                  <a:pt x="785" y="1"/>
                </a:moveTo>
                <a:cubicBezTo>
                  <a:pt x="732" y="39"/>
                  <a:pt x="679" y="83"/>
                  <a:pt x="630" y="129"/>
                </a:cubicBezTo>
                <a:cubicBezTo>
                  <a:pt x="440" y="310"/>
                  <a:pt x="298" y="543"/>
                  <a:pt x="227" y="804"/>
                </a:cubicBezTo>
                <a:cubicBezTo>
                  <a:pt x="195" y="929"/>
                  <a:pt x="176" y="1061"/>
                  <a:pt x="179" y="1197"/>
                </a:cubicBezTo>
                <a:cubicBezTo>
                  <a:pt x="185" y="1674"/>
                  <a:pt x="423" y="2094"/>
                  <a:pt x="786" y="2353"/>
                </a:cubicBezTo>
                <a:cubicBezTo>
                  <a:pt x="0" y="931"/>
                  <a:pt x="753" y="38"/>
                  <a:pt x="78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1" name="Google Shape;2981;p33"/>
          <p:cNvSpPr/>
          <p:nvPr/>
        </p:nvSpPr>
        <p:spPr>
          <a:xfrm>
            <a:off x="3481271" y="1289521"/>
            <a:ext cx="123768" cy="369369"/>
          </a:xfrm>
          <a:custGeom>
            <a:rect b="b" l="l" r="r" t="t"/>
            <a:pathLst>
              <a:path extrusionOk="0" h="3232" w="1083">
                <a:moveTo>
                  <a:pt x="75" y="1"/>
                </a:moveTo>
                <a:cubicBezTo>
                  <a:pt x="73" y="3"/>
                  <a:pt x="660" y="1054"/>
                  <a:pt x="1" y="3231"/>
                </a:cubicBezTo>
                <a:cubicBezTo>
                  <a:pt x="18" y="3231"/>
                  <a:pt x="34" y="3229"/>
                  <a:pt x="53" y="3227"/>
                </a:cubicBezTo>
                <a:cubicBezTo>
                  <a:pt x="82" y="3223"/>
                  <a:pt x="109" y="3219"/>
                  <a:pt x="137" y="3216"/>
                </a:cubicBezTo>
                <a:cubicBezTo>
                  <a:pt x="195" y="3205"/>
                  <a:pt x="252" y="3191"/>
                  <a:pt x="309" y="3173"/>
                </a:cubicBezTo>
                <a:lnTo>
                  <a:pt x="330" y="3003"/>
                </a:lnTo>
                <a:cubicBezTo>
                  <a:pt x="330" y="3001"/>
                  <a:pt x="330" y="2999"/>
                  <a:pt x="331" y="2997"/>
                </a:cubicBezTo>
                <a:cubicBezTo>
                  <a:pt x="339" y="2947"/>
                  <a:pt x="359" y="2901"/>
                  <a:pt x="386" y="2861"/>
                </a:cubicBezTo>
                <a:cubicBezTo>
                  <a:pt x="395" y="2848"/>
                  <a:pt x="406" y="2837"/>
                  <a:pt x="417" y="2825"/>
                </a:cubicBezTo>
                <a:lnTo>
                  <a:pt x="418" y="2824"/>
                </a:lnTo>
                <a:cubicBezTo>
                  <a:pt x="435" y="2807"/>
                  <a:pt x="453" y="2793"/>
                  <a:pt x="473" y="2780"/>
                </a:cubicBezTo>
                <a:cubicBezTo>
                  <a:pt x="489" y="2770"/>
                  <a:pt x="505" y="2762"/>
                  <a:pt x="523" y="2754"/>
                </a:cubicBezTo>
                <a:cubicBezTo>
                  <a:pt x="530" y="2748"/>
                  <a:pt x="535" y="2743"/>
                  <a:pt x="541" y="2736"/>
                </a:cubicBezTo>
                <a:cubicBezTo>
                  <a:pt x="788" y="2031"/>
                  <a:pt x="1082" y="779"/>
                  <a:pt x="377" y="65"/>
                </a:cubicBezTo>
                <a:lnTo>
                  <a:pt x="328" y="50"/>
                </a:lnTo>
                <a:cubicBezTo>
                  <a:pt x="256" y="29"/>
                  <a:pt x="182" y="14"/>
                  <a:pt x="106" y="5"/>
                </a:cubicBezTo>
                <a:lnTo>
                  <a:pt x="7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2" name="Google Shape;2982;p33"/>
          <p:cNvSpPr/>
          <p:nvPr/>
        </p:nvSpPr>
        <p:spPr>
          <a:xfrm>
            <a:off x="3568928" y="1319692"/>
            <a:ext cx="90855" cy="269027"/>
          </a:xfrm>
          <a:custGeom>
            <a:rect b="b" l="l" r="r" t="t"/>
            <a:pathLst>
              <a:path extrusionOk="0" h="2354" w="795">
                <a:moveTo>
                  <a:pt x="1" y="1"/>
                </a:moveTo>
                <a:cubicBezTo>
                  <a:pt x="17" y="18"/>
                  <a:pt x="795" y="916"/>
                  <a:pt x="1" y="2353"/>
                </a:cubicBezTo>
                <a:cubicBezTo>
                  <a:pt x="362" y="2094"/>
                  <a:pt x="602" y="1674"/>
                  <a:pt x="608" y="1197"/>
                </a:cubicBezTo>
                <a:cubicBezTo>
                  <a:pt x="611" y="1061"/>
                  <a:pt x="592" y="929"/>
                  <a:pt x="560" y="804"/>
                </a:cubicBezTo>
                <a:cubicBezTo>
                  <a:pt x="489" y="543"/>
                  <a:pt x="347" y="310"/>
                  <a:pt x="156" y="129"/>
                </a:cubicBezTo>
                <a:cubicBezTo>
                  <a:pt x="108" y="83"/>
                  <a:pt x="55" y="39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3" name="Google Shape;2983;p33"/>
          <p:cNvSpPr/>
          <p:nvPr/>
        </p:nvSpPr>
        <p:spPr>
          <a:xfrm>
            <a:off x="3426986" y="1650320"/>
            <a:ext cx="91883" cy="10057"/>
          </a:xfrm>
          <a:custGeom>
            <a:rect b="b" l="l" r="r" t="t"/>
            <a:pathLst>
              <a:path extrusionOk="0" h="88" w="804">
                <a:moveTo>
                  <a:pt x="44" y="0"/>
                </a:moveTo>
                <a:cubicBezTo>
                  <a:pt x="20" y="0"/>
                  <a:pt x="1" y="20"/>
                  <a:pt x="1" y="44"/>
                </a:cubicBezTo>
                <a:cubicBezTo>
                  <a:pt x="1" y="69"/>
                  <a:pt x="20" y="87"/>
                  <a:pt x="44" y="87"/>
                </a:cubicBezTo>
                <a:lnTo>
                  <a:pt x="760" y="87"/>
                </a:lnTo>
                <a:cubicBezTo>
                  <a:pt x="785" y="87"/>
                  <a:pt x="804" y="67"/>
                  <a:pt x="804" y="44"/>
                </a:cubicBezTo>
                <a:cubicBezTo>
                  <a:pt x="804" y="20"/>
                  <a:pt x="785" y="0"/>
                  <a:pt x="7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4" name="Google Shape;2984;p33"/>
          <p:cNvSpPr/>
          <p:nvPr/>
        </p:nvSpPr>
        <p:spPr>
          <a:xfrm>
            <a:off x="3313844" y="1492035"/>
            <a:ext cx="318505" cy="300455"/>
          </a:xfrm>
          <a:custGeom>
            <a:rect b="b" l="l" r="r" t="t"/>
            <a:pathLst>
              <a:path extrusionOk="0" h="2629" w="2787">
                <a:moveTo>
                  <a:pt x="683" y="114"/>
                </a:moveTo>
                <a:lnTo>
                  <a:pt x="1269" y="2213"/>
                </a:lnTo>
                <a:lnTo>
                  <a:pt x="1172" y="2213"/>
                </a:lnTo>
                <a:lnTo>
                  <a:pt x="87" y="247"/>
                </a:lnTo>
                <a:cubicBezTo>
                  <a:pt x="167" y="219"/>
                  <a:pt x="373" y="158"/>
                  <a:pt x="683" y="114"/>
                </a:cubicBezTo>
                <a:close/>
                <a:moveTo>
                  <a:pt x="1382" y="63"/>
                </a:moveTo>
                <a:lnTo>
                  <a:pt x="1382" y="2213"/>
                </a:lnTo>
                <a:lnTo>
                  <a:pt x="1297" y="2213"/>
                </a:lnTo>
                <a:lnTo>
                  <a:pt x="708" y="109"/>
                </a:lnTo>
                <a:cubicBezTo>
                  <a:pt x="898" y="84"/>
                  <a:pt x="1124" y="64"/>
                  <a:pt x="1382" y="63"/>
                </a:cubicBezTo>
                <a:close/>
                <a:moveTo>
                  <a:pt x="1406" y="63"/>
                </a:moveTo>
                <a:cubicBezTo>
                  <a:pt x="1665" y="63"/>
                  <a:pt x="1890" y="82"/>
                  <a:pt x="2076" y="107"/>
                </a:cubicBezTo>
                <a:lnTo>
                  <a:pt x="1488" y="2213"/>
                </a:lnTo>
                <a:lnTo>
                  <a:pt x="1406" y="2213"/>
                </a:lnTo>
                <a:lnTo>
                  <a:pt x="1406" y="63"/>
                </a:lnTo>
                <a:close/>
                <a:moveTo>
                  <a:pt x="2102" y="112"/>
                </a:moveTo>
                <a:cubicBezTo>
                  <a:pt x="2411" y="155"/>
                  <a:pt x="2617" y="217"/>
                  <a:pt x="2698" y="245"/>
                </a:cubicBezTo>
                <a:lnTo>
                  <a:pt x="1612" y="2213"/>
                </a:lnTo>
                <a:lnTo>
                  <a:pt x="1515" y="2213"/>
                </a:lnTo>
                <a:lnTo>
                  <a:pt x="2102" y="112"/>
                </a:lnTo>
                <a:close/>
                <a:moveTo>
                  <a:pt x="1394" y="1"/>
                </a:moveTo>
                <a:cubicBezTo>
                  <a:pt x="546" y="1"/>
                  <a:pt x="30" y="201"/>
                  <a:pt x="25" y="202"/>
                </a:cubicBezTo>
                <a:cubicBezTo>
                  <a:pt x="9" y="208"/>
                  <a:pt x="0" y="226"/>
                  <a:pt x="7" y="242"/>
                </a:cubicBezTo>
                <a:cubicBezTo>
                  <a:pt x="13" y="255"/>
                  <a:pt x="24" y="263"/>
                  <a:pt x="36" y="263"/>
                </a:cubicBezTo>
                <a:cubicBezTo>
                  <a:pt x="40" y="263"/>
                  <a:pt x="44" y="262"/>
                  <a:pt x="48" y="260"/>
                </a:cubicBezTo>
                <a:cubicBezTo>
                  <a:pt x="48" y="260"/>
                  <a:pt x="55" y="258"/>
                  <a:pt x="62" y="255"/>
                </a:cubicBezTo>
                <a:lnTo>
                  <a:pt x="1143" y="2213"/>
                </a:lnTo>
                <a:lnTo>
                  <a:pt x="1108" y="2213"/>
                </a:lnTo>
                <a:cubicBezTo>
                  <a:pt x="1102" y="2213"/>
                  <a:pt x="1098" y="2218"/>
                  <a:pt x="1098" y="2223"/>
                </a:cubicBezTo>
                <a:lnTo>
                  <a:pt x="1098" y="2226"/>
                </a:lnTo>
                <a:cubicBezTo>
                  <a:pt x="1098" y="2233"/>
                  <a:pt x="1103" y="2237"/>
                  <a:pt x="1108" y="2237"/>
                </a:cubicBezTo>
                <a:lnTo>
                  <a:pt x="1124" y="2237"/>
                </a:lnTo>
                <a:lnTo>
                  <a:pt x="1124" y="2413"/>
                </a:lnTo>
                <a:cubicBezTo>
                  <a:pt x="1124" y="2533"/>
                  <a:pt x="1221" y="2629"/>
                  <a:pt x="1340" y="2629"/>
                </a:cubicBezTo>
                <a:lnTo>
                  <a:pt x="1447" y="2629"/>
                </a:lnTo>
                <a:cubicBezTo>
                  <a:pt x="1482" y="2629"/>
                  <a:pt x="1515" y="2620"/>
                  <a:pt x="1544" y="2606"/>
                </a:cubicBezTo>
                <a:cubicBezTo>
                  <a:pt x="1615" y="2570"/>
                  <a:pt x="1663" y="2498"/>
                  <a:pt x="1663" y="2413"/>
                </a:cubicBezTo>
                <a:lnTo>
                  <a:pt x="1663" y="2237"/>
                </a:lnTo>
                <a:lnTo>
                  <a:pt x="1678" y="2237"/>
                </a:lnTo>
                <a:cubicBezTo>
                  <a:pt x="1686" y="2237"/>
                  <a:pt x="1689" y="2232"/>
                  <a:pt x="1689" y="2226"/>
                </a:cubicBezTo>
                <a:lnTo>
                  <a:pt x="1689" y="2223"/>
                </a:lnTo>
                <a:cubicBezTo>
                  <a:pt x="1689" y="2217"/>
                  <a:pt x="1683" y="2213"/>
                  <a:pt x="1678" y="2213"/>
                </a:cubicBezTo>
                <a:lnTo>
                  <a:pt x="1640" y="2213"/>
                </a:lnTo>
                <a:lnTo>
                  <a:pt x="2721" y="254"/>
                </a:lnTo>
                <a:cubicBezTo>
                  <a:pt x="2731" y="258"/>
                  <a:pt x="2737" y="260"/>
                  <a:pt x="2737" y="260"/>
                </a:cubicBezTo>
                <a:cubicBezTo>
                  <a:pt x="2741" y="262"/>
                  <a:pt x="2746" y="262"/>
                  <a:pt x="2750" y="262"/>
                </a:cubicBezTo>
                <a:cubicBezTo>
                  <a:pt x="2762" y="262"/>
                  <a:pt x="2774" y="255"/>
                  <a:pt x="2778" y="242"/>
                </a:cubicBezTo>
                <a:cubicBezTo>
                  <a:pt x="2786" y="226"/>
                  <a:pt x="2778" y="208"/>
                  <a:pt x="2762" y="202"/>
                </a:cubicBezTo>
                <a:cubicBezTo>
                  <a:pt x="2741" y="193"/>
                  <a:pt x="2255" y="1"/>
                  <a:pt x="139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5" name="Google Shape;2985;p33"/>
          <p:cNvSpPr/>
          <p:nvPr/>
        </p:nvSpPr>
        <p:spPr>
          <a:xfrm>
            <a:off x="4703095" y="1173864"/>
            <a:ext cx="374161" cy="329598"/>
          </a:xfrm>
          <a:custGeom>
            <a:rect b="b" l="l" r="r" t="t"/>
            <a:pathLst>
              <a:path extrusionOk="0" h="2884" w="3274">
                <a:moveTo>
                  <a:pt x="1637" y="0"/>
                </a:moveTo>
                <a:cubicBezTo>
                  <a:pt x="1453" y="0"/>
                  <a:pt x="1266" y="36"/>
                  <a:pt x="1085" y="110"/>
                </a:cubicBezTo>
                <a:cubicBezTo>
                  <a:pt x="351" y="414"/>
                  <a:pt x="1" y="1257"/>
                  <a:pt x="306" y="1993"/>
                </a:cubicBezTo>
                <a:cubicBezTo>
                  <a:pt x="536" y="2548"/>
                  <a:pt x="1073" y="2883"/>
                  <a:pt x="1639" y="2883"/>
                </a:cubicBezTo>
                <a:cubicBezTo>
                  <a:pt x="1823" y="2883"/>
                  <a:pt x="2009" y="2848"/>
                  <a:pt x="2189" y="2774"/>
                </a:cubicBezTo>
                <a:cubicBezTo>
                  <a:pt x="2924" y="2469"/>
                  <a:pt x="3274" y="1626"/>
                  <a:pt x="2969" y="890"/>
                </a:cubicBezTo>
                <a:cubicBezTo>
                  <a:pt x="2739" y="335"/>
                  <a:pt x="2203" y="0"/>
                  <a:pt x="163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6" name="Google Shape;2986;p33"/>
          <p:cNvSpPr/>
          <p:nvPr/>
        </p:nvSpPr>
        <p:spPr>
          <a:xfrm>
            <a:off x="4725037" y="1173750"/>
            <a:ext cx="164795" cy="329827"/>
          </a:xfrm>
          <a:custGeom>
            <a:rect b="b" l="l" r="r" t="t"/>
            <a:pathLst>
              <a:path extrusionOk="0" h="2886" w="1442">
                <a:moveTo>
                  <a:pt x="1442" y="1"/>
                </a:moveTo>
                <a:cubicBezTo>
                  <a:pt x="646" y="1"/>
                  <a:pt x="0" y="645"/>
                  <a:pt x="0" y="1443"/>
                </a:cubicBezTo>
                <a:cubicBezTo>
                  <a:pt x="0" y="2240"/>
                  <a:pt x="646" y="2885"/>
                  <a:pt x="1442" y="2885"/>
                </a:cubicBezTo>
                <a:lnTo>
                  <a:pt x="144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7" name="Google Shape;2987;p33"/>
          <p:cNvSpPr/>
          <p:nvPr/>
        </p:nvSpPr>
        <p:spPr>
          <a:xfrm>
            <a:off x="5000807" y="1174893"/>
            <a:ext cx="52799" cy="52685"/>
          </a:xfrm>
          <a:custGeom>
            <a:rect b="b" l="l" r="r" t="t"/>
            <a:pathLst>
              <a:path extrusionOk="0" h="461" w="462">
                <a:moveTo>
                  <a:pt x="461" y="0"/>
                </a:moveTo>
                <a:lnTo>
                  <a:pt x="1" y="123"/>
                </a:lnTo>
                <a:lnTo>
                  <a:pt x="339" y="461"/>
                </a:lnTo>
                <a:lnTo>
                  <a:pt x="46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8" name="Google Shape;2988;p33"/>
          <p:cNvSpPr/>
          <p:nvPr/>
        </p:nvSpPr>
        <p:spPr>
          <a:xfrm>
            <a:off x="5074064" y="1311464"/>
            <a:ext cx="47313" cy="54400"/>
          </a:xfrm>
          <a:custGeom>
            <a:rect b="b" l="l" r="r" t="t"/>
            <a:pathLst>
              <a:path extrusionOk="0" h="476" w="414">
                <a:moveTo>
                  <a:pt x="0" y="0"/>
                </a:moveTo>
                <a:lnTo>
                  <a:pt x="0" y="476"/>
                </a:lnTo>
                <a:lnTo>
                  <a:pt x="414" y="23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9" name="Google Shape;2989;p33"/>
          <p:cNvSpPr/>
          <p:nvPr/>
        </p:nvSpPr>
        <p:spPr>
          <a:xfrm>
            <a:off x="5000807" y="1449635"/>
            <a:ext cx="52799" cy="52800"/>
          </a:xfrm>
          <a:custGeom>
            <a:rect b="b" l="l" r="r" t="t"/>
            <a:pathLst>
              <a:path extrusionOk="0" h="462" w="462">
                <a:moveTo>
                  <a:pt x="339" y="1"/>
                </a:moveTo>
                <a:lnTo>
                  <a:pt x="1" y="337"/>
                </a:lnTo>
                <a:lnTo>
                  <a:pt x="461" y="461"/>
                </a:lnTo>
                <a:lnTo>
                  <a:pt x="33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0" name="Google Shape;2990;p33"/>
          <p:cNvSpPr/>
          <p:nvPr/>
        </p:nvSpPr>
        <p:spPr>
          <a:xfrm>
            <a:off x="4862522" y="1522892"/>
            <a:ext cx="54513" cy="47314"/>
          </a:xfrm>
          <a:custGeom>
            <a:rect b="b" l="l" r="r" t="t"/>
            <a:pathLst>
              <a:path extrusionOk="0" h="414" w="477">
                <a:moveTo>
                  <a:pt x="0" y="0"/>
                </a:moveTo>
                <a:lnTo>
                  <a:pt x="239" y="413"/>
                </a:lnTo>
                <a:lnTo>
                  <a:pt x="476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1" name="Google Shape;2991;p33"/>
          <p:cNvSpPr/>
          <p:nvPr/>
        </p:nvSpPr>
        <p:spPr>
          <a:xfrm>
            <a:off x="4726066" y="1449635"/>
            <a:ext cx="52684" cy="52800"/>
          </a:xfrm>
          <a:custGeom>
            <a:rect b="b" l="l" r="r" t="t"/>
            <a:pathLst>
              <a:path extrusionOk="0" h="462" w="461">
                <a:moveTo>
                  <a:pt x="124" y="1"/>
                </a:moveTo>
                <a:lnTo>
                  <a:pt x="0" y="461"/>
                </a:lnTo>
                <a:lnTo>
                  <a:pt x="0" y="461"/>
                </a:lnTo>
                <a:lnTo>
                  <a:pt x="461" y="337"/>
                </a:lnTo>
                <a:lnTo>
                  <a:pt x="12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2" name="Google Shape;2992;p33"/>
          <p:cNvSpPr/>
          <p:nvPr/>
        </p:nvSpPr>
        <p:spPr>
          <a:xfrm>
            <a:off x="4658180" y="1311464"/>
            <a:ext cx="47313" cy="54400"/>
          </a:xfrm>
          <a:custGeom>
            <a:rect b="b" l="l" r="r" t="t"/>
            <a:pathLst>
              <a:path extrusionOk="0" h="476" w="414">
                <a:moveTo>
                  <a:pt x="413" y="0"/>
                </a:moveTo>
                <a:lnTo>
                  <a:pt x="1" y="238"/>
                </a:lnTo>
                <a:lnTo>
                  <a:pt x="413" y="476"/>
                </a:lnTo>
                <a:lnTo>
                  <a:pt x="413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3" name="Google Shape;2993;p33"/>
          <p:cNvSpPr/>
          <p:nvPr/>
        </p:nvSpPr>
        <p:spPr>
          <a:xfrm>
            <a:off x="4726066" y="1174893"/>
            <a:ext cx="52684" cy="52685"/>
          </a:xfrm>
          <a:custGeom>
            <a:rect b="b" l="l" r="r" t="t"/>
            <a:pathLst>
              <a:path extrusionOk="0" h="461" w="461">
                <a:moveTo>
                  <a:pt x="0" y="0"/>
                </a:moveTo>
                <a:lnTo>
                  <a:pt x="124" y="461"/>
                </a:lnTo>
                <a:lnTo>
                  <a:pt x="461" y="1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4" name="Google Shape;2994;p33"/>
          <p:cNvSpPr/>
          <p:nvPr/>
        </p:nvSpPr>
        <p:spPr>
          <a:xfrm>
            <a:off x="3687785" y="1497063"/>
            <a:ext cx="602726" cy="233256"/>
          </a:xfrm>
          <a:custGeom>
            <a:rect b="b" l="l" r="r" t="t"/>
            <a:pathLst>
              <a:path extrusionOk="0" h="2041" w="5274">
                <a:moveTo>
                  <a:pt x="3855" y="1"/>
                </a:moveTo>
                <a:cubicBezTo>
                  <a:pt x="3348" y="1"/>
                  <a:pt x="2906" y="267"/>
                  <a:pt x="2656" y="665"/>
                </a:cubicBezTo>
                <a:cubicBezTo>
                  <a:pt x="2655" y="666"/>
                  <a:pt x="2653" y="668"/>
                  <a:pt x="2650" y="668"/>
                </a:cubicBezTo>
                <a:cubicBezTo>
                  <a:pt x="2649" y="668"/>
                  <a:pt x="2648" y="668"/>
                  <a:pt x="2647" y="667"/>
                </a:cubicBezTo>
                <a:cubicBezTo>
                  <a:pt x="2499" y="598"/>
                  <a:pt x="2332" y="555"/>
                  <a:pt x="2154" y="555"/>
                </a:cubicBezTo>
                <a:cubicBezTo>
                  <a:pt x="1686" y="555"/>
                  <a:pt x="1285" y="838"/>
                  <a:pt x="1110" y="1243"/>
                </a:cubicBezTo>
                <a:cubicBezTo>
                  <a:pt x="1108" y="1246"/>
                  <a:pt x="1106" y="1248"/>
                  <a:pt x="1104" y="1248"/>
                </a:cubicBezTo>
                <a:cubicBezTo>
                  <a:pt x="1103" y="1248"/>
                  <a:pt x="1102" y="1247"/>
                  <a:pt x="1101" y="1247"/>
                </a:cubicBezTo>
                <a:cubicBezTo>
                  <a:pt x="1013" y="1214"/>
                  <a:pt x="921" y="1197"/>
                  <a:pt x="824" y="1197"/>
                </a:cubicBezTo>
                <a:cubicBezTo>
                  <a:pt x="368" y="1197"/>
                  <a:pt x="0" y="1574"/>
                  <a:pt x="13" y="2032"/>
                </a:cubicBezTo>
                <a:cubicBezTo>
                  <a:pt x="17" y="2035"/>
                  <a:pt x="18" y="2037"/>
                  <a:pt x="22" y="2040"/>
                </a:cubicBezTo>
                <a:lnTo>
                  <a:pt x="4652" y="2040"/>
                </a:lnTo>
                <a:cubicBezTo>
                  <a:pt x="4995" y="2040"/>
                  <a:pt x="5272" y="1763"/>
                  <a:pt x="5274" y="1420"/>
                </a:cubicBezTo>
                <a:cubicBezTo>
                  <a:pt x="5274" y="637"/>
                  <a:pt x="4640" y="1"/>
                  <a:pt x="3855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5" name="Google Shape;2995;p33"/>
          <p:cNvSpPr/>
          <p:nvPr/>
        </p:nvSpPr>
        <p:spPr>
          <a:xfrm>
            <a:off x="4794637" y="1736148"/>
            <a:ext cx="418845" cy="162056"/>
          </a:xfrm>
          <a:custGeom>
            <a:rect b="b" l="l" r="r" t="t"/>
            <a:pathLst>
              <a:path extrusionOk="0" h="1418" w="3665">
                <a:moveTo>
                  <a:pt x="2678" y="0"/>
                </a:moveTo>
                <a:cubicBezTo>
                  <a:pt x="2327" y="0"/>
                  <a:pt x="2018" y="186"/>
                  <a:pt x="1844" y="462"/>
                </a:cubicBezTo>
                <a:cubicBezTo>
                  <a:pt x="1843" y="463"/>
                  <a:pt x="1842" y="464"/>
                  <a:pt x="1841" y="464"/>
                </a:cubicBezTo>
                <a:cubicBezTo>
                  <a:pt x="1840" y="464"/>
                  <a:pt x="1839" y="464"/>
                  <a:pt x="1839" y="464"/>
                </a:cubicBezTo>
                <a:cubicBezTo>
                  <a:pt x="1735" y="415"/>
                  <a:pt x="1621" y="385"/>
                  <a:pt x="1496" y="385"/>
                </a:cubicBezTo>
                <a:cubicBezTo>
                  <a:pt x="1170" y="385"/>
                  <a:pt x="891" y="583"/>
                  <a:pt x="769" y="864"/>
                </a:cubicBezTo>
                <a:cubicBezTo>
                  <a:pt x="769" y="865"/>
                  <a:pt x="768" y="867"/>
                  <a:pt x="767" y="867"/>
                </a:cubicBezTo>
                <a:cubicBezTo>
                  <a:pt x="766" y="867"/>
                  <a:pt x="765" y="867"/>
                  <a:pt x="764" y="866"/>
                </a:cubicBezTo>
                <a:cubicBezTo>
                  <a:pt x="705" y="845"/>
                  <a:pt x="640" y="832"/>
                  <a:pt x="573" y="832"/>
                </a:cubicBezTo>
                <a:cubicBezTo>
                  <a:pt x="257" y="832"/>
                  <a:pt x="1" y="1094"/>
                  <a:pt x="10" y="1412"/>
                </a:cubicBezTo>
                <a:cubicBezTo>
                  <a:pt x="12" y="1413"/>
                  <a:pt x="14" y="1415"/>
                  <a:pt x="16" y="1418"/>
                </a:cubicBezTo>
                <a:lnTo>
                  <a:pt x="3233" y="1418"/>
                </a:lnTo>
                <a:cubicBezTo>
                  <a:pt x="3471" y="1418"/>
                  <a:pt x="3665" y="1224"/>
                  <a:pt x="3665" y="987"/>
                </a:cubicBezTo>
                <a:cubicBezTo>
                  <a:pt x="3665" y="443"/>
                  <a:pt x="3224" y="1"/>
                  <a:pt x="2678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6" name="Google Shape;2996;p33"/>
          <p:cNvSpPr/>
          <p:nvPr/>
        </p:nvSpPr>
        <p:spPr>
          <a:xfrm>
            <a:off x="5085378" y="1406092"/>
            <a:ext cx="622497" cy="240684"/>
          </a:xfrm>
          <a:custGeom>
            <a:rect b="b" l="l" r="r" t="t"/>
            <a:pathLst>
              <a:path extrusionOk="0" h="2106" w="5447">
                <a:moveTo>
                  <a:pt x="3984" y="1"/>
                </a:moveTo>
                <a:cubicBezTo>
                  <a:pt x="3460" y="1"/>
                  <a:pt x="3004" y="275"/>
                  <a:pt x="2744" y="686"/>
                </a:cubicBezTo>
                <a:cubicBezTo>
                  <a:pt x="2742" y="688"/>
                  <a:pt x="2740" y="689"/>
                  <a:pt x="2738" y="689"/>
                </a:cubicBezTo>
                <a:cubicBezTo>
                  <a:pt x="2737" y="689"/>
                  <a:pt x="2736" y="689"/>
                  <a:pt x="2736" y="689"/>
                </a:cubicBezTo>
                <a:cubicBezTo>
                  <a:pt x="2583" y="616"/>
                  <a:pt x="2409" y="572"/>
                  <a:pt x="2226" y="572"/>
                </a:cubicBezTo>
                <a:cubicBezTo>
                  <a:pt x="1741" y="572"/>
                  <a:pt x="1327" y="864"/>
                  <a:pt x="1147" y="1282"/>
                </a:cubicBezTo>
                <a:cubicBezTo>
                  <a:pt x="1146" y="1285"/>
                  <a:pt x="1144" y="1286"/>
                  <a:pt x="1142" y="1286"/>
                </a:cubicBezTo>
                <a:cubicBezTo>
                  <a:pt x="1141" y="1286"/>
                  <a:pt x="1140" y="1286"/>
                  <a:pt x="1139" y="1286"/>
                </a:cubicBezTo>
                <a:cubicBezTo>
                  <a:pt x="1048" y="1254"/>
                  <a:pt x="953" y="1235"/>
                  <a:pt x="853" y="1235"/>
                </a:cubicBezTo>
                <a:cubicBezTo>
                  <a:pt x="380" y="1235"/>
                  <a:pt x="1" y="1623"/>
                  <a:pt x="15" y="2096"/>
                </a:cubicBezTo>
                <a:lnTo>
                  <a:pt x="24" y="2106"/>
                </a:lnTo>
                <a:lnTo>
                  <a:pt x="4803" y="2106"/>
                </a:lnTo>
                <a:cubicBezTo>
                  <a:pt x="5157" y="2106"/>
                  <a:pt x="5444" y="1819"/>
                  <a:pt x="5446" y="1465"/>
                </a:cubicBezTo>
                <a:cubicBezTo>
                  <a:pt x="5446" y="658"/>
                  <a:pt x="4791" y="2"/>
                  <a:pt x="3984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7" name="Google Shape;2997;p33"/>
          <p:cNvSpPr/>
          <p:nvPr/>
        </p:nvSpPr>
        <p:spPr>
          <a:xfrm>
            <a:off x="3631671" y="2697173"/>
            <a:ext cx="26856" cy="52343"/>
          </a:xfrm>
          <a:custGeom>
            <a:rect b="b" l="l" r="r" t="t"/>
            <a:pathLst>
              <a:path extrusionOk="0" h="458" w="235">
                <a:moveTo>
                  <a:pt x="0" y="1"/>
                </a:moveTo>
                <a:lnTo>
                  <a:pt x="0" y="457"/>
                </a:lnTo>
                <a:lnTo>
                  <a:pt x="235" y="457"/>
                </a:lnTo>
                <a:lnTo>
                  <a:pt x="23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8" name="Google Shape;2998;p33"/>
          <p:cNvSpPr/>
          <p:nvPr/>
        </p:nvSpPr>
        <p:spPr>
          <a:xfrm>
            <a:off x="3645156" y="2697173"/>
            <a:ext cx="13485" cy="52343"/>
          </a:xfrm>
          <a:custGeom>
            <a:rect b="b" l="l" r="r" t="t"/>
            <a:pathLst>
              <a:path extrusionOk="0" h="458" w="118">
                <a:moveTo>
                  <a:pt x="0" y="1"/>
                </a:moveTo>
                <a:lnTo>
                  <a:pt x="0" y="457"/>
                </a:lnTo>
                <a:lnTo>
                  <a:pt x="118" y="457"/>
                </a:lnTo>
                <a:lnTo>
                  <a:pt x="118" y="1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9" name="Google Shape;2999;p33"/>
          <p:cNvSpPr/>
          <p:nvPr/>
        </p:nvSpPr>
        <p:spPr>
          <a:xfrm>
            <a:off x="3513500" y="2542888"/>
            <a:ext cx="264107" cy="179656"/>
          </a:xfrm>
          <a:custGeom>
            <a:rect b="b" l="l" r="r" t="t"/>
            <a:pathLst>
              <a:path extrusionOk="0" h="1572" w="2311">
                <a:moveTo>
                  <a:pt x="1" y="0"/>
                </a:moveTo>
                <a:lnTo>
                  <a:pt x="1" y="1572"/>
                </a:lnTo>
                <a:lnTo>
                  <a:pt x="2310" y="1572"/>
                </a:lnTo>
                <a:lnTo>
                  <a:pt x="2310" y="0"/>
                </a:lnTo>
                <a:close/>
              </a:path>
            </a:pathLst>
          </a:custGeom>
          <a:solidFill>
            <a:srgbClr val="C9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0" name="Google Shape;3000;p33"/>
          <p:cNvSpPr/>
          <p:nvPr/>
        </p:nvSpPr>
        <p:spPr>
          <a:xfrm>
            <a:off x="3522986" y="2551688"/>
            <a:ext cx="75312" cy="75085"/>
          </a:xfrm>
          <a:custGeom>
            <a:rect b="b" l="l" r="r" t="t"/>
            <a:pathLst>
              <a:path extrusionOk="0" h="657" w="659">
                <a:moveTo>
                  <a:pt x="1" y="0"/>
                </a:moveTo>
                <a:lnTo>
                  <a:pt x="1" y="657"/>
                </a:lnTo>
                <a:lnTo>
                  <a:pt x="659" y="657"/>
                </a:lnTo>
                <a:lnTo>
                  <a:pt x="6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1" name="Google Shape;3001;p33"/>
          <p:cNvSpPr/>
          <p:nvPr/>
        </p:nvSpPr>
        <p:spPr>
          <a:xfrm>
            <a:off x="3607557" y="2551688"/>
            <a:ext cx="75198" cy="75085"/>
          </a:xfrm>
          <a:custGeom>
            <a:rect b="b" l="l" r="r" t="t"/>
            <a:pathLst>
              <a:path extrusionOk="0" h="657" w="658">
                <a:moveTo>
                  <a:pt x="1" y="0"/>
                </a:moveTo>
                <a:lnTo>
                  <a:pt x="1" y="657"/>
                </a:lnTo>
                <a:lnTo>
                  <a:pt x="657" y="657"/>
                </a:lnTo>
                <a:lnTo>
                  <a:pt x="65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2" name="Google Shape;3002;p33"/>
          <p:cNvSpPr/>
          <p:nvPr/>
        </p:nvSpPr>
        <p:spPr>
          <a:xfrm>
            <a:off x="3691899" y="2551688"/>
            <a:ext cx="75198" cy="75085"/>
          </a:xfrm>
          <a:custGeom>
            <a:rect b="b" l="l" r="r" t="t"/>
            <a:pathLst>
              <a:path extrusionOk="0" h="657" w="658">
                <a:moveTo>
                  <a:pt x="0" y="0"/>
                </a:moveTo>
                <a:lnTo>
                  <a:pt x="0" y="657"/>
                </a:lnTo>
                <a:lnTo>
                  <a:pt x="657" y="657"/>
                </a:lnTo>
                <a:lnTo>
                  <a:pt x="65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3" name="Google Shape;3003;p33"/>
          <p:cNvSpPr/>
          <p:nvPr/>
        </p:nvSpPr>
        <p:spPr>
          <a:xfrm>
            <a:off x="3522986" y="2637059"/>
            <a:ext cx="75312" cy="75085"/>
          </a:xfrm>
          <a:custGeom>
            <a:rect b="b" l="l" r="r" t="t"/>
            <a:pathLst>
              <a:path extrusionOk="0" h="657" w="659">
                <a:moveTo>
                  <a:pt x="1" y="0"/>
                </a:moveTo>
                <a:lnTo>
                  <a:pt x="1" y="657"/>
                </a:lnTo>
                <a:lnTo>
                  <a:pt x="659" y="657"/>
                </a:lnTo>
                <a:lnTo>
                  <a:pt x="6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4" name="Google Shape;3004;p33"/>
          <p:cNvSpPr/>
          <p:nvPr/>
        </p:nvSpPr>
        <p:spPr>
          <a:xfrm>
            <a:off x="3607557" y="2637059"/>
            <a:ext cx="75198" cy="75085"/>
          </a:xfrm>
          <a:custGeom>
            <a:rect b="b" l="l" r="r" t="t"/>
            <a:pathLst>
              <a:path extrusionOk="0" h="657" w="658">
                <a:moveTo>
                  <a:pt x="1" y="0"/>
                </a:moveTo>
                <a:lnTo>
                  <a:pt x="1" y="657"/>
                </a:lnTo>
                <a:lnTo>
                  <a:pt x="657" y="657"/>
                </a:lnTo>
                <a:lnTo>
                  <a:pt x="65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5" name="Google Shape;3005;p33"/>
          <p:cNvSpPr/>
          <p:nvPr/>
        </p:nvSpPr>
        <p:spPr>
          <a:xfrm>
            <a:off x="3691899" y="2637059"/>
            <a:ext cx="75198" cy="75085"/>
          </a:xfrm>
          <a:custGeom>
            <a:rect b="b" l="l" r="r" t="t"/>
            <a:pathLst>
              <a:path extrusionOk="0" h="657" w="658">
                <a:moveTo>
                  <a:pt x="0" y="0"/>
                </a:moveTo>
                <a:lnTo>
                  <a:pt x="0" y="657"/>
                </a:lnTo>
                <a:lnTo>
                  <a:pt x="657" y="657"/>
                </a:lnTo>
                <a:lnTo>
                  <a:pt x="65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6" name="Google Shape;3006;p33"/>
          <p:cNvSpPr/>
          <p:nvPr/>
        </p:nvSpPr>
        <p:spPr>
          <a:xfrm>
            <a:off x="3626299" y="2749516"/>
            <a:ext cx="37713" cy="4686"/>
          </a:xfrm>
          <a:custGeom>
            <a:rect b="b" l="l" r="r" t="t"/>
            <a:pathLst>
              <a:path extrusionOk="0" h="41" w="330">
                <a:moveTo>
                  <a:pt x="0" y="0"/>
                </a:moveTo>
                <a:lnTo>
                  <a:pt x="0" y="40"/>
                </a:lnTo>
                <a:lnTo>
                  <a:pt x="330" y="40"/>
                </a:lnTo>
                <a:lnTo>
                  <a:pt x="33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7" name="Google Shape;3007;p33"/>
          <p:cNvSpPr/>
          <p:nvPr/>
        </p:nvSpPr>
        <p:spPr>
          <a:xfrm>
            <a:off x="3645156" y="2749516"/>
            <a:ext cx="18857" cy="4686"/>
          </a:xfrm>
          <a:custGeom>
            <a:rect b="b" l="l" r="r" t="t"/>
            <a:pathLst>
              <a:path extrusionOk="0" h="41" w="165">
                <a:moveTo>
                  <a:pt x="0" y="0"/>
                </a:moveTo>
                <a:lnTo>
                  <a:pt x="0" y="40"/>
                </a:lnTo>
                <a:lnTo>
                  <a:pt x="165" y="40"/>
                </a:lnTo>
                <a:lnTo>
                  <a:pt x="165" y="0"/>
                </a:lnTo>
                <a:close/>
              </a:path>
            </a:pathLst>
          </a:custGeom>
          <a:solidFill>
            <a:srgbClr val="BCBC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8" name="Google Shape;3008;p33"/>
          <p:cNvSpPr/>
          <p:nvPr/>
        </p:nvSpPr>
        <p:spPr>
          <a:xfrm>
            <a:off x="3953269" y="2697173"/>
            <a:ext cx="26856" cy="52343"/>
          </a:xfrm>
          <a:custGeom>
            <a:rect b="b" l="l" r="r" t="t"/>
            <a:pathLst>
              <a:path extrusionOk="0" h="458" w="235">
                <a:moveTo>
                  <a:pt x="0" y="1"/>
                </a:moveTo>
                <a:lnTo>
                  <a:pt x="0" y="457"/>
                </a:lnTo>
                <a:lnTo>
                  <a:pt x="234" y="457"/>
                </a:lnTo>
                <a:lnTo>
                  <a:pt x="23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9" name="Google Shape;3009;p33"/>
          <p:cNvSpPr/>
          <p:nvPr/>
        </p:nvSpPr>
        <p:spPr>
          <a:xfrm>
            <a:off x="3966526" y="2697173"/>
            <a:ext cx="13485" cy="52343"/>
          </a:xfrm>
          <a:custGeom>
            <a:rect b="b" l="l" r="r" t="t"/>
            <a:pathLst>
              <a:path extrusionOk="0" h="458" w="118">
                <a:moveTo>
                  <a:pt x="1" y="1"/>
                </a:moveTo>
                <a:lnTo>
                  <a:pt x="1" y="457"/>
                </a:lnTo>
                <a:lnTo>
                  <a:pt x="117" y="457"/>
                </a:lnTo>
                <a:lnTo>
                  <a:pt x="117" y="1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0" name="Google Shape;3010;p33"/>
          <p:cNvSpPr/>
          <p:nvPr/>
        </p:nvSpPr>
        <p:spPr>
          <a:xfrm>
            <a:off x="3835098" y="2542888"/>
            <a:ext cx="264107" cy="179656"/>
          </a:xfrm>
          <a:custGeom>
            <a:rect b="b" l="l" r="r" t="t"/>
            <a:pathLst>
              <a:path extrusionOk="0" h="1572" w="2311">
                <a:moveTo>
                  <a:pt x="1" y="0"/>
                </a:moveTo>
                <a:lnTo>
                  <a:pt x="1" y="1572"/>
                </a:lnTo>
                <a:lnTo>
                  <a:pt x="2310" y="1572"/>
                </a:lnTo>
                <a:lnTo>
                  <a:pt x="2310" y="0"/>
                </a:lnTo>
                <a:close/>
              </a:path>
            </a:pathLst>
          </a:custGeom>
          <a:solidFill>
            <a:srgbClr val="C9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1" name="Google Shape;3011;p33"/>
          <p:cNvSpPr/>
          <p:nvPr/>
        </p:nvSpPr>
        <p:spPr>
          <a:xfrm>
            <a:off x="3844470" y="2551688"/>
            <a:ext cx="75198" cy="75085"/>
          </a:xfrm>
          <a:custGeom>
            <a:rect b="b" l="l" r="r" t="t"/>
            <a:pathLst>
              <a:path extrusionOk="0" h="657" w="658">
                <a:moveTo>
                  <a:pt x="1" y="0"/>
                </a:moveTo>
                <a:lnTo>
                  <a:pt x="1" y="657"/>
                </a:lnTo>
                <a:lnTo>
                  <a:pt x="657" y="657"/>
                </a:lnTo>
                <a:lnTo>
                  <a:pt x="65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Google Shape;3012;p33"/>
          <p:cNvSpPr/>
          <p:nvPr/>
        </p:nvSpPr>
        <p:spPr>
          <a:xfrm>
            <a:off x="3928927" y="2551688"/>
            <a:ext cx="75312" cy="75085"/>
          </a:xfrm>
          <a:custGeom>
            <a:rect b="b" l="l" r="r" t="t"/>
            <a:pathLst>
              <a:path extrusionOk="0" h="657" w="659">
                <a:moveTo>
                  <a:pt x="0" y="0"/>
                </a:moveTo>
                <a:lnTo>
                  <a:pt x="0" y="657"/>
                </a:lnTo>
                <a:lnTo>
                  <a:pt x="658" y="657"/>
                </a:lnTo>
                <a:lnTo>
                  <a:pt x="65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3" name="Google Shape;3013;p33"/>
          <p:cNvSpPr/>
          <p:nvPr/>
        </p:nvSpPr>
        <p:spPr>
          <a:xfrm>
            <a:off x="4013498" y="2551688"/>
            <a:ext cx="75084" cy="75085"/>
          </a:xfrm>
          <a:custGeom>
            <a:rect b="b" l="l" r="r" t="t"/>
            <a:pathLst>
              <a:path extrusionOk="0" h="657" w="657">
                <a:moveTo>
                  <a:pt x="0" y="0"/>
                </a:moveTo>
                <a:lnTo>
                  <a:pt x="0" y="657"/>
                </a:lnTo>
                <a:lnTo>
                  <a:pt x="657" y="657"/>
                </a:lnTo>
                <a:lnTo>
                  <a:pt x="65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4" name="Google Shape;3014;p33"/>
          <p:cNvSpPr/>
          <p:nvPr/>
        </p:nvSpPr>
        <p:spPr>
          <a:xfrm>
            <a:off x="3844470" y="2637059"/>
            <a:ext cx="75198" cy="75085"/>
          </a:xfrm>
          <a:custGeom>
            <a:rect b="b" l="l" r="r" t="t"/>
            <a:pathLst>
              <a:path extrusionOk="0" h="657" w="658">
                <a:moveTo>
                  <a:pt x="1" y="0"/>
                </a:moveTo>
                <a:lnTo>
                  <a:pt x="1" y="657"/>
                </a:lnTo>
                <a:lnTo>
                  <a:pt x="657" y="657"/>
                </a:lnTo>
                <a:lnTo>
                  <a:pt x="65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5" name="Google Shape;3015;p33"/>
          <p:cNvSpPr/>
          <p:nvPr/>
        </p:nvSpPr>
        <p:spPr>
          <a:xfrm>
            <a:off x="3928927" y="2637059"/>
            <a:ext cx="75312" cy="75085"/>
          </a:xfrm>
          <a:custGeom>
            <a:rect b="b" l="l" r="r" t="t"/>
            <a:pathLst>
              <a:path extrusionOk="0" h="657" w="659">
                <a:moveTo>
                  <a:pt x="0" y="0"/>
                </a:moveTo>
                <a:lnTo>
                  <a:pt x="0" y="657"/>
                </a:lnTo>
                <a:lnTo>
                  <a:pt x="658" y="657"/>
                </a:lnTo>
                <a:lnTo>
                  <a:pt x="65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6" name="Google Shape;3016;p33"/>
          <p:cNvSpPr/>
          <p:nvPr/>
        </p:nvSpPr>
        <p:spPr>
          <a:xfrm>
            <a:off x="4013498" y="2637059"/>
            <a:ext cx="75084" cy="75085"/>
          </a:xfrm>
          <a:custGeom>
            <a:rect b="b" l="l" r="r" t="t"/>
            <a:pathLst>
              <a:path extrusionOk="0" h="657" w="657">
                <a:moveTo>
                  <a:pt x="0" y="0"/>
                </a:moveTo>
                <a:lnTo>
                  <a:pt x="0" y="657"/>
                </a:lnTo>
                <a:lnTo>
                  <a:pt x="657" y="657"/>
                </a:lnTo>
                <a:lnTo>
                  <a:pt x="65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7" name="Google Shape;3017;p33"/>
          <p:cNvSpPr/>
          <p:nvPr/>
        </p:nvSpPr>
        <p:spPr>
          <a:xfrm>
            <a:off x="3947669" y="2749516"/>
            <a:ext cx="37828" cy="4686"/>
          </a:xfrm>
          <a:custGeom>
            <a:rect b="b" l="l" r="r" t="t"/>
            <a:pathLst>
              <a:path extrusionOk="0" h="41" w="331">
                <a:moveTo>
                  <a:pt x="0" y="0"/>
                </a:moveTo>
                <a:lnTo>
                  <a:pt x="0" y="40"/>
                </a:lnTo>
                <a:lnTo>
                  <a:pt x="330" y="40"/>
                </a:lnTo>
                <a:lnTo>
                  <a:pt x="33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8" name="Google Shape;3018;p33"/>
          <p:cNvSpPr/>
          <p:nvPr/>
        </p:nvSpPr>
        <p:spPr>
          <a:xfrm>
            <a:off x="3966526" y="2749516"/>
            <a:ext cx="18971" cy="4686"/>
          </a:xfrm>
          <a:custGeom>
            <a:rect b="b" l="l" r="r" t="t"/>
            <a:pathLst>
              <a:path extrusionOk="0" h="41" w="166">
                <a:moveTo>
                  <a:pt x="1" y="0"/>
                </a:moveTo>
                <a:lnTo>
                  <a:pt x="1" y="40"/>
                </a:lnTo>
                <a:lnTo>
                  <a:pt x="165" y="40"/>
                </a:lnTo>
                <a:lnTo>
                  <a:pt x="165" y="0"/>
                </a:lnTo>
                <a:close/>
              </a:path>
            </a:pathLst>
          </a:custGeom>
          <a:solidFill>
            <a:srgbClr val="BCBC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9" name="Google Shape;3019;p33"/>
          <p:cNvSpPr/>
          <p:nvPr/>
        </p:nvSpPr>
        <p:spPr>
          <a:xfrm>
            <a:off x="3651785" y="2645059"/>
            <a:ext cx="262964" cy="109028"/>
          </a:xfrm>
          <a:custGeom>
            <a:rect b="b" l="l" r="r" t="t"/>
            <a:pathLst>
              <a:path extrusionOk="0" h="954" w="2301">
                <a:moveTo>
                  <a:pt x="1203" y="1"/>
                </a:moveTo>
                <a:cubicBezTo>
                  <a:pt x="929" y="1"/>
                  <a:pt x="700" y="188"/>
                  <a:pt x="637" y="442"/>
                </a:cubicBezTo>
                <a:cubicBezTo>
                  <a:pt x="578" y="413"/>
                  <a:pt x="513" y="398"/>
                  <a:pt x="445" y="398"/>
                </a:cubicBezTo>
                <a:cubicBezTo>
                  <a:pt x="282" y="398"/>
                  <a:pt x="137" y="488"/>
                  <a:pt x="61" y="621"/>
                </a:cubicBezTo>
                <a:cubicBezTo>
                  <a:pt x="23" y="686"/>
                  <a:pt x="0" y="763"/>
                  <a:pt x="0" y="843"/>
                </a:cubicBezTo>
                <a:cubicBezTo>
                  <a:pt x="0" y="881"/>
                  <a:pt x="5" y="917"/>
                  <a:pt x="15" y="953"/>
                </a:cubicBezTo>
                <a:lnTo>
                  <a:pt x="2286" y="953"/>
                </a:lnTo>
                <a:cubicBezTo>
                  <a:pt x="2295" y="918"/>
                  <a:pt x="2300" y="882"/>
                  <a:pt x="2300" y="843"/>
                </a:cubicBezTo>
                <a:cubicBezTo>
                  <a:pt x="2300" y="597"/>
                  <a:pt x="2101" y="398"/>
                  <a:pt x="1853" y="398"/>
                </a:cubicBezTo>
                <a:cubicBezTo>
                  <a:pt x="1822" y="398"/>
                  <a:pt x="1791" y="402"/>
                  <a:pt x="1760" y="408"/>
                </a:cubicBezTo>
                <a:cubicBezTo>
                  <a:pt x="1733" y="318"/>
                  <a:pt x="1681" y="236"/>
                  <a:pt x="1615" y="170"/>
                </a:cubicBezTo>
                <a:cubicBezTo>
                  <a:pt x="1510" y="65"/>
                  <a:pt x="1364" y="1"/>
                  <a:pt x="120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0" name="Google Shape;3020;p33"/>
          <p:cNvSpPr/>
          <p:nvPr/>
        </p:nvSpPr>
        <p:spPr>
          <a:xfrm>
            <a:off x="3783099" y="2667459"/>
            <a:ext cx="209023" cy="86742"/>
          </a:xfrm>
          <a:custGeom>
            <a:rect b="b" l="l" r="r" t="t"/>
            <a:pathLst>
              <a:path extrusionOk="0" h="759" w="1829">
                <a:moveTo>
                  <a:pt x="956" y="0"/>
                </a:moveTo>
                <a:cubicBezTo>
                  <a:pt x="738" y="0"/>
                  <a:pt x="557" y="149"/>
                  <a:pt x="506" y="350"/>
                </a:cubicBezTo>
                <a:cubicBezTo>
                  <a:pt x="460" y="329"/>
                  <a:pt x="409" y="316"/>
                  <a:pt x="354" y="316"/>
                </a:cubicBezTo>
                <a:cubicBezTo>
                  <a:pt x="222" y="316"/>
                  <a:pt x="109" y="388"/>
                  <a:pt x="47" y="493"/>
                </a:cubicBezTo>
                <a:cubicBezTo>
                  <a:pt x="18" y="544"/>
                  <a:pt x="0" y="606"/>
                  <a:pt x="0" y="670"/>
                </a:cubicBezTo>
                <a:cubicBezTo>
                  <a:pt x="0" y="701"/>
                  <a:pt x="3" y="730"/>
                  <a:pt x="12" y="758"/>
                </a:cubicBezTo>
                <a:lnTo>
                  <a:pt x="1818" y="758"/>
                </a:lnTo>
                <a:cubicBezTo>
                  <a:pt x="1826" y="731"/>
                  <a:pt x="1829" y="701"/>
                  <a:pt x="1829" y="670"/>
                </a:cubicBezTo>
                <a:cubicBezTo>
                  <a:pt x="1829" y="475"/>
                  <a:pt x="1671" y="317"/>
                  <a:pt x="1476" y="317"/>
                </a:cubicBezTo>
                <a:cubicBezTo>
                  <a:pt x="1475" y="317"/>
                  <a:pt x="1474" y="317"/>
                  <a:pt x="1474" y="317"/>
                </a:cubicBezTo>
                <a:cubicBezTo>
                  <a:pt x="1448" y="317"/>
                  <a:pt x="1424" y="319"/>
                  <a:pt x="1399" y="324"/>
                </a:cubicBezTo>
                <a:cubicBezTo>
                  <a:pt x="1377" y="252"/>
                  <a:pt x="1336" y="188"/>
                  <a:pt x="1283" y="135"/>
                </a:cubicBezTo>
                <a:cubicBezTo>
                  <a:pt x="1200" y="51"/>
                  <a:pt x="1084" y="0"/>
                  <a:pt x="95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1" name="Google Shape;3021;p33"/>
          <p:cNvSpPr/>
          <p:nvPr/>
        </p:nvSpPr>
        <p:spPr>
          <a:xfrm>
            <a:off x="4540581" y="2663802"/>
            <a:ext cx="220222" cy="91314"/>
          </a:xfrm>
          <a:custGeom>
            <a:rect b="b" l="l" r="r" t="t"/>
            <a:pathLst>
              <a:path extrusionOk="0" h="799" w="1927">
                <a:moveTo>
                  <a:pt x="1007" y="0"/>
                </a:moveTo>
                <a:cubicBezTo>
                  <a:pt x="779" y="0"/>
                  <a:pt x="587" y="157"/>
                  <a:pt x="534" y="370"/>
                </a:cubicBezTo>
                <a:cubicBezTo>
                  <a:pt x="485" y="346"/>
                  <a:pt x="431" y="334"/>
                  <a:pt x="373" y="334"/>
                </a:cubicBezTo>
                <a:cubicBezTo>
                  <a:pt x="235" y="334"/>
                  <a:pt x="115" y="410"/>
                  <a:pt x="51" y="520"/>
                </a:cubicBezTo>
                <a:cubicBezTo>
                  <a:pt x="19" y="574"/>
                  <a:pt x="1" y="638"/>
                  <a:pt x="1" y="706"/>
                </a:cubicBezTo>
                <a:cubicBezTo>
                  <a:pt x="1" y="738"/>
                  <a:pt x="6" y="769"/>
                  <a:pt x="14" y="798"/>
                </a:cubicBezTo>
                <a:lnTo>
                  <a:pt x="1915" y="798"/>
                </a:lnTo>
                <a:cubicBezTo>
                  <a:pt x="1921" y="769"/>
                  <a:pt x="1926" y="738"/>
                  <a:pt x="1926" y="706"/>
                </a:cubicBezTo>
                <a:cubicBezTo>
                  <a:pt x="1926" y="500"/>
                  <a:pt x="1759" y="334"/>
                  <a:pt x="1554" y="333"/>
                </a:cubicBezTo>
                <a:cubicBezTo>
                  <a:pt x="1527" y="333"/>
                  <a:pt x="1502" y="336"/>
                  <a:pt x="1476" y="341"/>
                </a:cubicBezTo>
                <a:cubicBezTo>
                  <a:pt x="1451" y="264"/>
                  <a:pt x="1407" y="197"/>
                  <a:pt x="1353" y="142"/>
                </a:cubicBezTo>
                <a:cubicBezTo>
                  <a:pt x="1265" y="54"/>
                  <a:pt x="1142" y="0"/>
                  <a:pt x="10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2" name="Google Shape;3022;p33"/>
          <p:cNvSpPr/>
          <p:nvPr/>
        </p:nvSpPr>
        <p:spPr>
          <a:xfrm>
            <a:off x="4650752" y="2682545"/>
            <a:ext cx="174967" cy="72571"/>
          </a:xfrm>
          <a:custGeom>
            <a:rect b="b" l="l" r="r" t="t"/>
            <a:pathLst>
              <a:path extrusionOk="0" h="635" w="1531">
                <a:moveTo>
                  <a:pt x="801" y="0"/>
                </a:moveTo>
                <a:cubicBezTo>
                  <a:pt x="619" y="0"/>
                  <a:pt x="466" y="124"/>
                  <a:pt x="424" y="293"/>
                </a:cubicBezTo>
                <a:cubicBezTo>
                  <a:pt x="385" y="274"/>
                  <a:pt x="343" y="264"/>
                  <a:pt x="297" y="264"/>
                </a:cubicBezTo>
                <a:cubicBezTo>
                  <a:pt x="187" y="264"/>
                  <a:pt x="91" y="324"/>
                  <a:pt x="40" y="412"/>
                </a:cubicBezTo>
                <a:cubicBezTo>
                  <a:pt x="15" y="456"/>
                  <a:pt x="0" y="508"/>
                  <a:pt x="0" y="561"/>
                </a:cubicBezTo>
                <a:cubicBezTo>
                  <a:pt x="0" y="585"/>
                  <a:pt x="5" y="611"/>
                  <a:pt x="11" y="634"/>
                </a:cubicBezTo>
                <a:lnTo>
                  <a:pt x="1521" y="634"/>
                </a:lnTo>
                <a:cubicBezTo>
                  <a:pt x="1526" y="611"/>
                  <a:pt x="1530" y="586"/>
                  <a:pt x="1530" y="561"/>
                </a:cubicBezTo>
                <a:cubicBezTo>
                  <a:pt x="1530" y="397"/>
                  <a:pt x="1397" y="266"/>
                  <a:pt x="1234" y="264"/>
                </a:cubicBezTo>
                <a:cubicBezTo>
                  <a:pt x="1213" y="264"/>
                  <a:pt x="1192" y="267"/>
                  <a:pt x="1172" y="271"/>
                </a:cubicBezTo>
                <a:cubicBezTo>
                  <a:pt x="1153" y="210"/>
                  <a:pt x="1118" y="156"/>
                  <a:pt x="1075" y="113"/>
                </a:cubicBezTo>
                <a:cubicBezTo>
                  <a:pt x="1005" y="43"/>
                  <a:pt x="908" y="0"/>
                  <a:pt x="8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3" name="Google Shape;3023;p33"/>
          <p:cNvSpPr/>
          <p:nvPr/>
        </p:nvSpPr>
        <p:spPr>
          <a:xfrm>
            <a:off x="5055664" y="2644259"/>
            <a:ext cx="264907" cy="109942"/>
          </a:xfrm>
          <a:custGeom>
            <a:rect b="b" l="l" r="r" t="t"/>
            <a:pathLst>
              <a:path extrusionOk="0" h="962" w="2318">
                <a:moveTo>
                  <a:pt x="1212" y="0"/>
                </a:moveTo>
                <a:cubicBezTo>
                  <a:pt x="938" y="0"/>
                  <a:pt x="708" y="190"/>
                  <a:pt x="642" y="445"/>
                </a:cubicBezTo>
                <a:cubicBezTo>
                  <a:pt x="583" y="417"/>
                  <a:pt x="519" y="402"/>
                  <a:pt x="450" y="402"/>
                </a:cubicBezTo>
                <a:cubicBezTo>
                  <a:pt x="284" y="402"/>
                  <a:pt x="140" y="492"/>
                  <a:pt x="61" y="627"/>
                </a:cubicBezTo>
                <a:cubicBezTo>
                  <a:pt x="23" y="691"/>
                  <a:pt x="1" y="768"/>
                  <a:pt x="1" y="850"/>
                </a:cubicBezTo>
                <a:cubicBezTo>
                  <a:pt x="1" y="889"/>
                  <a:pt x="8" y="925"/>
                  <a:pt x="17" y="961"/>
                </a:cubicBezTo>
                <a:lnTo>
                  <a:pt x="2303" y="961"/>
                </a:lnTo>
                <a:cubicBezTo>
                  <a:pt x="2312" y="925"/>
                  <a:pt x="2317" y="889"/>
                  <a:pt x="2317" y="850"/>
                </a:cubicBezTo>
                <a:cubicBezTo>
                  <a:pt x="2317" y="602"/>
                  <a:pt x="2117" y="402"/>
                  <a:pt x="1870" y="402"/>
                </a:cubicBezTo>
                <a:cubicBezTo>
                  <a:pt x="1837" y="402"/>
                  <a:pt x="1806" y="405"/>
                  <a:pt x="1775" y="411"/>
                </a:cubicBezTo>
                <a:cubicBezTo>
                  <a:pt x="1746" y="321"/>
                  <a:pt x="1695" y="239"/>
                  <a:pt x="1629" y="172"/>
                </a:cubicBezTo>
                <a:cubicBezTo>
                  <a:pt x="1521" y="66"/>
                  <a:pt x="1375" y="0"/>
                  <a:pt x="121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4" name="Google Shape;3024;p33"/>
          <p:cNvSpPr/>
          <p:nvPr/>
        </p:nvSpPr>
        <p:spPr>
          <a:xfrm>
            <a:off x="4963550" y="2677631"/>
            <a:ext cx="184223" cy="76571"/>
          </a:xfrm>
          <a:custGeom>
            <a:rect b="b" l="l" r="r" t="t"/>
            <a:pathLst>
              <a:path extrusionOk="0" h="670" w="1612">
                <a:moveTo>
                  <a:pt x="844" y="0"/>
                </a:moveTo>
                <a:cubicBezTo>
                  <a:pt x="651" y="0"/>
                  <a:pt x="491" y="132"/>
                  <a:pt x="446" y="310"/>
                </a:cubicBezTo>
                <a:cubicBezTo>
                  <a:pt x="406" y="291"/>
                  <a:pt x="360" y="279"/>
                  <a:pt x="313" y="279"/>
                </a:cubicBezTo>
                <a:cubicBezTo>
                  <a:pt x="197" y="279"/>
                  <a:pt x="97" y="342"/>
                  <a:pt x="42" y="435"/>
                </a:cubicBezTo>
                <a:cubicBezTo>
                  <a:pt x="16" y="481"/>
                  <a:pt x="0" y="535"/>
                  <a:pt x="0" y="591"/>
                </a:cubicBezTo>
                <a:cubicBezTo>
                  <a:pt x="0" y="618"/>
                  <a:pt x="5" y="645"/>
                  <a:pt x="11" y="669"/>
                </a:cubicBezTo>
                <a:lnTo>
                  <a:pt x="1602" y="669"/>
                </a:lnTo>
                <a:cubicBezTo>
                  <a:pt x="1608" y="644"/>
                  <a:pt x="1612" y="618"/>
                  <a:pt x="1612" y="591"/>
                </a:cubicBezTo>
                <a:cubicBezTo>
                  <a:pt x="1612" y="420"/>
                  <a:pt x="1473" y="280"/>
                  <a:pt x="1300" y="279"/>
                </a:cubicBezTo>
                <a:cubicBezTo>
                  <a:pt x="1278" y="279"/>
                  <a:pt x="1256" y="280"/>
                  <a:pt x="1234" y="286"/>
                </a:cubicBezTo>
                <a:cubicBezTo>
                  <a:pt x="1214" y="221"/>
                  <a:pt x="1178" y="165"/>
                  <a:pt x="1132" y="119"/>
                </a:cubicBezTo>
                <a:cubicBezTo>
                  <a:pt x="1058" y="46"/>
                  <a:pt x="956" y="0"/>
                  <a:pt x="84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5" name="Google Shape;3025;p33"/>
          <p:cNvSpPr/>
          <p:nvPr/>
        </p:nvSpPr>
        <p:spPr>
          <a:xfrm>
            <a:off x="2681047" y="4748709"/>
            <a:ext cx="3797036" cy="20571"/>
          </a:xfrm>
          <a:custGeom>
            <a:rect b="b" l="l" r="r" t="t"/>
            <a:pathLst>
              <a:path extrusionOk="0" h="180" w="33225">
                <a:moveTo>
                  <a:pt x="91" y="1"/>
                </a:moveTo>
                <a:cubicBezTo>
                  <a:pt x="41" y="1"/>
                  <a:pt x="1" y="40"/>
                  <a:pt x="1" y="90"/>
                </a:cubicBezTo>
                <a:cubicBezTo>
                  <a:pt x="1" y="140"/>
                  <a:pt x="41" y="180"/>
                  <a:pt x="91" y="180"/>
                </a:cubicBezTo>
                <a:lnTo>
                  <a:pt x="33136" y="180"/>
                </a:lnTo>
                <a:cubicBezTo>
                  <a:pt x="33186" y="180"/>
                  <a:pt x="33225" y="140"/>
                  <a:pt x="33225" y="90"/>
                </a:cubicBezTo>
                <a:cubicBezTo>
                  <a:pt x="33225" y="40"/>
                  <a:pt x="33185" y="1"/>
                  <a:pt x="33136" y="1"/>
                </a:cubicBezTo>
                <a:close/>
              </a:path>
            </a:pathLst>
          </a:custGeom>
          <a:solidFill>
            <a:srgbClr val="4C9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6" name="Google Shape;3026;p33"/>
          <p:cNvSpPr/>
          <p:nvPr/>
        </p:nvSpPr>
        <p:spPr>
          <a:xfrm>
            <a:off x="4753723" y="3843798"/>
            <a:ext cx="334162" cy="304341"/>
          </a:xfrm>
          <a:custGeom>
            <a:rect b="b" l="l" r="r" t="t"/>
            <a:pathLst>
              <a:path extrusionOk="0" h="2663" w="2924">
                <a:moveTo>
                  <a:pt x="1462" y="0"/>
                </a:moveTo>
                <a:cubicBezTo>
                  <a:pt x="1121" y="0"/>
                  <a:pt x="781" y="130"/>
                  <a:pt x="521" y="390"/>
                </a:cubicBezTo>
                <a:cubicBezTo>
                  <a:pt x="1" y="910"/>
                  <a:pt x="1" y="1753"/>
                  <a:pt x="521" y="2273"/>
                </a:cubicBezTo>
                <a:cubicBezTo>
                  <a:pt x="781" y="2533"/>
                  <a:pt x="1121" y="2663"/>
                  <a:pt x="1462" y="2663"/>
                </a:cubicBezTo>
                <a:cubicBezTo>
                  <a:pt x="1803" y="2663"/>
                  <a:pt x="2143" y="2533"/>
                  <a:pt x="2403" y="2273"/>
                </a:cubicBezTo>
                <a:cubicBezTo>
                  <a:pt x="2923" y="1753"/>
                  <a:pt x="2923" y="910"/>
                  <a:pt x="2403" y="390"/>
                </a:cubicBezTo>
                <a:cubicBezTo>
                  <a:pt x="2143" y="130"/>
                  <a:pt x="1803" y="0"/>
                  <a:pt x="146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7" name="Google Shape;3027;p33"/>
          <p:cNvSpPr/>
          <p:nvPr/>
        </p:nvSpPr>
        <p:spPr>
          <a:xfrm>
            <a:off x="4921036" y="3843798"/>
            <a:ext cx="152224" cy="304341"/>
          </a:xfrm>
          <a:custGeom>
            <a:rect b="b" l="l" r="r" t="t"/>
            <a:pathLst>
              <a:path extrusionOk="0" h="2663" w="1332">
                <a:moveTo>
                  <a:pt x="0" y="0"/>
                </a:moveTo>
                <a:lnTo>
                  <a:pt x="0" y="2663"/>
                </a:lnTo>
                <a:cubicBezTo>
                  <a:pt x="736" y="2663"/>
                  <a:pt x="1331" y="2067"/>
                  <a:pt x="1331" y="1332"/>
                </a:cubicBezTo>
                <a:cubicBezTo>
                  <a:pt x="1331" y="1030"/>
                  <a:pt x="1230" y="752"/>
                  <a:pt x="1061" y="529"/>
                </a:cubicBezTo>
                <a:cubicBezTo>
                  <a:pt x="1218" y="494"/>
                  <a:pt x="1288" y="359"/>
                  <a:pt x="1288" y="359"/>
                </a:cubicBezTo>
                <a:cubicBezTo>
                  <a:pt x="1231" y="334"/>
                  <a:pt x="1177" y="323"/>
                  <a:pt x="1129" y="323"/>
                </a:cubicBezTo>
                <a:cubicBezTo>
                  <a:pt x="1074" y="323"/>
                  <a:pt x="1026" y="336"/>
                  <a:pt x="983" y="355"/>
                </a:cubicBezTo>
                <a:cubicBezTo>
                  <a:pt x="1080" y="207"/>
                  <a:pt x="1023" y="51"/>
                  <a:pt x="1023" y="50"/>
                </a:cubicBezTo>
                <a:lnTo>
                  <a:pt x="1023" y="50"/>
                </a:lnTo>
                <a:cubicBezTo>
                  <a:pt x="896" y="107"/>
                  <a:pt x="839" y="195"/>
                  <a:pt x="813" y="279"/>
                </a:cubicBezTo>
                <a:cubicBezTo>
                  <a:pt x="588" y="105"/>
                  <a:pt x="307" y="0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8" name="Google Shape;3028;p33"/>
          <p:cNvSpPr/>
          <p:nvPr/>
        </p:nvSpPr>
        <p:spPr>
          <a:xfrm>
            <a:off x="4863208" y="4057626"/>
            <a:ext cx="93483" cy="191656"/>
          </a:xfrm>
          <a:custGeom>
            <a:rect b="b" l="l" r="r" t="t"/>
            <a:pathLst>
              <a:path extrusionOk="0" h="1677" w="818">
                <a:moveTo>
                  <a:pt x="506" y="1"/>
                </a:moveTo>
                <a:cubicBezTo>
                  <a:pt x="463" y="1"/>
                  <a:pt x="427" y="37"/>
                  <a:pt x="427" y="80"/>
                </a:cubicBezTo>
                <a:lnTo>
                  <a:pt x="427" y="437"/>
                </a:lnTo>
                <a:lnTo>
                  <a:pt x="133" y="180"/>
                </a:lnTo>
                <a:cubicBezTo>
                  <a:pt x="118" y="167"/>
                  <a:pt x="100" y="161"/>
                  <a:pt x="81" y="161"/>
                </a:cubicBezTo>
                <a:cubicBezTo>
                  <a:pt x="59" y="161"/>
                  <a:pt x="37" y="170"/>
                  <a:pt x="21" y="187"/>
                </a:cubicBezTo>
                <a:cubicBezTo>
                  <a:pt x="9" y="202"/>
                  <a:pt x="1" y="222"/>
                  <a:pt x="1" y="238"/>
                </a:cubicBezTo>
                <a:cubicBezTo>
                  <a:pt x="1" y="260"/>
                  <a:pt x="10" y="282"/>
                  <a:pt x="28" y="297"/>
                </a:cubicBezTo>
                <a:lnTo>
                  <a:pt x="427" y="647"/>
                </a:lnTo>
                <a:lnTo>
                  <a:pt x="427" y="1677"/>
                </a:lnTo>
                <a:lnTo>
                  <a:pt x="586" y="1677"/>
                </a:lnTo>
                <a:lnTo>
                  <a:pt x="586" y="408"/>
                </a:lnTo>
                <a:lnTo>
                  <a:pt x="790" y="229"/>
                </a:lnTo>
                <a:cubicBezTo>
                  <a:pt x="808" y="214"/>
                  <a:pt x="817" y="191"/>
                  <a:pt x="817" y="170"/>
                </a:cubicBezTo>
                <a:cubicBezTo>
                  <a:pt x="817" y="151"/>
                  <a:pt x="811" y="134"/>
                  <a:pt x="798" y="118"/>
                </a:cubicBezTo>
                <a:cubicBezTo>
                  <a:pt x="782" y="100"/>
                  <a:pt x="760" y="91"/>
                  <a:pt x="738" y="91"/>
                </a:cubicBezTo>
                <a:cubicBezTo>
                  <a:pt x="720" y="91"/>
                  <a:pt x="701" y="98"/>
                  <a:pt x="686" y="110"/>
                </a:cubicBezTo>
                <a:lnTo>
                  <a:pt x="586" y="198"/>
                </a:lnTo>
                <a:lnTo>
                  <a:pt x="586" y="80"/>
                </a:lnTo>
                <a:cubicBezTo>
                  <a:pt x="586" y="37"/>
                  <a:pt x="550" y="1"/>
                  <a:pt x="50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9" name="Google Shape;3029;p33"/>
          <p:cNvSpPr/>
          <p:nvPr/>
        </p:nvSpPr>
        <p:spPr>
          <a:xfrm>
            <a:off x="4921036" y="4057626"/>
            <a:ext cx="35656" cy="191656"/>
          </a:xfrm>
          <a:custGeom>
            <a:rect b="b" l="l" r="r" t="t"/>
            <a:pathLst>
              <a:path extrusionOk="0" h="1677" w="312">
                <a:moveTo>
                  <a:pt x="0" y="1"/>
                </a:moveTo>
                <a:lnTo>
                  <a:pt x="0" y="1677"/>
                </a:lnTo>
                <a:lnTo>
                  <a:pt x="80" y="1677"/>
                </a:lnTo>
                <a:lnTo>
                  <a:pt x="80" y="408"/>
                </a:lnTo>
                <a:lnTo>
                  <a:pt x="284" y="229"/>
                </a:lnTo>
                <a:cubicBezTo>
                  <a:pt x="302" y="214"/>
                  <a:pt x="311" y="191"/>
                  <a:pt x="311" y="169"/>
                </a:cubicBezTo>
                <a:cubicBezTo>
                  <a:pt x="311" y="151"/>
                  <a:pt x="305" y="134"/>
                  <a:pt x="292" y="117"/>
                </a:cubicBezTo>
                <a:cubicBezTo>
                  <a:pt x="276" y="100"/>
                  <a:pt x="254" y="91"/>
                  <a:pt x="232" y="91"/>
                </a:cubicBezTo>
                <a:cubicBezTo>
                  <a:pt x="214" y="91"/>
                  <a:pt x="195" y="97"/>
                  <a:pt x="180" y="110"/>
                </a:cubicBezTo>
                <a:lnTo>
                  <a:pt x="80" y="198"/>
                </a:lnTo>
                <a:lnTo>
                  <a:pt x="80" y="80"/>
                </a:lnTo>
                <a:cubicBezTo>
                  <a:pt x="80" y="37"/>
                  <a:pt x="44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0" name="Google Shape;3030;p33"/>
          <p:cNvSpPr/>
          <p:nvPr/>
        </p:nvSpPr>
        <p:spPr>
          <a:xfrm>
            <a:off x="3209958" y="3930426"/>
            <a:ext cx="239536" cy="239541"/>
          </a:xfrm>
          <a:custGeom>
            <a:rect b="b" l="l" r="r" t="t"/>
            <a:pathLst>
              <a:path extrusionOk="0" h="2096" w="2096">
                <a:moveTo>
                  <a:pt x="1047" y="1"/>
                </a:moveTo>
                <a:cubicBezTo>
                  <a:pt x="468" y="2"/>
                  <a:pt x="1" y="470"/>
                  <a:pt x="1" y="1048"/>
                </a:cubicBezTo>
                <a:cubicBezTo>
                  <a:pt x="1" y="1626"/>
                  <a:pt x="468" y="2096"/>
                  <a:pt x="1047" y="2096"/>
                </a:cubicBezTo>
                <a:cubicBezTo>
                  <a:pt x="1626" y="2096"/>
                  <a:pt x="2095" y="1627"/>
                  <a:pt x="2095" y="1048"/>
                </a:cubicBezTo>
                <a:cubicBezTo>
                  <a:pt x="2095" y="469"/>
                  <a:pt x="1627" y="1"/>
                  <a:pt x="104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1" name="Google Shape;3031;p33"/>
          <p:cNvSpPr/>
          <p:nvPr/>
        </p:nvSpPr>
        <p:spPr>
          <a:xfrm>
            <a:off x="3329615" y="3930541"/>
            <a:ext cx="119768" cy="239313"/>
          </a:xfrm>
          <a:custGeom>
            <a:rect b="b" l="l" r="r" t="t"/>
            <a:pathLst>
              <a:path extrusionOk="0" h="2094" w="1048">
                <a:moveTo>
                  <a:pt x="0" y="1"/>
                </a:moveTo>
                <a:lnTo>
                  <a:pt x="0" y="2094"/>
                </a:lnTo>
                <a:cubicBezTo>
                  <a:pt x="578" y="2094"/>
                  <a:pt x="1047" y="1626"/>
                  <a:pt x="1047" y="1048"/>
                </a:cubicBezTo>
                <a:cubicBezTo>
                  <a:pt x="1047" y="810"/>
                  <a:pt x="967" y="593"/>
                  <a:pt x="834" y="418"/>
                </a:cubicBezTo>
                <a:cubicBezTo>
                  <a:pt x="957" y="388"/>
                  <a:pt x="1012" y="283"/>
                  <a:pt x="1012" y="283"/>
                </a:cubicBezTo>
                <a:cubicBezTo>
                  <a:pt x="967" y="263"/>
                  <a:pt x="924" y="254"/>
                  <a:pt x="886" y="254"/>
                </a:cubicBezTo>
                <a:cubicBezTo>
                  <a:pt x="843" y="254"/>
                  <a:pt x="805" y="265"/>
                  <a:pt x="773" y="280"/>
                </a:cubicBezTo>
                <a:cubicBezTo>
                  <a:pt x="849" y="163"/>
                  <a:pt x="804" y="39"/>
                  <a:pt x="804" y="39"/>
                </a:cubicBezTo>
                <a:lnTo>
                  <a:pt x="804" y="39"/>
                </a:lnTo>
                <a:cubicBezTo>
                  <a:pt x="704" y="83"/>
                  <a:pt x="658" y="153"/>
                  <a:pt x="639" y="220"/>
                </a:cubicBezTo>
                <a:cubicBezTo>
                  <a:pt x="463" y="82"/>
                  <a:pt x="241" y="1"/>
                  <a:pt x="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2" name="Google Shape;3032;p33"/>
          <p:cNvSpPr/>
          <p:nvPr/>
        </p:nvSpPr>
        <p:spPr>
          <a:xfrm>
            <a:off x="3284244" y="4098540"/>
            <a:ext cx="73712" cy="150742"/>
          </a:xfrm>
          <a:custGeom>
            <a:rect b="b" l="l" r="r" t="t"/>
            <a:pathLst>
              <a:path extrusionOk="0" h="1319" w="645">
                <a:moveTo>
                  <a:pt x="400" y="1"/>
                </a:moveTo>
                <a:cubicBezTo>
                  <a:pt x="365" y="1"/>
                  <a:pt x="336" y="28"/>
                  <a:pt x="336" y="63"/>
                </a:cubicBezTo>
                <a:lnTo>
                  <a:pt x="336" y="345"/>
                </a:lnTo>
                <a:lnTo>
                  <a:pt x="105" y="142"/>
                </a:lnTo>
                <a:cubicBezTo>
                  <a:pt x="93" y="132"/>
                  <a:pt x="78" y="126"/>
                  <a:pt x="63" y="126"/>
                </a:cubicBezTo>
                <a:cubicBezTo>
                  <a:pt x="46" y="126"/>
                  <a:pt x="29" y="133"/>
                  <a:pt x="17" y="147"/>
                </a:cubicBezTo>
                <a:cubicBezTo>
                  <a:pt x="7" y="159"/>
                  <a:pt x="0" y="175"/>
                  <a:pt x="3" y="188"/>
                </a:cubicBezTo>
                <a:cubicBezTo>
                  <a:pt x="3" y="207"/>
                  <a:pt x="10" y="223"/>
                  <a:pt x="24" y="236"/>
                </a:cubicBezTo>
                <a:lnTo>
                  <a:pt x="337" y="510"/>
                </a:lnTo>
                <a:lnTo>
                  <a:pt x="337" y="1319"/>
                </a:lnTo>
                <a:lnTo>
                  <a:pt x="462" y="1319"/>
                </a:lnTo>
                <a:lnTo>
                  <a:pt x="462" y="321"/>
                </a:lnTo>
                <a:lnTo>
                  <a:pt x="623" y="181"/>
                </a:lnTo>
                <a:cubicBezTo>
                  <a:pt x="638" y="168"/>
                  <a:pt x="644" y="151"/>
                  <a:pt x="644" y="134"/>
                </a:cubicBezTo>
                <a:cubicBezTo>
                  <a:pt x="644" y="118"/>
                  <a:pt x="639" y="104"/>
                  <a:pt x="629" y="92"/>
                </a:cubicBezTo>
                <a:cubicBezTo>
                  <a:pt x="617" y="78"/>
                  <a:pt x="599" y="70"/>
                  <a:pt x="582" y="70"/>
                </a:cubicBezTo>
                <a:cubicBezTo>
                  <a:pt x="567" y="70"/>
                  <a:pt x="552" y="75"/>
                  <a:pt x="541" y="86"/>
                </a:cubicBezTo>
                <a:lnTo>
                  <a:pt x="462" y="156"/>
                </a:lnTo>
                <a:lnTo>
                  <a:pt x="462" y="63"/>
                </a:lnTo>
                <a:cubicBezTo>
                  <a:pt x="462" y="28"/>
                  <a:pt x="433" y="1"/>
                  <a:pt x="40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3" name="Google Shape;3033;p33"/>
          <p:cNvSpPr/>
          <p:nvPr/>
        </p:nvSpPr>
        <p:spPr>
          <a:xfrm>
            <a:off x="3329615" y="4098654"/>
            <a:ext cx="28228" cy="150856"/>
          </a:xfrm>
          <a:custGeom>
            <a:rect b="b" l="l" r="r" t="t"/>
            <a:pathLst>
              <a:path extrusionOk="0" h="1320" w="247">
                <a:moveTo>
                  <a:pt x="0" y="1"/>
                </a:moveTo>
                <a:lnTo>
                  <a:pt x="0" y="1320"/>
                </a:lnTo>
                <a:lnTo>
                  <a:pt x="64" y="1320"/>
                </a:lnTo>
                <a:lnTo>
                  <a:pt x="64" y="322"/>
                </a:lnTo>
                <a:lnTo>
                  <a:pt x="225" y="181"/>
                </a:lnTo>
                <a:cubicBezTo>
                  <a:pt x="239" y="169"/>
                  <a:pt x="246" y="151"/>
                  <a:pt x="246" y="134"/>
                </a:cubicBezTo>
                <a:cubicBezTo>
                  <a:pt x="246" y="120"/>
                  <a:pt x="241" y="105"/>
                  <a:pt x="231" y="93"/>
                </a:cubicBezTo>
                <a:cubicBezTo>
                  <a:pt x="218" y="79"/>
                  <a:pt x="201" y="72"/>
                  <a:pt x="183" y="72"/>
                </a:cubicBezTo>
                <a:cubicBezTo>
                  <a:pt x="169" y="72"/>
                  <a:pt x="154" y="77"/>
                  <a:pt x="143" y="87"/>
                </a:cubicBezTo>
                <a:lnTo>
                  <a:pt x="64" y="156"/>
                </a:lnTo>
                <a:lnTo>
                  <a:pt x="64" y="63"/>
                </a:lnTo>
                <a:cubicBezTo>
                  <a:pt x="62" y="29"/>
                  <a:pt x="34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4" name="Google Shape;3034;p33"/>
          <p:cNvSpPr/>
          <p:nvPr/>
        </p:nvSpPr>
        <p:spPr>
          <a:xfrm>
            <a:off x="4730409" y="3894198"/>
            <a:ext cx="62513" cy="96457"/>
          </a:xfrm>
          <a:custGeom>
            <a:rect b="b" l="l" r="r" t="t"/>
            <a:pathLst>
              <a:path extrusionOk="0" h="844" w="547">
                <a:moveTo>
                  <a:pt x="0" y="0"/>
                </a:moveTo>
                <a:lnTo>
                  <a:pt x="0" y="843"/>
                </a:lnTo>
                <a:lnTo>
                  <a:pt x="547" y="843"/>
                </a:lnTo>
                <a:lnTo>
                  <a:pt x="547" y="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5" name="Google Shape;3035;p33"/>
          <p:cNvSpPr/>
          <p:nvPr/>
        </p:nvSpPr>
        <p:spPr>
          <a:xfrm>
            <a:off x="4727209" y="3894198"/>
            <a:ext cx="70055" cy="13486"/>
          </a:xfrm>
          <a:custGeom>
            <a:rect b="b" l="l" r="r" t="t"/>
            <a:pathLst>
              <a:path extrusionOk="0" h="118" w="613">
                <a:moveTo>
                  <a:pt x="1" y="0"/>
                </a:moveTo>
                <a:lnTo>
                  <a:pt x="1" y="118"/>
                </a:lnTo>
                <a:lnTo>
                  <a:pt x="612" y="118"/>
                </a:lnTo>
                <a:lnTo>
                  <a:pt x="6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6" name="Google Shape;3036;p33"/>
          <p:cNvSpPr/>
          <p:nvPr/>
        </p:nvSpPr>
        <p:spPr>
          <a:xfrm>
            <a:off x="4473381" y="3911455"/>
            <a:ext cx="378504" cy="343426"/>
          </a:xfrm>
          <a:custGeom>
            <a:rect b="b" l="l" r="r" t="t"/>
            <a:pathLst>
              <a:path extrusionOk="0" h="3005" w="3312">
                <a:moveTo>
                  <a:pt x="1656" y="1"/>
                </a:moveTo>
                <a:lnTo>
                  <a:pt x="0" y="811"/>
                </a:lnTo>
                <a:lnTo>
                  <a:pt x="0" y="3005"/>
                </a:lnTo>
                <a:lnTo>
                  <a:pt x="3311" y="3005"/>
                </a:lnTo>
                <a:lnTo>
                  <a:pt x="3311" y="811"/>
                </a:lnTo>
                <a:lnTo>
                  <a:pt x="1656" y="1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7" name="Google Shape;3037;p33"/>
          <p:cNvSpPr/>
          <p:nvPr/>
        </p:nvSpPr>
        <p:spPr>
          <a:xfrm>
            <a:off x="4473267" y="3911455"/>
            <a:ext cx="189366" cy="343541"/>
          </a:xfrm>
          <a:custGeom>
            <a:rect b="b" l="l" r="r" t="t"/>
            <a:pathLst>
              <a:path extrusionOk="0" h="3006" w="1657">
                <a:moveTo>
                  <a:pt x="1657" y="1"/>
                </a:moveTo>
                <a:lnTo>
                  <a:pt x="0" y="811"/>
                </a:lnTo>
                <a:lnTo>
                  <a:pt x="0" y="3006"/>
                </a:lnTo>
                <a:lnTo>
                  <a:pt x="1657" y="3006"/>
                </a:lnTo>
                <a:lnTo>
                  <a:pt x="165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8" name="Google Shape;3038;p33"/>
          <p:cNvSpPr/>
          <p:nvPr/>
        </p:nvSpPr>
        <p:spPr>
          <a:xfrm>
            <a:off x="4457496" y="3900026"/>
            <a:ext cx="411646" cy="118399"/>
          </a:xfrm>
          <a:custGeom>
            <a:rect b="b" l="l" r="r" t="t"/>
            <a:pathLst>
              <a:path extrusionOk="0" h="1036" w="3602">
                <a:moveTo>
                  <a:pt x="1795" y="0"/>
                </a:moveTo>
                <a:lnTo>
                  <a:pt x="0" y="874"/>
                </a:lnTo>
                <a:lnTo>
                  <a:pt x="79" y="1036"/>
                </a:lnTo>
                <a:lnTo>
                  <a:pt x="1795" y="200"/>
                </a:lnTo>
                <a:lnTo>
                  <a:pt x="3524" y="1036"/>
                </a:lnTo>
                <a:lnTo>
                  <a:pt x="3602" y="874"/>
                </a:lnTo>
                <a:lnTo>
                  <a:pt x="1795" y="0"/>
                </a:lnTo>
                <a:close/>
              </a:path>
            </a:pathLst>
          </a:custGeom>
          <a:solidFill>
            <a:srgbClr val="3264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9" name="Google Shape;3039;p33"/>
          <p:cNvSpPr/>
          <p:nvPr/>
        </p:nvSpPr>
        <p:spPr>
          <a:xfrm>
            <a:off x="4525152" y="4038655"/>
            <a:ext cx="84912" cy="111771"/>
          </a:xfrm>
          <a:custGeom>
            <a:rect b="b" l="l" r="r" t="t"/>
            <a:pathLst>
              <a:path extrusionOk="0" h="978" w="743">
                <a:moveTo>
                  <a:pt x="1" y="1"/>
                </a:moveTo>
                <a:lnTo>
                  <a:pt x="1" y="977"/>
                </a:lnTo>
                <a:lnTo>
                  <a:pt x="742" y="977"/>
                </a:lnTo>
                <a:lnTo>
                  <a:pt x="742" y="1"/>
                </a:lnTo>
                <a:close/>
              </a:path>
            </a:pathLst>
          </a:custGeom>
          <a:solidFill>
            <a:srgbClr val="3264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0" name="Google Shape;3040;p33"/>
          <p:cNvSpPr/>
          <p:nvPr/>
        </p:nvSpPr>
        <p:spPr>
          <a:xfrm>
            <a:off x="4531552" y="4044712"/>
            <a:ext cx="72112" cy="99428"/>
          </a:xfrm>
          <a:custGeom>
            <a:rect b="b" l="l" r="r" t="t"/>
            <a:pathLst>
              <a:path extrusionOk="0" h="870" w="631">
                <a:moveTo>
                  <a:pt x="1" y="0"/>
                </a:moveTo>
                <a:lnTo>
                  <a:pt x="1" y="870"/>
                </a:lnTo>
                <a:lnTo>
                  <a:pt x="630" y="870"/>
                </a:lnTo>
                <a:lnTo>
                  <a:pt x="630" y="0"/>
                </a:lnTo>
                <a:close/>
              </a:path>
            </a:pathLst>
          </a:custGeom>
          <a:solidFill>
            <a:srgbClr val="4278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1" name="Google Shape;3041;p33"/>
          <p:cNvSpPr/>
          <p:nvPr/>
        </p:nvSpPr>
        <p:spPr>
          <a:xfrm>
            <a:off x="4564009" y="4042540"/>
            <a:ext cx="7086" cy="103885"/>
          </a:xfrm>
          <a:custGeom>
            <a:rect b="b" l="l" r="r" t="t"/>
            <a:pathLst>
              <a:path extrusionOk="0" h="909" w="62">
                <a:moveTo>
                  <a:pt x="0" y="1"/>
                </a:moveTo>
                <a:lnTo>
                  <a:pt x="0" y="908"/>
                </a:lnTo>
                <a:lnTo>
                  <a:pt x="62" y="908"/>
                </a:lnTo>
                <a:lnTo>
                  <a:pt x="62" y="1"/>
                </a:lnTo>
                <a:close/>
              </a:path>
            </a:pathLst>
          </a:custGeom>
          <a:solidFill>
            <a:srgbClr val="3264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2" name="Google Shape;3042;p33"/>
          <p:cNvSpPr/>
          <p:nvPr/>
        </p:nvSpPr>
        <p:spPr>
          <a:xfrm>
            <a:off x="4527324" y="4090997"/>
            <a:ext cx="80112" cy="7086"/>
          </a:xfrm>
          <a:custGeom>
            <a:rect b="b" l="l" r="r" t="t"/>
            <a:pathLst>
              <a:path extrusionOk="0" h="62" w="701">
                <a:moveTo>
                  <a:pt x="1" y="0"/>
                </a:moveTo>
                <a:lnTo>
                  <a:pt x="1" y="62"/>
                </a:lnTo>
                <a:lnTo>
                  <a:pt x="701" y="62"/>
                </a:lnTo>
                <a:lnTo>
                  <a:pt x="701" y="0"/>
                </a:lnTo>
                <a:close/>
              </a:path>
            </a:pathLst>
          </a:custGeom>
          <a:solidFill>
            <a:srgbClr val="3264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3" name="Google Shape;3043;p33"/>
          <p:cNvSpPr/>
          <p:nvPr/>
        </p:nvSpPr>
        <p:spPr>
          <a:xfrm>
            <a:off x="4525152" y="4038655"/>
            <a:ext cx="53256" cy="111656"/>
          </a:xfrm>
          <a:custGeom>
            <a:rect b="b" l="l" r="r" t="t"/>
            <a:pathLst>
              <a:path extrusionOk="0" h="977" w="466">
                <a:moveTo>
                  <a:pt x="1" y="1"/>
                </a:moveTo>
                <a:lnTo>
                  <a:pt x="1" y="976"/>
                </a:lnTo>
                <a:lnTo>
                  <a:pt x="465" y="976"/>
                </a:lnTo>
                <a:lnTo>
                  <a:pt x="26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4" name="Google Shape;3044;p33"/>
          <p:cNvSpPr/>
          <p:nvPr/>
        </p:nvSpPr>
        <p:spPr>
          <a:xfrm>
            <a:off x="4715666" y="4038655"/>
            <a:ext cx="84912" cy="111771"/>
          </a:xfrm>
          <a:custGeom>
            <a:rect b="b" l="l" r="r" t="t"/>
            <a:pathLst>
              <a:path extrusionOk="0" h="978" w="743">
                <a:moveTo>
                  <a:pt x="0" y="1"/>
                </a:moveTo>
                <a:lnTo>
                  <a:pt x="0" y="977"/>
                </a:lnTo>
                <a:lnTo>
                  <a:pt x="742" y="977"/>
                </a:lnTo>
                <a:lnTo>
                  <a:pt x="742" y="1"/>
                </a:lnTo>
                <a:close/>
              </a:path>
            </a:pathLst>
          </a:custGeom>
          <a:solidFill>
            <a:srgbClr val="3264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5" name="Google Shape;3045;p33"/>
          <p:cNvSpPr/>
          <p:nvPr/>
        </p:nvSpPr>
        <p:spPr>
          <a:xfrm>
            <a:off x="4722066" y="4044712"/>
            <a:ext cx="71998" cy="99428"/>
          </a:xfrm>
          <a:custGeom>
            <a:rect b="b" l="l" r="r" t="t"/>
            <a:pathLst>
              <a:path extrusionOk="0" h="870" w="630">
                <a:moveTo>
                  <a:pt x="1" y="0"/>
                </a:moveTo>
                <a:lnTo>
                  <a:pt x="1" y="870"/>
                </a:lnTo>
                <a:lnTo>
                  <a:pt x="630" y="870"/>
                </a:lnTo>
                <a:lnTo>
                  <a:pt x="630" y="0"/>
                </a:lnTo>
                <a:close/>
              </a:path>
            </a:pathLst>
          </a:custGeom>
          <a:solidFill>
            <a:srgbClr val="4278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6" name="Google Shape;3046;p33"/>
          <p:cNvSpPr/>
          <p:nvPr/>
        </p:nvSpPr>
        <p:spPr>
          <a:xfrm>
            <a:off x="4754409" y="4042540"/>
            <a:ext cx="7200" cy="103885"/>
          </a:xfrm>
          <a:custGeom>
            <a:rect b="b" l="l" r="r" t="t"/>
            <a:pathLst>
              <a:path extrusionOk="0" h="909" w="63">
                <a:moveTo>
                  <a:pt x="1" y="1"/>
                </a:moveTo>
                <a:lnTo>
                  <a:pt x="1" y="908"/>
                </a:lnTo>
                <a:lnTo>
                  <a:pt x="62" y="908"/>
                </a:lnTo>
                <a:lnTo>
                  <a:pt x="62" y="1"/>
                </a:lnTo>
                <a:close/>
              </a:path>
            </a:pathLst>
          </a:custGeom>
          <a:solidFill>
            <a:srgbClr val="3264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7" name="Google Shape;3047;p33"/>
          <p:cNvSpPr/>
          <p:nvPr/>
        </p:nvSpPr>
        <p:spPr>
          <a:xfrm>
            <a:off x="4717952" y="4090997"/>
            <a:ext cx="79998" cy="7086"/>
          </a:xfrm>
          <a:custGeom>
            <a:rect b="b" l="l" r="r" t="t"/>
            <a:pathLst>
              <a:path extrusionOk="0" h="62" w="700">
                <a:moveTo>
                  <a:pt x="1" y="0"/>
                </a:moveTo>
                <a:lnTo>
                  <a:pt x="1" y="62"/>
                </a:lnTo>
                <a:lnTo>
                  <a:pt x="700" y="62"/>
                </a:lnTo>
                <a:lnTo>
                  <a:pt x="700" y="0"/>
                </a:lnTo>
                <a:close/>
              </a:path>
            </a:pathLst>
          </a:custGeom>
          <a:solidFill>
            <a:srgbClr val="3264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8" name="Google Shape;3048;p33"/>
          <p:cNvSpPr/>
          <p:nvPr/>
        </p:nvSpPr>
        <p:spPr>
          <a:xfrm>
            <a:off x="4715666" y="4038655"/>
            <a:ext cx="53256" cy="111656"/>
          </a:xfrm>
          <a:custGeom>
            <a:rect b="b" l="l" r="r" t="t"/>
            <a:pathLst>
              <a:path extrusionOk="0" h="977" w="466">
                <a:moveTo>
                  <a:pt x="0" y="1"/>
                </a:moveTo>
                <a:lnTo>
                  <a:pt x="0" y="976"/>
                </a:lnTo>
                <a:lnTo>
                  <a:pt x="466" y="976"/>
                </a:lnTo>
                <a:lnTo>
                  <a:pt x="26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9" name="Google Shape;3049;p33"/>
          <p:cNvSpPr/>
          <p:nvPr/>
        </p:nvSpPr>
        <p:spPr>
          <a:xfrm>
            <a:off x="4457496" y="3900026"/>
            <a:ext cx="205823" cy="118399"/>
          </a:xfrm>
          <a:custGeom>
            <a:rect b="b" l="l" r="r" t="t"/>
            <a:pathLst>
              <a:path extrusionOk="0" h="1036" w="1801">
                <a:moveTo>
                  <a:pt x="1795" y="0"/>
                </a:moveTo>
                <a:lnTo>
                  <a:pt x="0" y="874"/>
                </a:lnTo>
                <a:lnTo>
                  <a:pt x="79" y="1036"/>
                </a:lnTo>
                <a:lnTo>
                  <a:pt x="1795" y="200"/>
                </a:lnTo>
                <a:lnTo>
                  <a:pt x="1801" y="203"/>
                </a:lnTo>
                <a:lnTo>
                  <a:pt x="1801" y="5"/>
                </a:lnTo>
                <a:lnTo>
                  <a:pt x="179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0" name="Google Shape;3050;p33"/>
          <p:cNvSpPr/>
          <p:nvPr/>
        </p:nvSpPr>
        <p:spPr>
          <a:xfrm>
            <a:off x="4179325" y="3337971"/>
            <a:ext cx="241250" cy="911309"/>
          </a:xfrm>
          <a:custGeom>
            <a:rect b="b" l="l" r="r" t="t"/>
            <a:pathLst>
              <a:path extrusionOk="0" h="7974" w="2111">
                <a:moveTo>
                  <a:pt x="535" y="0"/>
                </a:moveTo>
                <a:lnTo>
                  <a:pt x="518" y="254"/>
                </a:lnTo>
                <a:lnTo>
                  <a:pt x="508" y="405"/>
                </a:lnTo>
                <a:lnTo>
                  <a:pt x="493" y="615"/>
                </a:lnTo>
                <a:lnTo>
                  <a:pt x="484" y="765"/>
                </a:lnTo>
                <a:lnTo>
                  <a:pt x="474" y="915"/>
                </a:lnTo>
                <a:lnTo>
                  <a:pt x="470" y="966"/>
                </a:lnTo>
                <a:lnTo>
                  <a:pt x="449" y="1276"/>
                </a:lnTo>
                <a:lnTo>
                  <a:pt x="444" y="1338"/>
                </a:lnTo>
                <a:lnTo>
                  <a:pt x="439" y="1425"/>
                </a:lnTo>
                <a:lnTo>
                  <a:pt x="421" y="1690"/>
                </a:lnTo>
                <a:lnTo>
                  <a:pt x="396" y="2064"/>
                </a:lnTo>
                <a:lnTo>
                  <a:pt x="372" y="2416"/>
                </a:lnTo>
                <a:lnTo>
                  <a:pt x="1" y="7974"/>
                </a:lnTo>
                <a:lnTo>
                  <a:pt x="2111" y="7974"/>
                </a:lnTo>
                <a:lnTo>
                  <a:pt x="1738" y="2416"/>
                </a:lnTo>
                <a:lnTo>
                  <a:pt x="1716" y="2064"/>
                </a:lnTo>
                <a:lnTo>
                  <a:pt x="1690" y="1690"/>
                </a:lnTo>
                <a:lnTo>
                  <a:pt x="1672" y="1425"/>
                </a:lnTo>
                <a:lnTo>
                  <a:pt x="1667" y="1338"/>
                </a:lnTo>
                <a:lnTo>
                  <a:pt x="1662" y="1276"/>
                </a:lnTo>
                <a:lnTo>
                  <a:pt x="1641" y="966"/>
                </a:lnTo>
                <a:lnTo>
                  <a:pt x="1638" y="915"/>
                </a:lnTo>
                <a:lnTo>
                  <a:pt x="1627" y="765"/>
                </a:lnTo>
                <a:lnTo>
                  <a:pt x="1619" y="615"/>
                </a:lnTo>
                <a:lnTo>
                  <a:pt x="1604" y="405"/>
                </a:lnTo>
                <a:lnTo>
                  <a:pt x="1594" y="254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1" name="Google Shape;3051;p33"/>
          <p:cNvSpPr/>
          <p:nvPr/>
        </p:nvSpPr>
        <p:spPr>
          <a:xfrm>
            <a:off x="4179325" y="3337971"/>
            <a:ext cx="120682" cy="911309"/>
          </a:xfrm>
          <a:custGeom>
            <a:rect b="b" l="l" r="r" t="t"/>
            <a:pathLst>
              <a:path extrusionOk="0" h="7974" w="1056">
                <a:moveTo>
                  <a:pt x="535" y="0"/>
                </a:moveTo>
                <a:lnTo>
                  <a:pt x="1" y="7974"/>
                </a:lnTo>
                <a:lnTo>
                  <a:pt x="1056" y="7974"/>
                </a:lnTo>
                <a:lnTo>
                  <a:pt x="105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2" name="Google Shape;3052;p33"/>
          <p:cNvSpPr/>
          <p:nvPr/>
        </p:nvSpPr>
        <p:spPr>
          <a:xfrm>
            <a:off x="4237382" y="3366885"/>
            <a:ext cx="125368" cy="17486"/>
          </a:xfrm>
          <a:custGeom>
            <a:rect b="b" l="l" r="r" t="t"/>
            <a:pathLst>
              <a:path extrusionOk="0" h="153" w="1097">
                <a:moveTo>
                  <a:pt x="10" y="1"/>
                </a:moveTo>
                <a:lnTo>
                  <a:pt x="0" y="152"/>
                </a:lnTo>
                <a:lnTo>
                  <a:pt x="1096" y="152"/>
                </a:lnTo>
                <a:lnTo>
                  <a:pt x="1086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3" name="Google Shape;3053;p33"/>
          <p:cNvSpPr/>
          <p:nvPr/>
        </p:nvSpPr>
        <p:spPr>
          <a:xfrm>
            <a:off x="4233382" y="3425400"/>
            <a:ext cx="133253" cy="17143"/>
          </a:xfrm>
          <a:custGeom>
            <a:rect b="b" l="l" r="r" t="t"/>
            <a:pathLst>
              <a:path extrusionOk="0" h="150" w="1166">
                <a:moveTo>
                  <a:pt x="11" y="0"/>
                </a:moveTo>
                <a:lnTo>
                  <a:pt x="1" y="150"/>
                </a:lnTo>
                <a:lnTo>
                  <a:pt x="1165" y="150"/>
                </a:lnTo>
                <a:lnTo>
                  <a:pt x="115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4" name="Google Shape;3054;p33"/>
          <p:cNvSpPr/>
          <p:nvPr/>
        </p:nvSpPr>
        <p:spPr>
          <a:xfrm>
            <a:off x="4229382" y="3483685"/>
            <a:ext cx="141025" cy="17257"/>
          </a:xfrm>
          <a:custGeom>
            <a:rect b="b" l="l" r="r" t="t"/>
            <a:pathLst>
              <a:path extrusionOk="0" h="151" w="1234">
                <a:moveTo>
                  <a:pt x="11" y="1"/>
                </a:moveTo>
                <a:lnTo>
                  <a:pt x="6" y="63"/>
                </a:lnTo>
                <a:lnTo>
                  <a:pt x="1" y="150"/>
                </a:lnTo>
                <a:lnTo>
                  <a:pt x="1234" y="150"/>
                </a:lnTo>
                <a:lnTo>
                  <a:pt x="1229" y="63"/>
                </a:lnTo>
                <a:lnTo>
                  <a:pt x="122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5" name="Google Shape;3055;p33"/>
          <p:cNvSpPr/>
          <p:nvPr/>
        </p:nvSpPr>
        <p:spPr>
          <a:xfrm>
            <a:off x="4237382" y="3366885"/>
            <a:ext cx="62627" cy="17486"/>
          </a:xfrm>
          <a:custGeom>
            <a:rect b="b" l="l" r="r" t="t"/>
            <a:pathLst>
              <a:path extrusionOk="0" h="153" w="548">
                <a:moveTo>
                  <a:pt x="10" y="1"/>
                </a:moveTo>
                <a:lnTo>
                  <a:pt x="0" y="152"/>
                </a:lnTo>
                <a:lnTo>
                  <a:pt x="548" y="152"/>
                </a:lnTo>
                <a:lnTo>
                  <a:pt x="548" y="1"/>
                </a:lnTo>
                <a:close/>
              </a:path>
            </a:pathLst>
          </a:custGeom>
          <a:solidFill>
            <a:srgbClr val="F0D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6" name="Google Shape;3056;p33"/>
          <p:cNvSpPr/>
          <p:nvPr/>
        </p:nvSpPr>
        <p:spPr>
          <a:xfrm>
            <a:off x="4233382" y="3425400"/>
            <a:ext cx="66627" cy="17143"/>
          </a:xfrm>
          <a:custGeom>
            <a:rect b="b" l="l" r="r" t="t"/>
            <a:pathLst>
              <a:path extrusionOk="0" h="150" w="583">
                <a:moveTo>
                  <a:pt x="11" y="0"/>
                </a:moveTo>
                <a:lnTo>
                  <a:pt x="1" y="150"/>
                </a:lnTo>
                <a:lnTo>
                  <a:pt x="583" y="150"/>
                </a:lnTo>
                <a:lnTo>
                  <a:pt x="583" y="0"/>
                </a:lnTo>
                <a:close/>
              </a:path>
            </a:pathLst>
          </a:custGeom>
          <a:solidFill>
            <a:srgbClr val="F0D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7" name="Google Shape;3057;p33"/>
          <p:cNvSpPr/>
          <p:nvPr/>
        </p:nvSpPr>
        <p:spPr>
          <a:xfrm>
            <a:off x="4229382" y="3483685"/>
            <a:ext cx="70627" cy="17257"/>
          </a:xfrm>
          <a:custGeom>
            <a:rect b="b" l="l" r="r" t="t"/>
            <a:pathLst>
              <a:path extrusionOk="0" h="151" w="618">
                <a:moveTo>
                  <a:pt x="11" y="1"/>
                </a:moveTo>
                <a:lnTo>
                  <a:pt x="6" y="63"/>
                </a:lnTo>
                <a:lnTo>
                  <a:pt x="1" y="150"/>
                </a:lnTo>
                <a:lnTo>
                  <a:pt x="618" y="150"/>
                </a:lnTo>
                <a:lnTo>
                  <a:pt x="618" y="1"/>
                </a:lnTo>
                <a:close/>
              </a:path>
            </a:pathLst>
          </a:custGeom>
          <a:solidFill>
            <a:srgbClr val="F0D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8" name="Google Shape;3058;p33"/>
          <p:cNvSpPr/>
          <p:nvPr/>
        </p:nvSpPr>
        <p:spPr>
          <a:xfrm>
            <a:off x="4229382" y="3315686"/>
            <a:ext cx="141025" cy="22514"/>
          </a:xfrm>
          <a:custGeom>
            <a:rect b="b" l="l" r="r" t="t"/>
            <a:pathLst>
              <a:path extrusionOk="0" h="197" w="1234">
                <a:moveTo>
                  <a:pt x="1" y="1"/>
                </a:moveTo>
                <a:lnTo>
                  <a:pt x="1" y="196"/>
                </a:lnTo>
                <a:lnTo>
                  <a:pt x="1234" y="196"/>
                </a:lnTo>
                <a:lnTo>
                  <a:pt x="12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9" name="Google Shape;3059;p33"/>
          <p:cNvSpPr/>
          <p:nvPr/>
        </p:nvSpPr>
        <p:spPr>
          <a:xfrm>
            <a:off x="4299896" y="3315686"/>
            <a:ext cx="70512" cy="22514"/>
          </a:xfrm>
          <a:custGeom>
            <a:rect b="b" l="l" r="r" t="t"/>
            <a:pathLst>
              <a:path extrusionOk="0" h="197" w="617">
                <a:moveTo>
                  <a:pt x="1" y="1"/>
                </a:moveTo>
                <a:lnTo>
                  <a:pt x="1" y="196"/>
                </a:lnTo>
                <a:lnTo>
                  <a:pt x="617" y="196"/>
                </a:lnTo>
                <a:lnTo>
                  <a:pt x="617" y="1"/>
                </a:lnTo>
                <a:close/>
              </a:path>
            </a:pathLst>
          </a:custGeom>
          <a:solidFill>
            <a:srgbClr val="3264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0" name="Google Shape;3060;p33"/>
          <p:cNvSpPr/>
          <p:nvPr/>
        </p:nvSpPr>
        <p:spPr>
          <a:xfrm>
            <a:off x="4300011" y="3247343"/>
            <a:ext cx="52227" cy="52000"/>
          </a:xfrm>
          <a:custGeom>
            <a:rect b="b" l="l" r="r" t="t"/>
            <a:pathLst>
              <a:path extrusionOk="0" h="455" w="457">
                <a:moveTo>
                  <a:pt x="229" y="0"/>
                </a:moveTo>
                <a:cubicBezTo>
                  <a:pt x="103" y="0"/>
                  <a:pt x="1" y="102"/>
                  <a:pt x="1" y="227"/>
                </a:cubicBezTo>
                <a:cubicBezTo>
                  <a:pt x="1" y="352"/>
                  <a:pt x="103" y="454"/>
                  <a:pt x="229" y="454"/>
                </a:cubicBezTo>
                <a:cubicBezTo>
                  <a:pt x="354" y="454"/>
                  <a:pt x="456" y="352"/>
                  <a:pt x="456" y="227"/>
                </a:cubicBezTo>
                <a:cubicBezTo>
                  <a:pt x="456" y="102"/>
                  <a:pt x="354" y="0"/>
                  <a:pt x="229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1" name="Google Shape;3061;p33"/>
          <p:cNvSpPr/>
          <p:nvPr/>
        </p:nvSpPr>
        <p:spPr>
          <a:xfrm>
            <a:off x="4298525" y="2998544"/>
            <a:ext cx="602840" cy="233141"/>
          </a:xfrm>
          <a:custGeom>
            <a:rect b="b" l="l" r="r" t="t"/>
            <a:pathLst>
              <a:path extrusionOk="0" h="2040" w="5275">
                <a:moveTo>
                  <a:pt x="3856" y="1"/>
                </a:moveTo>
                <a:cubicBezTo>
                  <a:pt x="3349" y="1"/>
                  <a:pt x="2907" y="267"/>
                  <a:pt x="2657" y="665"/>
                </a:cubicBezTo>
                <a:cubicBezTo>
                  <a:pt x="2655" y="667"/>
                  <a:pt x="2653" y="668"/>
                  <a:pt x="2651" y="668"/>
                </a:cubicBezTo>
                <a:cubicBezTo>
                  <a:pt x="2650" y="668"/>
                  <a:pt x="2649" y="668"/>
                  <a:pt x="2649" y="668"/>
                </a:cubicBezTo>
                <a:cubicBezTo>
                  <a:pt x="2500" y="597"/>
                  <a:pt x="2332" y="555"/>
                  <a:pt x="2155" y="555"/>
                </a:cubicBezTo>
                <a:cubicBezTo>
                  <a:pt x="1687" y="555"/>
                  <a:pt x="1286" y="838"/>
                  <a:pt x="1110" y="1243"/>
                </a:cubicBezTo>
                <a:cubicBezTo>
                  <a:pt x="1109" y="1246"/>
                  <a:pt x="1107" y="1247"/>
                  <a:pt x="1105" y="1247"/>
                </a:cubicBezTo>
                <a:cubicBezTo>
                  <a:pt x="1104" y="1247"/>
                  <a:pt x="1103" y="1247"/>
                  <a:pt x="1103" y="1247"/>
                </a:cubicBezTo>
                <a:cubicBezTo>
                  <a:pt x="1014" y="1215"/>
                  <a:pt x="921" y="1197"/>
                  <a:pt x="824" y="1197"/>
                </a:cubicBezTo>
                <a:cubicBezTo>
                  <a:pt x="368" y="1197"/>
                  <a:pt x="1" y="1573"/>
                  <a:pt x="14" y="2032"/>
                </a:cubicBezTo>
                <a:cubicBezTo>
                  <a:pt x="18" y="2035"/>
                  <a:pt x="19" y="2037"/>
                  <a:pt x="23" y="2040"/>
                </a:cubicBezTo>
                <a:lnTo>
                  <a:pt x="4653" y="2040"/>
                </a:lnTo>
                <a:cubicBezTo>
                  <a:pt x="4996" y="2040"/>
                  <a:pt x="5273" y="1762"/>
                  <a:pt x="5274" y="1420"/>
                </a:cubicBezTo>
                <a:cubicBezTo>
                  <a:pt x="5274" y="636"/>
                  <a:pt x="4640" y="1"/>
                  <a:pt x="3856" y="1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2" name="Google Shape;3062;p33"/>
          <p:cNvSpPr/>
          <p:nvPr/>
        </p:nvSpPr>
        <p:spPr>
          <a:xfrm>
            <a:off x="4414524" y="3253172"/>
            <a:ext cx="239765" cy="92571"/>
          </a:xfrm>
          <a:custGeom>
            <a:rect b="b" l="l" r="r" t="t"/>
            <a:pathLst>
              <a:path extrusionOk="0" h="810" w="2098">
                <a:moveTo>
                  <a:pt x="1534" y="0"/>
                </a:moveTo>
                <a:cubicBezTo>
                  <a:pt x="1332" y="0"/>
                  <a:pt x="1155" y="108"/>
                  <a:pt x="1055" y="266"/>
                </a:cubicBezTo>
                <a:cubicBezTo>
                  <a:pt x="995" y="237"/>
                  <a:pt x="929" y="220"/>
                  <a:pt x="857" y="220"/>
                </a:cubicBezTo>
                <a:cubicBezTo>
                  <a:pt x="671" y="220"/>
                  <a:pt x="511" y="333"/>
                  <a:pt x="442" y="494"/>
                </a:cubicBezTo>
                <a:cubicBezTo>
                  <a:pt x="406" y="482"/>
                  <a:pt x="369" y="474"/>
                  <a:pt x="329" y="474"/>
                </a:cubicBezTo>
                <a:cubicBezTo>
                  <a:pt x="146" y="474"/>
                  <a:pt x="1" y="625"/>
                  <a:pt x="7" y="810"/>
                </a:cubicBezTo>
                <a:lnTo>
                  <a:pt x="1844" y="810"/>
                </a:lnTo>
                <a:cubicBezTo>
                  <a:pt x="1980" y="810"/>
                  <a:pt x="2097" y="701"/>
                  <a:pt x="2097" y="565"/>
                </a:cubicBezTo>
                <a:lnTo>
                  <a:pt x="2097" y="563"/>
                </a:lnTo>
                <a:cubicBezTo>
                  <a:pt x="2097" y="252"/>
                  <a:pt x="1844" y="0"/>
                  <a:pt x="1534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3" name="Google Shape;3063;p33"/>
          <p:cNvSpPr/>
          <p:nvPr/>
        </p:nvSpPr>
        <p:spPr>
          <a:xfrm>
            <a:off x="4148811" y="4091454"/>
            <a:ext cx="302049" cy="157828"/>
          </a:xfrm>
          <a:custGeom>
            <a:rect b="b" l="l" r="r" t="t"/>
            <a:pathLst>
              <a:path extrusionOk="0" h="1381" w="2643">
                <a:moveTo>
                  <a:pt x="1" y="0"/>
                </a:moveTo>
                <a:lnTo>
                  <a:pt x="1" y="1381"/>
                </a:lnTo>
                <a:lnTo>
                  <a:pt x="2643" y="1381"/>
                </a:lnTo>
                <a:lnTo>
                  <a:pt x="264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4" name="Google Shape;3064;p33"/>
          <p:cNvSpPr/>
          <p:nvPr/>
        </p:nvSpPr>
        <p:spPr>
          <a:xfrm>
            <a:off x="4148811" y="4091454"/>
            <a:ext cx="152681" cy="157828"/>
          </a:xfrm>
          <a:custGeom>
            <a:rect b="b" l="l" r="r" t="t"/>
            <a:pathLst>
              <a:path extrusionOk="0" h="1381" w="1336">
                <a:moveTo>
                  <a:pt x="1" y="0"/>
                </a:moveTo>
                <a:lnTo>
                  <a:pt x="1" y="1381"/>
                </a:lnTo>
                <a:lnTo>
                  <a:pt x="1335" y="1381"/>
                </a:lnTo>
                <a:lnTo>
                  <a:pt x="13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5" name="Google Shape;3065;p33"/>
          <p:cNvSpPr/>
          <p:nvPr/>
        </p:nvSpPr>
        <p:spPr>
          <a:xfrm>
            <a:off x="4363210" y="4167911"/>
            <a:ext cx="45942" cy="46057"/>
          </a:xfrm>
          <a:custGeom>
            <a:rect b="b" l="l" r="r" t="t"/>
            <a:pathLst>
              <a:path extrusionOk="0" h="403" w="402">
                <a:moveTo>
                  <a:pt x="201" y="1"/>
                </a:moveTo>
                <a:cubicBezTo>
                  <a:pt x="89" y="1"/>
                  <a:pt x="0" y="91"/>
                  <a:pt x="0" y="201"/>
                </a:cubicBezTo>
                <a:cubicBezTo>
                  <a:pt x="0" y="313"/>
                  <a:pt x="89" y="403"/>
                  <a:pt x="201" y="403"/>
                </a:cubicBezTo>
                <a:cubicBezTo>
                  <a:pt x="312" y="403"/>
                  <a:pt x="401" y="313"/>
                  <a:pt x="401" y="201"/>
                </a:cubicBezTo>
                <a:cubicBezTo>
                  <a:pt x="401" y="91"/>
                  <a:pt x="312" y="1"/>
                  <a:pt x="201" y="1"/>
                </a:cubicBezTo>
                <a:close/>
              </a:path>
            </a:pathLst>
          </a:custGeom>
          <a:solidFill>
            <a:srgbClr val="7D9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6" name="Google Shape;3066;p33"/>
          <p:cNvSpPr/>
          <p:nvPr/>
        </p:nvSpPr>
        <p:spPr>
          <a:xfrm>
            <a:off x="4365496" y="4170654"/>
            <a:ext cx="41485" cy="89028"/>
          </a:xfrm>
          <a:custGeom>
            <a:rect b="b" l="l" r="r" t="t"/>
            <a:pathLst>
              <a:path extrusionOk="0" h="779" w="363">
                <a:moveTo>
                  <a:pt x="181" y="0"/>
                </a:moveTo>
                <a:cubicBezTo>
                  <a:pt x="82" y="0"/>
                  <a:pt x="1" y="81"/>
                  <a:pt x="1" y="180"/>
                </a:cubicBezTo>
                <a:lnTo>
                  <a:pt x="1" y="779"/>
                </a:lnTo>
                <a:lnTo>
                  <a:pt x="362" y="779"/>
                </a:lnTo>
                <a:lnTo>
                  <a:pt x="362" y="180"/>
                </a:lnTo>
                <a:cubicBezTo>
                  <a:pt x="362" y="80"/>
                  <a:pt x="281" y="0"/>
                  <a:pt x="181" y="0"/>
                </a:cubicBezTo>
                <a:close/>
              </a:path>
            </a:pathLst>
          </a:custGeom>
          <a:solidFill>
            <a:srgbClr val="A6C9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7" name="Google Shape;3067;p33"/>
          <p:cNvSpPr/>
          <p:nvPr/>
        </p:nvSpPr>
        <p:spPr>
          <a:xfrm>
            <a:off x="4365496" y="4170426"/>
            <a:ext cx="21257" cy="89371"/>
          </a:xfrm>
          <a:custGeom>
            <a:rect b="b" l="l" r="r" t="t"/>
            <a:pathLst>
              <a:path extrusionOk="0" h="782" w="186">
                <a:moveTo>
                  <a:pt x="181" y="0"/>
                </a:moveTo>
                <a:cubicBezTo>
                  <a:pt x="82" y="0"/>
                  <a:pt x="1" y="83"/>
                  <a:pt x="1" y="182"/>
                </a:cubicBezTo>
                <a:lnTo>
                  <a:pt x="1" y="782"/>
                </a:lnTo>
                <a:lnTo>
                  <a:pt x="185" y="782"/>
                </a:lnTo>
                <a:lnTo>
                  <a:pt x="185" y="2"/>
                </a:lnTo>
                <a:lnTo>
                  <a:pt x="185" y="0"/>
                </a:lnTo>
                <a:close/>
              </a:path>
            </a:pathLst>
          </a:custGeom>
          <a:solidFill>
            <a:srgbClr val="C5D8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8" name="Google Shape;3068;p33"/>
          <p:cNvSpPr/>
          <p:nvPr/>
        </p:nvSpPr>
        <p:spPr>
          <a:xfrm>
            <a:off x="4362982" y="4258197"/>
            <a:ext cx="47427" cy="4229"/>
          </a:xfrm>
          <a:custGeom>
            <a:rect b="b" l="l" r="r" t="t"/>
            <a:pathLst>
              <a:path extrusionOk="0" h="37" w="415">
                <a:moveTo>
                  <a:pt x="18" y="1"/>
                </a:moveTo>
                <a:cubicBezTo>
                  <a:pt x="8" y="1"/>
                  <a:pt x="0" y="8"/>
                  <a:pt x="0" y="18"/>
                </a:cubicBezTo>
                <a:cubicBezTo>
                  <a:pt x="0" y="28"/>
                  <a:pt x="8" y="36"/>
                  <a:pt x="18" y="36"/>
                </a:cubicBezTo>
                <a:lnTo>
                  <a:pt x="396" y="36"/>
                </a:lnTo>
                <a:cubicBezTo>
                  <a:pt x="407" y="36"/>
                  <a:pt x="415" y="28"/>
                  <a:pt x="415" y="18"/>
                </a:cubicBezTo>
                <a:cubicBezTo>
                  <a:pt x="415" y="8"/>
                  <a:pt x="407" y="1"/>
                  <a:pt x="396" y="1"/>
                </a:cubicBezTo>
                <a:close/>
              </a:path>
            </a:pathLst>
          </a:cu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9" name="Google Shape;3069;p33"/>
          <p:cNvSpPr/>
          <p:nvPr/>
        </p:nvSpPr>
        <p:spPr>
          <a:xfrm>
            <a:off x="4362982" y="4258082"/>
            <a:ext cx="23771" cy="4229"/>
          </a:xfrm>
          <a:custGeom>
            <a:rect b="b" l="l" r="r" t="t"/>
            <a:pathLst>
              <a:path extrusionOk="0" h="37" w="208">
                <a:moveTo>
                  <a:pt x="18" y="0"/>
                </a:moveTo>
                <a:cubicBezTo>
                  <a:pt x="8" y="0"/>
                  <a:pt x="0" y="9"/>
                  <a:pt x="0" y="19"/>
                </a:cubicBezTo>
                <a:cubicBezTo>
                  <a:pt x="0" y="29"/>
                  <a:pt x="8" y="36"/>
                  <a:pt x="18" y="36"/>
                </a:cubicBezTo>
                <a:lnTo>
                  <a:pt x="207" y="36"/>
                </a:lnTo>
                <a:lnTo>
                  <a:pt x="20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0" name="Google Shape;3070;p33"/>
          <p:cNvSpPr/>
          <p:nvPr/>
        </p:nvSpPr>
        <p:spPr>
          <a:xfrm>
            <a:off x="4178411" y="4109854"/>
            <a:ext cx="246165" cy="20228"/>
          </a:xfrm>
          <a:custGeom>
            <a:rect b="b" l="l" r="r" t="t"/>
            <a:pathLst>
              <a:path extrusionOk="0" h="177" w="2154">
                <a:moveTo>
                  <a:pt x="1" y="0"/>
                </a:moveTo>
                <a:lnTo>
                  <a:pt x="1" y="176"/>
                </a:lnTo>
                <a:lnTo>
                  <a:pt x="2154" y="176"/>
                </a:lnTo>
                <a:lnTo>
                  <a:pt x="215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1" name="Google Shape;3071;p33"/>
          <p:cNvSpPr/>
          <p:nvPr/>
        </p:nvSpPr>
        <p:spPr>
          <a:xfrm>
            <a:off x="4301382" y="4109854"/>
            <a:ext cx="122968" cy="20228"/>
          </a:xfrm>
          <a:custGeom>
            <a:rect b="b" l="l" r="r" t="t"/>
            <a:pathLst>
              <a:path extrusionOk="0" h="177" w="1076">
                <a:moveTo>
                  <a:pt x="0" y="0"/>
                </a:moveTo>
                <a:lnTo>
                  <a:pt x="0" y="176"/>
                </a:lnTo>
                <a:lnTo>
                  <a:pt x="1076" y="176"/>
                </a:lnTo>
                <a:lnTo>
                  <a:pt x="1076" y="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2" name="Google Shape;3072;p33"/>
          <p:cNvSpPr/>
          <p:nvPr/>
        </p:nvSpPr>
        <p:spPr>
          <a:xfrm>
            <a:off x="4301382" y="4144369"/>
            <a:ext cx="122968" cy="20343"/>
          </a:xfrm>
          <a:custGeom>
            <a:rect b="b" l="l" r="r" t="t"/>
            <a:pathLst>
              <a:path extrusionOk="0" h="178" w="1076">
                <a:moveTo>
                  <a:pt x="0" y="1"/>
                </a:moveTo>
                <a:lnTo>
                  <a:pt x="0" y="178"/>
                </a:lnTo>
                <a:lnTo>
                  <a:pt x="1076" y="178"/>
                </a:lnTo>
                <a:lnTo>
                  <a:pt x="1076" y="1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3" name="Google Shape;3073;p33"/>
          <p:cNvSpPr/>
          <p:nvPr/>
        </p:nvSpPr>
        <p:spPr>
          <a:xfrm>
            <a:off x="4178411" y="4144369"/>
            <a:ext cx="246165" cy="20343"/>
          </a:xfrm>
          <a:custGeom>
            <a:rect b="b" l="l" r="r" t="t"/>
            <a:pathLst>
              <a:path extrusionOk="0" h="178" w="2154">
                <a:moveTo>
                  <a:pt x="1" y="1"/>
                </a:moveTo>
                <a:lnTo>
                  <a:pt x="1" y="178"/>
                </a:lnTo>
                <a:lnTo>
                  <a:pt x="2154" y="178"/>
                </a:lnTo>
                <a:lnTo>
                  <a:pt x="215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4" name="Google Shape;3074;p33"/>
          <p:cNvSpPr/>
          <p:nvPr/>
        </p:nvSpPr>
        <p:spPr>
          <a:xfrm>
            <a:off x="4272925" y="4176940"/>
            <a:ext cx="57370" cy="72342"/>
          </a:xfrm>
          <a:custGeom>
            <a:rect b="b" l="l" r="r" t="t"/>
            <a:pathLst>
              <a:path extrusionOk="0" h="633" w="502">
                <a:moveTo>
                  <a:pt x="251" y="0"/>
                </a:moveTo>
                <a:cubicBezTo>
                  <a:pt x="113" y="0"/>
                  <a:pt x="1" y="113"/>
                  <a:pt x="1" y="251"/>
                </a:cubicBezTo>
                <a:lnTo>
                  <a:pt x="1" y="633"/>
                </a:lnTo>
                <a:lnTo>
                  <a:pt x="502" y="633"/>
                </a:lnTo>
                <a:lnTo>
                  <a:pt x="502" y="251"/>
                </a:lnTo>
                <a:cubicBezTo>
                  <a:pt x="502" y="113"/>
                  <a:pt x="389" y="0"/>
                  <a:pt x="251" y="0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5" name="Google Shape;3075;p33"/>
          <p:cNvSpPr/>
          <p:nvPr/>
        </p:nvSpPr>
        <p:spPr>
          <a:xfrm>
            <a:off x="4272925" y="4176940"/>
            <a:ext cx="28571" cy="72342"/>
          </a:xfrm>
          <a:custGeom>
            <a:rect b="b" l="l" r="r" t="t"/>
            <a:pathLst>
              <a:path extrusionOk="0" h="633" w="250">
                <a:moveTo>
                  <a:pt x="249" y="0"/>
                </a:moveTo>
                <a:cubicBezTo>
                  <a:pt x="111" y="0"/>
                  <a:pt x="1" y="113"/>
                  <a:pt x="1" y="251"/>
                </a:cubicBezTo>
                <a:lnTo>
                  <a:pt x="1" y="633"/>
                </a:lnTo>
                <a:lnTo>
                  <a:pt x="249" y="633"/>
                </a:lnTo>
                <a:lnTo>
                  <a:pt x="2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6" name="Google Shape;3076;p33"/>
          <p:cNvSpPr/>
          <p:nvPr/>
        </p:nvSpPr>
        <p:spPr>
          <a:xfrm>
            <a:off x="3764242" y="3627456"/>
            <a:ext cx="406046" cy="621825"/>
          </a:xfrm>
          <a:custGeom>
            <a:rect b="b" l="l" r="r" t="t"/>
            <a:pathLst>
              <a:path extrusionOk="0" h="5441" w="3553">
                <a:moveTo>
                  <a:pt x="899" y="0"/>
                </a:moveTo>
                <a:lnTo>
                  <a:pt x="830" y="419"/>
                </a:lnTo>
                <a:lnTo>
                  <a:pt x="791" y="658"/>
                </a:lnTo>
                <a:lnTo>
                  <a:pt x="749" y="913"/>
                </a:lnTo>
                <a:lnTo>
                  <a:pt x="709" y="1154"/>
                </a:lnTo>
                <a:lnTo>
                  <a:pt x="667" y="1408"/>
                </a:lnTo>
                <a:lnTo>
                  <a:pt x="627" y="1648"/>
                </a:lnTo>
                <a:lnTo>
                  <a:pt x="1" y="5441"/>
                </a:lnTo>
                <a:lnTo>
                  <a:pt x="3552" y="5441"/>
                </a:lnTo>
                <a:lnTo>
                  <a:pt x="2925" y="1648"/>
                </a:lnTo>
                <a:lnTo>
                  <a:pt x="2886" y="1408"/>
                </a:lnTo>
                <a:lnTo>
                  <a:pt x="2843" y="1154"/>
                </a:lnTo>
                <a:lnTo>
                  <a:pt x="2803" y="913"/>
                </a:lnTo>
                <a:lnTo>
                  <a:pt x="2761" y="658"/>
                </a:lnTo>
                <a:lnTo>
                  <a:pt x="2722" y="419"/>
                </a:lnTo>
                <a:lnTo>
                  <a:pt x="2653" y="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7" name="Google Shape;3077;p33"/>
          <p:cNvSpPr/>
          <p:nvPr/>
        </p:nvSpPr>
        <p:spPr>
          <a:xfrm>
            <a:off x="3764242" y="3627456"/>
            <a:ext cx="203080" cy="621825"/>
          </a:xfrm>
          <a:custGeom>
            <a:rect b="b" l="l" r="r" t="t"/>
            <a:pathLst>
              <a:path extrusionOk="0" h="5441" w="1777">
                <a:moveTo>
                  <a:pt x="899" y="0"/>
                </a:moveTo>
                <a:lnTo>
                  <a:pt x="1" y="5441"/>
                </a:lnTo>
                <a:lnTo>
                  <a:pt x="1777" y="5441"/>
                </a:lnTo>
                <a:lnTo>
                  <a:pt x="177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8" name="Google Shape;3078;p33"/>
          <p:cNvSpPr/>
          <p:nvPr/>
        </p:nvSpPr>
        <p:spPr>
          <a:xfrm>
            <a:off x="3854527" y="3675227"/>
            <a:ext cx="225365" cy="27543"/>
          </a:xfrm>
          <a:custGeom>
            <a:rect b="b" l="l" r="r" t="t"/>
            <a:pathLst>
              <a:path extrusionOk="0" h="241" w="1972">
                <a:moveTo>
                  <a:pt x="40" y="1"/>
                </a:moveTo>
                <a:lnTo>
                  <a:pt x="1" y="240"/>
                </a:lnTo>
                <a:lnTo>
                  <a:pt x="1971" y="240"/>
                </a:lnTo>
                <a:lnTo>
                  <a:pt x="193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9" name="Google Shape;3079;p33"/>
          <p:cNvSpPr/>
          <p:nvPr/>
        </p:nvSpPr>
        <p:spPr>
          <a:xfrm>
            <a:off x="3845156" y="3731798"/>
            <a:ext cx="244107" cy="27543"/>
          </a:xfrm>
          <a:custGeom>
            <a:rect b="b" l="l" r="r" t="t"/>
            <a:pathLst>
              <a:path extrusionOk="0" h="241" w="2136">
                <a:moveTo>
                  <a:pt x="41" y="0"/>
                </a:moveTo>
                <a:lnTo>
                  <a:pt x="1" y="241"/>
                </a:lnTo>
                <a:lnTo>
                  <a:pt x="2135" y="241"/>
                </a:lnTo>
                <a:lnTo>
                  <a:pt x="20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0" name="Google Shape;3080;p33"/>
          <p:cNvSpPr/>
          <p:nvPr/>
        </p:nvSpPr>
        <p:spPr>
          <a:xfrm>
            <a:off x="3835784" y="3788370"/>
            <a:ext cx="262735" cy="27428"/>
          </a:xfrm>
          <a:custGeom>
            <a:rect b="b" l="l" r="r" t="t"/>
            <a:pathLst>
              <a:path extrusionOk="0" h="240" w="2299">
                <a:moveTo>
                  <a:pt x="41" y="0"/>
                </a:moveTo>
                <a:lnTo>
                  <a:pt x="1" y="240"/>
                </a:lnTo>
                <a:lnTo>
                  <a:pt x="2299" y="240"/>
                </a:lnTo>
                <a:lnTo>
                  <a:pt x="22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1" name="Google Shape;3081;p33"/>
          <p:cNvSpPr/>
          <p:nvPr/>
        </p:nvSpPr>
        <p:spPr>
          <a:xfrm>
            <a:off x="3854527" y="3675227"/>
            <a:ext cx="112797" cy="27543"/>
          </a:xfrm>
          <a:custGeom>
            <a:rect b="b" l="l" r="r" t="t"/>
            <a:pathLst>
              <a:path extrusionOk="0" h="241" w="987">
                <a:moveTo>
                  <a:pt x="40" y="1"/>
                </a:moveTo>
                <a:lnTo>
                  <a:pt x="1" y="240"/>
                </a:lnTo>
                <a:lnTo>
                  <a:pt x="987" y="240"/>
                </a:lnTo>
                <a:lnTo>
                  <a:pt x="987" y="1"/>
                </a:lnTo>
                <a:close/>
              </a:path>
            </a:pathLst>
          </a:custGeom>
          <a:solidFill>
            <a:srgbClr val="A6C9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2" name="Google Shape;3082;p33"/>
          <p:cNvSpPr/>
          <p:nvPr/>
        </p:nvSpPr>
        <p:spPr>
          <a:xfrm>
            <a:off x="3845156" y="3731798"/>
            <a:ext cx="122168" cy="27543"/>
          </a:xfrm>
          <a:custGeom>
            <a:rect b="b" l="l" r="r" t="t"/>
            <a:pathLst>
              <a:path extrusionOk="0" h="241" w="1069">
                <a:moveTo>
                  <a:pt x="41" y="0"/>
                </a:moveTo>
                <a:lnTo>
                  <a:pt x="1" y="241"/>
                </a:lnTo>
                <a:lnTo>
                  <a:pt x="1069" y="241"/>
                </a:lnTo>
                <a:lnTo>
                  <a:pt x="1069" y="0"/>
                </a:lnTo>
                <a:close/>
              </a:path>
            </a:pathLst>
          </a:custGeom>
          <a:solidFill>
            <a:srgbClr val="A6C9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3" name="Google Shape;3083;p33"/>
          <p:cNvSpPr/>
          <p:nvPr/>
        </p:nvSpPr>
        <p:spPr>
          <a:xfrm>
            <a:off x="3835784" y="3788370"/>
            <a:ext cx="131539" cy="27428"/>
          </a:xfrm>
          <a:custGeom>
            <a:rect b="b" l="l" r="r" t="t"/>
            <a:pathLst>
              <a:path extrusionOk="0" h="240" w="1151">
                <a:moveTo>
                  <a:pt x="41" y="0"/>
                </a:moveTo>
                <a:lnTo>
                  <a:pt x="1" y="240"/>
                </a:lnTo>
                <a:lnTo>
                  <a:pt x="1151" y="240"/>
                </a:lnTo>
                <a:lnTo>
                  <a:pt x="1151" y="0"/>
                </a:lnTo>
                <a:close/>
              </a:path>
            </a:pathLst>
          </a:custGeom>
          <a:solidFill>
            <a:srgbClr val="A6C9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4" name="Google Shape;3084;p33"/>
          <p:cNvSpPr/>
          <p:nvPr/>
        </p:nvSpPr>
        <p:spPr>
          <a:xfrm>
            <a:off x="3850641" y="3604142"/>
            <a:ext cx="233136" cy="23314"/>
          </a:xfrm>
          <a:custGeom>
            <a:rect b="b" l="l" r="r" t="t"/>
            <a:pathLst>
              <a:path extrusionOk="0" h="204" w="2040">
                <a:moveTo>
                  <a:pt x="1" y="1"/>
                </a:moveTo>
                <a:lnTo>
                  <a:pt x="1" y="203"/>
                </a:lnTo>
                <a:lnTo>
                  <a:pt x="2040" y="203"/>
                </a:lnTo>
                <a:lnTo>
                  <a:pt x="2040" y="1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5" name="Google Shape;3085;p33"/>
          <p:cNvSpPr/>
          <p:nvPr/>
        </p:nvSpPr>
        <p:spPr>
          <a:xfrm>
            <a:off x="3967212" y="3604142"/>
            <a:ext cx="116568" cy="23314"/>
          </a:xfrm>
          <a:custGeom>
            <a:rect b="b" l="l" r="r" t="t"/>
            <a:pathLst>
              <a:path extrusionOk="0" h="204" w="1020">
                <a:moveTo>
                  <a:pt x="1" y="1"/>
                </a:moveTo>
                <a:lnTo>
                  <a:pt x="1" y="203"/>
                </a:lnTo>
                <a:lnTo>
                  <a:pt x="1020" y="203"/>
                </a:lnTo>
                <a:lnTo>
                  <a:pt x="1020" y="1"/>
                </a:ln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6" name="Google Shape;3086;p33"/>
          <p:cNvSpPr/>
          <p:nvPr/>
        </p:nvSpPr>
        <p:spPr>
          <a:xfrm>
            <a:off x="3465614" y="3873512"/>
            <a:ext cx="121025" cy="375426"/>
          </a:xfrm>
          <a:custGeom>
            <a:rect b="b" l="l" r="r" t="t"/>
            <a:pathLst>
              <a:path extrusionOk="0" h="3285" w="1059">
                <a:moveTo>
                  <a:pt x="181" y="0"/>
                </a:moveTo>
                <a:lnTo>
                  <a:pt x="0" y="3285"/>
                </a:lnTo>
                <a:lnTo>
                  <a:pt x="1058" y="3285"/>
                </a:lnTo>
                <a:lnTo>
                  <a:pt x="879" y="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7" name="Google Shape;3087;p33"/>
          <p:cNvSpPr/>
          <p:nvPr/>
        </p:nvSpPr>
        <p:spPr>
          <a:xfrm>
            <a:off x="3465614" y="3873512"/>
            <a:ext cx="61027" cy="375541"/>
          </a:xfrm>
          <a:custGeom>
            <a:rect b="b" l="l" r="r" t="t"/>
            <a:pathLst>
              <a:path extrusionOk="0" h="3286" w="534">
                <a:moveTo>
                  <a:pt x="181" y="0"/>
                </a:moveTo>
                <a:lnTo>
                  <a:pt x="0" y="3286"/>
                </a:lnTo>
                <a:lnTo>
                  <a:pt x="534" y="3286"/>
                </a:lnTo>
                <a:lnTo>
                  <a:pt x="53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8" name="Google Shape;3088;p33"/>
          <p:cNvSpPr/>
          <p:nvPr/>
        </p:nvSpPr>
        <p:spPr>
          <a:xfrm>
            <a:off x="3480929" y="3859569"/>
            <a:ext cx="91312" cy="13943"/>
          </a:xfrm>
          <a:custGeom>
            <a:rect b="b" l="l" r="r" t="t"/>
            <a:pathLst>
              <a:path extrusionOk="0" h="122" w="799">
                <a:moveTo>
                  <a:pt x="0" y="0"/>
                </a:moveTo>
                <a:lnTo>
                  <a:pt x="0" y="121"/>
                </a:lnTo>
                <a:lnTo>
                  <a:pt x="799" y="121"/>
                </a:lnTo>
                <a:lnTo>
                  <a:pt x="799" y="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9" name="Google Shape;3089;p33"/>
          <p:cNvSpPr/>
          <p:nvPr/>
        </p:nvSpPr>
        <p:spPr>
          <a:xfrm>
            <a:off x="3526071" y="3859569"/>
            <a:ext cx="46170" cy="13943"/>
          </a:xfrm>
          <a:custGeom>
            <a:rect b="b" l="l" r="r" t="t"/>
            <a:pathLst>
              <a:path extrusionOk="0" h="122" w="404">
                <a:moveTo>
                  <a:pt x="0" y="0"/>
                </a:moveTo>
                <a:lnTo>
                  <a:pt x="0" y="121"/>
                </a:lnTo>
                <a:lnTo>
                  <a:pt x="404" y="121"/>
                </a:lnTo>
                <a:lnTo>
                  <a:pt x="404" y="0"/>
                </a:lnTo>
                <a:close/>
              </a:path>
            </a:pathLst>
          </a:cu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0" name="Google Shape;3090;p33"/>
          <p:cNvSpPr/>
          <p:nvPr/>
        </p:nvSpPr>
        <p:spPr>
          <a:xfrm>
            <a:off x="3422186" y="3970198"/>
            <a:ext cx="476901" cy="278855"/>
          </a:xfrm>
          <a:custGeom>
            <a:rect b="b" l="l" r="r" t="t"/>
            <a:pathLst>
              <a:path extrusionOk="0" h="2440" w="4173">
                <a:moveTo>
                  <a:pt x="2086" y="0"/>
                </a:moveTo>
                <a:cubicBezTo>
                  <a:pt x="934" y="0"/>
                  <a:pt x="1" y="934"/>
                  <a:pt x="1" y="2087"/>
                </a:cubicBezTo>
                <a:lnTo>
                  <a:pt x="1" y="2440"/>
                </a:lnTo>
                <a:lnTo>
                  <a:pt x="4172" y="2440"/>
                </a:lnTo>
                <a:lnTo>
                  <a:pt x="4172" y="2087"/>
                </a:lnTo>
                <a:cubicBezTo>
                  <a:pt x="4172" y="934"/>
                  <a:pt x="3238" y="0"/>
                  <a:pt x="20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1" name="Google Shape;3091;p33"/>
          <p:cNvSpPr/>
          <p:nvPr/>
        </p:nvSpPr>
        <p:spPr>
          <a:xfrm>
            <a:off x="3422186" y="3970083"/>
            <a:ext cx="238508" cy="278855"/>
          </a:xfrm>
          <a:custGeom>
            <a:rect b="b" l="l" r="r" t="t"/>
            <a:pathLst>
              <a:path extrusionOk="0" h="2440" w="2087">
                <a:moveTo>
                  <a:pt x="2086" y="0"/>
                </a:moveTo>
                <a:cubicBezTo>
                  <a:pt x="935" y="0"/>
                  <a:pt x="1" y="935"/>
                  <a:pt x="1" y="2087"/>
                </a:cubicBezTo>
                <a:lnTo>
                  <a:pt x="1" y="2440"/>
                </a:lnTo>
                <a:lnTo>
                  <a:pt x="2086" y="2440"/>
                </a:lnTo>
                <a:lnTo>
                  <a:pt x="208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2" name="Google Shape;3092;p33"/>
          <p:cNvSpPr/>
          <p:nvPr/>
        </p:nvSpPr>
        <p:spPr>
          <a:xfrm>
            <a:off x="3503100" y="4167683"/>
            <a:ext cx="46056" cy="45943"/>
          </a:xfrm>
          <a:custGeom>
            <a:rect b="b" l="l" r="r" t="t"/>
            <a:pathLst>
              <a:path extrusionOk="0" h="402" w="403">
                <a:moveTo>
                  <a:pt x="201" y="1"/>
                </a:moveTo>
                <a:cubicBezTo>
                  <a:pt x="91" y="1"/>
                  <a:pt x="1" y="90"/>
                  <a:pt x="1" y="201"/>
                </a:cubicBezTo>
                <a:cubicBezTo>
                  <a:pt x="1" y="313"/>
                  <a:pt x="91" y="402"/>
                  <a:pt x="201" y="402"/>
                </a:cubicBezTo>
                <a:cubicBezTo>
                  <a:pt x="313" y="402"/>
                  <a:pt x="403" y="313"/>
                  <a:pt x="403" y="201"/>
                </a:cubicBezTo>
                <a:cubicBezTo>
                  <a:pt x="403" y="90"/>
                  <a:pt x="313" y="1"/>
                  <a:pt x="201" y="1"/>
                </a:cubicBezTo>
                <a:close/>
              </a:path>
            </a:pathLst>
          </a:custGeom>
          <a:solidFill>
            <a:srgbClr val="7D9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3" name="Google Shape;3093;p33"/>
          <p:cNvSpPr/>
          <p:nvPr/>
        </p:nvSpPr>
        <p:spPr>
          <a:xfrm>
            <a:off x="3505386" y="4170311"/>
            <a:ext cx="41256" cy="89142"/>
          </a:xfrm>
          <a:custGeom>
            <a:rect b="b" l="l" r="r" t="t"/>
            <a:pathLst>
              <a:path extrusionOk="0" h="780" w="361">
                <a:moveTo>
                  <a:pt x="180" y="0"/>
                </a:moveTo>
                <a:cubicBezTo>
                  <a:pt x="81" y="0"/>
                  <a:pt x="0" y="81"/>
                  <a:pt x="0" y="181"/>
                </a:cubicBezTo>
                <a:lnTo>
                  <a:pt x="0" y="780"/>
                </a:lnTo>
                <a:lnTo>
                  <a:pt x="360" y="780"/>
                </a:lnTo>
                <a:lnTo>
                  <a:pt x="360" y="181"/>
                </a:lnTo>
                <a:cubicBezTo>
                  <a:pt x="360" y="81"/>
                  <a:pt x="281" y="0"/>
                  <a:pt x="180" y="0"/>
                </a:cubicBezTo>
                <a:close/>
              </a:path>
            </a:pathLst>
          </a:custGeom>
          <a:solidFill>
            <a:srgbClr val="A6C9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4" name="Google Shape;3094;p33"/>
          <p:cNvSpPr/>
          <p:nvPr/>
        </p:nvSpPr>
        <p:spPr>
          <a:xfrm>
            <a:off x="3505500" y="4170197"/>
            <a:ext cx="21142" cy="89257"/>
          </a:xfrm>
          <a:custGeom>
            <a:rect b="b" l="l" r="r" t="t"/>
            <a:pathLst>
              <a:path extrusionOk="0" h="781" w="185">
                <a:moveTo>
                  <a:pt x="180" y="0"/>
                </a:moveTo>
                <a:cubicBezTo>
                  <a:pt x="81" y="0"/>
                  <a:pt x="0" y="82"/>
                  <a:pt x="0" y="182"/>
                </a:cubicBezTo>
                <a:lnTo>
                  <a:pt x="0" y="781"/>
                </a:lnTo>
                <a:lnTo>
                  <a:pt x="185" y="781"/>
                </a:lnTo>
                <a:lnTo>
                  <a:pt x="185" y="0"/>
                </a:lnTo>
                <a:close/>
              </a:path>
            </a:pathLst>
          </a:custGeom>
          <a:solidFill>
            <a:srgbClr val="C5D8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5" name="Google Shape;3095;p33"/>
          <p:cNvSpPr/>
          <p:nvPr/>
        </p:nvSpPr>
        <p:spPr>
          <a:xfrm>
            <a:off x="3502871" y="4257854"/>
            <a:ext cx="47542" cy="4229"/>
          </a:xfrm>
          <a:custGeom>
            <a:rect b="b" l="l" r="r" t="t"/>
            <a:pathLst>
              <a:path extrusionOk="0" h="37" w="416">
                <a:moveTo>
                  <a:pt x="18" y="0"/>
                </a:moveTo>
                <a:cubicBezTo>
                  <a:pt x="8" y="0"/>
                  <a:pt x="1" y="9"/>
                  <a:pt x="1" y="19"/>
                </a:cubicBezTo>
                <a:cubicBezTo>
                  <a:pt x="1" y="28"/>
                  <a:pt x="8" y="36"/>
                  <a:pt x="18" y="36"/>
                </a:cubicBezTo>
                <a:lnTo>
                  <a:pt x="397" y="36"/>
                </a:lnTo>
                <a:cubicBezTo>
                  <a:pt x="407" y="36"/>
                  <a:pt x="415" y="27"/>
                  <a:pt x="415" y="19"/>
                </a:cubicBezTo>
                <a:cubicBezTo>
                  <a:pt x="415" y="9"/>
                  <a:pt x="407" y="0"/>
                  <a:pt x="397" y="0"/>
                </a:cubicBezTo>
                <a:close/>
              </a:path>
            </a:pathLst>
          </a:cu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6" name="Google Shape;3096;p33"/>
          <p:cNvSpPr/>
          <p:nvPr/>
        </p:nvSpPr>
        <p:spPr>
          <a:xfrm>
            <a:off x="3502871" y="4257854"/>
            <a:ext cx="23771" cy="4229"/>
          </a:xfrm>
          <a:custGeom>
            <a:rect b="b" l="l" r="r" t="t"/>
            <a:pathLst>
              <a:path extrusionOk="0" h="37" w="208">
                <a:moveTo>
                  <a:pt x="18" y="0"/>
                </a:moveTo>
                <a:cubicBezTo>
                  <a:pt x="8" y="0"/>
                  <a:pt x="1" y="9"/>
                  <a:pt x="1" y="19"/>
                </a:cubicBezTo>
                <a:cubicBezTo>
                  <a:pt x="1" y="28"/>
                  <a:pt x="8" y="36"/>
                  <a:pt x="18" y="36"/>
                </a:cubicBezTo>
                <a:lnTo>
                  <a:pt x="208" y="36"/>
                </a:lnTo>
                <a:lnTo>
                  <a:pt x="2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7" name="Google Shape;3097;p33"/>
          <p:cNvSpPr/>
          <p:nvPr/>
        </p:nvSpPr>
        <p:spPr>
          <a:xfrm>
            <a:off x="3637271" y="4167683"/>
            <a:ext cx="46056" cy="45943"/>
          </a:xfrm>
          <a:custGeom>
            <a:rect b="b" l="l" r="r" t="t"/>
            <a:pathLst>
              <a:path extrusionOk="0" h="402" w="403">
                <a:moveTo>
                  <a:pt x="202" y="1"/>
                </a:moveTo>
                <a:cubicBezTo>
                  <a:pt x="91" y="1"/>
                  <a:pt x="0" y="90"/>
                  <a:pt x="0" y="201"/>
                </a:cubicBezTo>
                <a:cubicBezTo>
                  <a:pt x="0" y="313"/>
                  <a:pt x="91" y="402"/>
                  <a:pt x="202" y="402"/>
                </a:cubicBezTo>
                <a:cubicBezTo>
                  <a:pt x="314" y="402"/>
                  <a:pt x="403" y="313"/>
                  <a:pt x="403" y="201"/>
                </a:cubicBezTo>
                <a:cubicBezTo>
                  <a:pt x="403" y="90"/>
                  <a:pt x="314" y="1"/>
                  <a:pt x="202" y="1"/>
                </a:cubicBezTo>
                <a:close/>
              </a:path>
            </a:pathLst>
          </a:custGeom>
          <a:solidFill>
            <a:srgbClr val="7D9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8" name="Google Shape;3098;p33"/>
          <p:cNvSpPr/>
          <p:nvPr/>
        </p:nvSpPr>
        <p:spPr>
          <a:xfrm>
            <a:off x="3639442" y="4170311"/>
            <a:ext cx="41485" cy="89142"/>
          </a:xfrm>
          <a:custGeom>
            <a:rect b="b" l="l" r="r" t="t"/>
            <a:pathLst>
              <a:path extrusionOk="0" h="780" w="363">
                <a:moveTo>
                  <a:pt x="182" y="0"/>
                </a:moveTo>
                <a:cubicBezTo>
                  <a:pt x="82" y="0"/>
                  <a:pt x="1" y="81"/>
                  <a:pt x="1" y="181"/>
                </a:cubicBezTo>
                <a:lnTo>
                  <a:pt x="1" y="780"/>
                </a:lnTo>
                <a:lnTo>
                  <a:pt x="362" y="780"/>
                </a:lnTo>
                <a:lnTo>
                  <a:pt x="362" y="181"/>
                </a:lnTo>
                <a:cubicBezTo>
                  <a:pt x="362" y="81"/>
                  <a:pt x="281" y="0"/>
                  <a:pt x="182" y="0"/>
                </a:cubicBezTo>
                <a:close/>
              </a:path>
            </a:pathLst>
          </a:custGeom>
          <a:solidFill>
            <a:srgbClr val="A6C9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9" name="Google Shape;3099;p33"/>
          <p:cNvSpPr/>
          <p:nvPr/>
        </p:nvSpPr>
        <p:spPr>
          <a:xfrm>
            <a:off x="3639671" y="4170197"/>
            <a:ext cx="21142" cy="89257"/>
          </a:xfrm>
          <a:custGeom>
            <a:rect b="b" l="l" r="r" t="t"/>
            <a:pathLst>
              <a:path extrusionOk="0" h="781" w="185">
                <a:moveTo>
                  <a:pt x="181" y="0"/>
                </a:moveTo>
                <a:cubicBezTo>
                  <a:pt x="81" y="0"/>
                  <a:pt x="1" y="82"/>
                  <a:pt x="1" y="182"/>
                </a:cubicBezTo>
                <a:lnTo>
                  <a:pt x="1" y="781"/>
                </a:lnTo>
                <a:lnTo>
                  <a:pt x="184" y="781"/>
                </a:lnTo>
                <a:lnTo>
                  <a:pt x="184" y="0"/>
                </a:lnTo>
                <a:close/>
              </a:path>
            </a:pathLst>
          </a:custGeom>
          <a:solidFill>
            <a:srgbClr val="C5D8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0" name="Google Shape;3100;p33"/>
          <p:cNvSpPr/>
          <p:nvPr/>
        </p:nvSpPr>
        <p:spPr>
          <a:xfrm>
            <a:off x="3637042" y="4257854"/>
            <a:ext cx="47427" cy="4229"/>
          </a:xfrm>
          <a:custGeom>
            <a:rect b="b" l="l" r="r" t="t"/>
            <a:pathLst>
              <a:path extrusionOk="0" h="37" w="415">
                <a:moveTo>
                  <a:pt x="19" y="0"/>
                </a:moveTo>
                <a:cubicBezTo>
                  <a:pt x="9" y="0"/>
                  <a:pt x="0" y="9"/>
                  <a:pt x="0" y="19"/>
                </a:cubicBezTo>
                <a:cubicBezTo>
                  <a:pt x="0" y="28"/>
                  <a:pt x="9" y="36"/>
                  <a:pt x="19" y="36"/>
                </a:cubicBezTo>
                <a:lnTo>
                  <a:pt x="397" y="36"/>
                </a:lnTo>
                <a:cubicBezTo>
                  <a:pt x="408" y="36"/>
                  <a:pt x="415" y="27"/>
                  <a:pt x="415" y="19"/>
                </a:cubicBezTo>
                <a:cubicBezTo>
                  <a:pt x="415" y="9"/>
                  <a:pt x="408" y="0"/>
                  <a:pt x="397" y="0"/>
                </a:cubicBezTo>
                <a:close/>
              </a:path>
            </a:pathLst>
          </a:cu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1" name="Google Shape;3101;p33"/>
          <p:cNvSpPr/>
          <p:nvPr/>
        </p:nvSpPr>
        <p:spPr>
          <a:xfrm>
            <a:off x="3637042" y="4257854"/>
            <a:ext cx="23771" cy="4229"/>
          </a:xfrm>
          <a:custGeom>
            <a:rect b="b" l="l" r="r" t="t"/>
            <a:pathLst>
              <a:path extrusionOk="0" h="37" w="208">
                <a:moveTo>
                  <a:pt x="19" y="0"/>
                </a:moveTo>
                <a:cubicBezTo>
                  <a:pt x="9" y="0"/>
                  <a:pt x="0" y="9"/>
                  <a:pt x="0" y="19"/>
                </a:cubicBezTo>
                <a:cubicBezTo>
                  <a:pt x="0" y="28"/>
                  <a:pt x="9" y="36"/>
                  <a:pt x="19" y="36"/>
                </a:cubicBezTo>
                <a:lnTo>
                  <a:pt x="207" y="36"/>
                </a:lnTo>
                <a:lnTo>
                  <a:pt x="20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2" name="Google Shape;3102;p33"/>
          <p:cNvSpPr/>
          <p:nvPr/>
        </p:nvSpPr>
        <p:spPr>
          <a:xfrm>
            <a:off x="3771556" y="4167683"/>
            <a:ext cx="46056" cy="45943"/>
          </a:xfrm>
          <a:custGeom>
            <a:rect b="b" l="l" r="r" t="t"/>
            <a:pathLst>
              <a:path extrusionOk="0" h="402" w="403">
                <a:moveTo>
                  <a:pt x="201" y="1"/>
                </a:moveTo>
                <a:cubicBezTo>
                  <a:pt x="89" y="1"/>
                  <a:pt x="0" y="90"/>
                  <a:pt x="0" y="201"/>
                </a:cubicBezTo>
                <a:cubicBezTo>
                  <a:pt x="0" y="313"/>
                  <a:pt x="89" y="402"/>
                  <a:pt x="201" y="402"/>
                </a:cubicBezTo>
                <a:cubicBezTo>
                  <a:pt x="312" y="402"/>
                  <a:pt x="402" y="313"/>
                  <a:pt x="402" y="201"/>
                </a:cubicBezTo>
                <a:cubicBezTo>
                  <a:pt x="402" y="90"/>
                  <a:pt x="312" y="1"/>
                  <a:pt x="201" y="1"/>
                </a:cubicBezTo>
                <a:close/>
              </a:path>
            </a:pathLst>
          </a:custGeom>
          <a:solidFill>
            <a:srgbClr val="7D9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3" name="Google Shape;3103;p33"/>
          <p:cNvSpPr/>
          <p:nvPr/>
        </p:nvSpPr>
        <p:spPr>
          <a:xfrm>
            <a:off x="3773727" y="4170311"/>
            <a:ext cx="41256" cy="89142"/>
          </a:xfrm>
          <a:custGeom>
            <a:rect b="b" l="l" r="r" t="t"/>
            <a:pathLst>
              <a:path extrusionOk="0" h="780" w="361">
                <a:moveTo>
                  <a:pt x="181" y="0"/>
                </a:moveTo>
                <a:cubicBezTo>
                  <a:pt x="81" y="0"/>
                  <a:pt x="1" y="81"/>
                  <a:pt x="1" y="181"/>
                </a:cubicBezTo>
                <a:lnTo>
                  <a:pt x="1" y="780"/>
                </a:lnTo>
                <a:lnTo>
                  <a:pt x="361" y="780"/>
                </a:lnTo>
                <a:lnTo>
                  <a:pt x="361" y="181"/>
                </a:lnTo>
                <a:cubicBezTo>
                  <a:pt x="361" y="81"/>
                  <a:pt x="281" y="0"/>
                  <a:pt x="181" y="0"/>
                </a:cubicBezTo>
                <a:close/>
              </a:path>
            </a:pathLst>
          </a:custGeom>
          <a:solidFill>
            <a:srgbClr val="A6C9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4" name="Google Shape;3104;p33"/>
          <p:cNvSpPr/>
          <p:nvPr/>
        </p:nvSpPr>
        <p:spPr>
          <a:xfrm>
            <a:off x="3773842" y="4170197"/>
            <a:ext cx="21142" cy="89257"/>
          </a:xfrm>
          <a:custGeom>
            <a:rect b="b" l="l" r="r" t="t"/>
            <a:pathLst>
              <a:path extrusionOk="0" h="781" w="185">
                <a:moveTo>
                  <a:pt x="181" y="0"/>
                </a:moveTo>
                <a:cubicBezTo>
                  <a:pt x="81" y="0"/>
                  <a:pt x="1" y="82"/>
                  <a:pt x="1" y="182"/>
                </a:cubicBezTo>
                <a:lnTo>
                  <a:pt x="1" y="781"/>
                </a:lnTo>
                <a:lnTo>
                  <a:pt x="185" y="781"/>
                </a:lnTo>
                <a:lnTo>
                  <a:pt x="185" y="0"/>
                </a:lnTo>
                <a:close/>
              </a:path>
            </a:pathLst>
          </a:custGeom>
          <a:solidFill>
            <a:srgbClr val="C5D8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5" name="Google Shape;3105;p33"/>
          <p:cNvSpPr/>
          <p:nvPr/>
        </p:nvSpPr>
        <p:spPr>
          <a:xfrm>
            <a:off x="3771327" y="4257854"/>
            <a:ext cx="47313" cy="4229"/>
          </a:xfrm>
          <a:custGeom>
            <a:rect b="b" l="l" r="r" t="t"/>
            <a:pathLst>
              <a:path extrusionOk="0" h="37" w="414">
                <a:moveTo>
                  <a:pt x="17" y="0"/>
                </a:moveTo>
                <a:cubicBezTo>
                  <a:pt x="7" y="0"/>
                  <a:pt x="0" y="9"/>
                  <a:pt x="0" y="19"/>
                </a:cubicBezTo>
                <a:cubicBezTo>
                  <a:pt x="0" y="28"/>
                  <a:pt x="7" y="36"/>
                  <a:pt x="17" y="36"/>
                </a:cubicBezTo>
                <a:lnTo>
                  <a:pt x="396" y="36"/>
                </a:lnTo>
                <a:cubicBezTo>
                  <a:pt x="405" y="36"/>
                  <a:pt x="413" y="27"/>
                  <a:pt x="413" y="19"/>
                </a:cubicBezTo>
                <a:cubicBezTo>
                  <a:pt x="413" y="9"/>
                  <a:pt x="406" y="0"/>
                  <a:pt x="396" y="0"/>
                </a:cubicBezTo>
                <a:close/>
              </a:path>
            </a:pathLst>
          </a:cu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6" name="Google Shape;3106;p33"/>
          <p:cNvSpPr/>
          <p:nvPr/>
        </p:nvSpPr>
        <p:spPr>
          <a:xfrm>
            <a:off x="3771327" y="4257854"/>
            <a:ext cx="23656" cy="4229"/>
          </a:xfrm>
          <a:custGeom>
            <a:rect b="b" l="l" r="r" t="t"/>
            <a:pathLst>
              <a:path extrusionOk="0" h="37" w="207">
                <a:moveTo>
                  <a:pt x="17" y="0"/>
                </a:moveTo>
                <a:cubicBezTo>
                  <a:pt x="7" y="0"/>
                  <a:pt x="0" y="9"/>
                  <a:pt x="0" y="19"/>
                </a:cubicBezTo>
                <a:cubicBezTo>
                  <a:pt x="0" y="28"/>
                  <a:pt x="7" y="36"/>
                  <a:pt x="17" y="36"/>
                </a:cubicBezTo>
                <a:lnTo>
                  <a:pt x="207" y="36"/>
                </a:lnTo>
                <a:lnTo>
                  <a:pt x="20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7" name="Google Shape;3107;p33"/>
          <p:cNvSpPr/>
          <p:nvPr/>
        </p:nvSpPr>
        <p:spPr>
          <a:xfrm>
            <a:off x="3569842" y="3984369"/>
            <a:ext cx="184338" cy="171428"/>
          </a:xfrm>
          <a:custGeom>
            <a:rect b="b" l="l" r="r" t="t"/>
            <a:pathLst>
              <a:path extrusionOk="0" h="1500" w="1613">
                <a:moveTo>
                  <a:pt x="807" y="1"/>
                </a:moveTo>
                <a:cubicBezTo>
                  <a:pt x="445" y="1"/>
                  <a:pt x="127" y="262"/>
                  <a:pt x="67" y="630"/>
                </a:cubicBezTo>
                <a:cubicBezTo>
                  <a:pt x="0" y="1039"/>
                  <a:pt x="278" y="1424"/>
                  <a:pt x="687" y="1490"/>
                </a:cubicBezTo>
                <a:cubicBezTo>
                  <a:pt x="727" y="1497"/>
                  <a:pt x="768" y="1500"/>
                  <a:pt x="808" y="1500"/>
                </a:cubicBezTo>
                <a:cubicBezTo>
                  <a:pt x="1169" y="1500"/>
                  <a:pt x="1486" y="1238"/>
                  <a:pt x="1546" y="871"/>
                </a:cubicBezTo>
                <a:cubicBezTo>
                  <a:pt x="1613" y="462"/>
                  <a:pt x="1335" y="77"/>
                  <a:pt x="927" y="10"/>
                </a:cubicBezTo>
                <a:cubicBezTo>
                  <a:pt x="887" y="4"/>
                  <a:pt x="847" y="1"/>
                  <a:pt x="807" y="1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8" name="Google Shape;3108;p33"/>
          <p:cNvSpPr/>
          <p:nvPr/>
        </p:nvSpPr>
        <p:spPr>
          <a:xfrm>
            <a:off x="3575900" y="3984255"/>
            <a:ext cx="85826" cy="171428"/>
          </a:xfrm>
          <a:custGeom>
            <a:rect b="b" l="l" r="r" t="t"/>
            <a:pathLst>
              <a:path extrusionOk="0" h="1500" w="751">
                <a:moveTo>
                  <a:pt x="750" y="0"/>
                </a:moveTo>
                <a:cubicBezTo>
                  <a:pt x="337" y="0"/>
                  <a:pt x="2" y="337"/>
                  <a:pt x="0" y="750"/>
                </a:cubicBezTo>
                <a:cubicBezTo>
                  <a:pt x="0" y="1165"/>
                  <a:pt x="337" y="1499"/>
                  <a:pt x="750" y="1499"/>
                </a:cubicBezTo>
                <a:lnTo>
                  <a:pt x="7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9" name="Google Shape;3109;p33"/>
          <p:cNvSpPr/>
          <p:nvPr/>
        </p:nvSpPr>
        <p:spPr>
          <a:xfrm>
            <a:off x="3605042" y="4059797"/>
            <a:ext cx="105826" cy="62971"/>
          </a:xfrm>
          <a:custGeom>
            <a:rect b="b" l="l" r="r" t="t"/>
            <a:pathLst>
              <a:path extrusionOk="0" h="551" w="926">
                <a:moveTo>
                  <a:pt x="95" y="0"/>
                </a:moveTo>
                <a:lnTo>
                  <a:pt x="0" y="90"/>
                </a:lnTo>
                <a:lnTo>
                  <a:pt x="36" y="90"/>
                </a:lnTo>
                <a:cubicBezTo>
                  <a:pt x="36" y="345"/>
                  <a:pt x="243" y="551"/>
                  <a:pt x="496" y="551"/>
                </a:cubicBezTo>
                <a:cubicBezTo>
                  <a:pt x="692" y="551"/>
                  <a:pt x="859" y="429"/>
                  <a:pt x="925" y="258"/>
                </a:cubicBezTo>
                <a:lnTo>
                  <a:pt x="797" y="258"/>
                </a:lnTo>
                <a:cubicBezTo>
                  <a:pt x="737" y="362"/>
                  <a:pt x="624" y="434"/>
                  <a:pt x="495" y="434"/>
                </a:cubicBezTo>
                <a:cubicBezTo>
                  <a:pt x="305" y="434"/>
                  <a:pt x="151" y="280"/>
                  <a:pt x="151" y="90"/>
                </a:cubicBezTo>
                <a:lnTo>
                  <a:pt x="189" y="90"/>
                </a:lnTo>
                <a:lnTo>
                  <a:pt x="95" y="0"/>
                </a:lnTo>
                <a:close/>
              </a:path>
            </a:pathLst>
          </a:custGeom>
          <a:solidFill>
            <a:srgbClr val="8BA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0" name="Google Shape;3110;p33"/>
          <p:cNvSpPr/>
          <p:nvPr/>
        </p:nvSpPr>
        <p:spPr>
          <a:xfrm>
            <a:off x="3612471" y="4017283"/>
            <a:ext cx="106054" cy="62971"/>
          </a:xfrm>
          <a:custGeom>
            <a:rect b="b" l="l" r="r" t="t"/>
            <a:pathLst>
              <a:path extrusionOk="0" h="551" w="928">
                <a:moveTo>
                  <a:pt x="429" y="1"/>
                </a:moveTo>
                <a:cubicBezTo>
                  <a:pt x="234" y="1"/>
                  <a:pt x="67" y="121"/>
                  <a:pt x="1" y="293"/>
                </a:cubicBezTo>
                <a:lnTo>
                  <a:pt x="128" y="293"/>
                </a:lnTo>
                <a:cubicBezTo>
                  <a:pt x="188" y="188"/>
                  <a:pt x="301" y="116"/>
                  <a:pt x="430" y="116"/>
                </a:cubicBezTo>
                <a:cubicBezTo>
                  <a:pt x="621" y="116"/>
                  <a:pt x="774" y="270"/>
                  <a:pt x="774" y="461"/>
                </a:cubicBezTo>
                <a:lnTo>
                  <a:pt x="738" y="461"/>
                </a:lnTo>
                <a:lnTo>
                  <a:pt x="833" y="550"/>
                </a:lnTo>
                <a:lnTo>
                  <a:pt x="928" y="461"/>
                </a:lnTo>
                <a:lnTo>
                  <a:pt x="890" y="461"/>
                </a:lnTo>
                <a:cubicBezTo>
                  <a:pt x="890" y="206"/>
                  <a:pt x="683" y="1"/>
                  <a:pt x="429" y="1"/>
                </a:cubicBezTo>
                <a:close/>
              </a:path>
            </a:pathLst>
          </a:custGeom>
          <a:solidFill>
            <a:srgbClr val="8BA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1" name="Google Shape;3111;p33"/>
          <p:cNvSpPr/>
          <p:nvPr/>
        </p:nvSpPr>
        <p:spPr>
          <a:xfrm>
            <a:off x="3604814" y="4059797"/>
            <a:ext cx="56913" cy="62971"/>
          </a:xfrm>
          <a:custGeom>
            <a:rect b="b" l="l" r="r" t="t"/>
            <a:pathLst>
              <a:path extrusionOk="0" h="551" w="498">
                <a:moveTo>
                  <a:pt x="94" y="0"/>
                </a:moveTo>
                <a:lnTo>
                  <a:pt x="0" y="90"/>
                </a:lnTo>
                <a:lnTo>
                  <a:pt x="36" y="90"/>
                </a:lnTo>
                <a:cubicBezTo>
                  <a:pt x="36" y="345"/>
                  <a:pt x="241" y="551"/>
                  <a:pt x="496" y="551"/>
                </a:cubicBezTo>
                <a:lnTo>
                  <a:pt x="497" y="551"/>
                </a:lnTo>
                <a:lnTo>
                  <a:pt x="497" y="434"/>
                </a:lnTo>
                <a:cubicBezTo>
                  <a:pt x="307" y="434"/>
                  <a:pt x="152" y="280"/>
                  <a:pt x="152" y="90"/>
                </a:cubicBezTo>
                <a:lnTo>
                  <a:pt x="190" y="90"/>
                </a:lnTo>
                <a:lnTo>
                  <a:pt x="9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2" name="Google Shape;3112;p33"/>
          <p:cNvSpPr/>
          <p:nvPr/>
        </p:nvSpPr>
        <p:spPr>
          <a:xfrm>
            <a:off x="3612357" y="4017398"/>
            <a:ext cx="49370" cy="33600"/>
          </a:xfrm>
          <a:custGeom>
            <a:rect b="b" l="l" r="r" t="t"/>
            <a:pathLst>
              <a:path extrusionOk="0" h="294" w="432">
                <a:moveTo>
                  <a:pt x="431" y="1"/>
                </a:moveTo>
                <a:cubicBezTo>
                  <a:pt x="236" y="1"/>
                  <a:pt x="68" y="123"/>
                  <a:pt x="1" y="293"/>
                </a:cubicBezTo>
                <a:lnTo>
                  <a:pt x="128" y="293"/>
                </a:lnTo>
                <a:cubicBezTo>
                  <a:pt x="189" y="189"/>
                  <a:pt x="300" y="117"/>
                  <a:pt x="430" y="117"/>
                </a:cubicBezTo>
                <a:lnTo>
                  <a:pt x="431" y="117"/>
                </a:lnTo>
                <a:lnTo>
                  <a:pt x="43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3" name="Google Shape;3113;p33"/>
          <p:cNvSpPr/>
          <p:nvPr/>
        </p:nvSpPr>
        <p:spPr>
          <a:xfrm>
            <a:off x="3835898" y="4140940"/>
            <a:ext cx="262964" cy="108914"/>
          </a:xfrm>
          <a:custGeom>
            <a:rect b="b" l="l" r="r" t="t"/>
            <a:pathLst>
              <a:path extrusionOk="0" h="953" w="2301">
                <a:moveTo>
                  <a:pt x="1203" y="0"/>
                </a:moveTo>
                <a:cubicBezTo>
                  <a:pt x="930" y="0"/>
                  <a:pt x="701" y="189"/>
                  <a:pt x="637" y="441"/>
                </a:cubicBezTo>
                <a:cubicBezTo>
                  <a:pt x="579" y="414"/>
                  <a:pt x="513" y="398"/>
                  <a:pt x="446" y="398"/>
                </a:cubicBezTo>
                <a:cubicBezTo>
                  <a:pt x="282" y="398"/>
                  <a:pt x="138" y="487"/>
                  <a:pt x="61" y="620"/>
                </a:cubicBezTo>
                <a:cubicBezTo>
                  <a:pt x="23" y="686"/>
                  <a:pt x="1" y="763"/>
                  <a:pt x="1" y="843"/>
                </a:cubicBezTo>
                <a:cubicBezTo>
                  <a:pt x="1" y="880"/>
                  <a:pt x="6" y="917"/>
                  <a:pt x="15" y="953"/>
                </a:cubicBezTo>
                <a:lnTo>
                  <a:pt x="2287" y="953"/>
                </a:lnTo>
                <a:cubicBezTo>
                  <a:pt x="2296" y="919"/>
                  <a:pt x="2301" y="881"/>
                  <a:pt x="2301" y="843"/>
                </a:cubicBezTo>
                <a:cubicBezTo>
                  <a:pt x="2301" y="598"/>
                  <a:pt x="2101" y="398"/>
                  <a:pt x="1854" y="398"/>
                </a:cubicBezTo>
                <a:cubicBezTo>
                  <a:pt x="1822" y="398"/>
                  <a:pt x="1791" y="402"/>
                  <a:pt x="1761" y="409"/>
                </a:cubicBezTo>
                <a:cubicBezTo>
                  <a:pt x="1733" y="317"/>
                  <a:pt x="1682" y="236"/>
                  <a:pt x="1615" y="170"/>
                </a:cubicBezTo>
                <a:cubicBezTo>
                  <a:pt x="1510" y="66"/>
                  <a:pt x="1365" y="0"/>
                  <a:pt x="12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4" name="Google Shape;3114;p33"/>
          <p:cNvSpPr/>
          <p:nvPr/>
        </p:nvSpPr>
        <p:spPr>
          <a:xfrm>
            <a:off x="3967212" y="4163226"/>
            <a:ext cx="209137" cy="86742"/>
          </a:xfrm>
          <a:custGeom>
            <a:rect b="b" l="l" r="r" t="t"/>
            <a:pathLst>
              <a:path extrusionOk="0" h="759" w="1830">
                <a:moveTo>
                  <a:pt x="957" y="1"/>
                </a:moveTo>
                <a:cubicBezTo>
                  <a:pt x="739" y="1"/>
                  <a:pt x="558" y="151"/>
                  <a:pt x="506" y="352"/>
                </a:cubicBezTo>
                <a:cubicBezTo>
                  <a:pt x="460" y="330"/>
                  <a:pt x="409" y="317"/>
                  <a:pt x="355" y="317"/>
                </a:cubicBezTo>
                <a:cubicBezTo>
                  <a:pt x="223" y="317"/>
                  <a:pt x="109" y="388"/>
                  <a:pt x="48" y="495"/>
                </a:cubicBezTo>
                <a:cubicBezTo>
                  <a:pt x="18" y="546"/>
                  <a:pt x="1" y="607"/>
                  <a:pt x="1" y="671"/>
                </a:cubicBezTo>
                <a:cubicBezTo>
                  <a:pt x="1" y="702"/>
                  <a:pt x="4" y="731"/>
                  <a:pt x="12" y="759"/>
                </a:cubicBezTo>
                <a:lnTo>
                  <a:pt x="1818" y="759"/>
                </a:lnTo>
                <a:cubicBezTo>
                  <a:pt x="1826" y="731"/>
                  <a:pt x="1829" y="702"/>
                  <a:pt x="1829" y="671"/>
                </a:cubicBezTo>
                <a:cubicBezTo>
                  <a:pt x="1829" y="476"/>
                  <a:pt x="1672" y="318"/>
                  <a:pt x="1476" y="318"/>
                </a:cubicBezTo>
                <a:cubicBezTo>
                  <a:pt x="1476" y="318"/>
                  <a:pt x="1475" y="318"/>
                  <a:pt x="1474" y="318"/>
                </a:cubicBezTo>
                <a:cubicBezTo>
                  <a:pt x="1449" y="318"/>
                  <a:pt x="1424" y="321"/>
                  <a:pt x="1400" y="326"/>
                </a:cubicBezTo>
                <a:cubicBezTo>
                  <a:pt x="1377" y="253"/>
                  <a:pt x="1336" y="189"/>
                  <a:pt x="1284" y="137"/>
                </a:cubicBezTo>
                <a:cubicBezTo>
                  <a:pt x="1200" y="52"/>
                  <a:pt x="1084" y="1"/>
                  <a:pt x="95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5" name="Google Shape;3115;p33"/>
          <p:cNvSpPr/>
          <p:nvPr/>
        </p:nvSpPr>
        <p:spPr>
          <a:xfrm>
            <a:off x="4724809" y="4159683"/>
            <a:ext cx="220108" cy="91428"/>
          </a:xfrm>
          <a:custGeom>
            <a:rect b="b" l="l" r="r" t="t"/>
            <a:pathLst>
              <a:path extrusionOk="0" h="800" w="1926">
                <a:moveTo>
                  <a:pt x="1007" y="1"/>
                </a:moveTo>
                <a:cubicBezTo>
                  <a:pt x="779" y="1"/>
                  <a:pt x="586" y="159"/>
                  <a:pt x="533" y="371"/>
                </a:cubicBezTo>
                <a:cubicBezTo>
                  <a:pt x="484" y="348"/>
                  <a:pt x="431" y="336"/>
                  <a:pt x="373" y="336"/>
                </a:cubicBezTo>
                <a:cubicBezTo>
                  <a:pt x="234" y="336"/>
                  <a:pt x="115" y="410"/>
                  <a:pt x="50" y="522"/>
                </a:cubicBezTo>
                <a:cubicBezTo>
                  <a:pt x="19" y="576"/>
                  <a:pt x="0" y="639"/>
                  <a:pt x="0" y="707"/>
                </a:cubicBezTo>
                <a:cubicBezTo>
                  <a:pt x="0" y="740"/>
                  <a:pt x="5" y="770"/>
                  <a:pt x="13" y="799"/>
                </a:cubicBezTo>
                <a:lnTo>
                  <a:pt x="1914" y="799"/>
                </a:lnTo>
                <a:cubicBezTo>
                  <a:pt x="1921" y="770"/>
                  <a:pt x="1926" y="740"/>
                  <a:pt x="1926" y="707"/>
                </a:cubicBezTo>
                <a:cubicBezTo>
                  <a:pt x="1926" y="501"/>
                  <a:pt x="1759" y="334"/>
                  <a:pt x="1553" y="334"/>
                </a:cubicBezTo>
                <a:cubicBezTo>
                  <a:pt x="1527" y="334"/>
                  <a:pt x="1501" y="338"/>
                  <a:pt x="1476" y="343"/>
                </a:cubicBezTo>
                <a:cubicBezTo>
                  <a:pt x="1451" y="266"/>
                  <a:pt x="1407" y="198"/>
                  <a:pt x="1353" y="143"/>
                </a:cubicBezTo>
                <a:cubicBezTo>
                  <a:pt x="1265" y="55"/>
                  <a:pt x="1142" y="1"/>
                  <a:pt x="100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6" name="Google Shape;3116;p33"/>
          <p:cNvSpPr/>
          <p:nvPr/>
        </p:nvSpPr>
        <p:spPr>
          <a:xfrm>
            <a:off x="4834865" y="4178426"/>
            <a:ext cx="174967" cy="72685"/>
          </a:xfrm>
          <a:custGeom>
            <a:rect b="b" l="l" r="r" t="t"/>
            <a:pathLst>
              <a:path extrusionOk="0" h="636" w="1531">
                <a:moveTo>
                  <a:pt x="801" y="1"/>
                </a:moveTo>
                <a:cubicBezTo>
                  <a:pt x="620" y="1"/>
                  <a:pt x="466" y="126"/>
                  <a:pt x="425" y="294"/>
                </a:cubicBezTo>
                <a:cubicBezTo>
                  <a:pt x="386" y="276"/>
                  <a:pt x="344" y="266"/>
                  <a:pt x="298" y="266"/>
                </a:cubicBezTo>
                <a:cubicBezTo>
                  <a:pt x="187" y="266"/>
                  <a:pt x="92" y="326"/>
                  <a:pt x="41" y="414"/>
                </a:cubicBezTo>
                <a:cubicBezTo>
                  <a:pt x="15" y="458"/>
                  <a:pt x="1" y="509"/>
                  <a:pt x="1" y="562"/>
                </a:cubicBezTo>
                <a:cubicBezTo>
                  <a:pt x="1" y="587"/>
                  <a:pt x="5" y="613"/>
                  <a:pt x="11" y="635"/>
                </a:cubicBezTo>
                <a:lnTo>
                  <a:pt x="1521" y="635"/>
                </a:lnTo>
                <a:cubicBezTo>
                  <a:pt x="1527" y="613"/>
                  <a:pt x="1531" y="588"/>
                  <a:pt x="1531" y="562"/>
                </a:cubicBezTo>
                <a:cubicBezTo>
                  <a:pt x="1531" y="399"/>
                  <a:pt x="1398" y="266"/>
                  <a:pt x="1235" y="266"/>
                </a:cubicBezTo>
                <a:cubicBezTo>
                  <a:pt x="1213" y="266"/>
                  <a:pt x="1193" y="269"/>
                  <a:pt x="1172" y="272"/>
                </a:cubicBezTo>
                <a:cubicBezTo>
                  <a:pt x="1153" y="210"/>
                  <a:pt x="1118" y="157"/>
                  <a:pt x="1075" y="113"/>
                </a:cubicBezTo>
                <a:cubicBezTo>
                  <a:pt x="1006" y="45"/>
                  <a:pt x="909" y="1"/>
                  <a:pt x="80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7" name="Google Shape;3117;p33"/>
          <p:cNvSpPr/>
          <p:nvPr/>
        </p:nvSpPr>
        <p:spPr>
          <a:xfrm>
            <a:off x="5291092" y="3479456"/>
            <a:ext cx="5486" cy="229"/>
          </a:xfrm>
          <a:custGeom>
            <a:rect b="b" l="l" r="r" t="t"/>
            <a:pathLst>
              <a:path extrusionOk="0" h="2" w="48">
                <a:moveTo>
                  <a:pt x="26" y="0"/>
                </a:moveTo>
                <a:cubicBezTo>
                  <a:pt x="17" y="0"/>
                  <a:pt x="8" y="0"/>
                  <a:pt x="0" y="1"/>
                </a:cubicBezTo>
                <a:lnTo>
                  <a:pt x="47" y="1"/>
                </a:lnTo>
                <a:cubicBezTo>
                  <a:pt x="41" y="0"/>
                  <a:pt x="34" y="0"/>
                  <a:pt x="26" y="0"/>
                </a:cubicBezTo>
                <a:close/>
              </a:path>
            </a:pathLst>
          </a:custGeom>
          <a:solidFill>
            <a:srgbClr val="4C9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8" name="Google Shape;3118;p33"/>
          <p:cNvSpPr/>
          <p:nvPr/>
        </p:nvSpPr>
        <p:spPr>
          <a:xfrm>
            <a:off x="6418566" y="4397361"/>
            <a:ext cx="12730" cy="40219"/>
          </a:xfrm>
          <a:custGeom>
            <a:rect b="b" l="l" r="r" t="t"/>
            <a:pathLst>
              <a:path extrusionOk="0" h="357" w="113">
                <a:moveTo>
                  <a:pt x="1" y="0"/>
                </a:moveTo>
                <a:lnTo>
                  <a:pt x="112" y="356"/>
                </a:lnTo>
                <a:cubicBezTo>
                  <a:pt x="86" y="235"/>
                  <a:pt x="48" y="116"/>
                  <a:pt x="1" y="0"/>
                </a:cubicBezTo>
                <a:close/>
              </a:path>
            </a:pathLst>
          </a:custGeom>
          <a:solidFill>
            <a:srgbClr val="DFE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9" name="Google Shape;3119;p33"/>
          <p:cNvSpPr/>
          <p:nvPr/>
        </p:nvSpPr>
        <p:spPr>
          <a:xfrm>
            <a:off x="5053036" y="3828827"/>
            <a:ext cx="1414932" cy="823881"/>
          </a:xfrm>
          <a:custGeom>
            <a:rect b="b" l="l" r="r" t="t"/>
            <a:pathLst>
              <a:path extrusionOk="0" h="7209" w="12381">
                <a:moveTo>
                  <a:pt x="1756" y="0"/>
                </a:moveTo>
                <a:cubicBezTo>
                  <a:pt x="923" y="0"/>
                  <a:pt x="248" y="676"/>
                  <a:pt x="248" y="1509"/>
                </a:cubicBezTo>
                <a:lnTo>
                  <a:pt x="248" y="5858"/>
                </a:lnTo>
                <a:lnTo>
                  <a:pt x="49" y="6532"/>
                </a:lnTo>
                <a:lnTo>
                  <a:pt x="0" y="6531"/>
                </a:lnTo>
                <a:lnTo>
                  <a:pt x="0" y="7120"/>
                </a:lnTo>
                <a:cubicBezTo>
                  <a:pt x="0" y="7126"/>
                  <a:pt x="1" y="7131"/>
                  <a:pt x="2" y="7137"/>
                </a:cubicBezTo>
                <a:lnTo>
                  <a:pt x="6" y="7152"/>
                </a:lnTo>
                <a:lnTo>
                  <a:pt x="7" y="7155"/>
                </a:lnTo>
                <a:lnTo>
                  <a:pt x="16" y="7170"/>
                </a:lnTo>
                <a:lnTo>
                  <a:pt x="17" y="7171"/>
                </a:lnTo>
                <a:cubicBezTo>
                  <a:pt x="21" y="7176"/>
                  <a:pt x="23" y="7180"/>
                  <a:pt x="27" y="7182"/>
                </a:cubicBezTo>
                <a:cubicBezTo>
                  <a:pt x="31" y="7186"/>
                  <a:pt x="33" y="7190"/>
                  <a:pt x="38" y="7192"/>
                </a:cubicBezTo>
                <a:cubicBezTo>
                  <a:pt x="43" y="7196"/>
                  <a:pt x="49" y="7201"/>
                  <a:pt x="56" y="7203"/>
                </a:cubicBezTo>
                <a:cubicBezTo>
                  <a:pt x="67" y="7207"/>
                  <a:pt x="78" y="7209"/>
                  <a:pt x="89" y="7209"/>
                </a:cubicBezTo>
                <a:lnTo>
                  <a:pt x="12319" y="7209"/>
                </a:lnTo>
                <a:cubicBezTo>
                  <a:pt x="12354" y="7209"/>
                  <a:pt x="12381" y="7181"/>
                  <a:pt x="12381" y="7147"/>
                </a:cubicBezTo>
                <a:lnTo>
                  <a:pt x="12381" y="6486"/>
                </a:lnTo>
                <a:cubicBezTo>
                  <a:pt x="12381" y="6410"/>
                  <a:pt x="12350" y="6342"/>
                  <a:pt x="12300" y="6292"/>
                </a:cubicBezTo>
                <a:cubicBezTo>
                  <a:pt x="12250" y="6242"/>
                  <a:pt x="12181" y="6211"/>
                  <a:pt x="12106" y="6211"/>
                </a:cubicBezTo>
                <a:cubicBezTo>
                  <a:pt x="12106" y="6053"/>
                  <a:pt x="12088" y="5894"/>
                  <a:pt x="12054" y="5743"/>
                </a:cubicBezTo>
                <a:cubicBezTo>
                  <a:pt x="12054" y="5740"/>
                  <a:pt x="12053" y="5739"/>
                  <a:pt x="12053" y="5738"/>
                </a:cubicBezTo>
                <a:cubicBezTo>
                  <a:pt x="12026" y="5617"/>
                  <a:pt x="11988" y="5498"/>
                  <a:pt x="11942" y="5382"/>
                </a:cubicBezTo>
                <a:lnTo>
                  <a:pt x="11941" y="5382"/>
                </a:lnTo>
                <a:cubicBezTo>
                  <a:pt x="11931" y="5355"/>
                  <a:pt x="11917" y="5328"/>
                  <a:pt x="11906" y="5300"/>
                </a:cubicBezTo>
                <a:lnTo>
                  <a:pt x="11906" y="5299"/>
                </a:lnTo>
                <a:cubicBezTo>
                  <a:pt x="11867" y="5217"/>
                  <a:pt x="11728" y="5026"/>
                  <a:pt x="11475" y="4766"/>
                </a:cubicBezTo>
                <a:cubicBezTo>
                  <a:pt x="11138" y="4421"/>
                  <a:pt x="10595" y="3955"/>
                  <a:pt x="9819" y="3467"/>
                </a:cubicBezTo>
                <a:cubicBezTo>
                  <a:pt x="9702" y="3394"/>
                  <a:pt x="6618" y="502"/>
                  <a:pt x="6618" y="502"/>
                </a:cubicBezTo>
                <a:cubicBezTo>
                  <a:pt x="6586" y="458"/>
                  <a:pt x="6153" y="0"/>
                  <a:pt x="5578" y="0"/>
                </a:cubicBezTo>
                <a:close/>
              </a:path>
            </a:pathLst>
          </a:custGeom>
          <a:solidFill>
            <a:srgbClr val="DFE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0" name="Google Shape;3120;p33"/>
          <p:cNvSpPr/>
          <p:nvPr/>
        </p:nvSpPr>
        <p:spPr>
          <a:xfrm>
            <a:off x="5108236" y="4215568"/>
            <a:ext cx="98283" cy="98285"/>
          </a:xfrm>
          <a:custGeom>
            <a:rect b="b" l="l" r="r" t="t"/>
            <a:pathLst>
              <a:path extrusionOk="0" h="860" w="860">
                <a:moveTo>
                  <a:pt x="430" y="0"/>
                </a:moveTo>
                <a:cubicBezTo>
                  <a:pt x="194" y="0"/>
                  <a:pt x="0" y="192"/>
                  <a:pt x="0" y="430"/>
                </a:cubicBezTo>
                <a:cubicBezTo>
                  <a:pt x="0" y="667"/>
                  <a:pt x="192" y="860"/>
                  <a:pt x="430" y="860"/>
                </a:cubicBezTo>
                <a:cubicBezTo>
                  <a:pt x="668" y="860"/>
                  <a:pt x="860" y="667"/>
                  <a:pt x="860" y="430"/>
                </a:cubicBezTo>
                <a:cubicBezTo>
                  <a:pt x="860" y="191"/>
                  <a:pt x="668" y="0"/>
                  <a:pt x="430" y="0"/>
                </a:cubicBezTo>
                <a:close/>
              </a:path>
            </a:pathLst>
          </a:custGeom>
          <a:solidFill>
            <a:srgbClr val="B5C3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1" name="Google Shape;3121;p33"/>
          <p:cNvSpPr/>
          <p:nvPr/>
        </p:nvSpPr>
        <p:spPr>
          <a:xfrm>
            <a:off x="5121264" y="4228368"/>
            <a:ext cx="72569" cy="72571"/>
          </a:xfrm>
          <a:custGeom>
            <a:rect b="b" l="l" r="r" t="t"/>
            <a:pathLst>
              <a:path extrusionOk="0" h="635" w="635">
                <a:moveTo>
                  <a:pt x="317" y="1"/>
                </a:moveTo>
                <a:cubicBezTo>
                  <a:pt x="142" y="2"/>
                  <a:pt x="1" y="144"/>
                  <a:pt x="1" y="318"/>
                </a:cubicBezTo>
                <a:cubicBezTo>
                  <a:pt x="1" y="493"/>
                  <a:pt x="142" y="635"/>
                  <a:pt x="317" y="635"/>
                </a:cubicBezTo>
                <a:cubicBezTo>
                  <a:pt x="493" y="635"/>
                  <a:pt x="634" y="493"/>
                  <a:pt x="634" y="318"/>
                </a:cubicBezTo>
                <a:cubicBezTo>
                  <a:pt x="634" y="142"/>
                  <a:pt x="493" y="1"/>
                  <a:pt x="317" y="1"/>
                </a:cubicBezTo>
                <a:close/>
              </a:path>
            </a:pathLst>
          </a:custGeom>
          <a:solidFill>
            <a:srgbClr val="D3D3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2" name="Google Shape;3122;p33"/>
          <p:cNvSpPr/>
          <p:nvPr/>
        </p:nvSpPr>
        <p:spPr>
          <a:xfrm>
            <a:off x="5135893" y="4243111"/>
            <a:ext cx="43085" cy="43085"/>
          </a:xfrm>
          <a:custGeom>
            <a:rect b="b" l="l" r="r" t="t"/>
            <a:pathLst>
              <a:path extrusionOk="0" h="377" w="377">
                <a:moveTo>
                  <a:pt x="188" y="1"/>
                </a:moveTo>
                <a:cubicBezTo>
                  <a:pt x="85" y="1"/>
                  <a:pt x="1" y="84"/>
                  <a:pt x="1" y="189"/>
                </a:cubicBezTo>
                <a:cubicBezTo>
                  <a:pt x="1" y="292"/>
                  <a:pt x="85" y="376"/>
                  <a:pt x="188" y="376"/>
                </a:cubicBezTo>
                <a:cubicBezTo>
                  <a:pt x="292" y="376"/>
                  <a:pt x="376" y="292"/>
                  <a:pt x="376" y="189"/>
                </a:cubicBezTo>
                <a:cubicBezTo>
                  <a:pt x="376" y="84"/>
                  <a:pt x="292" y="1"/>
                  <a:pt x="188" y="1"/>
                </a:cubicBezTo>
                <a:close/>
              </a:path>
            </a:pathLst>
          </a:custGeom>
          <a:solidFill>
            <a:srgbClr val="2A40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3" name="Google Shape;3123;p33"/>
          <p:cNvSpPr/>
          <p:nvPr/>
        </p:nvSpPr>
        <p:spPr>
          <a:xfrm>
            <a:off x="5141150" y="4248254"/>
            <a:ext cx="32913" cy="32914"/>
          </a:xfrm>
          <a:custGeom>
            <a:rect b="b" l="l" r="r" t="t"/>
            <a:pathLst>
              <a:path extrusionOk="0" h="288" w="288">
                <a:moveTo>
                  <a:pt x="144" y="1"/>
                </a:moveTo>
                <a:cubicBezTo>
                  <a:pt x="64" y="1"/>
                  <a:pt x="1" y="65"/>
                  <a:pt x="1" y="144"/>
                </a:cubicBezTo>
                <a:cubicBezTo>
                  <a:pt x="1" y="223"/>
                  <a:pt x="64" y="287"/>
                  <a:pt x="144" y="287"/>
                </a:cubicBezTo>
                <a:cubicBezTo>
                  <a:pt x="223" y="287"/>
                  <a:pt x="287" y="223"/>
                  <a:pt x="287" y="144"/>
                </a:cubicBezTo>
                <a:cubicBezTo>
                  <a:pt x="287" y="64"/>
                  <a:pt x="223" y="1"/>
                  <a:pt x="14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4" name="Google Shape;3124;p33"/>
          <p:cNvSpPr/>
          <p:nvPr/>
        </p:nvSpPr>
        <p:spPr>
          <a:xfrm>
            <a:off x="5081607" y="4322768"/>
            <a:ext cx="49941" cy="48914"/>
          </a:xfrm>
          <a:custGeom>
            <a:rect b="b" l="l" r="r" t="t"/>
            <a:pathLst>
              <a:path extrusionOk="0" h="428" w="437">
                <a:moveTo>
                  <a:pt x="1" y="0"/>
                </a:moveTo>
                <a:lnTo>
                  <a:pt x="1" y="428"/>
                </a:lnTo>
                <a:lnTo>
                  <a:pt x="223" y="428"/>
                </a:lnTo>
                <a:cubicBezTo>
                  <a:pt x="341" y="428"/>
                  <a:pt x="437" y="332"/>
                  <a:pt x="437" y="214"/>
                </a:cubicBezTo>
                <a:cubicBezTo>
                  <a:pt x="437" y="97"/>
                  <a:pt x="341" y="0"/>
                  <a:pt x="223" y="0"/>
                </a:cubicBezTo>
                <a:close/>
              </a:path>
            </a:pathLst>
          </a:custGeom>
          <a:solidFill>
            <a:srgbClr val="E56E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5" name="Google Shape;3125;p33"/>
          <p:cNvSpPr/>
          <p:nvPr/>
        </p:nvSpPr>
        <p:spPr>
          <a:xfrm>
            <a:off x="5323777" y="3869741"/>
            <a:ext cx="776092" cy="721710"/>
          </a:xfrm>
          <a:custGeom>
            <a:rect b="b" l="l" r="r" t="t"/>
            <a:pathLst>
              <a:path extrusionOk="0" h="6315" w="6791">
                <a:moveTo>
                  <a:pt x="1" y="0"/>
                </a:moveTo>
                <a:lnTo>
                  <a:pt x="1" y="3836"/>
                </a:lnTo>
                <a:cubicBezTo>
                  <a:pt x="1" y="3838"/>
                  <a:pt x="4" y="4028"/>
                  <a:pt x="215" y="4081"/>
                </a:cubicBezTo>
                <a:cubicBezTo>
                  <a:pt x="222" y="4083"/>
                  <a:pt x="231" y="4086"/>
                  <a:pt x="239" y="4087"/>
                </a:cubicBezTo>
                <a:lnTo>
                  <a:pt x="247" y="4088"/>
                </a:lnTo>
                <a:cubicBezTo>
                  <a:pt x="291" y="4098"/>
                  <a:pt x="334" y="4109"/>
                  <a:pt x="377" y="4122"/>
                </a:cubicBezTo>
                <a:cubicBezTo>
                  <a:pt x="480" y="4151"/>
                  <a:pt x="582" y="4189"/>
                  <a:pt x="681" y="4235"/>
                </a:cubicBezTo>
                <a:cubicBezTo>
                  <a:pt x="705" y="4246"/>
                  <a:pt x="727" y="4257"/>
                  <a:pt x="751" y="4268"/>
                </a:cubicBezTo>
                <a:cubicBezTo>
                  <a:pt x="896" y="4343"/>
                  <a:pt x="1032" y="4432"/>
                  <a:pt x="1153" y="4533"/>
                </a:cubicBezTo>
                <a:cubicBezTo>
                  <a:pt x="1179" y="4553"/>
                  <a:pt x="1203" y="4575"/>
                  <a:pt x="1228" y="4598"/>
                </a:cubicBezTo>
                <a:cubicBezTo>
                  <a:pt x="1252" y="4619"/>
                  <a:pt x="1276" y="4641"/>
                  <a:pt x="1299" y="4664"/>
                </a:cubicBezTo>
                <a:cubicBezTo>
                  <a:pt x="1315" y="4680"/>
                  <a:pt x="1352" y="4717"/>
                  <a:pt x="1352" y="4717"/>
                </a:cubicBezTo>
                <a:cubicBezTo>
                  <a:pt x="1380" y="4746"/>
                  <a:pt x="1407" y="4775"/>
                  <a:pt x="1431" y="4805"/>
                </a:cubicBezTo>
                <a:cubicBezTo>
                  <a:pt x="1447" y="4824"/>
                  <a:pt x="1459" y="4840"/>
                  <a:pt x="1473" y="4859"/>
                </a:cubicBezTo>
                <a:cubicBezTo>
                  <a:pt x="1550" y="4953"/>
                  <a:pt x="1619" y="5058"/>
                  <a:pt x="1678" y="5167"/>
                </a:cubicBezTo>
                <a:cubicBezTo>
                  <a:pt x="1688" y="5184"/>
                  <a:pt x="1698" y="5203"/>
                  <a:pt x="1708" y="5222"/>
                </a:cubicBezTo>
                <a:cubicBezTo>
                  <a:pt x="1720" y="5247"/>
                  <a:pt x="1733" y="5274"/>
                  <a:pt x="1745" y="5301"/>
                </a:cubicBezTo>
                <a:cubicBezTo>
                  <a:pt x="1760" y="5330"/>
                  <a:pt x="1772" y="5361"/>
                  <a:pt x="1784" y="5391"/>
                </a:cubicBezTo>
                <a:cubicBezTo>
                  <a:pt x="1797" y="5422"/>
                  <a:pt x="1808" y="5453"/>
                  <a:pt x="1819" y="5485"/>
                </a:cubicBezTo>
                <a:lnTo>
                  <a:pt x="1826" y="5505"/>
                </a:lnTo>
                <a:cubicBezTo>
                  <a:pt x="1833" y="5527"/>
                  <a:pt x="1842" y="5550"/>
                  <a:pt x="1850" y="5581"/>
                </a:cubicBezTo>
                <a:cubicBezTo>
                  <a:pt x="1859" y="5608"/>
                  <a:pt x="1867" y="5634"/>
                  <a:pt x="1872" y="5659"/>
                </a:cubicBezTo>
                <a:cubicBezTo>
                  <a:pt x="1874" y="5667"/>
                  <a:pt x="1875" y="5674"/>
                  <a:pt x="1877" y="5680"/>
                </a:cubicBezTo>
                <a:cubicBezTo>
                  <a:pt x="1885" y="5710"/>
                  <a:pt x="1893" y="5740"/>
                  <a:pt x="1898" y="5770"/>
                </a:cubicBezTo>
                <a:lnTo>
                  <a:pt x="1899" y="5776"/>
                </a:lnTo>
                <a:cubicBezTo>
                  <a:pt x="1905" y="5810"/>
                  <a:pt x="1912" y="5842"/>
                  <a:pt x="1917" y="5876"/>
                </a:cubicBezTo>
                <a:cubicBezTo>
                  <a:pt x="1920" y="5898"/>
                  <a:pt x="1924" y="5923"/>
                  <a:pt x="1927" y="5947"/>
                </a:cubicBezTo>
                <a:lnTo>
                  <a:pt x="1929" y="5947"/>
                </a:lnTo>
                <a:lnTo>
                  <a:pt x="1931" y="5978"/>
                </a:lnTo>
                <a:cubicBezTo>
                  <a:pt x="1931" y="5980"/>
                  <a:pt x="1965" y="6314"/>
                  <a:pt x="2194" y="6315"/>
                </a:cubicBezTo>
                <a:lnTo>
                  <a:pt x="2194" y="6314"/>
                </a:lnTo>
                <a:lnTo>
                  <a:pt x="4373" y="6314"/>
                </a:lnTo>
                <a:cubicBezTo>
                  <a:pt x="4572" y="6313"/>
                  <a:pt x="4624" y="6066"/>
                  <a:pt x="4634" y="5990"/>
                </a:cubicBezTo>
                <a:lnTo>
                  <a:pt x="4636" y="5975"/>
                </a:lnTo>
                <a:cubicBezTo>
                  <a:pt x="4639" y="5950"/>
                  <a:pt x="4641" y="5926"/>
                  <a:pt x="4645" y="5903"/>
                </a:cubicBezTo>
                <a:cubicBezTo>
                  <a:pt x="4649" y="5877"/>
                  <a:pt x="4652" y="5849"/>
                  <a:pt x="4657" y="5822"/>
                </a:cubicBezTo>
                <a:lnTo>
                  <a:pt x="4711" y="5598"/>
                </a:lnTo>
                <a:lnTo>
                  <a:pt x="4721" y="5566"/>
                </a:lnTo>
                <a:cubicBezTo>
                  <a:pt x="4723" y="5557"/>
                  <a:pt x="4726" y="5551"/>
                  <a:pt x="4727" y="5546"/>
                </a:cubicBezTo>
                <a:cubicBezTo>
                  <a:pt x="4732" y="5529"/>
                  <a:pt x="4738" y="5510"/>
                  <a:pt x="4744" y="5491"/>
                </a:cubicBezTo>
                <a:lnTo>
                  <a:pt x="4755" y="5462"/>
                </a:lnTo>
                <a:cubicBezTo>
                  <a:pt x="4763" y="5440"/>
                  <a:pt x="4772" y="5417"/>
                  <a:pt x="4780" y="5396"/>
                </a:cubicBezTo>
                <a:lnTo>
                  <a:pt x="4784" y="5386"/>
                </a:lnTo>
                <a:cubicBezTo>
                  <a:pt x="4796" y="5357"/>
                  <a:pt x="4809" y="5329"/>
                  <a:pt x="4821" y="5301"/>
                </a:cubicBezTo>
                <a:cubicBezTo>
                  <a:pt x="4834" y="5274"/>
                  <a:pt x="4847" y="5245"/>
                  <a:pt x="4865" y="5212"/>
                </a:cubicBezTo>
                <a:cubicBezTo>
                  <a:pt x="4879" y="5184"/>
                  <a:pt x="4895" y="5157"/>
                  <a:pt x="4910" y="5131"/>
                </a:cubicBezTo>
                <a:lnTo>
                  <a:pt x="4917" y="5117"/>
                </a:lnTo>
                <a:cubicBezTo>
                  <a:pt x="4932" y="5092"/>
                  <a:pt x="4948" y="5066"/>
                  <a:pt x="4966" y="5038"/>
                </a:cubicBezTo>
                <a:cubicBezTo>
                  <a:pt x="4983" y="5012"/>
                  <a:pt x="5000" y="4986"/>
                  <a:pt x="5019" y="4961"/>
                </a:cubicBezTo>
                <a:lnTo>
                  <a:pt x="5029" y="4947"/>
                </a:lnTo>
                <a:cubicBezTo>
                  <a:pt x="5038" y="4933"/>
                  <a:pt x="5048" y="4921"/>
                  <a:pt x="5056" y="4908"/>
                </a:cubicBezTo>
                <a:lnTo>
                  <a:pt x="5080" y="4877"/>
                </a:lnTo>
                <a:cubicBezTo>
                  <a:pt x="5097" y="4853"/>
                  <a:pt x="5118" y="4830"/>
                  <a:pt x="5137" y="4807"/>
                </a:cubicBezTo>
                <a:cubicBezTo>
                  <a:pt x="5159" y="4782"/>
                  <a:pt x="5179" y="4757"/>
                  <a:pt x="5203" y="4733"/>
                </a:cubicBezTo>
                <a:lnTo>
                  <a:pt x="5225" y="4708"/>
                </a:lnTo>
                <a:cubicBezTo>
                  <a:pt x="5241" y="4692"/>
                  <a:pt x="5255" y="4677"/>
                  <a:pt x="5270" y="4662"/>
                </a:cubicBezTo>
                <a:cubicBezTo>
                  <a:pt x="5294" y="4640"/>
                  <a:pt x="5317" y="4618"/>
                  <a:pt x="5341" y="4596"/>
                </a:cubicBezTo>
                <a:cubicBezTo>
                  <a:pt x="5365" y="4573"/>
                  <a:pt x="5391" y="4552"/>
                  <a:pt x="5415" y="4532"/>
                </a:cubicBezTo>
                <a:cubicBezTo>
                  <a:pt x="5439" y="4511"/>
                  <a:pt x="5465" y="4491"/>
                  <a:pt x="5498" y="4466"/>
                </a:cubicBezTo>
                <a:cubicBezTo>
                  <a:pt x="5521" y="4449"/>
                  <a:pt x="5542" y="4434"/>
                  <a:pt x="5565" y="4419"/>
                </a:cubicBezTo>
                <a:cubicBezTo>
                  <a:pt x="5571" y="4414"/>
                  <a:pt x="5577" y="4408"/>
                  <a:pt x="5582" y="4405"/>
                </a:cubicBezTo>
                <a:cubicBezTo>
                  <a:pt x="5606" y="4390"/>
                  <a:pt x="5629" y="4375"/>
                  <a:pt x="5653" y="4360"/>
                </a:cubicBezTo>
                <a:cubicBezTo>
                  <a:pt x="5681" y="4344"/>
                  <a:pt x="5709" y="4327"/>
                  <a:pt x="5737" y="4311"/>
                </a:cubicBezTo>
                <a:cubicBezTo>
                  <a:pt x="5759" y="4299"/>
                  <a:pt x="5780" y="4288"/>
                  <a:pt x="5809" y="4272"/>
                </a:cubicBezTo>
                <a:cubicBezTo>
                  <a:pt x="5819" y="4266"/>
                  <a:pt x="5829" y="4261"/>
                  <a:pt x="5838" y="4257"/>
                </a:cubicBezTo>
                <a:cubicBezTo>
                  <a:pt x="5860" y="4247"/>
                  <a:pt x="5882" y="4235"/>
                  <a:pt x="5904" y="4226"/>
                </a:cubicBezTo>
                <a:cubicBezTo>
                  <a:pt x="5936" y="4211"/>
                  <a:pt x="5970" y="4197"/>
                  <a:pt x="6003" y="4184"/>
                </a:cubicBezTo>
                <a:cubicBezTo>
                  <a:pt x="6033" y="4171"/>
                  <a:pt x="6063" y="4161"/>
                  <a:pt x="6093" y="4151"/>
                </a:cubicBezTo>
                <a:lnTo>
                  <a:pt x="6100" y="4148"/>
                </a:lnTo>
                <a:cubicBezTo>
                  <a:pt x="6124" y="4139"/>
                  <a:pt x="6148" y="4132"/>
                  <a:pt x="6171" y="4125"/>
                </a:cubicBezTo>
                <a:cubicBezTo>
                  <a:pt x="6181" y="4122"/>
                  <a:pt x="6192" y="4119"/>
                  <a:pt x="6199" y="4118"/>
                </a:cubicBezTo>
                <a:cubicBezTo>
                  <a:pt x="6207" y="4115"/>
                  <a:pt x="6215" y="4113"/>
                  <a:pt x="6217" y="4113"/>
                </a:cubicBezTo>
                <a:lnTo>
                  <a:pt x="6218" y="4113"/>
                </a:lnTo>
                <a:cubicBezTo>
                  <a:pt x="6237" y="4107"/>
                  <a:pt x="6258" y="4101"/>
                  <a:pt x="6277" y="4096"/>
                </a:cubicBezTo>
                <a:cubicBezTo>
                  <a:pt x="6304" y="4089"/>
                  <a:pt x="6332" y="4083"/>
                  <a:pt x="6360" y="4078"/>
                </a:cubicBezTo>
                <a:cubicBezTo>
                  <a:pt x="6378" y="4074"/>
                  <a:pt x="6396" y="4071"/>
                  <a:pt x="6414" y="4068"/>
                </a:cubicBezTo>
                <a:cubicBezTo>
                  <a:pt x="6433" y="4066"/>
                  <a:pt x="6453" y="4062"/>
                  <a:pt x="6472" y="4058"/>
                </a:cubicBezTo>
                <a:cubicBezTo>
                  <a:pt x="6486" y="4056"/>
                  <a:pt x="6501" y="4053"/>
                  <a:pt x="6515" y="4052"/>
                </a:cubicBezTo>
                <a:cubicBezTo>
                  <a:pt x="6542" y="4050"/>
                  <a:pt x="6570" y="4046"/>
                  <a:pt x="6596" y="4043"/>
                </a:cubicBezTo>
                <a:cubicBezTo>
                  <a:pt x="6605" y="4042"/>
                  <a:pt x="6611" y="4042"/>
                  <a:pt x="6616" y="4042"/>
                </a:cubicBezTo>
                <a:lnTo>
                  <a:pt x="6617" y="4042"/>
                </a:lnTo>
                <a:cubicBezTo>
                  <a:pt x="6631" y="4041"/>
                  <a:pt x="6645" y="4040"/>
                  <a:pt x="6657" y="4040"/>
                </a:cubicBezTo>
                <a:lnTo>
                  <a:pt x="6660" y="4040"/>
                </a:lnTo>
                <a:cubicBezTo>
                  <a:pt x="6778" y="4026"/>
                  <a:pt x="6791" y="3924"/>
                  <a:pt x="6791" y="3882"/>
                </a:cubicBezTo>
                <a:lnTo>
                  <a:pt x="6791" y="3007"/>
                </a:lnTo>
                <a:cubicBezTo>
                  <a:pt x="6742" y="2822"/>
                  <a:pt x="6634" y="2649"/>
                  <a:pt x="6483" y="2506"/>
                </a:cubicBezTo>
                <a:lnTo>
                  <a:pt x="6213" y="2253"/>
                </a:lnTo>
                <a:cubicBezTo>
                  <a:pt x="6136" y="2188"/>
                  <a:pt x="4314" y="628"/>
                  <a:pt x="4113" y="342"/>
                </a:cubicBezTo>
                <a:cubicBezTo>
                  <a:pt x="4107" y="338"/>
                  <a:pt x="4084" y="333"/>
                  <a:pt x="4072" y="329"/>
                </a:cubicBezTo>
                <a:cubicBezTo>
                  <a:pt x="4037" y="321"/>
                  <a:pt x="4018" y="314"/>
                  <a:pt x="4007" y="300"/>
                </a:cubicBezTo>
                <a:cubicBezTo>
                  <a:pt x="3841" y="93"/>
                  <a:pt x="3665" y="0"/>
                  <a:pt x="343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6" name="Google Shape;3126;p33"/>
          <p:cNvSpPr/>
          <p:nvPr/>
        </p:nvSpPr>
        <p:spPr>
          <a:xfrm>
            <a:off x="5319777" y="3866084"/>
            <a:ext cx="784207" cy="729138"/>
          </a:xfrm>
          <a:custGeom>
            <a:rect b="b" l="l" r="r" t="t"/>
            <a:pathLst>
              <a:path extrusionOk="0" h="6380" w="6862">
                <a:moveTo>
                  <a:pt x="3470" y="66"/>
                </a:moveTo>
                <a:lnTo>
                  <a:pt x="3470" y="68"/>
                </a:lnTo>
                <a:cubicBezTo>
                  <a:pt x="3690" y="68"/>
                  <a:pt x="3852" y="154"/>
                  <a:pt x="4015" y="358"/>
                </a:cubicBezTo>
                <a:cubicBezTo>
                  <a:pt x="4035" y="379"/>
                  <a:pt x="4061" y="387"/>
                  <a:pt x="4097" y="398"/>
                </a:cubicBezTo>
                <a:cubicBezTo>
                  <a:pt x="4104" y="400"/>
                  <a:pt x="4114" y="403"/>
                  <a:pt x="4123" y="405"/>
                </a:cubicBezTo>
                <a:cubicBezTo>
                  <a:pt x="4370" y="727"/>
                  <a:pt x="6147" y="2250"/>
                  <a:pt x="6221" y="2313"/>
                </a:cubicBezTo>
                <a:lnTo>
                  <a:pt x="6491" y="2568"/>
                </a:lnTo>
                <a:cubicBezTo>
                  <a:pt x="6635" y="2705"/>
                  <a:pt x="6738" y="2869"/>
                  <a:pt x="6788" y="3048"/>
                </a:cubicBezTo>
                <a:lnTo>
                  <a:pt x="6788" y="3908"/>
                </a:lnTo>
                <a:lnTo>
                  <a:pt x="6788" y="3919"/>
                </a:lnTo>
                <a:cubicBezTo>
                  <a:pt x="6788" y="3968"/>
                  <a:pt x="6772" y="4031"/>
                  <a:pt x="6690" y="4042"/>
                </a:cubicBezTo>
                <a:cubicBezTo>
                  <a:pt x="6675" y="4042"/>
                  <a:pt x="6661" y="4043"/>
                  <a:pt x="6649" y="4045"/>
                </a:cubicBezTo>
                <a:cubicBezTo>
                  <a:pt x="6641" y="4045"/>
                  <a:pt x="6633" y="4046"/>
                  <a:pt x="6624" y="4046"/>
                </a:cubicBezTo>
                <a:cubicBezTo>
                  <a:pt x="6596" y="4049"/>
                  <a:pt x="6569" y="4053"/>
                  <a:pt x="6544" y="4056"/>
                </a:cubicBezTo>
                <a:cubicBezTo>
                  <a:pt x="6528" y="4057"/>
                  <a:pt x="6513" y="4059"/>
                  <a:pt x="6501" y="4062"/>
                </a:cubicBezTo>
                <a:cubicBezTo>
                  <a:pt x="6480" y="4064"/>
                  <a:pt x="6459" y="4068"/>
                  <a:pt x="6441" y="4072"/>
                </a:cubicBezTo>
                <a:cubicBezTo>
                  <a:pt x="6422" y="4074"/>
                  <a:pt x="6403" y="4078"/>
                  <a:pt x="6386" y="4082"/>
                </a:cubicBezTo>
                <a:cubicBezTo>
                  <a:pt x="6357" y="4087"/>
                  <a:pt x="6327" y="4094"/>
                  <a:pt x="6299" y="4102"/>
                </a:cubicBezTo>
                <a:cubicBezTo>
                  <a:pt x="6280" y="4107"/>
                  <a:pt x="6262" y="4110"/>
                  <a:pt x="6245" y="4117"/>
                </a:cubicBezTo>
                <a:cubicBezTo>
                  <a:pt x="6237" y="4118"/>
                  <a:pt x="6230" y="4119"/>
                  <a:pt x="6224" y="4122"/>
                </a:cubicBezTo>
                <a:cubicBezTo>
                  <a:pt x="6212" y="4124"/>
                  <a:pt x="6204" y="4127"/>
                  <a:pt x="6194" y="4129"/>
                </a:cubicBezTo>
                <a:cubicBezTo>
                  <a:pt x="6170" y="4138"/>
                  <a:pt x="6144" y="4145"/>
                  <a:pt x="6120" y="4153"/>
                </a:cubicBezTo>
                <a:lnTo>
                  <a:pt x="6104" y="4158"/>
                </a:lnTo>
                <a:lnTo>
                  <a:pt x="6103" y="4159"/>
                </a:lnTo>
                <a:cubicBezTo>
                  <a:pt x="6078" y="4168"/>
                  <a:pt x="6051" y="4178"/>
                  <a:pt x="6023" y="4189"/>
                </a:cubicBezTo>
                <a:cubicBezTo>
                  <a:pt x="5991" y="4201"/>
                  <a:pt x="5956" y="4215"/>
                  <a:pt x="5922" y="4232"/>
                </a:cubicBezTo>
                <a:cubicBezTo>
                  <a:pt x="5899" y="4242"/>
                  <a:pt x="5876" y="4252"/>
                  <a:pt x="5857" y="4262"/>
                </a:cubicBezTo>
                <a:cubicBezTo>
                  <a:pt x="5846" y="4267"/>
                  <a:pt x="5835" y="4273"/>
                  <a:pt x="5825" y="4278"/>
                </a:cubicBezTo>
                <a:lnTo>
                  <a:pt x="5818" y="4281"/>
                </a:lnTo>
                <a:lnTo>
                  <a:pt x="5816" y="4282"/>
                </a:lnTo>
                <a:lnTo>
                  <a:pt x="5750" y="4317"/>
                </a:lnTo>
                <a:cubicBezTo>
                  <a:pt x="5723" y="4332"/>
                  <a:pt x="5694" y="4349"/>
                  <a:pt x="5664" y="4368"/>
                </a:cubicBezTo>
                <a:cubicBezTo>
                  <a:pt x="5642" y="4381"/>
                  <a:pt x="5618" y="4396"/>
                  <a:pt x="5596" y="4412"/>
                </a:cubicBezTo>
                <a:cubicBezTo>
                  <a:pt x="5588" y="4416"/>
                  <a:pt x="5582" y="4421"/>
                  <a:pt x="5576" y="4425"/>
                </a:cubicBezTo>
                <a:cubicBezTo>
                  <a:pt x="5554" y="4440"/>
                  <a:pt x="5531" y="4457"/>
                  <a:pt x="5509" y="4473"/>
                </a:cubicBezTo>
                <a:lnTo>
                  <a:pt x="5505" y="4476"/>
                </a:lnTo>
                <a:lnTo>
                  <a:pt x="5504" y="4477"/>
                </a:lnTo>
                <a:lnTo>
                  <a:pt x="5503" y="4478"/>
                </a:lnTo>
                <a:cubicBezTo>
                  <a:pt x="5475" y="4499"/>
                  <a:pt x="5449" y="4519"/>
                  <a:pt x="5427" y="4539"/>
                </a:cubicBezTo>
                <a:cubicBezTo>
                  <a:pt x="5400" y="4559"/>
                  <a:pt x="5375" y="4583"/>
                  <a:pt x="5350" y="4605"/>
                </a:cubicBezTo>
                <a:cubicBezTo>
                  <a:pt x="5326" y="4627"/>
                  <a:pt x="5301" y="4650"/>
                  <a:pt x="5279" y="4673"/>
                </a:cubicBezTo>
                <a:cubicBezTo>
                  <a:pt x="5263" y="4688"/>
                  <a:pt x="5248" y="4703"/>
                  <a:pt x="5233" y="4721"/>
                </a:cubicBezTo>
                <a:lnTo>
                  <a:pt x="5222" y="4731"/>
                </a:lnTo>
                <a:lnTo>
                  <a:pt x="5211" y="4742"/>
                </a:lnTo>
                <a:cubicBezTo>
                  <a:pt x="5187" y="4768"/>
                  <a:pt x="5165" y="4793"/>
                  <a:pt x="5146" y="4816"/>
                </a:cubicBezTo>
                <a:cubicBezTo>
                  <a:pt x="5127" y="4836"/>
                  <a:pt x="5109" y="4861"/>
                  <a:pt x="5085" y="4891"/>
                </a:cubicBezTo>
                <a:lnTo>
                  <a:pt x="5063" y="4921"/>
                </a:lnTo>
                <a:cubicBezTo>
                  <a:pt x="5054" y="4934"/>
                  <a:pt x="5043" y="4947"/>
                  <a:pt x="5034" y="4959"/>
                </a:cubicBezTo>
                <a:lnTo>
                  <a:pt x="5024" y="4973"/>
                </a:lnTo>
                <a:cubicBezTo>
                  <a:pt x="5004" y="4999"/>
                  <a:pt x="4988" y="5025"/>
                  <a:pt x="4968" y="5056"/>
                </a:cubicBezTo>
                <a:lnTo>
                  <a:pt x="4967" y="5059"/>
                </a:lnTo>
                <a:cubicBezTo>
                  <a:pt x="4951" y="5084"/>
                  <a:pt x="4935" y="5110"/>
                  <a:pt x="4921" y="5135"/>
                </a:cubicBezTo>
                <a:lnTo>
                  <a:pt x="4912" y="5147"/>
                </a:lnTo>
                <a:cubicBezTo>
                  <a:pt x="4897" y="5176"/>
                  <a:pt x="4882" y="5203"/>
                  <a:pt x="4866" y="5232"/>
                </a:cubicBezTo>
                <a:lnTo>
                  <a:pt x="4864" y="5234"/>
                </a:lnTo>
                <a:lnTo>
                  <a:pt x="4863" y="5238"/>
                </a:lnTo>
                <a:cubicBezTo>
                  <a:pt x="4849" y="5265"/>
                  <a:pt x="4836" y="5294"/>
                  <a:pt x="4823" y="5321"/>
                </a:cubicBezTo>
                <a:cubicBezTo>
                  <a:pt x="4810" y="5350"/>
                  <a:pt x="4798" y="5379"/>
                  <a:pt x="4787" y="5406"/>
                </a:cubicBezTo>
                <a:lnTo>
                  <a:pt x="4781" y="5418"/>
                </a:lnTo>
                <a:cubicBezTo>
                  <a:pt x="4772" y="5439"/>
                  <a:pt x="4763" y="5463"/>
                  <a:pt x="4756" y="5484"/>
                </a:cubicBezTo>
                <a:lnTo>
                  <a:pt x="4744" y="5515"/>
                </a:lnTo>
                <a:cubicBezTo>
                  <a:pt x="4737" y="5532"/>
                  <a:pt x="4731" y="5551"/>
                  <a:pt x="4726" y="5568"/>
                </a:cubicBezTo>
                <a:cubicBezTo>
                  <a:pt x="4723" y="5575"/>
                  <a:pt x="4721" y="5581"/>
                  <a:pt x="4720" y="5587"/>
                </a:cubicBezTo>
                <a:cubicBezTo>
                  <a:pt x="4718" y="5592"/>
                  <a:pt x="4716" y="5599"/>
                  <a:pt x="4715" y="5604"/>
                </a:cubicBezTo>
                <a:lnTo>
                  <a:pt x="4710" y="5621"/>
                </a:lnTo>
                <a:lnTo>
                  <a:pt x="4708" y="5623"/>
                </a:lnTo>
                <a:lnTo>
                  <a:pt x="4707" y="5626"/>
                </a:lnTo>
                <a:lnTo>
                  <a:pt x="4656" y="5849"/>
                </a:lnTo>
                <a:cubicBezTo>
                  <a:pt x="4650" y="5875"/>
                  <a:pt x="4646" y="5904"/>
                  <a:pt x="4643" y="5928"/>
                </a:cubicBezTo>
                <a:cubicBezTo>
                  <a:pt x="4639" y="5952"/>
                  <a:pt x="4635" y="5977"/>
                  <a:pt x="4633" y="6002"/>
                </a:cubicBezTo>
                <a:lnTo>
                  <a:pt x="4631" y="6016"/>
                </a:lnTo>
                <a:cubicBezTo>
                  <a:pt x="4621" y="6085"/>
                  <a:pt x="4577" y="6310"/>
                  <a:pt x="4405" y="6312"/>
                </a:cubicBezTo>
                <a:lnTo>
                  <a:pt x="2229" y="6312"/>
                </a:lnTo>
                <a:cubicBezTo>
                  <a:pt x="2031" y="6310"/>
                  <a:pt x="1999" y="6007"/>
                  <a:pt x="1999" y="6005"/>
                </a:cubicBezTo>
                <a:lnTo>
                  <a:pt x="1998" y="5996"/>
                </a:lnTo>
                <a:lnTo>
                  <a:pt x="1998" y="5992"/>
                </a:lnTo>
                <a:lnTo>
                  <a:pt x="1998" y="5991"/>
                </a:lnTo>
                <a:lnTo>
                  <a:pt x="1993" y="5943"/>
                </a:lnTo>
                <a:lnTo>
                  <a:pt x="1991" y="5943"/>
                </a:lnTo>
                <a:cubicBezTo>
                  <a:pt x="1990" y="5929"/>
                  <a:pt x="1988" y="5915"/>
                  <a:pt x="1985" y="5900"/>
                </a:cubicBezTo>
                <a:cubicBezTo>
                  <a:pt x="1981" y="5870"/>
                  <a:pt x="1975" y="5837"/>
                  <a:pt x="1968" y="5798"/>
                </a:cubicBezTo>
                <a:lnTo>
                  <a:pt x="1966" y="5795"/>
                </a:lnTo>
                <a:lnTo>
                  <a:pt x="1965" y="5786"/>
                </a:lnTo>
                <a:cubicBezTo>
                  <a:pt x="1959" y="5759"/>
                  <a:pt x="1953" y="5732"/>
                  <a:pt x="1945" y="5704"/>
                </a:cubicBezTo>
                <a:cubicBezTo>
                  <a:pt x="1944" y="5696"/>
                  <a:pt x="1943" y="5689"/>
                  <a:pt x="1940" y="5683"/>
                </a:cubicBezTo>
                <a:cubicBezTo>
                  <a:pt x="1934" y="5657"/>
                  <a:pt x="1927" y="5629"/>
                  <a:pt x="1918" y="5598"/>
                </a:cubicBezTo>
                <a:lnTo>
                  <a:pt x="1917" y="5594"/>
                </a:lnTo>
                <a:lnTo>
                  <a:pt x="1917" y="5592"/>
                </a:lnTo>
                <a:cubicBezTo>
                  <a:pt x="1909" y="5570"/>
                  <a:pt x="1902" y="5547"/>
                  <a:pt x="1894" y="5526"/>
                </a:cubicBezTo>
                <a:lnTo>
                  <a:pt x="1887" y="5505"/>
                </a:lnTo>
                <a:cubicBezTo>
                  <a:pt x="1876" y="5470"/>
                  <a:pt x="1862" y="5439"/>
                  <a:pt x="1851" y="5411"/>
                </a:cubicBezTo>
                <a:cubicBezTo>
                  <a:pt x="1840" y="5382"/>
                  <a:pt x="1826" y="5351"/>
                  <a:pt x="1811" y="5317"/>
                </a:cubicBezTo>
                <a:cubicBezTo>
                  <a:pt x="1799" y="5291"/>
                  <a:pt x="1786" y="5264"/>
                  <a:pt x="1773" y="5239"/>
                </a:cubicBezTo>
                <a:cubicBezTo>
                  <a:pt x="1764" y="5220"/>
                  <a:pt x="1754" y="5202"/>
                  <a:pt x="1744" y="5183"/>
                </a:cubicBezTo>
                <a:cubicBezTo>
                  <a:pt x="1683" y="5072"/>
                  <a:pt x="1613" y="4966"/>
                  <a:pt x="1535" y="4870"/>
                </a:cubicBezTo>
                <a:cubicBezTo>
                  <a:pt x="1521" y="4851"/>
                  <a:pt x="1507" y="4833"/>
                  <a:pt x="1492" y="4818"/>
                </a:cubicBezTo>
                <a:cubicBezTo>
                  <a:pt x="1468" y="4789"/>
                  <a:pt x="1442" y="4759"/>
                  <a:pt x="1407" y="4724"/>
                </a:cubicBezTo>
                <a:cubicBezTo>
                  <a:pt x="1391" y="4706"/>
                  <a:pt x="1374" y="4690"/>
                  <a:pt x="1356" y="4672"/>
                </a:cubicBezTo>
                <a:cubicBezTo>
                  <a:pt x="1333" y="4649"/>
                  <a:pt x="1309" y="4626"/>
                  <a:pt x="1284" y="4604"/>
                </a:cubicBezTo>
                <a:cubicBezTo>
                  <a:pt x="1263" y="4584"/>
                  <a:pt x="1236" y="4560"/>
                  <a:pt x="1208" y="4539"/>
                </a:cubicBezTo>
                <a:cubicBezTo>
                  <a:pt x="1085" y="4435"/>
                  <a:pt x="947" y="4344"/>
                  <a:pt x="799" y="4271"/>
                </a:cubicBezTo>
                <a:cubicBezTo>
                  <a:pt x="777" y="4258"/>
                  <a:pt x="753" y="4247"/>
                  <a:pt x="730" y="4236"/>
                </a:cubicBezTo>
                <a:cubicBezTo>
                  <a:pt x="628" y="4189"/>
                  <a:pt x="523" y="4150"/>
                  <a:pt x="421" y="4120"/>
                </a:cubicBezTo>
                <a:cubicBezTo>
                  <a:pt x="378" y="4108"/>
                  <a:pt x="334" y="4097"/>
                  <a:pt x="292" y="4087"/>
                </a:cubicBezTo>
                <a:cubicBezTo>
                  <a:pt x="288" y="4086"/>
                  <a:pt x="282" y="4086"/>
                  <a:pt x="280" y="4086"/>
                </a:cubicBezTo>
                <a:cubicBezTo>
                  <a:pt x="272" y="4084"/>
                  <a:pt x="265" y="4083"/>
                  <a:pt x="255" y="4079"/>
                </a:cubicBezTo>
                <a:cubicBezTo>
                  <a:pt x="77" y="4036"/>
                  <a:pt x="68" y="3885"/>
                  <a:pt x="68" y="3868"/>
                </a:cubicBezTo>
                <a:lnTo>
                  <a:pt x="68" y="66"/>
                </a:lnTo>
                <a:close/>
                <a:moveTo>
                  <a:pt x="0" y="1"/>
                </a:moveTo>
                <a:lnTo>
                  <a:pt x="0" y="3871"/>
                </a:lnTo>
                <a:cubicBezTo>
                  <a:pt x="0" y="3871"/>
                  <a:pt x="1" y="4088"/>
                  <a:pt x="238" y="4148"/>
                </a:cubicBezTo>
                <a:cubicBezTo>
                  <a:pt x="247" y="4150"/>
                  <a:pt x="256" y="4153"/>
                  <a:pt x="266" y="4154"/>
                </a:cubicBezTo>
                <a:cubicBezTo>
                  <a:pt x="269" y="4155"/>
                  <a:pt x="272" y="4155"/>
                  <a:pt x="275" y="4155"/>
                </a:cubicBezTo>
                <a:cubicBezTo>
                  <a:pt x="318" y="4164"/>
                  <a:pt x="361" y="4175"/>
                  <a:pt x="403" y="4187"/>
                </a:cubicBezTo>
                <a:cubicBezTo>
                  <a:pt x="507" y="4216"/>
                  <a:pt x="607" y="4255"/>
                  <a:pt x="702" y="4298"/>
                </a:cubicBezTo>
                <a:cubicBezTo>
                  <a:pt x="726" y="4308"/>
                  <a:pt x="748" y="4320"/>
                  <a:pt x="771" y="4332"/>
                </a:cubicBezTo>
                <a:cubicBezTo>
                  <a:pt x="912" y="4404"/>
                  <a:pt x="1047" y="4492"/>
                  <a:pt x="1168" y="4593"/>
                </a:cubicBezTo>
                <a:cubicBezTo>
                  <a:pt x="1192" y="4611"/>
                  <a:pt x="1217" y="4634"/>
                  <a:pt x="1241" y="4655"/>
                </a:cubicBezTo>
                <a:cubicBezTo>
                  <a:pt x="1264" y="4677"/>
                  <a:pt x="1288" y="4698"/>
                  <a:pt x="1311" y="4722"/>
                </a:cubicBezTo>
                <a:cubicBezTo>
                  <a:pt x="1329" y="4739"/>
                  <a:pt x="1346" y="4757"/>
                  <a:pt x="1364" y="4775"/>
                </a:cubicBezTo>
                <a:cubicBezTo>
                  <a:pt x="1391" y="4804"/>
                  <a:pt x="1417" y="4833"/>
                  <a:pt x="1442" y="4862"/>
                </a:cubicBezTo>
                <a:cubicBezTo>
                  <a:pt x="1457" y="4879"/>
                  <a:pt x="1469" y="4896"/>
                  <a:pt x="1484" y="4913"/>
                </a:cubicBezTo>
                <a:cubicBezTo>
                  <a:pt x="1560" y="5008"/>
                  <a:pt x="1627" y="5111"/>
                  <a:pt x="1686" y="5218"/>
                </a:cubicBezTo>
                <a:cubicBezTo>
                  <a:pt x="1697" y="5235"/>
                  <a:pt x="1705" y="5253"/>
                  <a:pt x="1714" y="5271"/>
                </a:cubicBezTo>
                <a:cubicBezTo>
                  <a:pt x="1727" y="5297"/>
                  <a:pt x="1740" y="5322"/>
                  <a:pt x="1753" y="5350"/>
                </a:cubicBezTo>
                <a:cubicBezTo>
                  <a:pt x="1766" y="5379"/>
                  <a:pt x="1779" y="5408"/>
                  <a:pt x="1790" y="5438"/>
                </a:cubicBezTo>
                <a:cubicBezTo>
                  <a:pt x="1802" y="5469"/>
                  <a:pt x="1814" y="5498"/>
                  <a:pt x="1824" y="5530"/>
                </a:cubicBezTo>
                <a:cubicBezTo>
                  <a:pt x="1833" y="5558"/>
                  <a:pt x="1843" y="5587"/>
                  <a:pt x="1852" y="5616"/>
                </a:cubicBezTo>
                <a:cubicBezTo>
                  <a:pt x="1853" y="5618"/>
                  <a:pt x="1853" y="5621"/>
                  <a:pt x="1855" y="5624"/>
                </a:cubicBezTo>
                <a:cubicBezTo>
                  <a:pt x="1862" y="5650"/>
                  <a:pt x="1870" y="5677"/>
                  <a:pt x="1877" y="5703"/>
                </a:cubicBezTo>
                <a:cubicBezTo>
                  <a:pt x="1879" y="5709"/>
                  <a:pt x="1881" y="5715"/>
                  <a:pt x="1882" y="5721"/>
                </a:cubicBezTo>
                <a:cubicBezTo>
                  <a:pt x="1889" y="5751"/>
                  <a:pt x="1897" y="5780"/>
                  <a:pt x="1902" y="5808"/>
                </a:cubicBezTo>
                <a:cubicBezTo>
                  <a:pt x="1903" y="5810"/>
                  <a:pt x="1903" y="5812"/>
                  <a:pt x="1903" y="5814"/>
                </a:cubicBezTo>
                <a:cubicBezTo>
                  <a:pt x="1909" y="5846"/>
                  <a:pt x="1917" y="5879"/>
                  <a:pt x="1922" y="5911"/>
                </a:cubicBezTo>
                <a:cubicBezTo>
                  <a:pt x="1927" y="5943"/>
                  <a:pt x="1930" y="5975"/>
                  <a:pt x="1933" y="6007"/>
                </a:cubicBezTo>
                <a:cubicBezTo>
                  <a:pt x="1934" y="6008"/>
                  <a:pt x="1934" y="6010"/>
                  <a:pt x="1934" y="6011"/>
                </a:cubicBezTo>
                <a:lnTo>
                  <a:pt x="1935" y="6011"/>
                </a:lnTo>
                <a:cubicBezTo>
                  <a:pt x="1935" y="6011"/>
                  <a:pt x="1970" y="6378"/>
                  <a:pt x="2231" y="6379"/>
                </a:cubicBezTo>
                <a:lnTo>
                  <a:pt x="4410" y="6379"/>
                </a:lnTo>
                <a:cubicBezTo>
                  <a:pt x="4639" y="6376"/>
                  <a:pt x="4694" y="6097"/>
                  <a:pt x="4705" y="6026"/>
                </a:cubicBezTo>
                <a:cubicBezTo>
                  <a:pt x="4706" y="6016"/>
                  <a:pt x="4707" y="6011"/>
                  <a:pt x="4707" y="6011"/>
                </a:cubicBezTo>
                <a:cubicBezTo>
                  <a:pt x="4710" y="5986"/>
                  <a:pt x="4712" y="5964"/>
                  <a:pt x="4716" y="5939"/>
                </a:cubicBezTo>
                <a:cubicBezTo>
                  <a:pt x="4720" y="5913"/>
                  <a:pt x="4723" y="5887"/>
                  <a:pt x="4727" y="5863"/>
                </a:cubicBezTo>
                <a:lnTo>
                  <a:pt x="4778" y="5642"/>
                </a:lnTo>
                <a:cubicBezTo>
                  <a:pt x="4782" y="5629"/>
                  <a:pt x="4787" y="5617"/>
                  <a:pt x="4790" y="5606"/>
                </a:cubicBezTo>
                <a:cubicBezTo>
                  <a:pt x="4792" y="5599"/>
                  <a:pt x="4794" y="5594"/>
                  <a:pt x="4795" y="5588"/>
                </a:cubicBezTo>
                <a:cubicBezTo>
                  <a:pt x="4800" y="5571"/>
                  <a:pt x="4807" y="5553"/>
                  <a:pt x="4813" y="5535"/>
                </a:cubicBezTo>
                <a:lnTo>
                  <a:pt x="4823" y="5506"/>
                </a:lnTo>
                <a:cubicBezTo>
                  <a:pt x="4831" y="5484"/>
                  <a:pt x="4839" y="5463"/>
                  <a:pt x="4848" y="5442"/>
                </a:cubicBezTo>
                <a:lnTo>
                  <a:pt x="4853" y="5432"/>
                </a:lnTo>
                <a:cubicBezTo>
                  <a:pt x="4864" y="5403"/>
                  <a:pt x="4876" y="5376"/>
                  <a:pt x="4889" y="5348"/>
                </a:cubicBezTo>
                <a:cubicBezTo>
                  <a:pt x="4900" y="5321"/>
                  <a:pt x="4912" y="5295"/>
                  <a:pt x="4927" y="5268"/>
                </a:cubicBezTo>
                <a:lnTo>
                  <a:pt x="4931" y="5260"/>
                </a:lnTo>
                <a:cubicBezTo>
                  <a:pt x="4945" y="5233"/>
                  <a:pt x="4958" y="5207"/>
                  <a:pt x="4974" y="5179"/>
                </a:cubicBezTo>
                <a:lnTo>
                  <a:pt x="4982" y="5167"/>
                </a:lnTo>
                <a:cubicBezTo>
                  <a:pt x="4996" y="5142"/>
                  <a:pt x="5012" y="5117"/>
                  <a:pt x="5027" y="5092"/>
                </a:cubicBezTo>
                <a:cubicBezTo>
                  <a:pt x="5028" y="5091"/>
                  <a:pt x="5029" y="5089"/>
                  <a:pt x="5029" y="5087"/>
                </a:cubicBezTo>
                <a:cubicBezTo>
                  <a:pt x="5045" y="5061"/>
                  <a:pt x="5063" y="5036"/>
                  <a:pt x="5080" y="5012"/>
                </a:cubicBezTo>
                <a:cubicBezTo>
                  <a:pt x="5091" y="4995"/>
                  <a:pt x="5105" y="4978"/>
                  <a:pt x="5117" y="4961"/>
                </a:cubicBezTo>
                <a:lnTo>
                  <a:pt x="5141" y="4930"/>
                </a:lnTo>
                <a:cubicBezTo>
                  <a:pt x="5158" y="4907"/>
                  <a:pt x="5177" y="4882"/>
                  <a:pt x="5198" y="4860"/>
                </a:cubicBezTo>
                <a:cubicBezTo>
                  <a:pt x="5218" y="4835"/>
                  <a:pt x="5239" y="4811"/>
                  <a:pt x="5262" y="4788"/>
                </a:cubicBezTo>
                <a:cubicBezTo>
                  <a:pt x="5269" y="4780"/>
                  <a:pt x="5278" y="4773"/>
                  <a:pt x="5284" y="4765"/>
                </a:cubicBezTo>
                <a:cubicBezTo>
                  <a:pt x="5299" y="4749"/>
                  <a:pt x="5313" y="4734"/>
                  <a:pt x="5329" y="4721"/>
                </a:cubicBezTo>
                <a:cubicBezTo>
                  <a:pt x="5351" y="4697"/>
                  <a:pt x="5375" y="4676"/>
                  <a:pt x="5398" y="4654"/>
                </a:cubicBezTo>
                <a:cubicBezTo>
                  <a:pt x="5422" y="4632"/>
                  <a:pt x="5447" y="4610"/>
                  <a:pt x="5472" y="4591"/>
                </a:cubicBezTo>
                <a:cubicBezTo>
                  <a:pt x="5496" y="4570"/>
                  <a:pt x="5521" y="4550"/>
                  <a:pt x="5547" y="4531"/>
                </a:cubicBezTo>
                <a:cubicBezTo>
                  <a:pt x="5550" y="4529"/>
                  <a:pt x="5551" y="4528"/>
                  <a:pt x="5554" y="4526"/>
                </a:cubicBezTo>
                <a:cubicBezTo>
                  <a:pt x="5575" y="4509"/>
                  <a:pt x="5598" y="4494"/>
                  <a:pt x="5620" y="4478"/>
                </a:cubicBezTo>
                <a:cubicBezTo>
                  <a:pt x="5626" y="4475"/>
                  <a:pt x="5631" y="4471"/>
                  <a:pt x="5637" y="4467"/>
                </a:cubicBezTo>
                <a:cubicBezTo>
                  <a:pt x="5659" y="4452"/>
                  <a:pt x="5683" y="4436"/>
                  <a:pt x="5705" y="4422"/>
                </a:cubicBezTo>
                <a:cubicBezTo>
                  <a:pt x="5734" y="4406"/>
                  <a:pt x="5761" y="4389"/>
                  <a:pt x="5789" y="4374"/>
                </a:cubicBezTo>
                <a:cubicBezTo>
                  <a:pt x="5810" y="4363"/>
                  <a:pt x="5831" y="4350"/>
                  <a:pt x="5853" y="4339"/>
                </a:cubicBezTo>
                <a:lnTo>
                  <a:pt x="5861" y="4335"/>
                </a:lnTo>
                <a:cubicBezTo>
                  <a:pt x="5871" y="4330"/>
                  <a:pt x="5879" y="4325"/>
                  <a:pt x="5890" y="4320"/>
                </a:cubicBezTo>
                <a:cubicBezTo>
                  <a:pt x="5910" y="4309"/>
                  <a:pt x="5933" y="4299"/>
                  <a:pt x="5954" y="4289"/>
                </a:cubicBezTo>
                <a:cubicBezTo>
                  <a:pt x="5986" y="4274"/>
                  <a:pt x="6019" y="4260"/>
                  <a:pt x="6052" y="4247"/>
                </a:cubicBezTo>
                <a:cubicBezTo>
                  <a:pt x="6083" y="4236"/>
                  <a:pt x="6114" y="4224"/>
                  <a:pt x="6144" y="4214"/>
                </a:cubicBezTo>
                <a:cubicBezTo>
                  <a:pt x="6145" y="4212"/>
                  <a:pt x="6147" y="4212"/>
                  <a:pt x="6148" y="4212"/>
                </a:cubicBezTo>
                <a:cubicBezTo>
                  <a:pt x="6171" y="4205"/>
                  <a:pt x="6194" y="4197"/>
                  <a:pt x="6219" y="4191"/>
                </a:cubicBezTo>
                <a:cubicBezTo>
                  <a:pt x="6229" y="4187"/>
                  <a:pt x="6239" y="4185"/>
                  <a:pt x="6250" y="4182"/>
                </a:cubicBezTo>
                <a:cubicBezTo>
                  <a:pt x="6255" y="4179"/>
                  <a:pt x="6260" y="4178"/>
                  <a:pt x="6265" y="4178"/>
                </a:cubicBezTo>
                <a:cubicBezTo>
                  <a:pt x="6282" y="4171"/>
                  <a:pt x="6302" y="4168"/>
                  <a:pt x="6321" y="4163"/>
                </a:cubicBezTo>
                <a:cubicBezTo>
                  <a:pt x="6348" y="4156"/>
                  <a:pt x="6376" y="4150"/>
                  <a:pt x="6404" y="4145"/>
                </a:cubicBezTo>
                <a:cubicBezTo>
                  <a:pt x="6422" y="4141"/>
                  <a:pt x="6439" y="4138"/>
                  <a:pt x="6456" y="4134"/>
                </a:cubicBezTo>
                <a:cubicBezTo>
                  <a:pt x="6476" y="4130"/>
                  <a:pt x="6495" y="4128"/>
                  <a:pt x="6516" y="4125"/>
                </a:cubicBezTo>
                <a:cubicBezTo>
                  <a:pt x="6529" y="4123"/>
                  <a:pt x="6542" y="4120"/>
                  <a:pt x="6557" y="4119"/>
                </a:cubicBezTo>
                <a:cubicBezTo>
                  <a:pt x="6583" y="4115"/>
                  <a:pt x="6610" y="4113"/>
                  <a:pt x="6636" y="4110"/>
                </a:cubicBezTo>
                <a:cubicBezTo>
                  <a:pt x="6645" y="4109"/>
                  <a:pt x="6651" y="4109"/>
                  <a:pt x="6659" y="4109"/>
                </a:cubicBezTo>
                <a:cubicBezTo>
                  <a:pt x="6672" y="4108"/>
                  <a:pt x="6687" y="4107"/>
                  <a:pt x="6701" y="4107"/>
                </a:cubicBezTo>
                <a:cubicBezTo>
                  <a:pt x="6850" y="4088"/>
                  <a:pt x="6862" y="3954"/>
                  <a:pt x="6862" y="3914"/>
                </a:cubicBezTo>
                <a:lnTo>
                  <a:pt x="6862" y="3904"/>
                </a:lnTo>
                <a:lnTo>
                  <a:pt x="6862" y="3035"/>
                </a:lnTo>
                <a:cubicBezTo>
                  <a:pt x="6862" y="3034"/>
                  <a:pt x="6861" y="3032"/>
                  <a:pt x="6861" y="3030"/>
                </a:cubicBezTo>
                <a:cubicBezTo>
                  <a:pt x="6807" y="2833"/>
                  <a:pt x="6693" y="2656"/>
                  <a:pt x="6543" y="2516"/>
                </a:cubicBezTo>
                <a:lnTo>
                  <a:pt x="6273" y="2261"/>
                </a:lnTo>
                <a:cubicBezTo>
                  <a:pt x="6273" y="2261"/>
                  <a:pt x="4379" y="640"/>
                  <a:pt x="4174" y="350"/>
                </a:cubicBezTo>
                <a:cubicBezTo>
                  <a:pt x="4163" y="334"/>
                  <a:pt x="4083" y="324"/>
                  <a:pt x="4071" y="312"/>
                </a:cubicBezTo>
                <a:cubicBezTo>
                  <a:pt x="3907" y="113"/>
                  <a:pt x="3728" y="1"/>
                  <a:pt x="347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7" name="Google Shape;3127;p33"/>
          <p:cNvSpPr/>
          <p:nvPr/>
        </p:nvSpPr>
        <p:spPr>
          <a:xfrm>
            <a:off x="5141950" y="3869969"/>
            <a:ext cx="956430" cy="339426"/>
          </a:xfrm>
          <a:custGeom>
            <a:rect b="b" l="l" r="r" t="t"/>
            <a:pathLst>
              <a:path extrusionOk="0" h="2970" w="8369">
                <a:moveTo>
                  <a:pt x="1042" y="1"/>
                </a:moveTo>
                <a:cubicBezTo>
                  <a:pt x="758" y="1"/>
                  <a:pt x="512" y="116"/>
                  <a:pt x="312" y="344"/>
                </a:cubicBezTo>
                <a:cubicBezTo>
                  <a:pt x="244" y="422"/>
                  <a:pt x="186" y="509"/>
                  <a:pt x="140" y="601"/>
                </a:cubicBezTo>
                <a:cubicBezTo>
                  <a:pt x="50" y="780"/>
                  <a:pt x="1" y="986"/>
                  <a:pt x="1" y="1198"/>
                </a:cubicBezTo>
                <a:lnTo>
                  <a:pt x="1" y="2717"/>
                </a:lnTo>
                <a:cubicBezTo>
                  <a:pt x="1" y="2856"/>
                  <a:pt x="114" y="2970"/>
                  <a:pt x="255" y="2970"/>
                </a:cubicBezTo>
                <a:lnTo>
                  <a:pt x="255" y="2969"/>
                </a:lnTo>
                <a:lnTo>
                  <a:pt x="8368" y="2969"/>
                </a:lnTo>
                <a:cubicBezTo>
                  <a:pt x="8314" y="2799"/>
                  <a:pt x="8212" y="2640"/>
                  <a:pt x="8072" y="2507"/>
                </a:cubicBezTo>
                <a:lnTo>
                  <a:pt x="7802" y="2253"/>
                </a:lnTo>
                <a:cubicBezTo>
                  <a:pt x="7448" y="1929"/>
                  <a:pt x="5680" y="313"/>
                  <a:pt x="5668" y="299"/>
                </a:cubicBezTo>
                <a:cubicBezTo>
                  <a:pt x="5470" y="93"/>
                  <a:pt x="5271" y="1"/>
                  <a:pt x="502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8" name="Google Shape;3128;p33"/>
          <p:cNvSpPr/>
          <p:nvPr/>
        </p:nvSpPr>
        <p:spPr>
          <a:xfrm>
            <a:off x="5138293" y="3866084"/>
            <a:ext cx="965116" cy="347084"/>
          </a:xfrm>
          <a:custGeom>
            <a:rect b="b" l="l" r="r" t="t"/>
            <a:pathLst>
              <a:path extrusionOk="0" h="3037" w="8445">
                <a:moveTo>
                  <a:pt x="5058" y="67"/>
                </a:moveTo>
                <a:lnTo>
                  <a:pt x="5058" y="68"/>
                </a:lnTo>
                <a:cubicBezTo>
                  <a:pt x="5293" y="68"/>
                  <a:pt x="5485" y="158"/>
                  <a:pt x="5676" y="358"/>
                </a:cubicBezTo>
                <a:cubicBezTo>
                  <a:pt x="5687" y="370"/>
                  <a:pt x="7173" y="1729"/>
                  <a:pt x="7809" y="2312"/>
                </a:cubicBezTo>
                <a:lnTo>
                  <a:pt x="8079" y="2566"/>
                </a:lnTo>
                <a:cubicBezTo>
                  <a:pt x="8203" y="2683"/>
                  <a:pt x="8296" y="2821"/>
                  <a:pt x="8351" y="2969"/>
                </a:cubicBezTo>
                <a:lnTo>
                  <a:pt x="287" y="2969"/>
                </a:lnTo>
                <a:cubicBezTo>
                  <a:pt x="165" y="2969"/>
                  <a:pt x="66" y="2871"/>
                  <a:pt x="66" y="2749"/>
                </a:cubicBezTo>
                <a:lnTo>
                  <a:pt x="66" y="1230"/>
                </a:lnTo>
                <a:cubicBezTo>
                  <a:pt x="66" y="1024"/>
                  <a:pt x="114" y="823"/>
                  <a:pt x="202" y="649"/>
                </a:cubicBezTo>
                <a:cubicBezTo>
                  <a:pt x="245" y="559"/>
                  <a:pt x="301" y="476"/>
                  <a:pt x="368" y="400"/>
                </a:cubicBezTo>
                <a:cubicBezTo>
                  <a:pt x="563" y="180"/>
                  <a:pt x="800" y="67"/>
                  <a:pt x="1072" y="67"/>
                </a:cubicBezTo>
                <a:close/>
                <a:moveTo>
                  <a:pt x="1074" y="1"/>
                </a:moveTo>
                <a:cubicBezTo>
                  <a:pt x="730" y="1"/>
                  <a:pt x="487" y="166"/>
                  <a:pt x="319" y="357"/>
                </a:cubicBezTo>
                <a:cubicBezTo>
                  <a:pt x="249" y="437"/>
                  <a:pt x="189" y="527"/>
                  <a:pt x="143" y="620"/>
                </a:cubicBezTo>
                <a:cubicBezTo>
                  <a:pt x="47" y="807"/>
                  <a:pt x="0" y="1018"/>
                  <a:pt x="0" y="1231"/>
                </a:cubicBezTo>
                <a:lnTo>
                  <a:pt x="0" y="2750"/>
                </a:lnTo>
                <a:cubicBezTo>
                  <a:pt x="0" y="2909"/>
                  <a:pt x="128" y="3037"/>
                  <a:pt x="287" y="3037"/>
                </a:cubicBezTo>
                <a:lnTo>
                  <a:pt x="8444" y="3037"/>
                </a:lnTo>
                <a:lnTo>
                  <a:pt x="8444" y="3036"/>
                </a:lnTo>
                <a:cubicBezTo>
                  <a:pt x="8444" y="3035"/>
                  <a:pt x="8443" y="3034"/>
                  <a:pt x="8443" y="3031"/>
                </a:cubicBezTo>
                <a:cubicBezTo>
                  <a:pt x="8389" y="2834"/>
                  <a:pt x="8276" y="2657"/>
                  <a:pt x="8126" y="2517"/>
                </a:cubicBezTo>
                <a:lnTo>
                  <a:pt x="7856" y="2262"/>
                </a:lnTo>
                <a:cubicBezTo>
                  <a:pt x="7856" y="2262"/>
                  <a:pt x="5737" y="322"/>
                  <a:pt x="5724" y="310"/>
                </a:cubicBezTo>
                <a:cubicBezTo>
                  <a:pt x="5522" y="99"/>
                  <a:pt x="5316" y="1"/>
                  <a:pt x="505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9" name="Google Shape;3129;p33"/>
          <p:cNvSpPr/>
          <p:nvPr/>
        </p:nvSpPr>
        <p:spPr>
          <a:xfrm>
            <a:off x="5419548" y="3873741"/>
            <a:ext cx="301477" cy="331769"/>
          </a:xfrm>
          <a:custGeom>
            <a:rect b="b" l="l" r="r" t="t"/>
            <a:pathLst>
              <a:path extrusionOk="0" h="2903" w="2638">
                <a:moveTo>
                  <a:pt x="1" y="0"/>
                </a:moveTo>
                <a:lnTo>
                  <a:pt x="2073" y="2902"/>
                </a:lnTo>
                <a:lnTo>
                  <a:pt x="2638" y="2902"/>
                </a:lnTo>
                <a:cubicBezTo>
                  <a:pt x="2185" y="2263"/>
                  <a:pt x="958" y="528"/>
                  <a:pt x="583" y="0"/>
                </a:cubicBezTo>
                <a:close/>
              </a:path>
            </a:pathLst>
          </a:custGeom>
          <a:solidFill>
            <a:srgbClr val="FB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0" name="Google Shape;3130;p33"/>
          <p:cNvSpPr/>
          <p:nvPr/>
        </p:nvSpPr>
        <p:spPr>
          <a:xfrm>
            <a:off x="5515091" y="3873741"/>
            <a:ext cx="268450" cy="331769"/>
          </a:xfrm>
          <a:custGeom>
            <a:rect b="b" l="l" r="r" t="t"/>
            <a:pathLst>
              <a:path extrusionOk="0" h="2903" w="2349">
                <a:moveTo>
                  <a:pt x="1" y="0"/>
                </a:moveTo>
                <a:lnTo>
                  <a:pt x="2073" y="2902"/>
                </a:lnTo>
                <a:lnTo>
                  <a:pt x="2348" y="2902"/>
                </a:lnTo>
                <a:cubicBezTo>
                  <a:pt x="1896" y="2263"/>
                  <a:pt x="668" y="528"/>
                  <a:pt x="291" y="0"/>
                </a:cubicBezTo>
                <a:close/>
              </a:path>
            </a:pathLst>
          </a:custGeom>
          <a:solidFill>
            <a:srgbClr val="FB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1" name="Google Shape;3131;p33"/>
          <p:cNvSpPr/>
          <p:nvPr/>
        </p:nvSpPr>
        <p:spPr>
          <a:xfrm>
            <a:off x="5319777" y="3868941"/>
            <a:ext cx="42285" cy="342626"/>
          </a:xfrm>
          <a:custGeom>
            <a:rect b="b" l="l" r="r" t="t"/>
            <a:pathLst>
              <a:path extrusionOk="0" h="2998" w="370">
                <a:moveTo>
                  <a:pt x="0" y="0"/>
                </a:moveTo>
                <a:lnTo>
                  <a:pt x="0" y="2997"/>
                </a:lnTo>
                <a:lnTo>
                  <a:pt x="369" y="2997"/>
                </a:lnTo>
                <a:lnTo>
                  <a:pt x="36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2" name="Google Shape;3132;p33"/>
          <p:cNvSpPr/>
          <p:nvPr/>
        </p:nvSpPr>
        <p:spPr>
          <a:xfrm>
            <a:off x="5830289" y="3944369"/>
            <a:ext cx="42399" cy="267084"/>
          </a:xfrm>
          <a:custGeom>
            <a:rect b="b" l="l" r="r" t="t"/>
            <a:pathLst>
              <a:path extrusionOk="0" h="2337" w="371">
                <a:moveTo>
                  <a:pt x="0" y="0"/>
                </a:moveTo>
                <a:lnTo>
                  <a:pt x="0" y="2336"/>
                </a:lnTo>
                <a:lnTo>
                  <a:pt x="371" y="2336"/>
                </a:lnTo>
                <a:lnTo>
                  <a:pt x="371" y="3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3" name="Google Shape;3133;p33"/>
          <p:cNvSpPr/>
          <p:nvPr/>
        </p:nvSpPr>
        <p:spPr>
          <a:xfrm>
            <a:off x="5344120" y="4237168"/>
            <a:ext cx="140682" cy="34857"/>
          </a:xfrm>
          <a:custGeom>
            <a:rect b="b" l="l" r="r" t="t"/>
            <a:pathLst>
              <a:path extrusionOk="0" h="305" w="1231">
                <a:moveTo>
                  <a:pt x="183" y="0"/>
                </a:moveTo>
                <a:cubicBezTo>
                  <a:pt x="116" y="0"/>
                  <a:pt x="57" y="46"/>
                  <a:pt x="40" y="110"/>
                </a:cubicBezTo>
                <a:lnTo>
                  <a:pt x="13" y="212"/>
                </a:lnTo>
                <a:cubicBezTo>
                  <a:pt x="1" y="259"/>
                  <a:pt x="36" y="304"/>
                  <a:pt x="83" y="304"/>
                </a:cubicBezTo>
                <a:lnTo>
                  <a:pt x="1092" y="304"/>
                </a:lnTo>
                <a:cubicBezTo>
                  <a:pt x="1132" y="304"/>
                  <a:pt x="1165" y="278"/>
                  <a:pt x="1177" y="239"/>
                </a:cubicBezTo>
                <a:lnTo>
                  <a:pt x="1224" y="60"/>
                </a:lnTo>
                <a:cubicBezTo>
                  <a:pt x="1231" y="29"/>
                  <a:pt x="1208" y="0"/>
                  <a:pt x="1178" y="0"/>
                </a:cubicBezTo>
                <a:close/>
              </a:path>
            </a:pathLst>
          </a:custGeom>
          <a:solidFill>
            <a:srgbClr val="9AA0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4" name="Google Shape;3134;p33"/>
          <p:cNvSpPr/>
          <p:nvPr/>
        </p:nvSpPr>
        <p:spPr>
          <a:xfrm>
            <a:off x="5350063" y="4229740"/>
            <a:ext cx="136796" cy="34971"/>
          </a:xfrm>
          <a:custGeom>
            <a:rect b="b" l="l" r="r" t="t"/>
            <a:pathLst>
              <a:path extrusionOk="0" h="306" w="1197">
                <a:moveTo>
                  <a:pt x="183" y="1"/>
                </a:moveTo>
                <a:cubicBezTo>
                  <a:pt x="115" y="1"/>
                  <a:pt x="56" y="46"/>
                  <a:pt x="40" y="111"/>
                </a:cubicBezTo>
                <a:lnTo>
                  <a:pt x="12" y="214"/>
                </a:lnTo>
                <a:cubicBezTo>
                  <a:pt x="0" y="261"/>
                  <a:pt x="35" y="306"/>
                  <a:pt x="83" y="306"/>
                </a:cubicBezTo>
                <a:lnTo>
                  <a:pt x="1056" y="306"/>
                </a:lnTo>
                <a:cubicBezTo>
                  <a:pt x="1096" y="306"/>
                  <a:pt x="1131" y="278"/>
                  <a:pt x="1141" y="240"/>
                </a:cubicBezTo>
                <a:lnTo>
                  <a:pt x="1188" y="61"/>
                </a:lnTo>
                <a:cubicBezTo>
                  <a:pt x="1196" y="31"/>
                  <a:pt x="1173" y="1"/>
                  <a:pt x="114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5" name="Google Shape;3135;p33"/>
          <p:cNvSpPr/>
          <p:nvPr/>
        </p:nvSpPr>
        <p:spPr>
          <a:xfrm>
            <a:off x="6041946" y="4160140"/>
            <a:ext cx="62627" cy="69485"/>
          </a:xfrm>
          <a:custGeom>
            <a:rect b="b" l="l" r="r" t="t"/>
            <a:pathLst>
              <a:path extrusionOk="0" h="608" w="548">
                <a:moveTo>
                  <a:pt x="65" y="0"/>
                </a:moveTo>
                <a:lnTo>
                  <a:pt x="0" y="493"/>
                </a:lnTo>
                <a:lnTo>
                  <a:pt x="173" y="592"/>
                </a:lnTo>
                <a:cubicBezTo>
                  <a:pt x="226" y="603"/>
                  <a:pt x="272" y="608"/>
                  <a:pt x="311" y="608"/>
                </a:cubicBezTo>
                <a:cubicBezTo>
                  <a:pt x="424" y="608"/>
                  <a:pt x="485" y="569"/>
                  <a:pt x="517" y="529"/>
                </a:cubicBezTo>
                <a:cubicBezTo>
                  <a:pt x="548" y="492"/>
                  <a:pt x="543" y="437"/>
                  <a:pt x="507" y="405"/>
                </a:cubicBezTo>
                <a:lnTo>
                  <a:pt x="6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6" name="Google Shape;3136;p33"/>
          <p:cNvSpPr/>
          <p:nvPr/>
        </p:nvSpPr>
        <p:spPr>
          <a:xfrm>
            <a:off x="5922632" y="4146654"/>
            <a:ext cx="138510" cy="72685"/>
          </a:xfrm>
          <a:custGeom>
            <a:rect b="b" l="l" r="r" t="t"/>
            <a:pathLst>
              <a:path extrusionOk="0" h="636" w="1212">
                <a:moveTo>
                  <a:pt x="318" y="0"/>
                </a:moveTo>
                <a:cubicBezTo>
                  <a:pt x="143" y="0"/>
                  <a:pt x="1" y="143"/>
                  <a:pt x="1" y="318"/>
                </a:cubicBezTo>
                <a:cubicBezTo>
                  <a:pt x="1" y="494"/>
                  <a:pt x="143" y="636"/>
                  <a:pt x="318" y="636"/>
                </a:cubicBezTo>
                <a:lnTo>
                  <a:pt x="1016" y="636"/>
                </a:lnTo>
                <a:cubicBezTo>
                  <a:pt x="1126" y="636"/>
                  <a:pt x="1211" y="537"/>
                  <a:pt x="1192" y="426"/>
                </a:cubicBezTo>
                <a:lnTo>
                  <a:pt x="1160" y="236"/>
                </a:lnTo>
                <a:cubicBezTo>
                  <a:pt x="1136" y="100"/>
                  <a:pt x="1019" y="0"/>
                  <a:pt x="881" y="0"/>
                </a:cubicBezTo>
                <a:close/>
              </a:path>
            </a:pathLst>
          </a:custGeom>
          <a:solidFill>
            <a:srgbClr val="FB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7" name="Google Shape;3137;p33"/>
          <p:cNvSpPr/>
          <p:nvPr/>
        </p:nvSpPr>
        <p:spPr>
          <a:xfrm>
            <a:off x="5922632" y="4146768"/>
            <a:ext cx="66512" cy="72571"/>
          </a:xfrm>
          <a:custGeom>
            <a:rect b="b" l="l" r="r" t="t"/>
            <a:pathLst>
              <a:path extrusionOk="0" h="635" w="582">
                <a:moveTo>
                  <a:pt x="318" y="0"/>
                </a:moveTo>
                <a:cubicBezTo>
                  <a:pt x="143" y="0"/>
                  <a:pt x="1" y="143"/>
                  <a:pt x="1" y="318"/>
                </a:cubicBezTo>
                <a:cubicBezTo>
                  <a:pt x="1" y="405"/>
                  <a:pt x="36" y="484"/>
                  <a:pt x="94" y="542"/>
                </a:cubicBezTo>
                <a:cubicBezTo>
                  <a:pt x="152" y="599"/>
                  <a:pt x="231" y="635"/>
                  <a:pt x="318" y="635"/>
                </a:cubicBezTo>
                <a:lnTo>
                  <a:pt x="582" y="635"/>
                </a:lnTo>
                <a:cubicBezTo>
                  <a:pt x="495" y="635"/>
                  <a:pt x="415" y="599"/>
                  <a:pt x="358" y="542"/>
                </a:cubicBezTo>
                <a:cubicBezTo>
                  <a:pt x="300" y="484"/>
                  <a:pt x="265" y="405"/>
                  <a:pt x="265" y="318"/>
                </a:cubicBezTo>
                <a:cubicBezTo>
                  <a:pt x="265" y="143"/>
                  <a:pt x="407" y="0"/>
                  <a:pt x="582" y="0"/>
                </a:cubicBezTo>
                <a:close/>
              </a:path>
            </a:pathLst>
          </a:custGeom>
          <a:solidFill>
            <a:srgbClr val="DFE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8" name="Google Shape;3138;p33"/>
          <p:cNvSpPr/>
          <p:nvPr/>
        </p:nvSpPr>
        <p:spPr>
          <a:xfrm>
            <a:off x="5052807" y="4335111"/>
            <a:ext cx="1291964" cy="317598"/>
          </a:xfrm>
          <a:custGeom>
            <a:rect b="b" l="l" r="r" t="t"/>
            <a:pathLst>
              <a:path extrusionOk="0" h="2779" w="11305">
                <a:moveTo>
                  <a:pt x="2142" y="1"/>
                </a:moveTo>
                <a:cubicBezTo>
                  <a:pt x="1323" y="1"/>
                  <a:pt x="612" y="460"/>
                  <a:pt x="253" y="1135"/>
                </a:cubicBezTo>
                <a:cubicBezTo>
                  <a:pt x="99" y="1425"/>
                  <a:pt x="9" y="1752"/>
                  <a:pt x="3" y="2101"/>
                </a:cubicBezTo>
                <a:cubicBezTo>
                  <a:pt x="2" y="2114"/>
                  <a:pt x="2" y="2127"/>
                  <a:pt x="2" y="2139"/>
                </a:cubicBezTo>
                <a:cubicBezTo>
                  <a:pt x="2" y="2144"/>
                  <a:pt x="3" y="2148"/>
                  <a:pt x="0" y="2156"/>
                </a:cubicBezTo>
                <a:lnTo>
                  <a:pt x="0" y="2439"/>
                </a:lnTo>
                <a:lnTo>
                  <a:pt x="23" y="2439"/>
                </a:lnTo>
                <a:cubicBezTo>
                  <a:pt x="39" y="2555"/>
                  <a:pt x="64" y="2669"/>
                  <a:pt x="97" y="2779"/>
                </a:cubicBezTo>
                <a:lnTo>
                  <a:pt x="11207" y="2779"/>
                </a:lnTo>
                <a:cubicBezTo>
                  <a:pt x="11270" y="2578"/>
                  <a:pt x="11304" y="2363"/>
                  <a:pt x="11304" y="2140"/>
                </a:cubicBezTo>
                <a:cubicBezTo>
                  <a:pt x="11304" y="960"/>
                  <a:pt x="10347" y="1"/>
                  <a:pt x="9165" y="1"/>
                </a:cubicBezTo>
                <a:cubicBezTo>
                  <a:pt x="8061" y="1"/>
                  <a:pt x="7153" y="838"/>
                  <a:pt x="7038" y="1910"/>
                </a:cubicBezTo>
                <a:cubicBezTo>
                  <a:pt x="7038" y="1910"/>
                  <a:pt x="7005" y="2276"/>
                  <a:pt x="6742" y="2278"/>
                </a:cubicBezTo>
                <a:lnTo>
                  <a:pt x="4563" y="2278"/>
                </a:lnTo>
                <a:cubicBezTo>
                  <a:pt x="4302" y="2277"/>
                  <a:pt x="4268" y="1910"/>
                  <a:pt x="4268" y="1910"/>
                </a:cubicBezTo>
                <a:cubicBezTo>
                  <a:pt x="4153" y="838"/>
                  <a:pt x="3245" y="1"/>
                  <a:pt x="2142" y="1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9" name="Google Shape;3139;p33"/>
          <p:cNvSpPr/>
          <p:nvPr/>
        </p:nvSpPr>
        <p:spPr>
          <a:xfrm>
            <a:off x="5053036" y="4613738"/>
            <a:ext cx="1414932" cy="38971"/>
          </a:xfrm>
          <a:custGeom>
            <a:rect b="b" l="l" r="r" t="t"/>
            <a:pathLst>
              <a:path extrusionOk="0" h="341" w="12381">
                <a:moveTo>
                  <a:pt x="0" y="0"/>
                </a:moveTo>
                <a:lnTo>
                  <a:pt x="0" y="252"/>
                </a:lnTo>
                <a:cubicBezTo>
                  <a:pt x="0" y="258"/>
                  <a:pt x="1" y="263"/>
                  <a:pt x="2" y="269"/>
                </a:cubicBezTo>
                <a:lnTo>
                  <a:pt x="6" y="284"/>
                </a:lnTo>
                <a:lnTo>
                  <a:pt x="7" y="287"/>
                </a:lnTo>
                <a:lnTo>
                  <a:pt x="16" y="302"/>
                </a:lnTo>
                <a:lnTo>
                  <a:pt x="17" y="303"/>
                </a:lnTo>
                <a:cubicBezTo>
                  <a:pt x="21" y="308"/>
                  <a:pt x="23" y="312"/>
                  <a:pt x="27" y="314"/>
                </a:cubicBezTo>
                <a:cubicBezTo>
                  <a:pt x="31" y="318"/>
                  <a:pt x="33" y="322"/>
                  <a:pt x="38" y="324"/>
                </a:cubicBezTo>
                <a:cubicBezTo>
                  <a:pt x="43" y="328"/>
                  <a:pt x="49" y="333"/>
                  <a:pt x="56" y="335"/>
                </a:cubicBezTo>
                <a:cubicBezTo>
                  <a:pt x="67" y="339"/>
                  <a:pt x="78" y="341"/>
                  <a:pt x="89" y="341"/>
                </a:cubicBezTo>
                <a:lnTo>
                  <a:pt x="12319" y="341"/>
                </a:lnTo>
                <a:cubicBezTo>
                  <a:pt x="12354" y="341"/>
                  <a:pt x="12381" y="313"/>
                  <a:pt x="12381" y="279"/>
                </a:cubicBezTo>
                <a:lnTo>
                  <a:pt x="12381" y="0"/>
                </a:lnTo>
                <a:close/>
              </a:path>
            </a:pathLst>
          </a:custGeom>
          <a:solidFill>
            <a:srgbClr val="131C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0" name="Google Shape;3140;p33"/>
          <p:cNvSpPr/>
          <p:nvPr/>
        </p:nvSpPr>
        <p:spPr>
          <a:xfrm>
            <a:off x="5116007" y="4398196"/>
            <a:ext cx="362961" cy="254398"/>
          </a:xfrm>
          <a:custGeom>
            <a:rect b="b" l="l" r="r" t="t"/>
            <a:pathLst>
              <a:path extrusionOk="0" h="2226" w="3176">
                <a:moveTo>
                  <a:pt x="1587" y="0"/>
                </a:moveTo>
                <a:cubicBezTo>
                  <a:pt x="711" y="0"/>
                  <a:pt x="1" y="711"/>
                  <a:pt x="1" y="1587"/>
                </a:cubicBezTo>
                <a:cubicBezTo>
                  <a:pt x="1" y="1815"/>
                  <a:pt x="48" y="2031"/>
                  <a:pt x="136" y="2226"/>
                </a:cubicBezTo>
                <a:lnTo>
                  <a:pt x="3041" y="2226"/>
                </a:lnTo>
                <a:cubicBezTo>
                  <a:pt x="3128" y="2030"/>
                  <a:pt x="3176" y="1814"/>
                  <a:pt x="3176" y="1587"/>
                </a:cubicBezTo>
                <a:cubicBezTo>
                  <a:pt x="3176" y="710"/>
                  <a:pt x="2465" y="0"/>
                  <a:pt x="1589" y="0"/>
                </a:cubicBezTo>
                <a:cubicBezTo>
                  <a:pt x="1588" y="0"/>
                  <a:pt x="1587" y="0"/>
                  <a:pt x="1587" y="0"/>
                </a:cubicBezTo>
                <a:close/>
              </a:path>
            </a:pathLst>
          </a:custGeom>
          <a:solidFill>
            <a:srgbClr val="131C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1" name="Google Shape;3141;p33"/>
          <p:cNvSpPr/>
          <p:nvPr/>
        </p:nvSpPr>
        <p:spPr>
          <a:xfrm>
            <a:off x="5128235" y="4410310"/>
            <a:ext cx="338619" cy="338626"/>
          </a:xfrm>
          <a:custGeom>
            <a:rect b="b" l="l" r="r" t="t"/>
            <a:pathLst>
              <a:path extrusionOk="0" h="2963" w="2963">
                <a:moveTo>
                  <a:pt x="1482" y="1"/>
                </a:moveTo>
                <a:cubicBezTo>
                  <a:pt x="663" y="1"/>
                  <a:pt x="0" y="663"/>
                  <a:pt x="0" y="1481"/>
                </a:cubicBezTo>
                <a:cubicBezTo>
                  <a:pt x="0" y="1710"/>
                  <a:pt x="53" y="1926"/>
                  <a:pt x="145" y="2120"/>
                </a:cubicBezTo>
                <a:cubicBezTo>
                  <a:pt x="383" y="2619"/>
                  <a:pt x="892" y="2963"/>
                  <a:pt x="1482" y="2963"/>
                </a:cubicBezTo>
                <a:cubicBezTo>
                  <a:pt x="2071" y="2963"/>
                  <a:pt x="2579" y="2619"/>
                  <a:pt x="2818" y="2120"/>
                </a:cubicBezTo>
                <a:cubicBezTo>
                  <a:pt x="2911" y="1926"/>
                  <a:pt x="2962" y="1709"/>
                  <a:pt x="2962" y="1481"/>
                </a:cubicBezTo>
                <a:cubicBezTo>
                  <a:pt x="2962" y="663"/>
                  <a:pt x="2299" y="1"/>
                  <a:pt x="1482" y="1"/>
                </a:cubicBezTo>
                <a:close/>
              </a:path>
            </a:pathLst>
          </a:custGeom>
          <a:solidFill>
            <a:srgbClr val="3C3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2" name="Google Shape;3142;p33"/>
          <p:cNvSpPr/>
          <p:nvPr/>
        </p:nvSpPr>
        <p:spPr>
          <a:xfrm>
            <a:off x="5182521" y="4473625"/>
            <a:ext cx="230165" cy="209142"/>
          </a:xfrm>
          <a:custGeom>
            <a:rect b="b" l="l" r="r" t="t"/>
            <a:pathLst>
              <a:path extrusionOk="0" h="1830" w="2014">
                <a:moveTo>
                  <a:pt x="1008" y="1"/>
                </a:moveTo>
                <a:cubicBezTo>
                  <a:pt x="939" y="1"/>
                  <a:pt x="868" y="9"/>
                  <a:pt x="797" y="26"/>
                </a:cubicBezTo>
                <a:cubicBezTo>
                  <a:pt x="306" y="141"/>
                  <a:pt x="1" y="634"/>
                  <a:pt x="118" y="1126"/>
                </a:cubicBezTo>
                <a:cubicBezTo>
                  <a:pt x="216" y="1546"/>
                  <a:pt x="591" y="1830"/>
                  <a:pt x="1006" y="1830"/>
                </a:cubicBezTo>
                <a:cubicBezTo>
                  <a:pt x="1076" y="1830"/>
                  <a:pt x="1147" y="1822"/>
                  <a:pt x="1217" y="1805"/>
                </a:cubicBezTo>
                <a:cubicBezTo>
                  <a:pt x="1709" y="1690"/>
                  <a:pt x="2013" y="1196"/>
                  <a:pt x="1897" y="705"/>
                </a:cubicBezTo>
                <a:cubicBezTo>
                  <a:pt x="1798" y="285"/>
                  <a:pt x="1422" y="1"/>
                  <a:pt x="1008" y="1"/>
                </a:cubicBezTo>
                <a:close/>
              </a:path>
            </a:pathLst>
          </a:custGeom>
          <a:solidFill>
            <a:srgbClr val="131C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3" name="Google Shape;3143;p33"/>
          <p:cNvSpPr/>
          <p:nvPr/>
        </p:nvSpPr>
        <p:spPr>
          <a:xfrm>
            <a:off x="5182521" y="4473625"/>
            <a:ext cx="230165" cy="209142"/>
          </a:xfrm>
          <a:custGeom>
            <a:rect b="b" l="l" r="r" t="t"/>
            <a:pathLst>
              <a:path extrusionOk="0" h="1830" w="2014">
                <a:moveTo>
                  <a:pt x="1008" y="1"/>
                </a:moveTo>
                <a:cubicBezTo>
                  <a:pt x="939" y="1"/>
                  <a:pt x="868" y="9"/>
                  <a:pt x="797" y="26"/>
                </a:cubicBezTo>
                <a:cubicBezTo>
                  <a:pt x="306" y="141"/>
                  <a:pt x="1" y="634"/>
                  <a:pt x="118" y="1126"/>
                </a:cubicBezTo>
                <a:cubicBezTo>
                  <a:pt x="216" y="1546"/>
                  <a:pt x="591" y="1830"/>
                  <a:pt x="1006" y="1830"/>
                </a:cubicBezTo>
                <a:cubicBezTo>
                  <a:pt x="1076" y="1830"/>
                  <a:pt x="1147" y="1822"/>
                  <a:pt x="1217" y="1805"/>
                </a:cubicBezTo>
                <a:cubicBezTo>
                  <a:pt x="1709" y="1690"/>
                  <a:pt x="2013" y="1196"/>
                  <a:pt x="1897" y="705"/>
                </a:cubicBezTo>
                <a:cubicBezTo>
                  <a:pt x="1798" y="285"/>
                  <a:pt x="1422" y="1"/>
                  <a:pt x="1008" y="1"/>
                </a:cubicBezTo>
                <a:close/>
              </a:path>
            </a:pathLst>
          </a:custGeom>
          <a:solidFill>
            <a:srgbClr val="131C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4" name="Google Shape;3144;p33"/>
          <p:cNvSpPr/>
          <p:nvPr/>
        </p:nvSpPr>
        <p:spPr>
          <a:xfrm>
            <a:off x="5182521" y="4473625"/>
            <a:ext cx="230165" cy="209142"/>
          </a:xfrm>
          <a:custGeom>
            <a:rect b="b" l="l" r="r" t="t"/>
            <a:pathLst>
              <a:path extrusionOk="0" h="1830" w="2014">
                <a:moveTo>
                  <a:pt x="1008" y="1"/>
                </a:moveTo>
                <a:cubicBezTo>
                  <a:pt x="939" y="1"/>
                  <a:pt x="868" y="9"/>
                  <a:pt x="797" y="26"/>
                </a:cubicBezTo>
                <a:cubicBezTo>
                  <a:pt x="306" y="141"/>
                  <a:pt x="1" y="634"/>
                  <a:pt x="118" y="1126"/>
                </a:cubicBezTo>
                <a:cubicBezTo>
                  <a:pt x="216" y="1546"/>
                  <a:pt x="591" y="1830"/>
                  <a:pt x="1006" y="1830"/>
                </a:cubicBezTo>
                <a:cubicBezTo>
                  <a:pt x="1076" y="1830"/>
                  <a:pt x="1147" y="1822"/>
                  <a:pt x="1217" y="1805"/>
                </a:cubicBezTo>
                <a:cubicBezTo>
                  <a:pt x="1709" y="1690"/>
                  <a:pt x="2013" y="1196"/>
                  <a:pt x="1897" y="705"/>
                </a:cubicBezTo>
                <a:cubicBezTo>
                  <a:pt x="1798" y="285"/>
                  <a:pt x="1422" y="1"/>
                  <a:pt x="1008" y="1"/>
                </a:cubicBezTo>
                <a:close/>
              </a:path>
            </a:pathLst>
          </a:custGeom>
          <a:solidFill>
            <a:srgbClr val="131C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5" name="Google Shape;3145;p33"/>
          <p:cNvSpPr/>
          <p:nvPr/>
        </p:nvSpPr>
        <p:spPr>
          <a:xfrm>
            <a:off x="5199549" y="4481624"/>
            <a:ext cx="195994" cy="195999"/>
          </a:xfrm>
          <a:custGeom>
            <a:rect b="b" l="l" r="r" t="t"/>
            <a:pathLst>
              <a:path extrusionOk="0" h="1715" w="1715">
                <a:moveTo>
                  <a:pt x="858" y="1"/>
                </a:moveTo>
                <a:cubicBezTo>
                  <a:pt x="384" y="1"/>
                  <a:pt x="0" y="385"/>
                  <a:pt x="0" y="857"/>
                </a:cubicBezTo>
                <a:cubicBezTo>
                  <a:pt x="0" y="1331"/>
                  <a:pt x="384" y="1715"/>
                  <a:pt x="858" y="1715"/>
                </a:cubicBezTo>
                <a:cubicBezTo>
                  <a:pt x="1331" y="1715"/>
                  <a:pt x="1714" y="1331"/>
                  <a:pt x="1714" y="857"/>
                </a:cubicBezTo>
                <a:cubicBezTo>
                  <a:pt x="1714" y="385"/>
                  <a:pt x="1331" y="1"/>
                  <a:pt x="8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6" name="Google Shape;3146;p33"/>
          <p:cNvSpPr/>
          <p:nvPr/>
        </p:nvSpPr>
        <p:spPr>
          <a:xfrm>
            <a:off x="5232349" y="4514996"/>
            <a:ext cx="130282" cy="129142"/>
          </a:xfrm>
          <a:custGeom>
            <a:rect b="b" l="l" r="r" t="t"/>
            <a:pathLst>
              <a:path extrusionOk="0" h="1130" w="1140">
                <a:moveTo>
                  <a:pt x="61" y="1"/>
                </a:moveTo>
                <a:cubicBezTo>
                  <a:pt x="47" y="1"/>
                  <a:pt x="33" y="6"/>
                  <a:pt x="22" y="17"/>
                </a:cubicBezTo>
                <a:cubicBezTo>
                  <a:pt x="1" y="38"/>
                  <a:pt x="1" y="73"/>
                  <a:pt x="22" y="94"/>
                </a:cubicBezTo>
                <a:lnTo>
                  <a:pt x="1041" y="1113"/>
                </a:lnTo>
                <a:cubicBezTo>
                  <a:pt x="1052" y="1124"/>
                  <a:pt x="1066" y="1130"/>
                  <a:pt x="1080" y="1130"/>
                </a:cubicBezTo>
                <a:cubicBezTo>
                  <a:pt x="1094" y="1130"/>
                  <a:pt x="1108" y="1124"/>
                  <a:pt x="1118" y="1113"/>
                </a:cubicBezTo>
                <a:cubicBezTo>
                  <a:pt x="1140" y="1091"/>
                  <a:pt x="1140" y="1056"/>
                  <a:pt x="1118" y="1036"/>
                </a:cubicBezTo>
                <a:lnTo>
                  <a:pt x="99" y="17"/>
                </a:lnTo>
                <a:cubicBezTo>
                  <a:pt x="89" y="6"/>
                  <a:pt x="75" y="1"/>
                  <a:pt x="61" y="1"/>
                </a:cubicBezTo>
                <a:close/>
              </a:path>
            </a:pathLst>
          </a:custGeom>
          <a:solidFill>
            <a:srgbClr val="3C3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7" name="Google Shape;3147;p33"/>
          <p:cNvSpPr/>
          <p:nvPr/>
        </p:nvSpPr>
        <p:spPr>
          <a:xfrm>
            <a:off x="5232235" y="4514996"/>
            <a:ext cx="130396" cy="129142"/>
          </a:xfrm>
          <a:custGeom>
            <a:rect b="b" l="l" r="r" t="t"/>
            <a:pathLst>
              <a:path extrusionOk="0" h="1130" w="1141">
                <a:moveTo>
                  <a:pt x="1080" y="1"/>
                </a:moveTo>
                <a:cubicBezTo>
                  <a:pt x="1066" y="1"/>
                  <a:pt x="1053" y="6"/>
                  <a:pt x="1042" y="17"/>
                </a:cubicBezTo>
                <a:lnTo>
                  <a:pt x="23" y="1036"/>
                </a:lnTo>
                <a:cubicBezTo>
                  <a:pt x="1" y="1058"/>
                  <a:pt x="1" y="1092"/>
                  <a:pt x="23" y="1113"/>
                </a:cubicBezTo>
                <a:cubicBezTo>
                  <a:pt x="34" y="1124"/>
                  <a:pt x="48" y="1130"/>
                  <a:pt x="62" y="1130"/>
                </a:cubicBezTo>
                <a:cubicBezTo>
                  <a:pt x="76" y="1130"/>
                  <a:pt x="90" y="1124"/>
                  <a:pt x="100" y="1113"/>
                </a:cubicBezTo>
                <a:lnTo>
                  <a:pt x="1119" y="94"/>
                </a:lnTo>
                <a:cubicBezTo>
                  <a:pt x="1141" y="73"/>
                  <a:pt x="1141" y="38"/>
                  <a:pt x="1119" y="17"/>
                </a:cubicBezTo>
                <a:cubicBezTo>
                  <a:pt x="1108" y="6"/>
                  <a:pt x="1094" y="1"/>
                  <a:pt x="1080" y="1"/>
                </a:cubicBezTo>
                <a:close/>
              </a:path>
            </a:pathLst>
          </a:custGeom>
          <a:solidFill>
            <a:srgbClr val="3C3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8" name="Google Shape;3148;p33"/>
          <p:cNvSpPr/>
          <p:nvPr/>
        </p:nvSpPr>
        <p:spPr>
          <a:xfrm>
            <a:off x="5208807" y="4573396"/>
            <a:ext cx="177481" cy="12571"/>
          </a:xfrm>
          <a:custGeom>
            <a:rect b="b" l="l" r="r" t="t"/>
            <a:pathLst>
              <a:path extrusionOk="0" h="110" w="1553">
                <a:moveTo>
                  <a:pt x="55" y="0"/>
                </a:moveTo>
                <a:cubicBezTo>
                  <a:pt x="26" y="0"/>
                  <a:pt x="0" y="24"/>
                  <a:pt x="0" y="54"/>
                </a:cubicBezTo>
                <a:cubicBezTo>
                  <a:pt x="0" y="84"/>
                  <a:pt x="25" y="109"/>
                  <a:pt x="55" y="109"/>
                </a:cubicBezTo>
                <a:lnTo>
                  <a:pt x="1497" y="109"/>
                </a:lnTo>
                <a:cubicBezTo>
                  <a:pt x="1528" y="108"/>
                  <a:pt x="1552" y="84"/>
                  <a:pt x="1552" y="54"/>
                </a:cubicBezTo>
                <a:cubicBezTo>
                  <a:pt x="1552" y="26"/>
                  <a:pt x="1528" y="0"/>
                  <a:pt x="1497" y="0"/>
                </a:cubicBezTo>
                <a:close/>
              </a:path>
            </a:pathLst>
          </a:custGeom>
          <a:solidFill>
            <a:srgbClr val="3C3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9" name="Google Shape;3149;p33"/>
          <p:cNvSpPr/>
          <p:nvPr/>
        </p:nvSpPr>
        <p:spPr>
          <a:xfrm>
            <a:off x="5291206" y="4490882"/>
            <a:ext cx="12685" cy="177370"/>
          </a:xfrm>
          <a:custGeom>
            <a:rect b="b" l="l" r="r" t="t"/>
            <a:pathLst>
              <a:path extrusionOk="0" h="1552" w="111">
                <a:moveTo>
                  <a:pt x="56" y="1"/>
                </a:moveTo>
                <a:cubicBezTo>
                  <a:pt x="26" y="1"/>
                  <a:pt x="0" y="24"/>
                  <a:pt x="0" y="55"/>
                </a:cubicBezTo>
                <a:lnTo>
                  <a:pt x="0" y="1497"/>
                </a:lnTo>
                <a:cubicBezTo>
                  <a:pt x="0" y="1527"/>
                  <a:pt x="25" y="1552"/>
                  <a:pt x="56" y="1552"/>
                </a:cubicBezTo>
                <a:cubicBezTo>
                  <a:pt x="86" y="1552"/>
                  <a:pt x="111" y="1527"/>
                  <a:pt x="111" y="1497"/>
                </a:cubicBezTo>
                <a:lnTo>
                  <a:pt x="111" y="55"/>
                </a:lnTo>
                <a:cubicBezTo>
                  <a:pt x="111" y="26"/>
                  <a:pt x="86" y="1"/>
                  <a:pt x="56" y="1"/>
                </a:cubicBezTo>
                <a:close/>
              </a:path>
            </a:pathLst>
          </a:custGeom>
          <a:solidFill>
            <a:srgbClr val="3C3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0" name="Google Shape;3150;p33"/>
          <p:cNvSpPr/>
          <p:nvPr/>
        </p:nvSpPr>
        <p:spPr>
          <a:xfrm>
            <a:off x="5263435" y="4545510"/>
            <a:ext cx="68227" cy="68228"/>
          </a:xfrm>
          <a:custGeom>
            <a:rect b="b" l="l" r="r" t="t"/>
            <a:pathLst>
              <a:path extrusionOk="0" h="597" w="597">
                <a:moveTo>
                  <a:pt x="299" y="0"/>
                </a:moveTo>
                <a:cubicBezTo>
                  <a:pt x="134" y="0"/>
                  <a:pt x="1" y="134"/>
                  <a:pt x="1" y="298"/>
                </a:cubicBezTo>
                <a:cubicBezTo>
                  <a:pt x="1" y="463"/>
                  <a:pt x="134" y="597"/>
                  <a:pt x="299" y="597"/>
                </a:cubicBezTo>
                <a:cubicBezTo>
                  <a:pt x="463" y="597"/>
                  <a:pt x="596" y="463"/>
                  <a:pt x="596" y="298"/>
                </a:cubicBezTo>
                <a:cubicBezTo>
                  <a:pt x="596" y="134"/>
                  <a:pt x="463" y="0"/>
                  <a:pt x="299" y="0"/>
                </a:cubicBezTo>
                <a:close/>
              </a:path>
            </a:pathLst>
          </a:custGeom>
          <a:solidFill>
            <a:srgbClr val="B3B6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1" name="Google Shape;3151;p33"/>
          <p:cNvSpPr/>
          <p:nvPr/>
        </p:nvSpPr>
        <p:spPr>
          <a:xfrm>
            <a:off x="5269263" y="4551339"/>
            <a:ext cx="56456" cy="56571"/>
          </a:xfrm>
          <a:custGeom>
            <a:rect b="b" l="l" r="r" t="t"/>
            <a:pathLst>
              <a:path extrusionOk="0" h="495" w="494">
                <a:moveTo>
                  <a:pt x="245" y="1"/>
                </a:moveTo>
                <a:cubicBezTo>
                  <a:pt x="110" y="1"/>
                  <a:pt x="0" y="112"/>
                  <a:pt x="0" y="247"/>
                </a:cubicBezTo>
                <a:cubicBezTo>
                  <a:pt x="0" y="384"/>
                  <a:pt x="111" y="495"/>
                  <a:pt x="247" y="495"/>
                </a:cubicBezTo>
                <a:cubicBezTo>
                  <a:pt x="384" y="495"/>
                  <a:pt x="493" y="383"/>
                  <a:pt x="493" y="247"/>
                </a:cubicBezTo>
                <a:cubicBezTo>
                  <a:pt x="493" y="112"/>
                  <a:pt x="382" y="1"/>
                  <a:pt x="247" y="1"/>
                </a:cubicBezTo>
                <a:cubicBezTo>
                  <a:pt x="246" y="1"/>
                  <a:pt x="245" y="1"/>
                  <a:pt x="245" y="1"/>
                </a:cubicBezTo>
                <a:close/>
              </a:path>
            </a:pathLst>
          </a:custGeom>
          <a:solidFill>
            <a:srgbClr val="CED3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2" name="Google Shape;3152;p33"/>
          <p:cNvSpPr/>
          <p:nvPr/>
        </p:nvSpPr>
        <p:spPr>
          <a:xfrm>
            <a:off x="5918860" y="4398196"/>
            <a:ext cx="363076" cy="254398"/>
          </a:xfrm>
          <a:custGeom>
            <a:rect b="b" l="l" r="r" t="t"/>
            <a:pathLst>
              <a:path extrusionOk="0" h="2226" w="3177">
                <a:moveTo>
                  <a:pt x="1589" y="0"/>
                </a:moveTo>
                <a:cubicBezTo>
                  <a:pt x="713" y="0"/>
                  <a:pt x="1" y="710"/>
                  <a:pt x="1" y="1587"/>
                </a:cubicBezTo>
                <a:cubicBezTo>
                  <a:pt x="1" y="1815"/>
                  <a:pt x="48" y="2031"/>
                  <a:pt x="135" y="2226"/>
                </a:cubicBezTo>
                <a:lnTo>
                  <a:pt x="3042" y="2226"/>
                </a:lnTo>
                <a:cubicBezTo>
                  <a:pt x="3128" y="2030"/>
                  <a:pt x="3177" y="1814"/>
                  <a:pt x="3177" y="1587"/>
                </a:cubicBezTo>
                <a:cubicBezTo>
                  <a:pt x="3177" y="710"/>
                  <a:pt x="2466" y="0"/>
                  <a:pt x="1589" y="0"/>
                </a:cubicBezTo>
                <a:close/>
              </a:path>
            </a:pathLst>
          </a:custGeom>
          <a:solidFill>
            <a:srgbClr val="131C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3" name="Google Shape;3153;p33"/>
          <p:cNvSpPr/>
          <p:nvPr/>
        </p:nvSpPr>
        <p:spPr>
          <a:xfrm>
            <a:off x="5914060" y="4408939"/>
            <a:ext cx="372447" cy="338626"/>
          </a:xfrm>
          <a:custGeom>
            <a:rect b="b" l="l" r="r" t="t"/>
            <a:pathLst>
              <a:path extrusionOk="0" h="2963" w="3259">
                <a:moveTo>
                  <a:pt x="1631" y="0"/>
                </a:moveTo>
                <a:cubicBezTo>
                  <a:pt x="1518" y="0"/>
                  <a:pt x="1404" y="13"/>
                  <a:pt x="1289" y="40"/>
                </a:cubicBezTo>
                <a:cubicBezTo>
                  <a:pt x="493" y="228"/>
                  <a:pt x="1" y="1026"/>
                  <a:pt x="188" y="1822"/>
                </a:cubicBezTo>
                <a:cubicBezTo>
                  <a:pt x="349" y="2503"/>
                  <a:pt x="957" y="2963"/>
                  <a:pt x="1629" y="2963"/>
                </a:cubicBezTo>
                <a:cubicBezTo>
                  <a:pt x="1741" y="2963"/>
                  <a:pt x="1856" y="2950"/>
                  <a:pt x="1971" y="2923"/>
                </a:cubicBezTo>
                <a:cubicBezTo>
                  <a:pt x="2767" y="2734"/>
                  <a:pt x="3259" y="1937"/>
                  <a:pt x="3072" y="1141"/>
                </a:cubicBezTo>
                <a:cubicBezTo>
                  <a:pt x="2910" y="460"/>
                  <a:pt x="2302" y="0"/>
                  <a:pt x="1631" y="0"/>
                </a:cubicBezTo>
                <a:close/>
              </a:path>
            </a:pathLst>
          </a:custGeom>
          <a:solidFill>
            <a:srgbClr val="3C3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4" name="Google Shape;3154;p33"/>
          <p:cNvSpPr/>
          <p:nvPr/>
        </p:nvSpPr>
        <p:spPr>
          <a:xfrm>
            <a:off x="5988346" y="4474882"/>
            <a:ext cx="224908" cy="209256"/>
          </a:xfrm>
          <a:custGeom>
            <a:rect b="b" l="l" r="r" t="t"/>
            <a:pathLst>
              <a:path extrusionOk="0" h="1831" w="1968">
                <a:moveTo>
                  <a:pt x="985" y="1"/>
                </a:moveTo>
                <a:cubicBezTo>
                  <a:pt x="936" y="1"/>
                  <a:pt x="887" y="5"/>
                  <a:pt x="838" y="13"/>
                </a:cubicBezTo>
                <a:cubicBezTo>
                  <a:pt x="338" y="94"/>
                  <a:pt x="1" y="564"/>
                  <a:pt x="82" y="1063"/>
                </a:cubicBezTo>
                <a:cubicBezTo>
                  <a:pt x="154" y="1511"/>
                  <a:pt x="542" y="1831"/>
                  <a:pt x="983" y="1831"/>
                </a:cubicBezTo>
                <a:cubicBezTo>
                  <a:pt x="1031" y="1831"/>
                  <a:pt x="1081" y="1827"/>
                  <a:pt x="1130" y="1819"/>
                </a:cubicBezTo>
                <a:cubicBezTo>
                  <a:pt x="1629" y="1738"/>
                  <a:pt x="1967" y="1268"/>
                  <a:pt x="1886" y="769"/>
                </a:cubicBezTo>
                <a:cubicBezTo>
                  <a:pt x="1814" y="320"/>
                  <a:pt x="1425" y="1"/>
                  <a:pt x="985" y="1"/>
                </a:cubicBezTo>
                <a:close/>
              </a:path>
            </a:pathLst>
          </a:custGeom>
          <a:solidFill>
            <a:srgbClr val="131C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5" name="Google Shape;3155;p33"/>
          <p:cNvSpPr/>
          <p:nvPr/>
        </p:nvSpPr>
        <p:spPr>
          <a:xfrm>
            <a:off x="5988346" y="4474882"/>
            <a:ext cx="224908" cy="209256"/>
          </a:xfrm>
          <a:custGeom>
            <a:rect b="b" l="l" r="r" t="t"/>
            <a:pathLst>
              <a:path extrusionOk="0" h="1831" w="1968">
                <a:moveTo>
                  <a:pt x="985" y="1"/>
                </a:moveTo>
                <a:cubicBezTo>
                  <a:pt x="936" y="1"/>
                  <a:pt x="887" y="5"/>
                  <a:pt x="838" y="13"/>
                </a:cubicBezTo>
                <a:cubicBezTo>
                  <a:pt x="338" y="94"/>
                  <a:pt x="1" y="564"/>
                  <a:pt x="82" y="1063"/>
                </a:cubicBezTo>
                <a:cubicBezTo>
                  <a:pt x="154" y="1511"/>
                  <a:pt x="542" y="1831"/>
                  <a:pt x="983" y="1831"/>
                </a:cubicBezTo>
                <a:cubicBezTo>
                  <a:pt x="1031" y="1831"/>
                  <a:pt x="1081" y="1827"/>
                  <a:pt x="1130" y="1819"/>
                </a:cubicBezTo>
                <a:cubicBezTo>
                  <a:pt x="1629" y="1738"/>
                  <a:pt x="1967" y="1268"/>
                  <a:pt x="1886" y="769"/>
                </a:cubicBezTo>
                <a:cubicBezTo>
                  <a:pt x="1814" y="320"/>
                  <a:pt x="1425" y="1"/>
                  <a:pt x="985" y="1"/>
                </a:cubicBezTo>
                <a:close/>
              </a:path>
            </a:pathLst>
          </a:custGeom>
          <a:solidFill>
            <a:srgbClr val="131C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6" name="Google Shape;3156;p33"/>
          <p:cNvSpPr/>
          <p:nvPr/>
        </p:nvSpPr>
        <p:spPr>
          <a:xfrm>
            <a:off x="5988346" y="4474882"/>
            <a:ext cx="224908" cy="209256"/>
          </a:xfrm>
          <a:custGeom>
            <a:rect b="b" l="l" r="r" t="t"/>
            <a:pathLst>
              <a:path extrusionOk="0" h="1831" w="1968">
                <a:moveTo>
                  <a:pt x="985" y="1"/>
                </a:moveTo>
                <a:cubicBezTo>
                  <a:pt x="936" y="1"/>
                  <a:pt x="887" y="5"/>
                  <a:pt x="838" y="13"/>
                </a:cubicBezTo>
                <a:cubicBezTo>
                  <a:pt x="338" y="94"/>
                  <a:pt x="1" y="564"/>
                  <a:pt x="82" y="1063"/>
                </a:cubicBezTo>
                <a:cubicBezTo>
                  <a:pt x="154" y="1511"/>
                  <a:pt x="542" y="1831"/>
                  <a:pt x="983" y="1831"/>
                </a:cubicBezTo>
                <a:cubicBezTo>
                  <a:pt x="1031" y="1831"/>
                  <a:pt x="1081" y="1827"/>
                  <a:pt x="1130" y="1819"/>
                </a:cubicBezTo>
                <a:cubicBezTo>
                  <a:pt x="1629" y="1738"/>
                  <a:pt x="1967" y="1268"/>
                  <a:pt x="1886" y="769"/>
                </a:cubicBezTo>
                <a:cubicBezTo>
                  <a:pt x="1814" y="320"/>
                  <a:pt x="1425" y="1"/>
                  <a:pt x="985" y="1"/>
                </a:cubicBezTo>
                <a:close/>
              </a:path>
            </a:pathLst>
          </a:custGeom>
          <a:solidFill>
            <a:srgbClr val="131C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7" name="Google Shape;3157;p33"/>
          <p:cNvSpPr/>
          <p:nvPr/>
        </p:nvSpPr>
        <p:spPr>
          <a:xfrm>
            <a:off x="6002289" y="4481624"/>
            <a:ext cx="195994" cy="195999"/>
          </a:xfrm>
          <a:custGeom>
            <a:rect b="b" l="l" r="r" t="t"/>
            <a:pathLst>
              <a:path extrusionOk="0" h="1715" w="1715">
                <a:moveTo>
                  <a:pt x="858" y="1"/>
                </a:moveTo>
                <a:cubicBezTo>
                  <a:pt x="384" y="1"/>
                  <a:pt x="0" y="385"/>
                  <a:pt x="0" y="857"/>
                </a:cubicBezTo>
                <a:cubicBezTo>
                  <a:pt x="0" y="1331"/>
                  <a:pt x="384" y="1715"/>
                  <a:pt x="858" y="1715"/>
                </a:cubicBezTo>
                <a:cubicBezTo>
                  <a:pt x="1332" y="1715"/>
                  <a:pt x="1714" y="1331"/>
                  <a:pt x="1714" y="857"/>
                </a:cubicBezTo>
                <a:cubicBezTo>
                  <a:pt x="1714" y="385"/>
                  <a:pt x="1332" y="1"/>
                  <a:pt x="8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8" name="Google Shape;3158;p33"/>
          <p:cNvSpPr/>
          <p:nvPr/>
        </p:nvSpPr>
        <p:spPr>
          <a:xfrm>
            <a:off x="6035203" y="4514996"/>
            <a:ext cx="130396" cy="129142"/>
          </a:xfrm>
          <a:custGeom>
            <a:rect b="b" l="l" r="r" t="t"/>
            <a:pathLst>
              <a:path extrusionOk="0" h="1130" w="1141">
                <a:moveTo>
                  <a:pt x="60" y="1"/>
                </a:moveTo>
                <a:cubicBezTo>
                  <a:pt x="47" y="1"/>
                  <a:pt x="33" y="6"/>
                  <a:pt x="22" y="17"/>
                </a:cubicBezTo>
                <a:cubicBezTo>
                  <a:pt x="1" y="38"/>
                  <a:pt x="1" y="73"/>
                  <a:pt x="22" y="94"/>
                </a:cubicBezTo>
                <a:lnTo>
                  <a:pt x="1042" y="1113"/>
                </a:lnTo>
                <a:cubicBezTo>
                  <a:pt x="1053" y="1124"/>
                  <a:pt x="1067" y="1130"/>
                  <a:pt x="1081" y="1130"/>
                </a:cubicBezTo>
                <a:cubicBezTo>
                  <a:pt x="1095" y="1130"/>
                  <a:pt x="1108" y="1124"/>
                  <a:pt x="1118" y="1113"/>
                </a:cubicBezTo>
                <a:cubicBezTo>
                  <a:pt x="1141" y="1091"/>
                  <a:pt x="1141" y="1056"/>
                  <a:pt x="1118" y="1036"/>
                </a:cubicBezTo>
                <a:lnTo>
                  <a:pt x="99" y="17"/>
                </a:lnTo>
                <a:cubicBezTo>
                  <a:pt x="88" y="6"/>
                  <a:pt x="74" y="1"/>
                  <a:pt x="60" y="1"/>
                </a:cubicBezTo>
                <a:close/>
              </a:path>
            </a:pathLst>
          </a:custGeom>
          <a:solidFill>
            <a:srgbClr val="3C3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9" name="Google Shape;3159;p33"/>
          <p:cNvSpPr/>
          <p:nvPr/>
        </p:nvSpPr>
        <p:spPr>
          <a:xfrm>
            <a:off x="6035203" y="4514996"/>
            <a:ext cx="130168" cy="129142"/>
          </a:xfrm>
          <a:custGeom>
            <a:rect b="b" l="l" r="r" t="t"/>
            <a:pathLst>
              <a:path extrusionOk="0" h="1130" w="1139">
                <a:moveTo>
                  <a:pt x="1080" y="1"/>
                </a:moveTo>
                <a:cubicBezTo>
                  <a:pt x="1066" y="1"/>
                  <a:pt x="1052" y="6"/>
                  <a:pt x="1042" y="17"/>
                </a:cubicBezTo>
                <a:lnTo>
                  <a:pt x="22" y="1036"/>
                </a:lnTo>
                <a:cubicBezTo>
                  <a:pt x="1" y="1058"/>
                  <a:pt x="1" y="1092"/>
                  <a:pt x="22" y="1113"/>
                </a:cubicBezTo>
                <a:cubicBezTo>
                  <a:pt x="33" y="1124"/>
                  <a:pt x="47" y="1130"/>
                  <a:pt x="61" y="1130"/>
                </a:cubicBezTo>
                <a:cubicBezTo>
                  <a:pt x="75" y="1130"/>
                  <a:pt x="89" y="1124"/>
                  <a:pt x="99" y="1113"/>
                </a:cubicBezTo>
                <a:lnTo>
                  <a:pt x="1118" y="94"/>
                </a:lnTo>
                <a:cubicBezTo>
                  <a:pt x="1139" y="73"/>
                  <a:pt x="1139" y="38"/>
                  <a:pt x="1118" y="17"/>
                </a:cubicBezTo>
                <a:cubicBezTo>
                  <a:pt x="1108" y="6"/>
                  <a:pt x="1093" y="1"/>
                  <a:pt x="1080" y="1"/>
                </a:cubicBezTo>
                <a:close/>
              </a:path>
            </a:pathLst>
          </a:custGeom>
          <a:solidFill>
            <a:srgbClr val="3C3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0" name="Google Shape;3160;p33"/>
          <p:cNvSpPr/>
          <p:nvPr/>
        </p:nvSpPr>
        <p:spPr>
          <a:xfrm>
            <a:off x="6011546" y="4573396"/>
            <a:ext cx="177481" cy="12571"/>
          </a:xfrm>
          <a:custGeom>
            <a:rect b="b" l="l" r="r" t="t"/>
            <a:pathLst>
              <a:path extrusionOk="0" h="110" w="1553">
                <a:moveTo>
                  <a:pt x="56" y="0"/>
                </a:moveTo>
                <a:cubicBezTo>
                  <a:pt x="25" y="0"/>
                  <a:pt x="0" y="24"/>
                  <a:pt x="0" y="54"/>
                </a:cubicBezTo>
                <a:cubicBezTo>
                  <a:pt x="0" y="84"/>
                  <a:pt x="25" y="109"/>
                  <a:pt x="56" y="109"/>
                </a:cubicBezTo>
                <a:lnTo>
                  <a:pt x="1497" y="109"/>
                </a:lnTo>
                <a:cubicBezTo>
                  <a:pt x="1528" y="108"/>
                  <a:pt x="1552" y="84"/>
                  <a:pt x="1552" y="54"/>
                </a:cubicBezTo>
                <a:cubicBezTo>
                  <a:pt x="1552" y="26"/>
                  <a:pt x="1528" y="0"/>
                  <a:pt x="1497" y="0"/>
                </a:cubicBezTo>
                <a:close/>
              </a:path>
            </a:pathLst>
          </a:custGeom>
          <a:solidFill>
            <a:srgbClr val="3C3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1" name="Google Shape;3161;p33"/>
          <p:cNvSpPr/>
          <p:nvPr/>
        </p:nvSpPr>
        <p:spPr>
          <a:xfrm>
            <a:off x="6093945" y="4490882"/>
            <a:ext cx="12800" cy="177370"/>
          </a:xfrm>
          <a:custGeom>
            <a:rect b="b" l="l" r="r" t="t"/>
            <a:pathLst>
              <a:path extrusionOk="0" h="1552" w="112">
                <a:moveTo>
                  <a:pt x="56" y="1"/>
                </a:moveTo>
                <a:cubicBezTo>
                  <a:pt x="26" y="1"/>
                  <a:pt x="1" y="24"/>
                  <a:pt x="1" y="55"/>
                </a:cubicBezTo>
                <a:lnTo>
                  <a:pt x="1" y="1497"/>
                </a:lnTo>
                <a:cubicBezTo>
                  <a:pt x="3" y="1527"/>
                  <a:pt x="26" y="1552"/>
                  <a:pt x="56" y="1552"/>
                </a:cubicBezTo>
                <a:cubicBezTo>
                  <a:pt x="86" y="1552"/>
                  <a:pt x="111" y="1527"/>
                  <a:pt x="111" y="1497"/>
                </a:cubicBezTo>
                <a:lnTo>
                  <a:pt x="111" y="55"/>
                </a:lnTo>
                <a:cubicBezTo>
                  <a:pt x="111" y="26"/>
                  <a:pt x="87" y="1"/>
                  <a:pt x="56" y="1"/>
                </a:cubicBezTo>
                <a:close/>
              </a:path>
            </a:pathLst>
          </a:custGeom>
          <a:solidFill>
            <a:srgbClr val="3C3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2" name="Google Shape;3162;p33"/>
          <p:cNvSpPr/>
          <p:nvPr/>
        </p:nvSpPr>
        <p:spPr>
          <a:xfrm>
            <a:off x="6066288" y="4545510"/>
            <a:ext cx="68112" cy="68228"/>
          </a:xfrm>
          <a:custGeom>
            <a:rect b="b" l="l" r="r" t="t"/>
            <a:pathLst>
              <a:path extrusionOk="0" h="597" w="596">
                <a:moveTo>
                  <a:pt x="298" y="0"/>
                </a:moveTo>
                <a:cubicBezTo>
                  <a:pt x="133" y="0"/>
                  <a:pt x="0" y="134"/>
                  <a:pt x="0" y="298"/>
                </a:cubicBezTo>
                <a:cubicBezTo>
                  <a:pt x="0" y="463"/>
                  <a:pt x="133" y="597"/>
                  <a:pt x="298" y="597"/>
                </a:cubicBezTo>
                <a:cubicBezTo>
                  <a:pt x="463" y="597"/>
                  <a:pt x="596" y="463"/>
                  <a:pt x="596" y="298"/>
                </a:cubicBezTo>
                <a:cubicBezTo>
                  <a:pt x="596" y="134"/>
                  <a:pt x="463" y="0"/>
                  <a:pt x="298" y="0"/>
                </a:cubicBezTo>
                <a:close/>
              </a:path>
            </a:pathLst>
          </a:custGeom>
          <a:solidFill>
            <a:srgbClr val="B3B6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3" name="Google Shape;3163;p33"/>
          <p:cNvSpPr/>
          <p:nvPr/>
        </p:nvSpPr>
        <p:spPr>
          <a:xfrm>
            <a:off x="6072117" y="4551339"/>
            <a:ext cx="56456" cy="56571"/>
          </a:xfrm>
          <a:custGeom>
            <a:rect b="b" l="l" r="r" t="t"/>
            <a:pathLst>
              <a:path extrusionOk="0" h="495" w="494">
                <a:moveTo>
                  <a:pt x="245" y="1"/>
                </a:moveTo>
                <a:cubicBezTo>
                  <a:pt x="111" y="1"/>
                  <a:pt x="0" y="112"/>
                  <a:pt x="0" y="247"/>
                </a:cubicBezTo>
                <a:cubicBezTo>
                  <a:pt x="0" y="384"/>
                  <a:pt x="112" y="495"/>
                  <a:pt x="247" y="495"/>
                </a:cubicBezTo>
                <a:cubicBezTo>
                  <a:pt x="384" y="495"/>
                  <a:pt x="493" y="383"/>
                  <a:pt x="493" y="247"/>
                </a:cubicBezTo>
                <a:cubicBezTo>
                  <a:pt x="493" y="112"/>
                  <a:pt x="382" y="1"/>
                  <a:pt x="247" y="1"/>
                </a:cubicBezTo>
                <a:cubicBezTo>
                  <a:pt x="246" y="1"/>
                  <a:pt x="246" y="1"/>
                  <a:pt x="245" y="1"/>
                </a:cubicBezTo>
                <a:close/>
              </a:path>
            </a:pathLst>
          </a:custGeom>
          <a:solidFill>
            <a:srgbClr val="CED3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4" name="Google Shape;3164;p33"/>
          <p:cNvSpPr/>
          <p:nvPr/>
        </p:nvSpPr>
        <p:spPr>
          <a:xfrm>
            <a:off x="5830175" y="4213168"/>
            <a:ext cx="7771" cy="374969"/>
          </a:xfrm>
          <a:custGeom>
            <a:rect b="b" l="l" r="r" t="t"/>
            <a:pathLst>
              <a:path extrusionOk="0" h="3281" w="68">
                <a:moveTo>
                  <a:pt x="0" y="1"/>
                </a:moveTo>
                <a:lnTo>
                  <a:pt x="0" y="3281"/>
                </a:lnTo>
                <a:lnTo>
                  <a:pt x="68" y="3281"/>
                </a:lnTo>
                <a:lnTo>
                  <a:pt x="6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5" name="Google Shape;3165;p33"/>
          <p:cNvSpPr/>
          <p:nvPr/>
        </p:nvSpPr>
        <p:spPr>
          <a:xfrm>
            <a:off x="6352323" y="4327963"/>
            <a:ext cx="62524" cy="60272"/>
          </a:xfrm>
          <a:custGeom>
            <a:rect b="b" l="l" r="r" t="t"/>
            <a:pathLst>
              <a:path extrusionOk="0" h="535" w="555">
                <a:moveTo>
                  <a:pt x="123" y="0"/>
                </a:moveTo>
                <a:cubicBezTo>
                  <a:pt x="58" y="13"/>
                  <a:pt x="6" y="65"/>
                  <a:pt x="4" y="134"/>
                </a:cubicBezTo>
                <a:cubicBezTo>
                  <a:pt x="0" y="181"/>
                  <a:pt x="14" y="241"/>
                  <a:pt x="58" y="304"/>
                </a:cubicBezTo>
                <a:cubicBezTo>
                  <a:pt x="85" y="344"/>
                  <a:pt x="108" y="376"/>
                  <a:pt x="128" y="404"/>
                </a:cubicBezTo>
                <a:cubicBezTo>
                  <a:pt x="190" y="486"/>
                  <a:pt x="288" y="534"/>
                  <a:pt x="392" y="534"/>
                </a:cubicBezTo>
                <a:lnTo>
                  <a:pt x="554" y="534"/>
                </a:lnTo>
                <a:lnTo>
                  <a:pt x="554" y="533"/>
                </a:lnTo>
                <a:cubicBezTo>
                  <a:pt x="516" y="451"/>
                  <a:pt x="377" y="260"/>
                  <a:pt x="12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6" name="Google Shape;3166;p33"/>
          <p:cNvSpPr/>
          <p:nvPr/>
        </p:nvSpPr>
        <p:spPr>
          <a:xfrm>
            <a:off x="6391641" y="4397361"/>
            <a:ext cx="39655" cy="40669"/>
          </a:xfrm>
          <a:custGeom>
            <a:rect b="b" l="l" r="r" t="t"/>
            <a:pathLst>
              <a:path extrusionOk="0" h="361" w="352">
                <a:moveTo>
                  <a:pt x="211" y="0"/>
                </a:moveTo>
                <a:cubicBezTo>
                  <a:pt x="62" y="0"/>
                  <a:pt x="29" y="25"/>
                  <a:pt x="14" y="89"/>
                </a:cubicBezTo>
                <a:cubicBezTo>
                  <a:pt x="0" y="153"/>
                  <a:pt x="98" y="309"/>
                  <a:pt x="160" y="335"/>
                </a:cubicBezTo>
                <a:cubicBezTo>
                  <a:pt x="208" y="353"/>
                  <a:pt x="250" y="358"/>
                  <a:pt x="280" y="361"/>
                </a:cubicBezTo>
                <a:lnTo>
                  <a:pt x="351" y="361"/>
                </a:lnTo>
                <a:cubicBezTo>
                  <a:pt x="351" y="358"/>
                  <a:pt x="349" y="357"/>
                  <a:pt x="349" y="356"/>
                </a:cubicBezTo>
                <a:cubicBezTo>
                  <a:pt x="323" y="235"/>
                  <a:pt x="285" y="116"/>
                  <a:pt x="23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7" name="Google Shape;3167;p33"/>
          <p:cNvSpPr/>
          <p:nvPr/>
        </p:nvSpPr>
        <p:spPr>
          <a:xfrm>
            <a:off x="5333835" y="4281282"/>
            <a:ext cx="496557" cy="34057"/>
          </a:xfrm>
          <a:custGeom>
            <a:rect b="b" l="l" r="r" t="t"/>
            <a:pathLst>
              <a:path extrusionOk="0" h="298" w="4345">
                <a:moveTo>
                  <a:pt x="85" y="0"/>
                </a:moveTo>
                <a:cubicBezTo>
                  <a:pt x="39" y="0"/>
                  <a:pt x="1" y="37"/>
                  <a:pt x="1" y="83"/>
                </a:cubicBezTo>
                <a:lnTo>
                  <a:pt x="1" y="147"/>
                </a:lnTo>
                <a:cubicBezTo>
                  <a:pt x="1" y="230"/>
                  <a:pt x="68" y="298"/>
                  <a:pt x="153" y="298"/>
                </a:cubicBezTo>
                <a:lnTo>
                  <a:pt x="4344" y="298"/>
                </a:lnTo>
                <a:lnTo>
                  <a:pt x="434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8" name="Google Shape;3168;p33"/>
          <p:cNvSpPr/>
          <p:nvPr/>
        </p:nvSpPr>
        <p:spPr>
          <a:xfrm>
            <a:off x="5925260" y="1691348"/>
            <a:ext cx="338619" cy="251770"/>
          </a:xfrm>
          <a:custGeom>
            <a:rect b="b" l="l" r="r" t="t"/>
            <a:pathLst>
              <a:path extrusionOk="0" h="2203" w="2963">
                <a:moveTo>
                  <a:pt x="0" y="1"/>
                </a:moveTo>
                <a:lnTo>
                  <a:pt x="0" y="721"/>
                </a:lnTo>
                <a:cubicBezTo>
                  <a:pt x="0" y="1538"/>
                  <a:pt x="662" y="2202"/>
                  <a:pt x="1481" y="2202"/>
                </a:cubicBezTo>
                <a:cubicBezTo>
                  <a:pt x="2299" y="2202"/>
                  <a:pt x="2962" y="1539"/>
                  <a:pt x="2962" y="721"/>
                </a:cubicBezTo>
                <a:lnTo>
                  <a:pt x="296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9" name="Google Shape;3169;p33"/>
          <p:cNvSpPr/>
          <p:nvPr/>
        </p:nvSpPr>
        <p:spPr>
          <a:xfrm>
            <a:off x="5885718" y="1674091"/>
            <a:ext cx="417588" cy="34743"/>
          </a:xfrm>
          <a:custGeom>
            <a:rect b="b" l="l" r="r" t="t"/>
            <a:pathLst>
              <a:path extrusionOk="0" h="304" w="3654">
                <a:moveTo>
                  <a:pt x="153" y="0"/>
                </a:moveTo>
                <a:cubicBezTo>
                  <a:pt x="68" y="0"/>
                  <a:pt x="0" y="68"/>
                  <a:pt x="0" y="153"/>
                </a:cubicBezTo>
                <a:cubicBezTo>
                  <a:pt x="0" y="236"/>
                  <a:pt x="68" y="304"/>
                  <a:pt x="153" y="304"/>
                </a:cubicBezTo>
                <a:lnTo>
                  <a:pt x="3501" y="304"/>
                </a:lnTo>
                <a:cubicBezTo>
                  <a:pt x="3586" y="304"/>
                  <a:pt x="3653" y="236"/>
                  <a:pt x="3653" y="153"/>
                </a:cubicBezTo>
                <a:cubicBezTo>
                  <a:pt x="3653" y="68"/>
                  <a:pt x="3586" y="0"/>
                  <a:pt x="35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0" name="Google Shape;3170;p33"/>
          <p:cNvSpPr/>
          <p:nvPr/>
        </p:nvSpPr>
        <p:spPr>
          <a:xfrm>
            <a:off x="5965832" y="1524377"/>
            <a:ext cx="51541" cy="192913"/>
          </a:xfrm>
          <a:custGeom>
            <a:rect b="b" l="l" r="r" t="t"/>
            <a:pathLst>
              <a:path extrusionOk="0" h="1688" w="451">
                <a:moveTo>
                  <a:pt x="225" y="0"/>
                </a:moveTo>
                <a:cubicBezTo>
                  <a:pt x="101" y="0"/>
                  <a:pt x="0" y="102"/>
                  <a:pt x="0" y="225"/>
                </a:cubicBezTo>
                <a:lnTo>
                  <a:pt x="0" y="1462"/>
                </a:lnTo>
                <a:cubicBezTo>
                  <a:pt x="0" y="1586"/>
                  <a:pt x="101" y="1688"/>
                  <a:pt x="225" y="1688"/>
                </a:cubicBezTo>
                <a:cubicBezTo>
                  <a:pt x="351" y="1688"/>
                  <a:pt x="450" y="1586"/>
                  <a:pt x="450" y="1462"/>
                </a:cubicBezTo>
                <a:lnTo>
                  <a:pt x="450" y="225"/>
                </a:lnTo>
                <a:cubicBezTo>
                  <a:pt x="450" y="101"/>
                  <a:pt x="349" y="0"/>
                  <a:pt x="22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1" name="Google Shape;3171;p33"/>
          <p:cNvSpPr/>
          <p:nvPr/>
        </p:nvSpPr>
        <p:spPr>
          <a:xfrm>
            <a:off x="6173945" y="1524377"/>
            <a:ext cx="51541" cy="192913"/>
          </a:xfrm>
          <a:custGeom>
            <a:rect b="b" l="l" r="r" t="t"/>
            <a:pathLst>
              <a:path extrusionOk="0" h="1688" w="451">
                <a:moveTo>
                  <a:pt x="226" y="0"/>
                </a:moveTo>
                <a:cubicBezTo>
                  <a:pt x="102" y="0"/>
                  <a:pt x="0" y="102"/>
                  <a:pt x="0" y="225"/>
                </a:cubicBezTo>
                <a:lnTo>
                  <a:pt x="0" y="1462"/>
                </a:lnTo>
                <a:cubicBezTo>
                  <a:pt x="0" y="1586"/>
                  <a:pt x="102" y="1688"/>
                  <a:pt x="226" y="1688"/>
                </a:cubicBezTo>
                <a:cubicBezTo>
                  <a:pt x="349" y="1688"/>
                  <a:pt x="451" y="1586"/>
                  <a:pt x="451" y="1462"/>
                </a:cubicBezTo>
                <a:lnTo>
                  <a:pt x="451" y="225"/>
                </a:lnTo>
                <a:cubicBezTo>
                  <a:pt x="451" y="101"/>
                  <a:pt x="349" y="0"/>
                  <a:pt x="22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2" name="Google Shape;3172;p33"/>
          <p:cNvSpPr/>
          <p:nvPr/>
        </p:nvSpPr>
        <p:spPr>
          <a:xfrm>
            <a:off x="2675675" y="1705634"/>
            <a:ext cx="3433961" cy="2574498"/>
          </a:xfrm>
          <a:custGeom>
            <a:rect b="b" l="l" r="r" t="t"/>
            <a:pathLst>
              <a:path extrusionOk="0" h="22527" w="30048">
                <a:moveTo>
                  <a:pt x="29914" y="0"/>
                </a:moveTo>
                <a:cubicBezTo>
                  <a:pt x="29839" y="0"/>
                  <a:pt x="29779" y="61"/>
                  <a:pt x="29779" y="134"/>
                </a:cubicBezTo>
                <a:lnTo>
                  <a:pt x="29779" y="2792"/>
                </a:lnTo>
                <a:cubicBezTo>
                  <a:pt x="29779" y="6310"/>
                  <a:pt x="26917" y="9173"/>
                  <a:pt x="23398" y="9173"/>
                </a:cubicBezTo>
                <a:lnTo>
                  <a:pt x="6677" y="9173"/>
                </a:lnTo>
                <a:cubicBezTo>
                  <a:pt x="2996" y="9173"/>
                  <a:pt x="1" y="12168"/>
                  <a:pt x="1" y="15850"/>
                </a:cubicBezTo>
                <a:cubicBezTo>
                  <a:pt x="1" y="19530"/>
                  <a:pt x="2996" y="22526"/>
                  <a:pt x="6677" y="22526"/>
                </a:cubicBezTo>
                <a:lnTo>
                  <a:pt x="21667" y="22527"/>
                </a:lnTo>
                <a:cubicBezTo>
                  <a:pt x="21741" y="22527"/>
                  <a:pt x="21802" y="22466"/>
                  <a:pt x="21802" y="22393"/>
                </a:cubicBezTo>
                <a:cubicBezTo>
                  <a:pt x="21802" y="22318"/>
                  <a:pt x="21741" y="22258"/>
                  <a:pt x="21668" y="22258"/>
                </a:cubicBezTo>
                <a:lnTo>
                  <a:pt x="6678" y="22257"/>
                </a:lnTo>
                <a:cubicBezTo>
                  <a:pt x="3146" y="22257"/>
                  <a:pt x="272" y="19384"/>
                  <a:pt x="272" y="15851"/>
                </a:cubicBezTo>
                <a:cubicBezTo>
                  <a:pt x="272" y="12319"/>
                  <a:pt x="3146" y="9444"/>
                  <a:pt x="6678" y="9444"/>
                </a:cubicBezTo>
                <a:lnTo>
                  <a:pt x="23397" y="9444"/>
                </a:lnTo>
                <a:cubicBezTo>
                  <a:pt x="27064" y="9444"/>
                  <a:pt x="30048" y="6461"/>
                  <a:pt x="30048" y="2794"/>
                </a:cubicBezTo>
                <a:lnTo>
                  <a:pt x="30048" y="134"/>
                </a:lnTo>
                <a:cubicBezTo>
                  <a:pt x="30048" y="61"/>
                  <a:pt x="29987" y="0"/>
                  <a:pt x="2991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3" name="Google Shape;3173;p33"/>
          <p:cNvSpPr txBox="1"/>
          <p:nvPr/>
        </p:nvSpPr>
        <p:spPr>
          <a:xfrm>
            <a:off x="368899" y="274858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</a:t>
            </a: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</a:t>
            </a: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74" name="Google Shape;3174;p33"/>
          <p:cNvSpPr txBox="1"/>
          <p:nvPr/>
        </p:nvSpPr>
        <p:spPr>
          <a:xfrm>
            <a:off x="368899" y="4158416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75" name="Google Shape;3175;p33"/>
          <p:cNvSpPr txBox="1"/>
          <p:nvPr/>
        </p:nvSpPr>
        <p:spPr>
          <a:xfrm>
            <a:off x="368899" y="133875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76" name="Google Shape;3176;p33"/>
          <p:cNvSpPr txBox="1"/>
          <p:nvPr/>
        </p:nvSpPr>
        <p:spPr>
          <a:xfrm>
            <a:off x="368899" y="102724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 sz="160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77" name="Google Shape;3177;p33"/>
          <p:cNvSpPr txBox="1"/>
          <p:nvPr/>
        </p:nvSpPr>
        <p:spPr>
          <a:xfrm>
            <a:off x="368899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60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78" name="Google Shape;3178;p33"/>
          <p:cNvSpPr txBox="1"/>
          <p:nvPr/>
        </p:nvSpPr>
        <p:spPr>
          <a:xfrm>
            <a:off x="368899" y="24195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6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79" name="Google Shape;3179;p33"/>
          <p:cNvSpPr txBox="1"/>
          <p:nvPr/>
        </p:nvSpPr>
        <p:spPr>
          <a:xfrm>
            <a:off x="6850111" y="1334023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80" name="Google Shape;3180;p33"/>
          <p:cNvSpPr txBox="1"/>
          <p:nvPr/>
        </p:nvSpPr>
        <p:spPr>
          <a:xfrm>
            <a:off x="7467811" y="101276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81" name="Google Shape;3181;p33"/>
          <p:cNvSpPr txBox="1"/>
          <p:nvPr/>
        </p:nvSpPr>
        <p:spPr>
          <a:xfrm>
            <a:off x="7467811" y="241229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 sz="1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82" name="Google Shape;3182;p33"/>
          <p:cNvSpPr txBox="1"/>
          <p:nvPr/>
        </p:nvSpPr>
        <p:spPr>
          <a:xfrm>
            <a:off x="7467811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NEPTUNE</a:t>
            </a:r>
            <a:endParaRPr b="1" sz="160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83" name="Google Shape;3183;p33"/>
          <p:cNvSpPr txBox="1"/>
          <p:nvPr/>
        </p:nvSpPr>
        <p:spPr>
          <a:xfrm>
            <a:off x="6850100" y="4106225"/>
            <a:ext cx="19266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planet from the Sun and the fourth-largest one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84" name="Google Shape;3184;p33"/>
          <p:cNvSpPr txBox="1"/>
          <p:nvPr/>
        </p:nvSpPr>
        <p:spPr>
          <a:xfrm>
            <a:off x="6850100" y="274857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8" name="Shape 3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9" name="Google Shape;3189;p34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190" name="Google Shape;3190;p34"/>
          <p:cNvGrpSpPr/>
          <p:nvPr/>
        </p:nvGrpSpPr>
        <p:grpSpPr>
          <a:xfrm>
            <a:off x="2649720" y="1642225"/>
            <a:ext cx="3844525" cy="2569201"/>
            <a:chOff x="2649720" y="1642225"/>
            <a:chExt cx="3844525" cy="2569201"/>
          </a:xfrm>
        </p:grpSpPr>
        <p:sp>
          <p:nvSpPr>
            <p:cNvPr id="3191" name="Google Shape;3191;p34"/>
            <p:cNvSpPr/>
            <p:nvPr/>
          </p:nvSpPr>
          <p:spPr>
            <a:xfrm>
              <a:off x="3921686" y="2822249"/>
              <a:ext cx="1300586" cy="1300471"/>
            </a:xfrm>
            <a:custGeom>
              <a:rect b="b" l="l" r="r" t="t"/>
              <a:pathLst>
                <a:path extrusionOk="0" h="22518" w="22520">
                  <a:moveTo>
                    <a:pt x="11260" y="0"/>
                  </a:moveTo>
                  <a:cubicBezTo>
                    <a:pt x="8273" y="0"/>
                    <a:pt x="5410" y="1186"/>
                    <a:pt x="3298" y="3297"/>
                  </a:cubicBezTo>
                  <a:cubicBezTo>
                    <a:pt x="1187" y="5409"/>
                    <a:pt x="1" y="8272"/>
                    <a:pt x="1" y="11258"/>
                  </a:cubicBezTo>
                  <a:cubicBezTo>
                    <a:pt x="1" y="14245"/>
                    <a:pt x="1187" y="17108"/>
                    <a:pt x="3298" y="19220"/>
                  </a:cubicBezTo>
                  <a:cubicBezTo>
                    <a:pt x="5410" y="21331"/>
                    <a:pt x="8273" y="22517"/>
                    <a:pt x="11260" y="22517"/>
                  </a:cubicBezTo>
                  <a:cubicBezTo>
                    <a:pt x="14246" y="22517"/>
                    <a:pt x="17109" y="21331"/>
                    <a:pt x="19221" y="19220"/>
                  </a:cubicBezTo>
                  <a:cubicBezTo>
                    <a:pt x="21332" y="17108"/>
                    <a:pt x="22519" y="14245"/>
                    <a:pt x="22519" y="11258"/>
                  </a:cubicBezTo>
                  <a:cubicBezTo>
                    <a:pt x="22519" y="8272"/>
                    <a:pt x="21332" y="5409"/>
                    <a:pt x="19221" y="3297"/>
                  </a:cubicBezTo>
                  <a:cubicBezTo>
                    <a:pt x="17109" y="1186"/>
                    <a:pt x="14246" y="0"/>
                    <a:pt x="112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34"/>
            <p:cNvSpPr/>
            <p:nvPr/>
          </p:nvSpPr>
          <p:spPr>
            <a:xfrm>
              <a:off x="3921859" y="3195742"/>
              <a:ext cx="476920" cy="827189"/>
            </a:xfrm>
            <a:custGeom>
              <a:rect b="b" l="l" r="r" t="t"/>
              <a:pathLst>
                <a:path extrusionOk="0" h="14323" w="8258">
                  <a:moveTo>
                    <a:pt x="2802" y="0"/>
                  </a:moveTo>
                  <a:cubicBezTo>
                    <a:pt x="2698" y="0"/>
                    <a:pt x="2589" y="41"/>
                    <a:pt x="2503" y="103"/>
                  </a:cubicBezTo>
                  <a:cubicBezTo>
                    <a:pt x="2355" y="207"/>
                    <a:pt x="2250" y="363"/>
                    <a:pt x="2112" y="481"/>
                  </a:cubicBezTo>
                  <a:cubicBezTo>
                    <a:pt x="1887" y="674"/>
                    <a:pt x="1615" y="747"/>
                    <a:pt x="1326" y="747"/>
                  </a:cubicBezTo>
                  <a:cubicBezTo>
                    <a:pt x="1147" y="747"/>
                    <a:pt x="961" y="719"/>
                    <a:pt x="775" y="675"/>
                  </a:cubicBezTo>
                  <a:cubicBezTo>
                    <a:pt x="275" y="1950"/>
                    <a:pt x="1" y="3337"/>
                    <a:pt x="1" y="4790"/>
                  </a:cubicBezTo>
                  <a:cubicBezTo>
                    <a:pt x="1" y="5338"/>
                    <a:pt x="40" y="5876"/>
                    <a:pt x="116" y="6402"/>
                  </a:cubicBezTo>
                  <a:cubicBezTo>
                    <a:pt x="211" y="6295"/>
                    <a:pt x="305" y="6207"/>
                    <a:pt x="415" y="6207"/>
                  </a:cubicBezTo>
                  <a:cubicBezTo>
                    <a:pt x="446" y="6207"/>
                    <a:pt x="480" y="6214"/>
                    <a:pt x="514" y="6231"/>
                  </a:cubicBezTo>
                  <a:cubicBezTo>
                    <a:pt x="679" y="6310"/>
                    <a:pt x="683" y="6536"/>
                    <a:pt x="699" y="6719"/>
                  </a:cubicBezTo>
                  <a:cubicBezTo>
                    <a:pt x="757" y="7418"/>
                    <a:pt x="1410" y="8014"/>
                    <a:pt x="2110" y="8014"/>
                  </a:cubicBezTo>
                  <a:cubicBezTo>
                    <a:pt x="2117" y="8014"/>
                    <a:pt x="2124" y="8014"/>
                    <a:pt x="2131" y="8014"/>
                  </a:cubicBezTo>
                  <a:cubicBezTo>
                    <a:pt x="2262" y="8012"/>
                    <a:pt x="2404" y="7995"/>
                    <a:pt x="2538" y="7995"/>
                  </a:cubicBezTo>
                  <a:cubicBezTo>
                    <a:pt x="2714" y="7995"/>
                    <a:pt x="2879" y="8024"/>
                    <a:pt x="2995" y="8149"/>
                  </a:cubicBezTo>
                  <a:cubicBezTo>
                    <a:pt x="3078" y="8239"/>
                    <a:pt x="3116" y="8362"/>
                    <a:pt x="3191" y="8459"/>
                  </a:cubicBezTo>
                  <a:cubicBezTo>
                    <a:pt x="3326" y="8628"/>
                    <a:pt x="3543" y="8674"/>
                    <a:pt x="3768" y="8674"/>
                  </a:cubicBezTo>
                  <a:cubicBezTo>
                    <a:pt x="3870" y="8674"/>
                    <a:pt x="3973" y="8664"/>
                    <a:pt x="4071" y="8653"/>
                  </a:cubicBezTo>
                  <a:lnTo>
                    <a:pt x="4071" y="8653"/>
                  </a:lnTo>
                  <a:cubicBezTo>
                    <a:pt x="3835" y="9126"/>
                    <a:pt x="3594" y="9612"/>
                    <a:pt x="3523" y="10136"/>
                  </a:cubicBezTo>
                  <a:cubicBezTo>
                    <a:pt x="3450" y="10662"/>
                    <a:pt x="3577" y="11242"/>
                    <a:pt x="3973" y="11594"/>
                  </a:cubicBezTo>
                  <a:cubicBezTo>
                    <a:pt x="4066" y="11677"/>
                    <a:pt x="4177" y="11749"/>
                    <a:pt x="4237" y="11861"/>
                  </a:cubicBezTo>
                  <a:cubicBezTo>
                    <a:pt x="4298" y="11977"/>
                    <a:pt x="4294" y="12114"/>
                    <a:pt x="4283" y="12244"/>
                  </a:cubicBezTo>
                  <a:cubicBezTo>
                    <a:pt x="4244" y="12653"/>
                    <a:pt x="4138" y="13055"/>
                    <a:pt x="4074" y="13460"/>
                  </a:cubicBezTo>
                  <a:cubicBezTo>
                    <a:pt x="4452" y="13773"/>
                    <a:pt x="4851" y="14061"/>
                    <a:pt x="5266" y="14322"/>
                  </a:cubicBezTo>
                  <a:cubicBezTo>
                    <a:pt x="5328" y="14130"/>
                    <a:pt x="5390" y="13935"/>
                    <a:pt x="5451" y="13742"/>
                  </a:cubicBezTo>
                  <a:cubicBezTo>
                    <a:pt x="5514" y="13541"/>
                    <a:pt x="5580" y="13335"/>
                    <a:pt x="5720" y="13176"/>
                  </a:cubicBezTo>
                  <a:cubicBezTo>
                    <a:pt x="5995" y="12861"/>
                    <a:pt x="6541" y="12723"/>
                    <a:pt x="6568" y="12305"/>
                  </a:cubicBezTo>
                  <a:cubicBezTo>
                    <a:pt x="6575" y="12196"/>
                    <a:pt x="6542" y="12078"/>
                    <a:pt x="6595" y="11982"/>
                  </a:cubicBezTo>
                  <a:cubicBezTo>
                    <a:pt x="6647" y="11888"/>
                    <a:pt x="6738" y="11865"/>
                    <a:pt x="6845" y="11865"/>
                  </a:cubicBezTo>
                  <a:cubicBezTo>
                    <a:pt x="6944" y="11865"/>
                    <a:pt x="7055" y="11884"/>
                    <a:pt x="7161" y="11884"/>
                  </a:cubicBezTo>
                  <a:cubicBezTo>
                    <a:pt x="7233" y="11884"/>
                    <a:pt x="7303" y="11875"/>
                    <a:pt x="7364" y="11845"/>
                  </a:cubicBezTo>
                  <a:cubicBezTo>
                    <a:pt x="7712" y="11671"/>
                    <a:pt x="7414" y="11098"/>
                    <a:pt x="7608" y="10761"/>
                  </a:cubicBezTo>
                  <a:cubicBezTo>
                    <a:pt x="7757" y="10505"/>
                    <a:pt x="8177" y="10437"/>
                    <a:pt x="8219" y="10140"/>
                  </a:cubicBezTo>
                  <a:cubicBezTo>
                    <a:pt x="8258" y="9873"/>
                    <a:pt x="7946" y="9700"/>
                    <a:pt x="7685" y="9631"/>
                  </a:cubicBezTo>
                  <a:cubicBezTo>
                    <a:pt x="7313" y="9536"/>
                    <a:pt x="6930" y="9486"/>
                    <a:pt x="6547" y="9480"/>
                  </a:cubicBezTo>
                  <a:cubicBezTo>
                    <a:pt x="6815" y="9208"/>
                    <a:pt x="6688" y="8709"/>
                    <a:pt x="6380" y="8483"/>
                  </a:cubicBezTo>
                  <a:cubicBezTo>
                    <a:pt x="6139" y="8305"/>
                    <a:pt x="5835" y="8255"/>
                    <a:pt x="5533" y="8255"/>
                  </a:cubicBezTo>
                  <a:cubicBezTo>
                    <a:pt x="5447" y="8255"/>
                    <a:pt x="5361" y="8259"/>
                    <a:pt x="5277" y="8265"/>
                  </a:cubicBezTo>
                  <a:cubicBezTo>
                    <a:pt x="5092" y="8280"/>
                    <a:pt x="4904" y="8303"/>
                    <a:pt x="4719" y="8303"/>
                  </a:cubicBezTo>
                  <a:cubicBezTo>
                    <a:pt x="4606" y="8303"/>
                    <a:pt x="4495" y="8295"/>
                    <a:pt x="4385" y="8270"/>
                  </a:cubicBezTo>
                  <a:cubicBezTo>
                    <a:pt x="4094" y="8207"/>
                    <a:pt x="3809" y="7993"/>
                    <a:pt x="3772" y="7696"/>
                  </a:cubicBezTo>
                  <a:cubicBezTo>
                    <a:pt x="3762" y="7613"/>
                    <a:pt x="3767" y="7517"/>
                    <a:pt x="3710" y="7457"/>
                  </a:cubicBezTo>
                  <a:cubicBezTo>
                    <a:pt x="3674" y="7419"/>
                    <a:pt x="3627" y="7405"/>
                    <a:pt x="3576" y="7405"/>
                  </a:cubicBezTo>
                  <a:cubicBezTo>
                    <a:pt x="3505" y="7405"/>
                    <a:pt x="3427" y="7431"/>
                    <a:pt x="3358" y="7451"/>
                  </a:cubicBezTo>
                  <a:cubicBezTo>
                    <a:pt x="3290" y="7472"/>
                    <a:pt x="3221" y="7481"/>
                    <a:pt x="3154" y="7481"/>
                  </a:cubicBezTo>
                  <a:cubicBezTo>
                    <a:pt x="2796" y="7481"/>
                    <a:pt x="2456" y="7215"/>
                    <a:pt x="2294" y="6876"/>
                  </a:cubicBezTo>
                  <a:cubicBezTo>
                    <a:pt x="2198" y="6682"/>
                    <a:pt x="2438" y="6477"/>
                    <a:pt x="2658" y="6477"/>
                  </a:cubicBezTo>
                  <a:cubicBezTo>
                    <a:pt x="2670" y="6477"/>
                    <a:pt x="2681" y="6477"/>
                    <a:pt x="2692" y="6478"/>
                  </a:cubicBezTo>
                  <a:cubicBezTo>
                    <a:pt x="2919" y="6502"/>
                    <a:pt x="3112" y="6651"/>
                    <a:pt x="3331" y="6719"/>
                  </a:cubicBezTo>
                  <a:cubicBezTo>
                    <a:pt x="3405" y="6742"/>
                    <a:pt x="3480" y="6752"/>
                    <a:pt x="3556" y="6752"/>
                  </a:cubicBezTo>
                  <a:cubicBezTo>
                    <a:pt x="4050" y="6752"/>
                    <a:pt x="4535" y="6290"/>
                    <a:pt x="4494" y="5784"/>
                  </a:cubicBezTo>
                  <a:cubicBezTo>
                    <a:pt x="4477" y="5579"/>
                    <a:pt x="4436" y="5295"/>
                    <a:pt x="4634" y="5239"/>
                  </a:cubicBezTo>
                  <a:cubicBezTo>
                    <a:pt x="4653" y="5234"/>
                    <a:pt x="4672" y="5232"/>
                    <a:pt x="4691" y="5232"/>
                  </a:cubicBezTo>
                  <a:cubicBezTo>
                    <a:pt x="4748" y="5232"/>
                    <a:pt x="4806" y="5252"/>
                    <a:pt x="4862" y="5267"/>
                  </a:cubicBezTo>
                  <a:cubicBezTo>
                    <a:pt x="4959" y="5294"/>
                    <a:pt x="5059" y="5307"/>
                    <a:pt x="5159" y="5307"/>
                  </a:cubicBezTo>
                  <a:cubicBezTo>
                    <a:pt x="5361" y="5307"/>
                    <a:pt x="5563" y="5253"/>
                    <a:pt x="5736" y="5149"/>
                  </a:cubicBezTo>
                  <a:cubicBezTo>
                    <a:pt x="5823" y="5009"/>
                    <a:pt x="5683" y="4829"/>
                    <a:pt x="5528" y="4773"/>
                  </a:cubicBezTo>
                  <a:cubicBezTo>
                    <a:pt x="5374" y="4714"/>
                    <a:pt x="5199" y="4723"/>
                    <a:pt x="5051" y="4648"/>
                  </a:cubicBezTo>
                  <a:cubicBezTo>
                    <a:pt x="4905" y="4574"/>
                    <a:pt x="4815" y="4349"/>
                    <a:pt x="4946" y="4249"/>
                  </a:cubicBezTo>
                  <a:lnTo>
                    <a:pt x="4946" y="4249"/>
                  </a:lnTo>
                  <a:cubicBezTo>
                    <a:pt x="5096" y="4312"/>
                    <a:pt x="5262" y="4351"/>
                    <a:pt x="5424" y="4351"/>
                  </a:cubicBezTo>
                  <a:cubicBezTo>
                    <a:pt x="5577" y="4351"/>
                    <a:pt x="5728" y="4316"/>
                    <a:pt x="5859" y="4236"/>
                  </a:cubicBezTo>
                  <a:cubicBezTo>
                    <a:pt x="6127" y="4070"/>
                    <a:pt x="6256" y="3670"/>
                    <a:pt x="6063" y="3419"/>
                  </a:cubicBezTo>
                  <a:cubicBezTo>
                    <a:pt x="5815" y="3095"/>
                    <a:pt x="5263" y="3205"/>
                    <a:pt x="4961" y="2928"/>
                  </a:cubicBezTo>
                  <a:cubicBezTo>
                    <a:pt x="4760" y="2742"/>
                    <a:pt x="4730" y="2435"/>
                    <a:pt x="4590" y="2199"/>
                  </a:cubicBezTo>
                  <a:cubicBezTo>
                    <a:pt x="4503" y="2053"/>
                    <a:pt x="4316" y="1950"/>
                    <a:pt x="4160" y="1950"/>
                  </a:cubicBezTo>
                  <a:cubicBezTo>
                    <a:pt x="4061" y="1950"/>
                    <a:pt x="3974" y="1991"/>
                    <a:pt x="3932" y="2089"/>
                  </a:cubicBezTo>
                  <a:cubicBezTo>
                    <a:pt x="3905" y="2150"/>
                    <a:pt x="3905" y="2221"/>
                    <a:pt x="3906" y="2287"/>
                  </a:cubicBezTo>
                  <a:cubicBezTo>
                    <a:pt x="3914" y="2816"/>
                    <a:pt x="3922" y="3345"/>
                    <a:pt x="3930" y="3874"/>
                  </a:cubicBezTo>
                  <a:cubicBezTo>
                    <a:pt x="3850" y="3620"/>
                    <a:pt x="3769" y="3366"/>
                    <a:pt x="3691" y="3112"/>
                  </a:cubicBezTo>
                  <a:cubicBezTo>
                    <a:pt x="3665" y="3026"/>
                    <a:pt x="3635" y="2937"/>
                    <a:pt x="3573" y="2873"/>
                  </a:cubicBezTo>
                  <a:cubicBezTo>
                    <a:pt x="3500" y="2799"/>
                    <a:pt x="3396" y="2769"/>
                    <a:pt x="3301" y="2729"/>
                  </a:cubicBezTo>
                  <a:cubicBezTo>
                    <a:pt x="2894" y="2555"/>
                    <a:pt x="2626" y="2007"/>
                    <a:pt x="2892" y="1654"/>
                  </a:cubicBezTo>
                  <a:cubicBezTo>
                    <a:pt x="3180" y="1277"/>
                    <a:pt x="3923" y="1263"/>
                    <a:pt x="3943" y="789"/>
                  </a:cubicBezTo>
                  <a:cubicBezTo>
                    <a:pt x="3624" y="787"/>
                    <a:pt x="3311" y="598"/>
                    <a:pt x="3158" y="314"/>
                  </a:cubicBezTo>
                  <a:cubicBezTo>
                    <a:pt x="3113" y="231"/>
                    <a:pt x="3078" y="135"/>
                    <a:pt x="3006" y="72"/>
                  </a:cubicBezTo>
                  <a:cubicBezTo>
                    <a:pt x="2948" y="22"/>
                    <a:pt x="2877" y="0"/>
                    <a:pt x="2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34"/>
            <p:cNvSpPr/>
            <p:nvPr/>
          </p:nvSpPr>
          <p:spPr>
            <a:xfrm>
              <a:off x="4031014" y="2824617"/>
              <a:ext cx="526761" cy="499617"/>
            </a:xfrm>
            <a:custGeom>
              <a:rect b="b" l="l" r="r" t="t"/>
              <a:pathLst>
                <a:path extrusionOk="0" h="8651" w="9121">
                  <a:moveTo>
                    <a:pt x="8431" y="1"/>
                  </a:moveTo>
                  <a:cubicBezTo>
                    <a:pt x="4913" y="290"/>
                    <a:pt x="1854" y="2197"/>
                    <a:pt x="1" y="4975"/>
                  </a:cubicBezTo>
                  <a:cubicBezTo>
                    <a:pt x="415" y="4795"/>
                    <a:pt x="869" y="4702"/>
                    <a:pt x="1323" y="4702"/>
                  </a:cubicBezTo>
                  <a:cubicBezTo>
                    <a:pt x="1637" y="4702"/>
                    <a:pt x="1951" y="4747"/>
                    <a:pt x="2252" y="4838"/>
                  </a:cubicBezTo>
                  <a:cubicBezTo>
                    <a:pt x="2347" y="4866"/>
                    <a:pt x="2447" y="4899"/>
                    <a:pt x="2544" y="4899"/>
                  </a:cubicBezTo>
                  <a:cubicBezTo>
                    <a:pt x="2580" y="4899"/>
                    <a:pt x="2616" y="4895"/>
                    <a:pt x="2651" y="4884"/>
                  </a:cubicBezTo>
                  <a:cubicBezTo>
                    <a:pt x="2814" y="4834"/>
                    <a:pt x="2959" y="4651"/>
                    <a:pt x="3108" y="4651"/>
                  </a:cubicBezTo>
                  <a:cubicBezTo>
                    <a:pt x="3136" y="4651"/>
                    <a:pt x="3164" y="4657"/>
                    <a:pt x="3193" y="4673"/>
                  </a:cubicBezTo>
                  <a:cubicBezTo>
                    <a:pt x="3238" y="4696"/>
                    <a:pt x="3269" y="4735"/>
                    <a:pt x="3298" y="4774"/>
                  </a:cubicBezTo>
                  <a:cubicBezTo>
                    <a:pt x="3621" y="5190"/>
                    <a:pt x="3944" y="5605"/>
                    <a:pt x="4267" y="6019"/>
                  </a:cubicBezTo>
                  <a:cubicBezTo>
                    <a:pt x="4368" y="6149"/>
                    <a:pt x="4472" y="6283"/>
                    <a:pt x="4518" y="6442"/>
                  </a:cubicBezTo>
                  <a:cubicBezTo>
                    <a:pt x="4553" y="6560"/>
                    <a:pt x="4555" y="6683"/>
                    <a:pt x="4557" y="6807"/>
                  </a:cubicBezTo>
                  <a:cubicBezTo>
                    <a:pt x="4563" y="7416"/>
                    <a:pt x="4569" y="8027"/>
                    <a:pt x="4575" y="8636"/>
                  </a:cubicBezTo>
                  <a:cubicBezTo>
                    <a:pt x="4616" y="8646"/>
                    <a:pt x="4657" y="8651"/>
                    <a:pt x="4697" y="8651"/>
                  </a:cubicBezTo>
                  <a:cubicBezTo>
                    <a:pt x="4992" y="8651"/>
                    <a:pt x="5260" y="8385"/>
                    <a:pt x="5416" y="8115"/>
                  </a:cubicBezTo>
                  <a:cubicBezTo>
                    <a:pt x="5593" y="7808"/>
                    <a:pt x="5730" y="7447"/>
                    <a:pt x="6041" y="7273"/>
                  </a:cubicBezTo>
                  <a:cubicBezTo>
                    <a:pt x="6299" y="7126"/>
                    <a:pt x="6632" y="7145"/>
                    <a:pt x="6883" y="6985"/>
                  </a:cubicBezTo>
                  <a:cubicBezTo>
                    <a:pt x="7225" y="6768"/>
                    <a:pt x="7302" y="6301"/>
                    <a:pt x="7282" y="5896"/>
                  </a:cubicBezTo>
                  <a:cubicBezTo>
                    <a:pt x="7261" y="5489"/>
                    <a:pt x="7181" y="5066"/>
                    <a:pt x="7333" y="4689"/>
                  </a:cubicBezTo>
                  <a:cubicBezTo>
                    <a:pt x="7490" y="4306"/>
                    <a:pt x="7868" y="4034"/>
                    <a:pt x="7987" y="3638"/>
                  </a:cubicBezTo>
                  <a:cubicBezTo>
                    <a:pt x="8054" y="3414"/>
                    <a:pt x="8033" y="3173"/>
                    <a:pt x="8091" y="2948"/>
                  </a:cubicBezTo>
                  <a:cubicBezTo>
                    <a:pt x="8236" y="2390"/>
                    <a:pt x="8837" y="2042"/>
                    <a:pt x="8982" y="1485"/>
                  </a:cubicBezTo>
                  <a:cubicBezTo>
                    <a:pt x="9120" y="948"/>
                    <a:pt x="8800" y="435"/>
                    <a:pt x="84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34"/>
            <p:cNvSpPr/>
            <p:nvPr/>
          </p:nvSpPr>
          <p:spPr>
            <a:xfrm>
              <a:off x="4527348" y="3033281"/>
              <a:ext cx="694763" cy="712724"/>
            </a:xfrm>
            <a:custGeom>
              <a:rect b="b" l="l" r="r" t="t"/>
              <a:pathLst>
                <a:path extrusionOk="0" h="12341" w="12030">
                  <a:moveTo>
                    <a:pt x="9075" y="1"/>
                  </a:moveTo>
                  <a:cubicBezTo>
                    <a:pt x="8894" y="107"/>
                    <a:pt x="8723" y="230"/>
                    <a:pt x="8564" y="367"/>
                  </a:cubicBezTo>
                  <a:cubicBezTo>
                    <a:pt x="8519" y="404"/>
                    <a:pt x="8476" y="447"/>
                    <a:pt x="8461" y="503"/>
                  </a:cubicBezTo>
                  <a:cubicBezTo>
                    <a:pt x="8441" y="579"/>
                    <a:pt x="8477" y="657"/>
                    <a:pt x="8502" y="731"/>
                  </a:cubicBezTo>
                  <a:cubicBezTo>
                    <a:pt x="8581" y="971"/>
                    <a:pt x="8520" y="1252"/>
                    <a:pt x="8350" y="1437"/>
                  </a:cubicBezTo>
                  <a:cubicBezTo>
                    <a:pt x="8044" y="1766"/>
                    <a:pt x="7426" y="1827"/>
                    <a:pt x="7338" y="2266"/>
                  </a:cubicBezTo>
                  <a:cubicBezTo>
                    <a:pt x="7312" y="2389"/>
                    <a:pt x="7338" y="2518"/>
                    <a:pt x="7297" y="2635"/>
                  </a:cubicBezTo>
                  <a:cubicBezTo>
                    <a:pt x="7225" y="2837"/>
                    <a:pt x="6983" y="2917"/>
                    <a:pt x="6765" y="2917"/>
                  </a:cubicBezTo>
                  <a:cubicBezTo>
                    <a:pt x="6751" y="2917"/>
                    <a:pt x="6736" y="2917"/>
                    <a:pt x="6722" y="2916"/>
                  </a:cubicBezTo>
                  <a:cubicBezTo>
                    <a:pt x="6561" y="2909"/>
                    <a:pt x="6398" y="2874"/>
                    <a:pt x="6238" y="2874"/>
                  </a:cubicBezTo>
                  <a:cubicBezTo>
                    <a:pt x="6171" y="2874"/>
                    <a:pt x="6104" y="2880"/>
                    <a:pt x="6038" y="2897"/>
                  </a:cubicBezTo>
                  <a:cubicBezTo>
                    <a:pt x="5639" y="3004"/>
                    <a:pt x="5400" y="3478"/>
                    <a:pt x="4993" y="3534"/>
                  </a:cubicBezTo>
                  <a:cubicBezTo>
                    <a:pt x="4955" y="3366"/>
                    <a:pt x="4944" y="3192"/>
                    <a:pt x="4965" y="3020"/>
                  </a:cubicBezTo>
                  <a:lnTo>
                    <a:pt x="4965" y="3020"/>
                  </a:lnTo>
                  <a:cubicBezTo>
                    <a:pt x="4940" y="3027"/>
                    <a:pt x="4915" y="3030"/>
                    <a:pt x="4889" y="3030"/>
                  </a:cubicBezTo>
                  <a:cubicBezTo>
                    <a:pt x="4637" y="3030"/>
                    <a:pt x="4387" y="2733"/>
                    <a:pt x="4133" y="2676"/>
                  </a:cubicBezTo>
                  <a:cubicBezTo>
                    <a:pt x="4096" y="2668"/>
                    <a:pt x="4058" y="2665"/>
                    <a:pt x="4021" y="2665"/>
                  </a:cubicBezTo>
                  <a:cubicBezTo>
                    <a:pt x="3821" y="2665"/>
                    <a:pt x="3626" y="2773"/>
                    <a:pt x="3450" y="2879"/>
                  </a:cubicBezTo>
                  <a:cubicBezTo>
                    <a:pt x="3008" y="3142"/>
                    <a:pt x="2563" y="3407"/>
                    <a:pt x="2122" y="3670"/>
                  </a:cubicBezTo>
                  <a:cubicBezTo>
                    <a:pt x="1931" y="3783"/>
                    <a:pt x="1727" y="3916"/>
                    <a:pt x="1668" y="4127"/>
                  </a:cubicBezTo>
                  <a:cubicBezTo>
                    <a:pt x="1655" y="4173"/>
                    <a:pt x="1650" y="4225"/>
                    <a:pt x="1669" y="4268"/>
                  </a:cubicBezTo>
                  <a:cubicBezTo>
                    <a:pt x="1703" y="4341"/>
                    <a:pt x="1786" y="4364"/>
                    <a:pt x="1871" y="4364"/>
                  </a:cubicBezTo>
                  <a:cubicBezTo>
                    <a:pt x="1905" y="4364"/>
                    <a:pt x="1939" y="4360"/>
                    <a:pt x="1971" y="4355"/>
                  </a:cubicBezTo>
                  <a:cubicBezTo>
                    <a:pt x="2284" y="4299"/>
                    <a:pt x="2586" y="4184"/>
                    <a:pt x="2855" y="4013"/>
                  </a:cubicBezTo>
                  <a:cubicBezTo>
                    <a:pt x="2948" y="3955"/>
                    <a:pt x="3039" y="3889"/>
                    <a:pt x="3144" y="3861"/>
                  </a:cubicBezTo>
                  <a:cubicBezTo>
                    <a:pt x="3176" y="3852"/>
                    <a:pt x="3209" y="3848"/>
                    <a:pt x="3243" y="3848"/>
                  </a:cubicBezTo>
                  <a:cubicBezTo>
                    <a:pt x="3322" y="3848"/>
                    <a:pt x="3399" y="3874"/>
                    <a:pt x="3448" y="3933"/>
                  </a:cubicBezTo>
                  <a:cubicBezTo>
                    <a:pt x="3526" y="4031"/>
                    <a:pt x="3531" y="4210"/>
                    <a:pt x="3655" y="4235"/>
                  </a:cubicBezTo>
                  <a:cubicBezTo>
                    <a:pt x="3664" y="4237"/>
                    <a:pt x="3674" y="4237"/>
                    <a:pt x="3683" y="4237"/>
                  </a:cubicBezTo>
                  <a:cubicBezTo>
                    <a:pt x="3735" y="4237"/>
                    <a:pt x="3790" y="4215"/>
                    <a:pt x="3838" y="4215"/>
                  </a:cubicBezTo>
                  <a:cubicBezTo>
                    <a:pt x="3859" y="4215"/>
                    <a:pt x="3880" y="4220"/>
                    <a:pt x="3898" y="4233"/>
                  </a:cubicBezTo>
                  <a:cubicBezTo>
                    <a:pt x="3931" y="4258"/>
                    <a:pt x="3942" y="4304"/>
                    <a:pt x="3950" y="4347"/>
                  </a:cubicBezTo>
                  <a:cubicBezTo>
                    <a:pt x="3982" y="4518"/>
                    <a:pt x="4011" y="4691"/>
                    <a:pt x="4042" y="4862"/>
                  </a:cubicBezTo>
                  <a:cubicBezTo>
                    <a:pt x="3918" y="5018"/>
                    <a:pt x="3746" y="5166"/>
                    <a:pt x="3619" y="5320"/>
                  </a:cubicBezTo>
                  <a:cubicBezTo>
                    <a:pt x="3399" y="5588"/>
                    <a:pt x="3146" y="5878"/>
                    <a:pt x="2800" y="5915"/>
                  </a:cubicBezTo>
                  <a:cubicBezTo>
                    <a:pt x="2769" y="5918"/>
                    <a:pt x="2738" y="5920"/>
                    <a:pt x="2707" y="5920"/>
                  </a:cubicBezTo>
                  <a:cubicBezTo>
                    <a:pt x="2615" y="5920"/>
                    <a:pt x="2524" y="5908"/>
                    <a:pt x="2432" y="5908"/>
                  </a:cubicBezTo>
                  <a:cubicBezTo>
                    <a:pt x="2422" y="5908"/>
                    <a:pt x="2412" y="5908"/>
                    <a:pt x="2402" y="5909"/>
                  </a:cubicBezTo>
                  <a:cubicBezTo>
                    <a:pt x="1971" y="5921"/>
                    <a:pt x="1613" y="6226"/>
                    <a:pt x="1228" y="6422"/>
                  </a:cubicBezTo>
                  <a:cubicBezTo>
                    <a:pt x="779" y="6655"/>
                    <a:pt x="207" y="6801"/>
                    <a:pt x="23" y="7271"/>
                  </a:cubicBezTo>
                  <a:cubicBezTo>
                    <a:pt x="11" y="7305"/>
                    <a:pt x="0" y="7342"/>
                    <a:pt x="7" y="7377"/>
                  </a:cubicBezTo>
                  <a:cubicBezTo>
                    <a:pt x="26" y="7461"/>
                    <a:pt x="132" y="7489"/>
                    <a:pt x="217" y="7492"/>
                  </a:cubicBezTo>
                  <a:cubicBezTo>
                    <a:pt x="244" y="7493"/>
                    <a:pt x="270" y="7493"/>
                    <a:pt x="297" y="7493"/>
                  </a:cubicBezTo>
                  <a:cubicBezTo>
                    <a:pt x="613" y="7493"/>
                    <a:pt x="929" y="7410"/>
                    <a:pt x="1210" y="7260"/>
                  </a:cubicBezTo>
                  <a:cubicBezTo>
                    <a:pt x="1362" y="7180"/>
                    <a:pt x="1505" y="7080"/>
                    <a:pt x="1669" y="7029"/>
                  </a:cubicBezTo>
                  <a:cubicBezTo>
                    <a:pt x="1734" y="7007"/>
                    <a:pt x="1805" y="6995"/>
                    <a:pt x="1874" y="6995"/>
                  </a:cubicBezTo>
                  <a:cubicBezTo>
                    <a:pt x="1978" y="6995"/>
                    <a:pt x="2079" y="7023"/>
                    <a:pt x="2158" y="7089"/>
                  </a:cubicBezTo>
                  <a:cubicBezTo>
                    <a:pt x="2211" y="7136"/>
                    <a:pt x="2252" y="7198"/>
                    <a:pt x="2307" y="7244"/>
                  </a:cubicBezTo>
                  <a:cubicBezTo>
                    <a:pt x="2397" y="7322"/>
                    <a:pt x="2513" y="7348"/>
                    <a:pt x="2634" y="7348"/>
                  </a:cubicBezTo>
                  <a:cubicBezTo>
                    <a:pt x="2743" y="7348"/>
                    <a:pt x="2856" y="7328"/>
                    <a:pt x="2961" y="7305"/>
                  </a:cubicBezTo>
                  <a:cubicBezTo>
                    <a:pt x="3282" y="7238"/>
                    <a:pt x="3604" y="7167"/>
                    <a:pt x="3926" y="7098"/>
                  </a:cubicBezTo>
                  <a:cubicBezTo>
                    <a:pt x="3936" y="7096"/>
                    <a:pt x="3944" y="7095"/>
                    <a:pt x="3953" y="7095"/>
                  </a:cubicBezTo>
                  <a:cubicBezTo>
                    <a:pt x="4175" y="7095"/>
                    <a:pt x="4270" y="7708"/>
                    <a:pt x="4100" y="7874"/>
                  </a:cubicBezTo>
                  <a:cubicBezTo>
                    <a:pt x="3924" y="8048"/>
                    <a:pt x="3665" y="8139"/>
                    <a:pt x="3543" y="8353"/>
                  </a:cubicBezTo>
                  <a:cubicBezTo>
                    <a:pt x="3383" y="8630"/>
                    <a:pt x="3524" y="8974"/>
                    <a:pt x="3664" y="9261"/>
                  </a:cubicBezTo>
                  <a:cubicBezTo>
                    <a:pt x="3879" y="9700"/>
                    <a:pt x="4094" y="10140"/>
                    <a:pt x="4309" y="10579"/>
                  </a:cubicBezTo>
                  <a:cubicBezTo>
                    <a:pt x="4335" y="10630"/>
                    <a:pt x="4361" y="10682"/>
                    <a:pt x="4405" y="10718"/>
                  </a:cubicBezTo>
                  <a:cubicBezTo>
                    <a:pt x="4444" y="10750"/>
                    <a:pt x="4485" y="10764"/>
                    <a:pt x="4527" y="10764"/>
                  </a:cubicBezTo>
                  <a:cubicBezTo>
                    <a:pt x="4690" y="10764"/>
                    <a:pt x="4859" y="10549"/>
                    <a:pt x="4909" y="10359"/>
                  </a:cubicBezTo>
                  <a:cubicBezTo>
                    <a:pt x="4968" y="10131"/>
                    <a:pt x="5078" y="9835"/>
                    <a:pt x="5300" y="9835"/>
                  </a:cubicBezTo>
                  <a:cubicBezTo>
                    <a:pt x="5311" y="9835"/>
                    <a:pt x="5322" y="9835"/>
                    <a:pt x="5333" y="9837"/>
                  </a:cubicBezTo>
                  <a:cubicBezTo>
                    <a:pt x="5427" y="9849"/>
                    <a:pt x="5506" y="9919"/>
                    <a:pt x="5596" y="9949"/>
                  </a:cubicBezTo>
                  <a:cubicBezTo>
                    <a:pt x="5639" y="9964"/>
                    <a:pt x="5682" y="9970"/>
                    <a:pt x="5726" y="9970"/>
                  </a:cubicBezTo>
                  <a:cubicBezTo>
                    <a:pt x="5922" y="9970"/>
                    <a:pt x="6125" y="9849"/>
                    <a:pt x="6328" y="9849"/>
                  </a:cubicBezTo>
                  <a:cubicBezTo>
                    <a:pt x="6336" y="9849"/>
                    <a:pt x="6343" y="9850"/>
                    <a:pt x="6351" y="9850"/>
                  </a:cubicBezTo>
                  <a:cubicBezTo>
                    <a:pt x="6663" y="9867"/>
                    <a:pt x="6867" y="10166"/>
                    <a:pt x="7061" y="10410"/>
                  </a:cubicBezTo>
                  <a:cubicBezTo>
                    <a:pt x="7211" y="10596"/>
                    <a:pt x="7441" y="10774"/>
                    <a:pt x="7660" y="10774"/>
                  </a:cubicBezTo>
                  <a:cubicBezTo>
                    <a:pt x="7727" y="10774"/>
                    <a:pt x="7792" y="10757"/>
                    <a:pt x="7854" y="10720"/>
                  </a:cubicBezTo>
                  <a:cubicBezTo>
                    <a:pt x="8066" y="10592"/>
                    <a:pt x="8135" y="10261"/>
                    <a:pt x="8377" y="10213"/>
                  </a:cubicBezTo>
                  <a:cubicBezTo>
                    <a:pt x="8396" y="10210"/>
                    <a:pt x="8414" y="10208"/>
                    <a:pt x="8433" y="10208"/>
                  </a:cubicBezTo>
                  <a:cubicBezTo>
                    <a:pt x="8495" y="10208"/>
                    <a:pt x="8558" y="10227"/>
                    <a:pt x="8615" y="10254"/>
                  </a:cubicBezTo>
                  <a:cubicBezTo>
                    <a:pt x="9122" y="10496"/>
                    <a:pt x="9237" y="11333"/>
                    <a:pt x="9795" y="11393"/>
                  </a:cubicBezTo>
                  <a:cubicBezTo>
                    <a:pt x="9912" y="11404"/>
                    <a:pt x="10038" y="11380"/>
                    <a:pt x="10137" y="11439"/>
                  </a:cubicBezTo>
                  <a:cubicBezTo>
                    <a:pt x="10229" y="11492"/>
                    <a:pt x="10270" y="11600"/>
                    <a:pt x="10317" y="11695"/>
                  </a:cubicBezTo>
                  <a:cubicBezTo>
                    <a:pt x="10459" y="11978"/>
                    <a:pt x="10701" y="12195"/>
                    <a:pt x="10986" y="12340"/>
                  </a:cubicBezTo>
                  <a:cubicBezTo>
                    <a:pt x="11657" y="10901"/>
                    <a:pt x="12030" y="9297"/>
                    <a:pt x="12030" y="7604"/>
                  </a:cubicBezTo>
                  <a:cubicBezTo>
                    <a:pt x="12030" y="4675"/>
                    <a:pt x="10912" y="2006"/>
                    <a:pt x="90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34"/>
            <p:cNvSpPr/>
            <p:nvPr/>
          </p:nvSpPr>
          <p:spPr>
            <a:xfrm>
              <a:off x="4450998" y="3539031"/>
              <a:ext cx="375102" cy="441864"/>
            </a:xfrm>
            <a:custGeom>
              <a:rect b="b" l="l" r="r" t="t"/>
              <a:pathLst>
                <a:path extrusionOk="0" h="7651" w="6495">
                  <a:moveTo>
                    <a:pt x="1747" y="0"/>
                  </a:moveTo>
                  <a:cubicBezTo>
                    <a:pt x="1715" y="0"/>
                    <a:pt x="1684" y="3"/>
                    <a:pt x="1653" y="7"/>
                  </a:cubicBezTo>
                  <a:cubicBezTo>
                    <a:pt x="1421" y="44"/>
                    <a:pt x="1266" y="267"/>
                    <a:pt x="1056" y="376"/>
                  </a:cubicBezTo>
                  <a:cubicBezTo>
                    <a:pt x="816" y="502"/>
                    <a:pt x="510" y="473"/>
                    <a:pt x="291" y="633"/>
                  </a:cubicBezTo>
                  <a:cubicBezTo>
                    <a:pt x="10" y="839"/>
                    <a:pt x="0" y="1247"/>
                    <a:pt x="18" y="1593"/>
                  </a:cubicBezTo>
                  <a:cubicBezTo>
                    <a:pt x="20" y="1648"/>
                    <a:pt x="24" y="1704"/>
                    <a:pt x="52" y="1748"/>
                  </a:cubicBezTo>
                  <a:cubicBezTo>
                    <a:pt x="86" y="1802"/>
                    <a:pt x="148" y="1829"/>
                    <a:pt x="202" y="1862"/>
                  </a:cubicBezTo>
                  <a:cubicBezTo>
                    <a:pt x="366" y="1962"/>
                    <a:pt x="479" y="2141"/>
                    <a:pt x="501" y="2331"/>
                  </a:cubicBezTo>
                  <a:cubicBezTo>
                    <a:pt x="511" y="2420"/>
                    <a:pt x="502" y="2513"/>
                    <a:pt x="540" y="2594"/>
                  </a:cubicBezTo>
                  <a:cubicBezTo>
                    <a:pt x="589" y="2702"/>
                    <a:pt x="705" y="2758"/>
                    <a:pt x="814" y="2806"/>
                  </a:cubicBezTo>
                  <a:cubicBezTo>
                    <a:pt x="1143" y="2953"/>
                    <a:pt x="1491" y="3103"/>
                    <a:pt x="1847" y="3103"/>
                  </a:cubicBezTo>
                  <a:cubicBezTo>
                    <a:pt x="1900" y="3103"/>
                    <a:pt x="1954" y="3100"/>
                    <a:pt x="2008" y="3092"/>
                  </a:cubicBezTo>
                  <a:cubicBezTo>
                    <a:pt x="2140" y="3075"/>
                    <a:pt x="2287" y="3038"/>
                    <a:pt x="2419" y="3038"/>
                  </a:cubicBezTo>
                  <a:cubicBezTo>
                    <a:pt x="2528" y="3038"/>
                    <a:pt x="2627" y="3063"/>
                    <a:pt x="2701" y="3144"/>
                  </a:cubicBezTo>
                  <a:cubicBezTo>
                    <a:pt x="2736" y="3182"/>
                    <a:pt x="2762" y="3232"/>
                    <a:pt x="2807" y="3259"/>
                  </a:cubicBezTo>
                  <a:cubicBezTo>
                    <a:pt x="2706" y="3361"/>
                    <a:pt x="2481" y="3527"/>
                    <a:pt x="2438" y="3664"/>
                  </a:cubicBezTo>
                  <a:cubicBezTo>
                    <a:pt x="2423" y="3710"/>
                    <a:pt x="2412" y="3758"/>
                    <a:pt x="2422" y="3807"/>
                  </a:cubicBezTo>
                  <a:cubicBezTo>
                    <a:pt x="2445" y="3916"/>
                    <a:pt x="2564" y="3970"/>
                    <a:pt x="2664" y="4021"/>
                  </a:cubicBezTo>
                  <a:cubicBezTo>
                    <a:pt x="2834" y="4106"/>
                    <a:pt x="2988" y="4232"/>
                    <a:pt x="3078" y="4400"/>
                  </a:cubicBezTo>
                  <a:cubicBezTo>
                    <a:pt x="3167" y="4567"/>
                    <a:pt x="3180" y="4784"/>
                    <a:pt x="3079" y="4944"/>
                  </a:cubicBezTo>
                  <a:cubicBezTo>
                    <a:pt x="3003" y="5067"/>
                    <a:pt x="2868" y="5155"/>
                    <a:pt x="2827" y="5293"/>
                  </a:cubicBezTo>
                  <a:cubicBezTo>
                    <a:pt x="2831" y="5294"/>
                    <a:pt x="2864" y="6827"/>
                    <a:pt x="3545" y="7329"/>
                  </a:cubicBezTo>
                  <a:cubicBezTo>
                    <a:pt x="3636" y="7398"/>
                    <a:pt x="3442" y="7541"/>
                    <a:pt x="3535" y="7608"/>
                  </a:cubicBezTo>
                  <a:cubicBezTo>
                    <a:pt x="3576" y="7638"/>
                    <a:pt x="3626" y="7650"/>
                    <a:pt x="3677" y="7650"/>
                  </a:cubicBezTo>
                  <a:cubicBezTo>
                    <a:pt x="3739" y="7650"/>
                    <a:pt x="3803" y="7632"/>
                    <a:pt x="3859" y="7605"/>
                  </a:cubicBezTo>
                  <a:cubicBezTo>
                    <a:pt x="3925" y="7572"/>
                    <a:pt x="3985" y="7527"/>
                    <a:pt x="4040" y="7478"/>
                  </a:cubicBezTo>
                  <a:cubicBezTo>
                    <a:pt x="4113" y="7413"/>
                    <a:pt x="4179" y="7340"/>
                    <a:pt x="4245" y="7266"/>
                  </a:cubicBezTo>
                  <a:cubicBezTo>
                    <a:pt x="4315" y="7186"/>
                    <a:pt x="4386" y="7108"/>
                    <a:pt x="4455" y="7030"/>
                  </a:cubicBezTo>
                  <a:cubicBezTo>
                    <a:pt x="4648" y="6815"/>
                    <a:pt x="4846" y="6588"/>
                    <a:pt x="4920" y="6309"/>
                  </a:cubicBezTo>
                  <a:cubicBezTo>
                    <a:pt x="4980" y="6083"/>
                    <a:pt x="4889" y="5886"/>
                    <a:pt x="5006" y="5682"/>
                  </a:cubicBezTo>
                  <a:cubicBezTo>
                    <a:pt x="4931" y="5600"/>
                    <a:pt x="4995" y="5460"/>
                    <a:pt x="5091" y="5406"/>
                  </a:cubicBezTo>
                  <a:cubicBezTo>
                    <a:pt x="5189" y="5354"/>
                    <a:pt x="5307" y="5355"/>
                    <a:pt x="5413" y="5331"/>
                  </a:cubicBezTo>
                  <a:cubicBezTo>
                    <a:pt x="5796" y="5244"/>
                    <a:pt x="6039" y="4774"/>
                    <a:pt x="5888" y="4412"/>
                  </a:cubicBezTo>
                  <a:cubicBezTo>
                    <a:pt x="5821" y="4254"/>
                    <a:pt x="5694" y="4117"/>
                    <a:pt x="5682" y="3946"/>
                  </a:cubicBezTo>
                  <a:cubicBezTo>
                    <a:pt x="5663" y="3679"/>
                    <a:pt x="5919" y="3487"/>
                    <a:pt x="6119" y="3311"/>
                  </a:cubicBezTo>
                  <a:cubicBezTo>
                    <a:pt x="6322" y="3136"/>
                    <a:pt x="6495" y="2817"/>
                    <a:pt x="6311" y="2622"/>
                  </a:cubicBezTo>
                  <a:cubicBezTo>
                    <a:pt x="6173" y="2474"/>
                    <a:pt x="5937" y="2515"/>
                    <a:pt x="5737" y="2487"/>
                  </a:cubicBezTo>
                  <a:cubicBezTo>
                    <a:pt x="5269" y="2416"/>
                    <a:pt x="4984" y="1917"/>
                    <a:pt x="4911" y="1449"/>
                  </a:cubicBezTo>
                  <a:cubicBezTo>
                    <a:pt x="4859" y="1107"/>
                    <a:pt x="4819" y="673"/>
                    <a:pt x="4489" y="568"/>
                  </a:cubicBezTo>
                  <a:cubicBezTo>
                    <a:pt x="4445" y="554"/>
                    <a:pt x="4400" y="548"/>
                    <a:pt x="4354" y="548"/>
                  </a:cubicBezTo>
                  <a:cubicBezTo>
                    <a:pt x="4194" y="548"/>
                    <a:pt x="4030" y="624"/>
                    <a:pt x="3873" y="679"/>
                  </a:cubicBezTo>
                  <a:cubicBezTo>
                    <a:pt x="3712" y="735"/>
                    <a:pt x="3539" y="769"/>
                    <a:pt x="3369" y="769"/>
                  </a:cubicBezTo>
                  <a:cubicBezTo>
                    <a:pt x="3233" y="769"/>
                    <a:pt x="3099" y="748"/>
                    <a:pt x="2972" y="699"/>
                  </a:cubicBezTo>
                  <a:cubicBezTo>
                    <a:pt x="2685" y="591"/>
                    <a:pt x="2448" y="329"/>
                    <a:pt x="2420" y="22"/>
                  </a:cubicBezTo>
                  <a:cubicBezTo>
                    <a:pt x="2359" y="47"/>
                    <a:pt x="2297" y="57"/>
                    <a:pt x="2233" y="57"/>
                  </a:cubicBezTo>
                  <a:cubicBezTo>
                    <a:pt x="2075" y="57"/>
                    <a:pt x="1910" y="0"/>
                    <a:pt x="17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34"/>
            <p:cNvSpPr/>
            <p:nvPr/>
          </p:nvSpPr>
          <p:spPr>
            <a:xfrm>
              <a:off x="4037540" y="2921297"/>
              <a:ext cx="428293" cy="588325"/>
            </a:xfrm>
            <a:custGeom>
              <a:rect b="b" l="l" r="r" t="t"/>
              <a:pathLst>
                <a:path extrusionOk="0" h="10187" w="7416">
                  <a:moveTo>
                    <a:pt x="6705" y="1"/>
                  </a:moveTo>
                  <a:cubicBezTo>
                    <a:pt x="6653" y="1"/>
                    <a:pt x="6600" y="7"/>
                    <a:pt x="6548" y="20"/>
                  </a:cubicBezTo>
                  <a:cubicBezTo>
                    <a:pt x="6481" y="38"/>
                    <a:pt x="4897" y="447"/>
                    <a:pt x="3303" y="1831"/>
                  </a:cubicBezTo>
                  <a:cubicBezTo>
                    <a:pt x="1837" y="3102"/>
                    <a:pt x="75" y="5470"/>
                    <a:pt x="6" y="9532"/>
                  </a:cubicBezTo>
                  <a:cubicBezTo>
                    <a:pt x="0" y="9888"/>
                    <a:pt x="285" y="10181"/>
                    <a:pt x="640" y="10187"/>
                  </a:cubicBezTo>
                  <a:lnTo>
                    <a:pt x="651" y="10187"/>
                  </a:lnTo>
                  <a:cubicBezTo>
                    <a:pt x="1002" y="10187"/>
                    <a:pt x="1288" y="9905"/>
                    <a:pt x="1293" y="9553"/>
                  </a:cubicBezTo>
                  <a:cubicBezTo>
                    <a:pt x="1408" y="2757"/>
                    <a:pt x="6641" y="1326"/>
                    <a:pt x="6863" y="1269"/>
                  </a:cubicBezTo>
                  <a:cubicBezTo>
                    <a:pt x="7208" y="1180"/>
                    <a:pt x="7415" y="831"/>
                    <a:pt x="7328" y="487"/>
                  </a:cubicBezTo>
                  <a:cubicBezTo>
                    <a:pt x="7255" y="196"/>
                    <a:pt x="6993" y="1"/>
                    <a:pt x="6705" y="1"/>
                  </a:cubicBezTo>
                  <a:close/>
                </a:path>
              </a:pathLst>
            </a:custGeom>
            <a:solidFill>
              <a:srgbClr val="FFFFFF">
                <a:alpha val="28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34"/>
            <p:cNvSpPr/>
            <p:nvPr/>
          </p:nvSpPr>
          <p:spPr>
            <a:xfrm>
              <a:off x="3832976" y="2733482"/>
              <a:ext cx="1478002" cy="1477944"/>
            </a:xfrm>
            <a:custGeom>
              <a:rect b="b" l="l" r="r" t="t"/>
              <a:pathLst>
                <a:path extrusionOk="0" h="25591" w="25592">
                  <a:moveTo>
                    <a:pt x="12973" y="0"/>
                  </a:moveTo>
                  <a:cubicBezTo>
                    <a:pt x="12937" y="0"/>
                    <a:pt x="12906" y="30"/>
                    <a:pt x="12906" y="66"/>
                  </a:cubicBezTo>
                  <a:cubicBezTo>
                    <a:pt x="12906" y="101"/>
                    <a:pt x="12936" y="132"/>
                    <a:pt x="12972" y="132"/>
                  </a:cubicBezTo>
                  <a:lnTo>
                    <a:pt x="13104" y="134"/>
                  </a:lnTo>
                  <a:lnTo>
                    <a:pt x="13105" y="134"/>
                  </a:lnTo>
                  <a:cubicBezTo>
                    <a:pt x="13141" y="134"/>
                    <a:pt x="13170" y="107"/>
                    <a:pt x="13171" y="71"/>
                  </a:cubicBezTo>
                  <a:cubicBezTo>
                    <a:pt x="13172" y="34"/>
                    <a:pt x="13145" y="4"/>
                    <a:pt x="13108" y="3"/>
                  </a:cubicBezTo>
                  <a:lnTo>
                    <a:pt x="12975" y="0"/>
                  </a:lnTo>
                  <a:close/>
                  <a:moveTo>
                    <a:pt x="12310" y="9"/>
                  </a:moveTo>
                  <a:lnTo>
                    <a:pt x="12178" y="15"/>
                  </a:lnTo>
                  <a:cubicBezTo>
                    <a:pt x="12142" y="16"/>
                    <a:pt x="12114" y="48"/>
                    <a:pt x="12115" y="84"/>
                  </a:cubicBezTo>
                  <a:cubicBezTo>
                    <a:pt x="12118" y="118"/>
                    <a:pt x="12147" y="146"/>
                    <a:pt x="12182" y="146"/>
                  </a:cubicBezTo>
                  <a:cubicBezTo>
                    <a:pt x="12183" y="146"/>
                    <a:pt x="12184" y="146"/>
                    <a:pt x="12183" y="148"/>
                  </a:cubicBezTo>
                  <a:lnTo>
                    <a:pt x="12315" y="142"/>
                  </a:lnTo>
                  <a:cubicBezTo>
                    <a:pt x="12352" y="141"/>
                    <a:pt x="12380" y="111"/>
                    <a:pt x="12378" y="74"/>
                  </a:cubicBezTo>
                  <a:cubicBezTo>
                    <a:pt x="12377" y="36"/>
                    <a:pt x="12350" y="12"/>
                    <a:pt x="12310" y="9"/>
                  </a:cubicBezTo>
                  <a:close/>
                  <a:moveTo>
                    <a:pt x="13766" y="36"/>
                  </a:moveTo>
                  <a:cubicBezTo>
                    <a:pt x="13735" y="36"/>
                    <a:pt x="13700" y="61"/>
                    <a:pt x="13697" y="97"/>
                  </a:cubicBezTo>
                  <a:cubicBezTo>
                    <a:pt x="13695" y="133"/>
                    <a:pt x="13723" y="166"/>
                    <a:pt x="13759" y="168"/>
                  </a:cubicBezTo>
                  <a:lnTo>
                    <a:pt x="13890" y="178"/>
                  </a:lnTo>
                  <a:lnTo>
                    <a:pt x="13896" y="178"/>
                  </a:lnTo>
                  <a:cubicBezTo>
                    <a:pt x="13931" y="178"/>
                    <a:pt x="13958" y="153"/>
                    <a:pt x="13959" y="118"/>
                  </a:cubicBezTo>
                  <a:cubicBezTo>
                    <a:pt x="13962" y="81"/>
                    <a:pt x="13936" y="49"/>
                    <a:pt x="13900" y="46"/>
                  </a:cubicBezTo>
                  <a:lnTo>
                    <a:pt x="13768" y="36"/>
                  </a:lnTo>
                  <a:cubicBezTo>
                    <a:pt x="13767" y="36"/>
                    <a:pt x="13767" y="36"/>
                    <a:pt x="13766" y="36"/>
                  </a:cubicBezTo>
                  <a:close/>
                  <a:moveTo>
                    <a:pt x="11525" y="61"/>
                  </a:moveTo>
                  <a:cubicBezTo>
                    <a:pt x="11523" y="61"/>
                    <a:pt x="11520" y="61"/>
                    <a:pt x="11518" y="62"/>
                  </a:cubicBezTo>
                  <a:lnTo>
                    <a:pt x="11386" y="76"/>
                  </a:lnTo>
                  <a:cubicBezTo>
                    <a:pt x="11349" y="80"/>
                    <a:pt x="11324" y="113"/>
                    <a:pt x="11328" y="149"/>
                  </a:cubicBezTo>
                  <a:cubicBezTo>
                    <a:pt x="11331" y="182"/>
                    <a:pt x="11359" y="208"/>
                    <a:pt x="11392" y="208"/>
                  </a:cubicBezTo>
                  <a:cubicBezTo>
                    <a:pt x="11395" y="208"/>
                    <a:pt x="11398" y="208"/>
                    <a:pt x="11400" y="207"/>
                  </a:cubicBezTo>
                  <a:lnTo>
                    <a:pt x="11531" y="193"/>
                  </a:lnTo>
                  <a:cubicBezTo>
                    <a:pt x="11567" y="189"/>
                    <a:pt x="11594" y="157"/>
                    <a:pt x="11590" y="121"/>
                  </a:cubicBezTo>
                  <a:cubicBezTo>
                    <a:pt x="11587" y="87"/>
                    <a:pt x="11558" y="61"/>
                    <a:pt x="11525" y="61"/>
                  </a:cubicBezTo>
                  <a:close/>
                  <a:moveTo>
                    <a:pt x="14551" y="119"/>
                  </a:moveTo>
                  <a:cubicBezTo>
                    <a:pt x="14519" y="119"/>
                    <a:pt x="14490" y="143"/>
                    <a:pt x="14485" y="176"/>
                  </a:cubicBezTo>
                  <a:cubicBezTo>
                    <a:pt x="14480" y="211"/>
                    <a:pt x="14506" y="245"/>
                    <a:pt x="14541" y="250"/>
                  </a:cubicBezTo>
                  <a:lnTo>
                    <a:pt x="14672" y="269"/>
                  </a:lnTo>
                  <a:cubicBezTo>
                    <a:pt x="14675" y="270"/>
                    <a:pt x="14679" y="270"/>
                    <a:pt x="14683" y="270"/>
                  </a:cubicBezTo>
                  <a:cubicBezTo>
                    <a:pt x="14714" y="270"/>
                    <a:pt x="14742" y="248"/>
                    <a:pt x="14745" y="214"/>
                  </a:cubicBezTo>
                  <a:cubicBezTo>
                    <a:pt x="14751" y="177"/>
                    <a:pt x="14726" y="143"/>
                    <a:pt x="14690" y="138"/>
                  </a:cubicBezTo>
                  <a:lnTo>
                    <a:pt x="14560" y="120"/>
                  </a:lnTo>
                  <a:cubicBezTo>
                    <a:pt x="14557" y="119"/>
                    <a:pt x="14554" y="119"/>
                    <a:pt x="14551" y="119"/>
                  </a:cubicBezTo>
                  <a:close/>
                  <a:moveTo>
                    <a:pt x="10739" y="165"/>
                  </a:moveTo>
                  <a:cubicBezTo>
                    <a:pt x="10735" y="165"/>
                    <a:pt x="10731" y="165"/>
                    <a:pt x="10727" y="166"/>
                  </a:cubicBezTo>
                  <a:lnTo>
                    <a:pt x="10597" y="187"/>
                  </a:lnTo>
                  <a:cubicBezTo>
                    <a:pt x="10561" y="194"/>
                    <a:pt x="10537" y="228"/>
                    <a:pt x="10544" y="264"/>
                  </a:cubicBezTo>
                  <a:cubicBezTo>
                    <a:pt x="10550" y="296"/>
                    <a:pt x="10577" y="319"/>
                    <a:pt x="10608" y="319"/>
                  </a:cubicBezTo>
                  <a:cubicBezTo>
                    <a:pt x="10612" y="319"/>
                    <a:pt x="10617" y="319"/>
                    <a:pt x="10619" y="317"/>
                  </a:cubicBezTo>
                  <a:lnTo>
                    <a:pt x="10747" y="296"/>
                  </a:lnTo>
                  <a:cubicBezTo>
                    <a:pt x="10785" y="291"/>
                    <a:pt x="10810" y="256"/>
                    <a:pt x="10803" y="220"/>
                  </a:cubicBezTo>
                  <a:cubicBezTo>
                    <a:pt x="10798" y="188"/>
                    <a:pt x="10770" y="165"/>
                    <a:pt x="10739" y="165"/>
                  </a:cubicBezTo>
                  <a:close/>
                  <a:moveTo>
                    <a:pt x="15331" y="252"/>
                  </a:moveTo>
                  <a:cubicBezTo>
                    <a:pt x="15301" y="252"/>
                    <a:pt x="15275" y="274"/>
                    <a:pt x="15268" y="305"/>
                  </a:cubicBezTo>
                  <a:cubicBezTo>
                    <a:pt x="15260" y="341"/>
                    <a:pt x="15283" y="375"/>
                    <a:pt x="15319" y="383"/>
                  </a:cubicBezTo>
                  <a:lnTo>
                    <a:pt x="15447" y="409"/>
                  </a:lnTo>
                  <a:cubicBezTo>
                    <a:pt x="15452" y="412"/>
                    <a:pt x="15456" y="412"/>
                    <a:pt x="15461" y="412"/>
                  </a:cubicBezTo>
                  <a:cubicBezTo>
                    <a:pt x="15492" y="412"/>
                    <a:pt x="15519" y="389"/>
                    <a:pt x="15527" y="358"/>
                  </a:cubicBezTo>
                  <a:cubicBezTo>
                    <a:pt x="15534" y="322"/>
                    <a:pt x="15511" y="288"/>
                    <a:pt x="15476" y="281"/>
                  </a:cubicBezTo>
                  <a:lnTo>
                    <a:pt x="15346" y="254"/>
                  </a:lnTo>
                  <a:cubicBezTo>
                    <a:pt x="15341" y="253"/>
                    <a:pt x="15336" y="252"/>
                    <a:pt x="15331" y="252"/>
                  </a:cubicBezTo>
                  <a:close/>
                  <a:moveTo>
                    <a:pt x="9961" y="315"/>
                  </a:moveTo>
                  <a:cubicBezTo>
                    <a:pt x="9957" y="315"/>
                    <a:pt x="9952" y="315"/>
                    <a:pt x="9947" y="316"/>
                  </a:cubicBezTo>
                  <a:lnTo>
                    <a:pt x="9818" y="347"/>
                  </a:lnTo>
                  <a:cubicBezTo>
                    <a:pt x="9783" y="355"/>
                    <a:pt x="9761" y="391"/>
                    <a:pt x="9769" y="427"/>
                  </a:cubicBezTo>
                  <a:cubicBezTo>
                    <a:pt x="9776" y="458"/>
                    <a:pt x="9804" y="478"/>
                    <a:pt x="9834" y="478"/>
                  </a:cubicBezTo>
                  <a:cubicBezTo>
                    <a:pt x="9839" y="478"/>
                    <a:pt x="9844" y="478"/>
                    <a:pt x="9849" y="475"/>
                  </a:cubicBezTo>
                  <a:lnTo>
                    <a:pt x="9977" y="445"/>
                  </a:lnTo>
                  <a:cubicBezTo>
                    <a:pt x="10013" y="437"/>
                    <a:pt x="10034" y="402"/>
                    <a:pt x="10027" y="366"/>
                  </a:cubicBezTo>
                  <a:cubicBezTo>
                    <a:pt x="10019" y="335"/>
                    <a:pt x="9992" y="315"/>
                    <a:pt x="9961" y="315"/>
                  </a:cubicBezTo>
                  <a:close/>
                  <a:moveTo>
                    <a:pt x="16102" y="433"/>
                  </a:moveTo>
                  <a:cubicBezTo>
                    <a:pt x="16072" y="433"/>
                    <a:pt x="16045" y="453"/>
                    <a:pt x="16038" y="483"/>
                  </a:cubicBezTo>
                  <a:cubicBezTo>
                    <a:pt x="16029" y="517"/>
                    <a:pt x="16050" y="554"/>
                    <a:pt x="16085" y="563"/>
                  </a:cubicBezTo>
                  <a:lnTo>
                    <a:pt x="16212" y="598"/>
                  </a:lnTo>
                  <a:cubicBezTo>
                    <a:pt x="16218" y="599"/>
                    <a:pt x="16224" y="601"/>
                    <a:pt x="16230" y="601"/>
                  </a:cubicBezTo>
                  <a:cubicBezTo>
                    <a:pt x="16259" y="601"/>
                    <a:pt x="16285" y="581"/>
                    <a:pt x="16292" y="552"/>
                  </a:cubicBezTo>
                  <a:cubicBezTo>
                    <a:pt x="16301" y="516"/>
                    <a:pt x="16282" y="480"/>
                    <a:pt x="16246" y="470"/>
                  </a:cubicBezTo>
                  <a:cubicBezTo>
                    <a:pt x="16204" y="459"/>
                    <a:pt x="16161" y="446"/>
                    <a:pt x="16118" y="435"/>
                  </a:cubicBezTo>
                  <a:cubicBezTo>
                    <a:pt x="16113" y="434"/>
                    <a:pt x="16108" y="433"/>
                    <a:pt x="16102" y="433"/>
                  </a:cubicBezTo>
                  <a:close/>
                  <a:moveTo>
                    <a:pt x="9195" y="516"/>
                  </a:moveTo>
                  <a:cubicBezTo>
                    <a:pt x="9189" y="516"/>
                    <a:pt x="9184" y="516"/>
                    <a:pt x="9178" y="518"/>
                  </a:cubicBezTo>
                  <a:lnTo>
                    <a:pt x="9051" y="557"/>
                  </a:lnTo>
                  <a:cubicBezTo>
                    <a:pt x="9016" y="567"/>
                    <a:pt x="8997" y="604"/>
                    <a:pt x="9007" y="639"/>
                  </a:cubicBezTo>
                  <a:cubicBezTo>
                    <a:pt x="9015" y="668"/>
                    <a:pt x="9042" y="686"/>
                    <a:pt x="9070" y="686"/>
                  </a:cubicBezTo>
                  <a:cubicBezTo>
                    <a:pt x="9077" y="686"/>
                    <a:pt x="9083" y="685"/>
                    <a:pt x="9089" y="682"/>
                  </a:cubicBezTo>
                  <a:cubicBezTo>
                    <a:pt x="9130" y="669"/>
                    <a:pt x="9173" y="658"/>
                    <a:pt x="9215" y="645"/>
                  </a:cubicBezTo>
                  <a:cubicBezTo>
                    <a:pt x="9250" y="635"/>
                    <a:pt x="9270" y="598"/>
                    <a:pt x="9260" y="563"/>
                  </a:cubicBezTo>
                  <a:cubicBezTo>
                    <a:pt x="9251" y="534"/>
                    <a:pt x="9224" y="516"/>
                    <a:pt x="9195" y="516"/>
                  </a:cubicBezTo>
                  <a:close/>
                  <a:moveTo>
                    <a:pt x="16863" y="662"/>
                  </a:moveTo>
                  <a:cubicBezTo>
                    <a:pt x="16835" y="662"/>
                    <a:pt x="16809" y="680"/>
                    <a:pt x="16799" y="708"/>
                  </a:cubicBezTo>
                  <a:cubicBezTo>
                    <a:pt x="16786" y="742"/>
                    <a:pt x="16806" y="780"/>
                    <a:pt x="16840" y="791"/>
                  </a:cubicBezTo>
                  <a:cubicBezTo>
                    <a:pt x="16880" y="805"/>
                    <a:pt x="16923" y="819"/>
                    <a:pt x="16964" y="833"/>
                  </a:cubicBezTo>
                  <a:cubicBezTo>
                    <a:pt x="16972" y="836"/>
                    <a:pt x="16978" y="837"/>
                    <a:pt x="16986" y="837"/>
                  </a:cubicBezTo>
                  <a:cubicBezTo>
                    <a:pt x="17012" y="837"/>
                    <a:pt x="17038" y="821"/>
                    <a:pt x="17049" y="793"/>
                  </a:cubicBezTo>
                  <a:cubicBezTo>
                    <a:pt x="17062" y="759"/>
                    <a:pt x="17043" y="721"/>
                    <a:pt x="17008" y="709"/>
                  </a:cubicBezTo>
                  <a:cubicBezTo>
                    <a:pt x="16966" y="694"/>
                    <a:pt x="16924" y="680"/>
                    <a:pt x="16883" y="665"/>
                  </a:cubicBezTo>
                  <a:cubicBezTo>
                    <a:pt x="16876" y="663"/>
                    <a:pt x="16869" y="662"/>
                    <a:pt x="16863" y="662"/>
                  </a:cubicBezTo>
                  <a:close/>
                  <a:moveTo>
                    <a:pt x="8444" y="764"/>
                  </a:moveTo>
                  <a:cubicBezTo>
                    <a:pt x="8437" y="764"/>
                    <a:pt x="8429" y="765"/>
                    <a:pt x="8422" y="768"/>
                  </a:cubicBezTo>
                  <a:lnTo>
                    <a:pt x="8297" y="814"/>
                  </a:lnTo>
                  <a:cubicBezTo>
                    <a:pt x="8263" y="827"/>
                    <a:pt x="8246" y="864"/>
                    <a:pt x="8259" y="899"/>
                  </a:cubicBezTo>
                  <a:cubicBezTo>
                    <a:pt x="8268" y="924"/>
                    <a:pt x="8294" y="940"/>
                    <a:pt x="8320" y="940"/>
                  </a:cubicBezTo>
                  <a:cubicBezTo>
                    <a:pt x="8329" y="940"/>
                    <a:pt x="8336" y="939"/>
                    <a:pt x="8343" y="938"/>
                  </a:cubicBezTo>
                  <a:lnTo>
                    <a:pt x="8466" y="892"/>
                  </a:lnTo>
                  <a:cubicBezTo>
                    <a:pt x="8501" y="879"/>
                    <a:pt x="8519" y="842"/>
                    <a:pt x="8506" y="807"/>
                  </a:cubicBezTo>
                  <a:cubicBezTo>
                    <a:pt x="8496" y="780"/>
                    <a:pt x="8471" y="764"/>
                    <a:pt x="8444" y="764"/>
                  </a:cubicBezTo>
                  <a:close/>
                  <a:moveTo>
                    <a:pt x="17604" y="940"/>
                  </a:moveTo>
                  <a:cubicBezTo>
                    <a:pt x="17578" y="940"/>
                    <a:pt x="17554" y="955"/>
                    <a:pt x="17543" y="981"/>
                  </a:cubicBezTo>
                  <a:cubicBezTo>
                    <a:pt x="17529" y="1015"/>
                    <a:pt x="17546" y="1053"/>
                    <a:pt x="17579" y="1067"/>
                  </a:cubicBezTo>
                  <a:cubicBezTo>
                    <a:pt x="17620" y="1083"/>
                    <a:pt x="17660" y="1100"/>
                    <a:pt x="17701" y="1118"/>
                  </a:cubicBezTo>
                  <a:cubicBezTo>
                    <a:pt x="17708" y="1121"/>
                    <a:pt x="17717" y="1123"/>
                    <a:pt x="17727" y="1123"/>
                  </a:cubicBezTo>
                  <a:cubicBezTo>
                    <a:pt x="17752" y="1123"/>
                    <a:pt x="17776" y="1106"/>
                    <a:pt x="17788" y="1084"/>
                  </a:cubicBezTo>
                  <a:cubicBezTo>
                    <a:pt x="17801" y="1049"/>
                    <a:pt x="17785" y="1011"/>
                    <a:pt x="17752" y="997"/>
                  </a:cubicBezTo>
                  <a:cubicBezTo>
                    <a:pt x="17710" y="979"/>
                    <a:pt x="17670" y="962"/>
                    <a:pt x="17629" y="946"/>
                  </a:cubicBezTo>
                  <a:cubicBezTo>
                    <a:pt x="17621" y="942"/>
                    <a:pt x="17612" y="940"/>
                    <a:pt x="17604" y="940"/>
                  </a:cubicBezTo>
                  <a:close/>
                  <a:moveTo>
                    <a:pt x="7710" y="1055"/>
                  </a:moveTo>
                  <a:cubicBezTo>
                    <a:pt x="7701" y="1055"/>
                    <a:pt x="7692" y="1057"/>
                    <a:pt x="7684" y="1060"/>
                  </a:cubicBezTo>
                  <a:lnTo>
                    <a:pt x="7563" y="1114"/>
                  </a:lnTo>
                  <a:cubicBezTo>
                    <a:pt x="7531" y="1130"/>
                    <a:pt x="7515" y="1168"/>
                    <a:pt x="7531" y="1201"/>
                  </a:cubicBezTo>
                  <a:cubicBezTo>
                    <a:pt x="7541" y="1227"/>
                    <a:pt x="7564" y="1241"/>
                    <a:pt x="7590" y="1241"/>
                  </a:cubicBezTo>
                  <a:cubicBezTo>
                    <a:pt x="7599" y="1241"/>
                    <a:pt x="7608" y="1240"/>
                    <a:pt x="7615" y="1234"/>
                  </a:cubicBezTo>
                  <a:lnTo>
                    <a:pt x="7736" y="1182"/>
                  </a:lnTo>
                  <a:cubicBezTo>
                    <a:pt x="7769" y="1169"/>
                    <a:pt x="7784" y="1129"/>
                    <a:pt x="7771" y="1095"/>
                  </a:cubicBezTo>
                  <a:cubicBezTo>
                    <a:pt x="7760" y="1069"/>
                    <a:pt x="7736" y="1055"/>
                    <a:pt x="7710" y="1055"/>
                  </a:cubicBezTo>
                  <a:close/>
                  <a:moveTo>
                    <a:pt x="18329" y="1263"/>
                  </a:moveTo>
                  <a:cubicBezTo>
                    <a:pt x="18305" y="1263"/>
                    <a:pt x="18281" y="1276"/>
                    <a:pt x="18270" y="1300"/>
                  </a:cubicBezTo>
                  <a:cubicBezTo>
                    <a:pt x="18255" y="1333"/>
                    <a:pt x="18267" y="1372"/>
                    <a:pt x="18301" y="1388"/>
                  </a:cubicBezTo>
                  <a:cubicBezTo>
                    <a:pt x="18340" y="1407"/>
                    <a:pt x="18378" y="1427"/>
                    <a:pt x="18418" y="1446"/>
                  </a:cubicBezTo>
                  <a:cubicBezTo>
                    <a:pt x="18426" y="1449"/>
                    <a:pt x="18438" y="1452"/>
                    <a:pt x="18448" y="1452"/>
                  </a:cubicBezTo>
                  <a:cubicBezTo>
                    <a:pt x="18472" y="1452"/>
                    <a:pt x="18495" y="1438"/>
                    <a:pt x="18506" y="1416"/>
                  </a:cubicBezTo>
                  <a:cubicBezTo>
                    <a:pt x="18523" y="1385"/>
                    <a:pt x="18510" y="1345"/>
                    <a:pt x="18477" y="1328"/>
                  </a:cubicBezTo>
                  <a:cubicBezTo>
                    <a:pt x="18438" y="1308"/>
                    <a:pt x="18398" y="1288"/>
                    <a:pt x="18358" y="1269"/>
                  </a:cubicBezTo>
                  <a:cubicBezTo>
                    <a:pt x="18349" y="1265"/>
                    <a:pt x="18339" y="1263"/>
                    <a:pt x="18329" y="1263"/>
                  </a:cubicBezTo>
                  <a:close/>
                  <a:moveTo>
                    <a:pt x="6998" y="1393"/>
                  </a:moveTo>
                  <a:cubicBezTo>
                    <a:pt x="6988" y="1393"/>
                    <a:pt x="6977" y="1395"/>
                    <a:pt x="6967" y="1400"/>
                  </a:cubicBezTo>
                  <a:cubicBezTo>
                    <a:pt x="6928" y="1420"/>
                    <a:pt x="6889" y="1441"/>
                    <a:pt x="6850" y="1461"/>
                  </a:cubicBezTo>
                  <a:cubicBezTo>
                    <a:pt x="6816" y="1479"/>
                    <a:pt x="6805" y="1519"/>
                    <a:pt x="6822" y="1550"/>
                  </a:cubicBezTo>
                  <a:cubicBezTo>
                    <a:pt x="6833" y="1574"/>
                    <a:pt x="6856" y="1586"/>
                    <a:pt x="6881" y="1586"/>
                  </a:cubicBezTo>
                  <a:cubicBezTo>
                    <a:pt x="6891" y="1586"/>
                    <a:pt x="6901" y="1584"/>
                    <a:pt x="6912" y="1576"/>
                  </a:cubicBezTo>
                  <a:cubicBezTo>
                    <a:pt x="6949" y="1555"/>
                    <a:pt x="6989" y="1535"/>
                    <a:pt x="7027" y="1517"/>
                  </a:cubicBezTo>
                  <a:cubicBezTo>
                    <a:pt x="7060" y="1501"/>
                    <a:pt x="7072" y="1460"/>
                    <a:pt x="7056" y="1428"/>
                  </a:cubicBezTo>
                  <a:cubicBezTo>
                    <a:pt x="7045" y="1405"/>
                    <a:pt x="7022" y="1393"/>
                    <a:pt x="6998" y="1393"/>
                  </a:cubicBezTo>
                  <a:close/>
                  <a:moveTo>
                    <a:pt x="19032" y="1629"/>
                  </a:moveTo>
                  <a:cubicBezTo>
                    <a:pt x="19008" y="1629"/>
                    <a:pt x="18985" y="1641"/>
                    <a:pt x="18973" y="1663"/>
                  </a:cubicBezTo>
                  <a:cubicBezTo>
                    <a:pt x="18955" y="1695"/>
                    <a:pt x="18967" y="1734"/>
                    <a:pt x="18998" y="1753"/>
                  </a:cubicBezTo>
                  <a:cubicBezTo>
                    <a:pt x="19037" y="1774"/>
                    <a:pt x="19074" y="1796"/>
                    <a:pt x="19113" y="1818"/>
                  </a:cubicBezTo>
                  <a:cubicBezTo>
                    <a:pt x="19123" y="1825"/>
                    <a:pt x="19135" y="1827"/>
                    <a:pt x="19146" y="1827"/>
                  </a:cubicBezTo>
                  <a:cubicBezTo>
                    <a:pt x="19168" y="1827"/>
                    <a:pt x="19191" y="1814"/>
                    <a:pt x="19202" y="1795"/>
                  </a:cubicBezTo>
                  <a:cubicBezTo>
                    <a:pt x="19220" y="1763"/>
                    <a:pt x="19210" y="1722"/>
                    <a:pt x="19178" y="1704"/>
                  </a:cubicBezTo>
                  <a:cubicBezTo>
                    <a:pt x="19140" y="1681"/>
                    <a:pt x="19101" y="1660"/>
                    <a:pt x="19063" y="1637"/>
                  </a:cubicBezTo>
                  <a:cubicBezTo>
                    <a:pt x="19053" y="1632"/>
                    <a:pt x="19042" y="1629"/>
                    <a:pt x="19032" y="1629"/>
                  </a:cubicBezTo>
                  <a:close/>
                  <a:moveTo>
                    <a:pt x="6306" y="1776"/>
                  </a:moveTo>
                  <a:cubicBezTo>
                    <a:pt x="6294" y="1776"/>
                    <a:pt x="6283" y="1779"/>
                    <a:pt x="6272" y="1786"/>
                  </a:cubicBezTo>
                  <a:lnTo>
                    <a:pt x="6157" y="1853"/>
                  </a:lnTo>
                  <a:cubicBezTo>
                    <a:pt x="6127" y="1873"/>
                    <a:pt x="6117" y="1914"/>
                    <a:pt x="6136" y="1944"/>
                  </a:cubicBezTo>
                  <a:cubicBezTo>
                    <a:pt x="6149" y="1965"/>
                    <a:pt x="6171" y="1976"/>
                    <a:pt x="6192" y="1976"/>
                  </a:cubicBezTo>
                  <a:cubicBezTo>
                    <a:pt x="6203" y="1976"/>
                    <a:pt x="6216" y="1973"/>
                    <a:pt x="6227" y="1968"/>
                  </a:cubicBezTo>
                  <a:lnTo>
                    <a:pt x="6340" y="1899"/>
                  </a:lnTo>
                  <a:cubicBezTo>
                    <a:pt x="6371" y="1881"/>
                    <a:pt x="6382" y="1841"/>
                    <a:pt x="6362" y="1809"/>
                  </a:cubicBezTo>
                  <a:cubicBezTo>
                    <a:pt x="6350" y="1788"/>
                    <a:pt x="6328" y="1776"/>
                    <a:pt x="6306" y="1776"/>
                  </a:cubicBezTo>
                  <a:close/>
                  <a:moveTo>
                    <a:pt x="19709" y="2040"/>
                  </a:moveTo>
                  <a:cubicBezTo>
                    <a:pt x="19688" y="2040"/>
                    <a:pt x="19666" y="2051"/>
                    <a:pt x="19653" y="2070"/>
                  </a:cubicBezTo>
                  <a:cubicBezTo>
                    <a:pt x="19633" y="2100"/>
                    <a:pt x="19642" y="2141"/>
                    <a:pt x="19673" y="2161"/>
                  </a:cubicBezTo>
                  <a:lnTo>
                    <a:pt x="19783" y="2233"/>
                  </a:lnTo>
                  <a:cubicBezTo>
                    <a:pt x="19794" y="2240"/>
                    <a:pt x="19807" y="2244"/>
                    <a:pt x="19820" y="2244"/>
                  </a:cubicBezTo>
                  <a:cubicBezTo>
                    <a:pt x="19842" y="2244"/>
                    <a:pt x="19862" y="2232"/>
                    <a:pt x="19875" y="2215"/>
                  </a:cubicBezTo>
                  <a:cubicBezTo>
                    <a:pt x="19894" y="2185"/>
                    <a:pt x="19887" y="2144"/>
                    <a:pt x="19856" y="2123"/>
                  </a:cubicBezTo>
                  <a:lnTo>
                    <a:pt x="19744" y="2051"/>
                  </a:lnTo>
                  <a:cubicBezTo>
                    <a:pt x="19734" y="2044"/>
                    <a:pt x="19721" y="2040"/>
                    <a:pt x="19709" y="2040"/>
                  </a:cubicBezTo>
                  <a:close/>
                  <a:moveTo>
                    <a:pt x="5638" y="2200"/>
                  </a:moveTo>
                  <a:cubicBezTo>
                    <a:pt x="5625" y="2200"/>
                    <a:pt x="5613" y="2204"/>
                    <a:pt x="5602" y="2211"/>
                  </a:cubicBezTo>
                  <a:lnTo>
                    <a:pt x="5492" y="2287"/>
                  </a:lnTo>
                  <a:cubicBezTo>
                    <a:pt x="5462" y="2307"/>
                    <a:pt x="5456" y="2350"/>
                    <a:pt x="5476" y="2379"/>
                  </a:cubicBezTo>
                  <a:cubicBezTo>
                    <a:pt x="5489" y="2398"/>
                    <a:pt x="5510" y="2408"/>
                    <a:pt x="5530" y="2408"/>
                  </a:cubicBezTo>
                  <a:cubicBezTo>
                    <a:pt x="5543" y="2408"/>
                    <a:pt x="5556" y="2404"/>
                    <a:pt x="5568" y="2395"/>
                  </a:cubicBezTo>
                  <a:lnTo>
                    <a:pt x="5676" y="2322"/>
                  </a:lnTo>
                  <a:cubicBezTo>
                    <a:pt x="5706" y="2301"/>
                    <a:pt x="5714" y="2260"/>
                    <a:pt x="5694" y="2230"/>
                  </a:cubicBezTo>
                  <a:cubicBezTo>
                    <a:pt x="5681" y="2210"/>
                    <a:pt x="5659" y="2200"/>
                    <a:pt x="5638" y="2200"/>
                  </a:cubicBezTo>
                  <a:close/>
                  <a:moveTo>
                    <a:pt x="20360" y="2490"/>
                  </a:moveTo>
                  <a:cubicBezTo>
                    <a:pt x="20340" y="2490"/>
                    <a:pt x="20320" y="2499"/>
                    <a:pt x="20307" y="2517"/>
                  </a:cubicBezTo>
                  <a:cubicBezTo>
                    <a:pt x="20286" y="2547"/>
                    <a:pt x="20292" y="2588"/>
                    <a:pt x="20321" y="2609"/>
                  </a:cubicBezTo>
                  <a:lnTo>
                    <a:pt x="20426" y="2689"/>
                  </a:lnTo>
                  <a:cubicBezTo>
                    <a:pt x="20438" y="2698"/>
                    <a:pt x="20451" y="2701"/>
                    <a:pt x="20466" y="2701"/>
                  </a:cubicBezTo>
                  <a:cubicBezTo>
                    <a:pt x="20486" y="2701"/>
                    <a:pt x="20506" y="2692"/>
                    <a:pt x="20518" y="2675"/>
                  </a:cubicBezTo>
                  <a:cubicBezTo>
                    <a:pt x="20539" y="2646"/>
                    <a:pt x="20535" y="2604"/>
                    <a:pt x="20506" y="2583"/>
                  </a:cubicBezTo>
                  <a:lnTo>
                    <a:pt x="20399" y="2503"/>
                  </a:lnTo>
                  <a:cubicBezTo>
                    <a:pt x="20387" y="2494"/>
                    <a:pt x="20374" y="2490"/>
                    <a:pt x="20360" y="2490"/>
                  </a:cubicBezTo>
                  <a:close/>
                  <a:moveTo>
                    <a:pt x="4999" y="2664"/>
                  </a:moveTo>
                  <a:cubicBezTo>
                    <a:pt x="4984" y="2664"/>
                    <a:pt x="4970" y="2669"/>
                    <a:pt x="4958" y="2679"/>
                  </a:cubicBezTo>
                  <a:cubicBezTo>
                    <a:pt x="4923" y="2705"/>
                    <a:pt x="4889" y="2734"/>
                    <a:pt x="4855" y="2761"/>
                  </a:cubicBezTo>
                  <a:cubicBezTo>
                    <a:pt x="4826" y="2783"/>
                    <a:pt x="4821" y="2825"/>
                    <a:pt x="4845" y="2854"/>
                  </a:cubicBezTo>
                  <a:cubicBezTo>
                    <a:pt x="4857" y="2870"/>
                    <a:pt x="4876" y="2879"/>
                    <a:pt x="4896" y="2879"/>
                  </a:cubicBezTo>
                  <a:cubicBezTo>
                    <a:pt x="4909" y="2879"/>
                    <a:pt x="4923" y="2874"/>
                    <a:pt x="4935" y="2863"/>
                  </a:cubicBezTo>
                  <a:lnTo>
                    <a:pt x="5039" y="2782"/>
                  </a:lnTo>
                  <a:cubicBezTo>
                    <a:pt x="5067" y="2761"/>
                    <a:pt x="5073" y="2719"/>
                    <a:pt x="5050" y="2690"/>
                  </a:cubicBezTo>
                  <a:cubicBezTo>
                    <a:pt x="5038" y="2673"/>
                    <a:pt x="5018" y="2664"/>
                    <a:pt x="4999" y="2664"/>
                  </a:cubicBezTo>
                  <a:close/>
                  <a:moveTo>
                    <a:pt x="20981" y="2980"/>
                  </a:moveTo>
                  <a:cubicBezTo>
                    <a:pt x="20963" y="2980"/>
                    <a:pt x="20944" y="2988"/>
                    <a:pt x="20931" y="3003"/>
                  </a:cubicBezTo>
                  <a:cubicBezTo>
                    <a:pt x="20907" y="3032"/>
                    <a:pt x="20911" y="3074"/>
                    <a:pt x="20939" y="3096"/>
                  </a:cubicBezTo>
                  <a:lnTo>
                    <a:pt x="21039" y="3182"/>
                  </a:lnTo>
                  <a:cubicBezTo>
                    <a:pt x="21052" y="3193"/>
                    <a:pt x="21067" y="3198"/>
                    <a:pt x="21083" y="3198"/>
                  </a:cubicBezTo>
                  <a:cubicBezTo>
                    <a:pt x="21101" y="3198"/>
                    <a:pt x="21120" y="3190"/>
                    <a:pt x="21134" y="3175"/>
                  </a:cubicBezTo>
                  <a:cubicBezTo>
                    <a:pt x="21156" y="3146"/>
                    <a:pt x="21153" y="3106"/>
                    <a:pt x="21126" y="3081"/>
                  </a:cubicBezTo>
                  <a:lnTo>
                    <a:pt x="21024" y="2996"/>
                  </a:lnTo>
                  <a:cubicBezTo>
                    <a:pt x="21012" y="2985"/>
                    <a:pt x="20997" y="2980"/>
                    <a:pt x="20981" y="2980"/>
                  </a:cubicBezTo>
                  <a:close/>
                  <a:moveTo>
                    <a:pt x="4390" y="3170"/>
                  </a:moveTo>
                  <a:cubicBezTo>
                    <a:pt x="4375" y="3170"/>
                    <a:pt x="4359" y="3175"/>
                    <a:pt x="4346" y="3186"/>
                  </a:cubicBezTo>
                  <a:lnTo>
                    <a:pt x="4247" y="3274"/>
                  </a:lnTo>
                  <a:cubicBezTo>
                    <a:pt x="4221" y="3299"/>
                    <a:pt x="4217" y="3341"/>
                    <a:pt x="4242" y="3367"/>
                  </a:cubicBezTo>
                  <a:cubicBezTo>
                    <a:pt x="4254" y="3382"/>
                    <a:pt x="4273" y="3390"/>
                    <a:pt x="4290" y="3390"/>
                  </a:cubicBezTo>
                  <a:cubicBezTo>
                    <a:pt x="4305" y="3390"/>
                    <a:pt x="4323" y="3385"/>
                    <a:pt x="4335" y="3373"/>
                  </a:cubicBezTo>
                  <a:cubicBezTo>
                    <a:pt x="4369" y="3344"/>
                    <a:pt x="4401" y="3314"/>
                    <a:pt x="4433" y="3286"/>
                  </a:cubicBezTo>
                  <a:cubicBezTo>
                    <a:pt x="4462" y="3262"/>
                    <a:pt x="4464" y="3220"/>
                    <a:pt x="4441" y="3193"/>
                  </a:cubicBezTo>
                  <a:cubicBezTo>
                    <a:pt x="4427" y="3178"/>
                    <a:pt x="4409" y="3170"/>
                    <a:pt x="4390" y="3170"/>
                  </a:cubicBezTo>
                  <a:close/>
                  <a:moveTo>
                    <a:pt x="21572" y="3509"/>
                  </a:moveTo>
                  <a:cubicBezTo>
                    <a:pt x="21555" y="3509"/>
                    <a:pt x="21538" y="3516"/>
                    <a:pt x="21525" y="3529"/>
                  </a:cubicBezTo>
                  <a:cubicBezTo>
                    <a:pt x="21500" y="3556"/>
                    <a:pt x="21500" y="3597"/>
                    <a:pt x="21528" y="3622"/>
                  </a:cubicBezTo>
                  <a:cubicBezTo>
                    <a:pt x="21559" y="3652"/>
                    <a:pt x="21591" y="3683"/>
                    <a:pt x="21622" y="3713"/>
                  </a:cubicBezTo>
                  <a:cubicBezTo>
                    <a:pt x="21635" y="3727"/>
                    <a:pt x="21652" y="3733"/>
                    <a:pt x="21668" y="3733"/>
                  </a:cubicBezTo>
                  <a:cubicBezTo>
                    <a:pt x="21684" y="3733"/>
                    <a:pt x="21701" y="3727"/>
                    <a:pt x="21715" y="3712"/>
                  </a:cubicBezTo>
                  <a:cubicBezTo>
                    <a:pt x="21741" y="3687"/>
                    <a:pt x="21740" y="3645"/>
                    <a:pt x="21714" y="3619"/>
                  </a:cubicBezTo>
                  <a:lnTo>
                    <a:pt x="21618" y="3527"/>
                  </a:lnTo>
                  <a:cubicBezTo>
                    <a:pt x="21605" y="3515"/>
                    <a:pt x="21589" y="3509"/>
                    <a:pt x="21572" y="3509"/>
                  </a:cubicBezTo>
                  <a:close/>
                  <a:moveTo>
                    <a:pt x="3810" y="3711"/>
                  </a:moveTo>
                  <a:cubicBezTo>
                    <a:pt x="3793" y="3711"/>
                    <a:pt x="3776" y="3717"/>
                    <a:pt x="3763" y="3730"/>
                  </a:cubicBezTo>
                  <a:cubicBezTo>
                    <a:pt x="3732" y="3762"/>
                    <a:pt x="3701" y="3793"/>
                    <a:pt x="3670" y="3825"/>
                  </a:cubicBezTo>
                  <a:cubicBezTo>
                    <a:pt x="3645" y="3850"/>
                    <a:pt x="3646" y="3892"/>
                    <a:pt x="3671" y="3918"/>
                  </a:cubicBezTo>
                  <a:cubicBezTo>
                    <a:pt x="3684" y="3931"/>
                    <a:pt x="3701" y="3937"/>
                    <a:pt x="3717" y="3937"/>
                  </a:cubicBezTo>
                  <a:cubicBezTo>
                    <a:pt x="3736" y="3937"/>
                    <a:pt x="3752" y="3931"/>
                    <a:pt x="3765" y="3917"/>
                  </a:cubicBezTo>
                  <a:cubicBezTo>
                    <a:pt x="3796" y="3885"/>
                    <a:pt x="3827" y="3855"/>
                    <a:pt x="3857" y="3824"/>
                  </a:cubicBezTo>
                  <a:cubicBezTo>
                    <a:pt x="3883" y="3798"/>
                    <a:pt x="3883" y="3755"/>
                    <a:pt x="3857" y="3730"/>
                  </a:cubicBezTo>
                  <a:cubicBezTo>
                    <a:pt x="3845" y="3717"/>
                    <a:pt x="3827" y="3711"/>
                    <a:pt x="3810" y="3711"/>
                  </a:cubicBezTo>
                  <a:close/>
                  <a:moveTo>
                    <a:pt x="22130" y="4073"/>
                  </a:moveTo>
                  <a:cubicBezTo>
                    <a:pt x="22114" y="4073"/>
                    <a:pt x="22098" y="4079"/>
                    <a:pt x="22085" y="4091"/>
                  </a:cubicBezTo>
                  <a:cubicBezTo>
                    <a:pt x="22058" y="4115"/>
                    <a:pt x="22057" y="4157"/>
                    <a:pt x="22081" y="4184"/>
                  </a:cubicBezTo>
                  <a:lnTo>
                    <a:pt x="22169" y="4280"/>
                  </a:lnTo>
                  <a:cubicBezTo>
                    <a:pt x="22183" y="4295"/>
                    <a:pt x="22200" y="4302"/>
                    <a:pt x="22218" y="4302"/>
                  </a:cubicBezTo>
                  <a:cubicBezTo>
                    <a:pt x="22234" y="4302"/>
                    <a:pt x="22249" y="4296"/>
                    <a:pt x="22262" y="4285"/>
                  </a:cubicBezTo>
                  <a:cubicBezTo>
                    <a:pt x="22290" y="4261"/>
                    <a:pt x="22292" y="4219"/>
                    <a:pt x="22268" y="4192"/>
                  </a:cubicBezTo>
                  <a:cubicBezTo>
                    <a:pt x="22239" y="4159"/>
                    <a:pt x="22209" y="4127"/>
                    <a:pt x="22179" y="4095"/>
                  </a:cubicBezTo>
                  <a:cubicBezTo>
                    <a:pt x="22165" y="4080"/>
                    <a:pt x="22147" y="4073"/>
                    <a:pt x="22130" y="4073"/>
                  </a:cubicBezTo>
                  <a:close/>
                  <a:moveTo>
                    <a:pt x="3266" y="4288"/>
                  </a:moveTo>
                  <a:cubicBezTo>
                    <a:pt x="3248" y="4288"/>
                    <a:pt x="3230" y="4295"/>
                    <a:pt x="3218" y="4310"/>
                  </a:cubicBezTo>
                  <a:cubicBezTo>
                    <a:pt x="3189" y="4343"/>
                    <a:pt x="3160" y="4376"/>
                    <a:pt x="3131" y="4409"/>
                  </a:cubicBezTo>
                  <a:cubicBezTo>
                    <a:pt x="3106" y="4438"/>
                    <a:pt x="3110" y="4479"/>
                    <a:pt x="3137" y="4502"/>
                  </a:cubicBezTo>
                  <a:cubicBezTo>
                    <a:pt x="3149" y="4514"/>
                    <a:pt x="3165" y="4520"/>
                    <a:pt x="3180" y="4520"/>
                  </a:cubicBezTo>
                  <a:cubicBezTo>
                    <a:pt x="3199" y="4520"/>
                    <a:pt x="3218" y="4510"/>
                    <a:pt x="3229" y="4496"/>
                  </a:cubicBezTo>
                  <a:cubicBezTo>
                    <a:pt x="3259" y="4463"/>
                    <a:pt x="3286" y="4431"/>
                    <a:pt x="3316" y="4398"/>
                  </a:cubicBezTo>
                  <a:cubicBezTo>
                    <a:pt x="3341" y="4371"/>
                    <a:pt x="3338" y="4328"/>
                    <a:pt x="3311" y="4305"/>
                  </a:cubicBezTo>
                  <a:cubicBezTo>
                    <a:pt x="3298" y="4293"/>
                    <a:pt x="3282" y="4288"/>
                    <a:pt x="3266" y="4288"/>
                  </a:cubicBezTo>
                  <a:close/>
                  <a:moveTo>
                    <a:pt x="22648" y="4668"/>
                  </a:moveTo>
                  <a:cubicBezTo>
                    <a:pt x="22633" y="4668"/>
                    <a:pt x="22618" y="4673"/>
                    <a:pt x="22605" y="4683"/>
                  </a:cubicBezTo>
                  <a:cubicBezTo>
                    <a:pt x="22578" y="4706"/>
                    <a:pt x="22573" y="4748"/>
                    <a:pt x="22596" y="4776"/>
                  </a:cubicBezTo>
                  <a:cubicBezTo>
                    <a:pt x="22625" y="4811"/>
                    <a:pt x="22652" y="4844"/>
                    <a:pt x="22680" y="4879"/>
                  </a:cubicBezTo>
                  <a:cubicBezTo>
                    <a:pt x="22692" y="4894"/>
                    <a:pt x="22712" y="4903"/>
                    <a:pt x="22731" y="4903"/>
                  </a:cubicBezTo>
                  <a:cubicBezTo>
                    <a:pt x="22746" y="4903"/>
                    <a:pt x="22761" y="4898"/>
                    <a:pt x="22772" y="4888"/>
                  </a:cubicBezTo>
                  <a:cubicBezTo>
                    <a:pt x="22800" y="4864"/>
                    <a:pt x="22805" y="4822"/>
                    <a:pt x="22782" y="4794"/>
                  </a:cubicBezTo>
                  <a:cubicBezTo>
                    <a:pt x="22755" y="4761"/>
                    <a:pt x="22727" y="4726"/>
                    <a:pt x="22698" y="4692"/>
                  </a:cubicBezTo>
                  <a:cubicBezTo>
                    <a:pt x="22685" y="4676"/>
                    <a:pt x="22667" y="4668"/>
                    <a:pt x="22648" y="4668"/>
                  </a:cubicBezTo>
                  <a:close/>
                  <a:moveTo>
                    <a:pt x="2761" y="4895"/>
                  </a:moveTo>
                  <a:cubicBezTo>
                    <a:pt x="2741" y="4895"/>
                    <a:pt x="2722" y="4904"/>
                    <a:pt x="2708" y="4921"/>
                  </a:cubicBezTo>
                  <a:cubicBezTo>
                    <a:pt x="2682" y="4955"/>
                    <a:pt x="2655" y="4991"/>
                    <a:pt x="2627" y="5025"/>
                  </a:cubicBezTo>
                  <a:cubicBezTo>
                    <a:pt x="2606" y="5054"/>
                    <a:pt x="2611" y="5096"/>
                    <a:pt x="2641" y="5118"/>
                  </a:cubicBezTo>
                  <a:cubicBezTo>
                    <a:pt x="2652" y="5128"/>
                    <a:pt x="2666" y="5131"/>
                    <a:pt x="2681" y="5131"/>
                  </a:cubicBezTo>
                  <a:cubicBezTo>
                    <a:pt x="2701" y="5131"/>
                    <a:pt x="2720" y="5124"/>
                    <a:pt x="2733" y="5106"/>
                  </a:cubicBezTo>
                  <a:lnTo>
                    <a:pt x="2814" y="5003"/>
                  </a:lnTo>
                  <a:cubicBezTo>
                    <a:pt x="2836" y="4973"/>
                    <a:pt x="2830" y="4932"/>
                    <a:pt x="2801" y="4909"/>
                  </a:cubicBezTo>
                  <a:cubicBezTo>
                    <a:pt x="2789" y="4899"/>
                    <a:pt x="2775" y="4895"/>
                    <a:pt x="2761" y="4895"/>
                  </a:cubicBezTo>
                  <a:close/>
                  <a:moveTo>
                    <a:pt x="23130" y="5295"/>
                  </a:moveTo>
                  <a:cubicBezTo>
                    <a:pt x="23116" y="5295"/>
                    <a:pt x="23103" y="5300"/>
                    <a:pt x="23091" y="5308"/>
                  </a:cubicBezTo>
                  <a:cubicBezTo>
                    <a:pt x="23063" y="5330"/>
                    <a:pt x="23054" y="5371"/>
                    <a:pt x="23076" y="5401"/>
                  </a:cubicBezTo>
                  <a:cubicBezTo>
                    <a:pt x="23101" y="5434"/>
                    <a:pt x="23127" y="5471"/>
                    <a:pt x="23153" y="5506"/>
                  </a:cubicBezTo>
                  <a:cubicBezTo>
                    <a:pt x="23166" y="5524"/>
                    <a:pt x="23186" y="5535"/>
                    <a:pt x="23207" y="5535"/>
                  </a:cubicBezTo>
                  <a:cubicBezTo>
                    <a:pt x="23221" y="5535"/>
                    <a:pt x="23233" y="5531"/>
                    <a:pt x="23245" y="5523"/>
                  </a:cubicBezTo>
                  <a:cubicBezTo>
                    <a:pt x="23274" y="5503"/>
                    <a:pt x="23280" y="5460"/>
                    <a:pt x="23260" y="5431"/>
                  </a:cubicBezTo>
                  <a:lnTo>
                    <a:pt x="23183" y="5324"/>
                  </a:lnTo>
                  <a:cubicBezTo>
                    <a:pt x="23170" y="5305"/>
                    <a:pt x="23150" y="5295"/>
                    <a:pt x="23130" y="5295"/>
                  </a:cubicBezTo>
                  <a:close/>
                  <a:moveTo>
                    <a:pt x="2292" y="5534"/>
                  </a:moveTo>
                  <a:cubicBezTo>
                    <a:pt x="2271" y="5534"/>
                    <a:pt x="2250" y="5544"/>
                    <a:pt x="2238" y="5562"/>
                  </a:cubicBezTo>
                  <a:cubicBezTo>
                    <a:pt x="2213" y="5599"/>
                    <a:pt x="2187" y="5636"/>
                    <a:pt x="2164" y="5673"/>
                  </a:cubicBezTo>
                  <a:cubicBezTo>
                    <a:pt x="2143" y="5703"/>
                    <a:pt x="2151" y="5744"/>
                    <a:pt x="2181" y="5765"/>
                  </a:cubicBezTo>
                  <a:cubicBezTo>
                    <a:pt x="2193" y="5773"/>
                    <a:pt x="2206" y="5776"/>
                    <a:pt x="2218" y="5776"/>
                  </a:cubicBezTo>
                  <a:cubicBezTo>
                    <a:pt x="2241" y="5776"/>
                    <a:pt x="2261" y="5766"/>
                    <a:pt x="2272" y="5747"/>
                  </a:cubicBezTo>
                  <a:cubicBezTo>
                    <a:pt x="2297" y="5710"/>
                    <a:pt x="2323" y="5674"/>
                    <a:pt x="2346" y="5638"/>
                  </a:cubicBezTo>
                  <a:cubicBezTo>
                    <a:pt x="2367" y="5607"/>
                    <a:pt x="2360" y="5566"/>
                    <a:pt x="2330" y="5546"/>
                  </a:cubicBezTo>
                  <a:cubicBezTo>
                    <a:pt x="2318" y="5538"/>
                    <a:pt x="2305" y="5534"/>
                    <a:pt x="2292" y="5534"/>
                  </a:cubicBezTo>
                  <a:close/>
                  <a:moveTo>
                    <a:pt x="23573" y="5953"/>
                  </a:moveTo>
                  <a:cubicBezTo>
                    <a:pt x="23561" y="5953"/>
                    <a:pt x="23549" y="5956"/>
                    <a:pt x="23538" y="5963"/>
                  </a:cubicBezTo>
                  <a:cubicBezTo>
                    <a:pt x="23508" y="5983"/>
                    <a:pt x="23498" y="6024"/>
                    <a:pt x="23518" y="6054"/>
                  </a:cubicBezTo>
                  <a:lnTo>
                    <a:pt x="23586" y="6165"/>
                  </a:lnTo>
                  <a:cubicBezTo>
                    <a:pt x="23600" y="6184"/>
                    <a:pt x="23621" y="6196"/>
                    <a:pt x="23643" y="6196"/>
                  </a:cubicBezTo>
                  <a:cubicBezTo>
                    <a:pt x="23654" y="6196"/>
                    <a:pt x="23667" y="6193"/>
                    <a:pt x="23677" y="6187"/>
                  </a:cubicBezTo>
                  <a:cubicBezTo>
                    <a:pt x="23709" y="6168"/>
                    <a:pt x="23718" y="6127"/>
                    <a:pt x="23699" y="6096"/>
                  </a:cubicBezTo>
                  <a:lnTo>
                    <a:pt x="23628" y="5984"/>
                  </a:lnTo>
                  <a:cubicBezTo>
                    <a:pt x="23617" y="5964"/>
                    <a:pt x="23595" y="5953"/>
                    <a:pt x="23573" y="5953"/>
                  </a:cubicBezTo>
                  <a:close/>
                  <a:moveTo>
                    <a:pt x="1865" y="6202"/>
                  </a:moveTo>
                  <a:cubicBezTo>
                    <a:pt x="1842" y="6202"/>
                    <a:pt x="1821" y="6213"/>
                    <a:pt x="1808" y="6234"/>
                  </a:cubicBezTo>
                  <a:cubicBezTo>
                    <a:pt x="1785" y="6271"/>
                    <a:pt x="1762" y="6309"/>
                    <a:pt x="1740" y="6348"/>
                  </a:cubicBezTo>
                  <a:cubicBezTo>
                    <a:pt x="1722" y="6380"/>
                    <a:pt x="1732" y="6421"/>
                    <a:pt x="1765" y="6439"/>
                  </a:cubicBezTo>
                  <a:cubicBezTo>
                    <a:pt x="1774" y="6445"/>
                    <a:pt x="1786" y="6448"/>
                    <a:pt x="1798" y="6448"/>
                  </a:cubicBezTo>
                  <a:cubicBezTo>
                    <a:pt x="1821" y="6448"/>
                    <a:pt x="1843" y="6436"/>
                    <a:pt x="1855" y="6415"/>
                  </a:cubicBezTo>
                  <a:cubicBezTo>
                    <a:pt x="1877" y="6378"/>
                    <a:pt x="1899" y="6339"/>
                    <a:pt x="1921" y="6302"/>
                  </a:cubicBezTo>
                  <a:cubicBezTo>
                    <a:pt x="1940" y="6270"/>
                    <a:pt x="1930" y="6230"/>
                    <a:pt x="1899" y="6211"/>
                  </a:cubicBezTo>
                  <a:cubicBezTo>
                    <a:pt x="1888" y="6205"/>
                    <a:pt x="1876" y="6202"/>
                    <a:pt x="1865" y="6202"/>
                  </a:cubicBezTo>
                  <a:close/>
                  <a:moveTo>
                    <a:pt x="23972" y="6634"/>
                  </a:moveTo>
                  <a:cubicBezTo>
                    <a:pt x="23961" y="6634"/>
                    <a:pt x="23951" y="6636"/>
                    <a:pt x="23940" y="6642"/>
                  </a:cubicBezTo>
                  <a:cubicBezTo>
                    <a:pt x="23909" y="6660"/>
                    <a:pt x="23897" y="6700"/>
                    <a:pt x="23915" y="6732"/>
                  </a:cubicBezTo>
                  <a:lnTo>
                    <a:pt x="23977" y="6846"/>
                  </a:lnTo>
                  <a:cubicBezTo>
                    <a:pt x="23990" y="6869"/>
                    <a:pt x="24012" y="6881"/>
                    <a:pt x="24036" y="6881"/>
                  </a:cubicBezTo>
                  <a:cubicBezTo>
                    <a:pt x="24047" y="6881"/>
                    <a:pt x="24057" y="6879"/>
                    <a:pt x="24066" y="6874"/>
                  </a:cubicBezTo>
                  <a:cubicBezTo>
                    <a:pt x="24098" y="6856"/>
                    <a:pt x="24110" y="6816"/>
                    <a:pt x="24093" y="6784"/>
                  </a:cubicBezTo>
                  <a:lnTo>
                    <a:pt x="24030" y="6667"/>
                  </a:lnTo>
                  <a:cubicBezTo>
                    <a:pt x="24018" y="6646"/>
                    <a:pt x="23995" y="6634"/>
                    <a:pt x="23972" y="6634"/>
                  </a:cubicBezTo>
                  <a:close/>
                  <a:moveTo>
                    <a:pt x="1479" y="6893"/>
                  </a:moveTo>
                  <a:cubicBezTo>
                    <a:pt x="1455" y="6893"/>
                    <a:pt x="1432" y="6906"/>
                    <a:pt x="1420" y="6929"/>
                  </a:cubicBezTo>
                  <a:cubicBezTo>
                    <a:pt x="1400" y="6968"/>
                    <a:pt x="1380" y="7008"/>
                    <a:pt x="1360" y="7048"/>
                  </a:cubicBezTo>
                  <a:cubicBezTo>
                    <a:pt x="1343" y="7080"/>
                    <a:pt x="1358" y="7120"/>
                    <a:pt x="1389" y="7136"/>
                  </a:cubicBezTo>
                  <a:cubicBezTo>
                    <a:pt x="1399" y="7141"/>
                    <a:pt x="1409" y="7143"/>
                    <a:pt x="1419" y="7143"/>
                  </a:cubicBezTo>
                  <a:cubicBezTo>
                    <a:pt x="1444" y="7143"/>
                    <a:pt x="1466" y="7131"/>
                    <a:pt x="1477" y="7108"/>
                  </a:cubicBezTo>
                  <a:cubicBezTo>
                    <a:pt x="1498" y="7068"/>
                    <a:pt x="1517" y="7028"/>
                    <a:pt x="1538" y="6990"/>
                  </a:cubicBezTo>
                  <a:cubicBezTo>
                    <a:pt x="1554" y="6957"/>
                    <a:pt x="1542" y="6917"/>
                    <a:pt x="1510" y="6901"/>
                  </a:cubicBezTo>
                  <a:cubicBezTo>
                    <a:pt x="1500" y="6896"/>
                    <a:pt x="1489" y="6893"/>
                    <a:pt x="1479" y="6893"/>
                  </a:cubicBezTo>
                  <a:close/>
                  <a:moveTo>
                    <a:pt x="24331" y="7337"/>
                  </a:moveTo>
                  <a:cubicBezTo>
                    <a:pt x="24322" y="7337"/>
                    <a:pt x="24312" y="7339"/>
                    <a:pt x="24303" y="7344"/>
                  </a:cubicBezTo>
                  <a:cubicBezTo>
                    <a:pt x="24270" y="7359"/>
                    <a:pt x="24256" y="7398"/>
                    <a:pt x="24271" y="7432"/>
                  </a:cubicBezTo>
                  <a:cubicBezTo>
                    <a:pt x="24290" y="7472"/>
                    <a:pt x="24308" y="7510"/>
                    <a:pt x="24326" y="7550"/>
                  </a:cubicBezTo>
                  <a:cubicBezTo>
                    <a:pt x="24337" y="7575"/>
                    <a:pt x="24360" y="7589"/>
                    <a:pt x="24386" y="7589"/>
                  </a:cubicBezTo>
                  <a:cubicBezTo>
                    <a:pt x="24395" y="7589"/>
                    <a:pt x="24404" y="7587"/>
                    <a:pt x="24412" y="7582"/>
                  </a:cubicBezTo>
                  <a:cubicBezTo>
                    <a:pt x="24446" y="7569"/>
                    <a:pt x="24461" y="7529"/>
                    <a:pt x="24446" y="7495"/>
                  </a:cubicBezTo>
                  <a:cubicBezTo>
                    <a:pt x="24427" y="7454"/>
                    <a:pt x="24410" y="7415"/>
                    <a:pt x="24391" y="7375"/>
                  </a:cubicBezTo>
                  <a:cubicBezTo>
                    <a:pt x="24380" y="7351"/>
                    <a:pt x="24356" y="7337"/>
                    <a:pt x="24331" y="7337"/>
                  </a:cubicBezTo>
                  <a:close/>
                  <a:moveTo>
                    <a:pt x="1138" y="7610"/>
                  </a:moveTo>
                  <a:cubicBezTo>
                    <a:pt x="1113" y="7610"/>
                    <a:pt x="1089" y="7624"/>
                    <a:pt x="1077" y="7649"/>
                  </a:cubicBezTo>
                  <a:cubicBezTo>
                    <a:pt x="1060" y="7689"/>
                    <a:pt x="1044" y="7730"/>
                    <a:pt x="1025" y="7771"/>
                  </a:cubicBezTo>
                  <a:cubicBezTo>
                    <a:pt x="1010" y="7806"/>
                    <a:pt x="1026" y="7845"/>
                    <a:pt x="1060" y="7858"/>
                  </a:cubicBezTo>
                  <a:cubicBezTo>
                    <a:pt x="1067" y="7862"/>
                    <a:pt x="1076" y="7863"/>
                    <a:pt x="1086" y="7863"/>
                  </a:cubicBezTo>
                  <a:cubicBezTo>
                    <a:pt x="1111" y="7863"/>
                    <a:pt x="1136" y="7848"/>
                    <a:pt x="1146" y="7822"/>
                  </a:cubicBezTo>
                  <a:cubicBezTo>
                    <a:pt x="1163" y="7783"/>
                    <a:pt x="1180" y="7743"/>
                    <a:pt x="1198" y="7703"/>
                  </a:cubicBezTo>
                  <a:cubicBezTo>
                    <a:pt x="1213" y="7669"/>
                    <a:pt x="1198" y="7630"/>
                    <a:pt x="1164" y="7616"/>
                  </a:cubicBezTo>
                  <a:cubicBezTo>
                    <a:pt x="1156" y="7612"/>
                    <a:pt x="1146" y="7610"/>
                    <a:pt x="1138" y="7610"/>
                  </a:cubicBezTo>
                  <a:close/>
                  <a:moveTo>
                    <a:pt x="24644" y="8062"/>
                  </a:moveTo>
                  <a:cubicBezTo>
                    <a:pt x="24636" y="8062"/>
                    <a:pt x="24627" y="8064"/>
                    <a:pt x="24619" y="8067"/>
                  </a:cubicBezTo>
                  <a:cubicBezTo>
                    <a:pt x="24585" y="8080"/>
                    <a:pt x="24569" y="8118"/>
                    <a:pt x="24582" y="8153"/>
                  </a:cubicBezTo>
                  <a:lnTo>
                    <a:pt x="24629" y="8276"/>
                  </a:lnTo>
                  <a:cubicBezTo>
                    <a:pt x="24639" y="8301"/>
                    <a:pt x="24664" y="8318"/>
                    <a:pt x="24690" y="8318"/>
                  </a:cubicBezTo>
                  <a:cubicBezTo>
                    <a:pt x="24698" y="8318"/>
                    <a:pt x="24707" y="8317"/>
                    <a:pt x="24715" y="8314"/>
                  </a:cubicBezTo>
                  <a:cubicBezTo>
                    <a:pt x="24749" y="8300"/>
                    <a:pt x="24766" y="8262"/>
                    <a:pt x="24753" y="8229"/>
                  </a:cubicBezTo>
                  <a:lnTo>
                    <a:pt x="24705" y="8104"/>
                  </a:lnTo>
                  <a:cubicBezTo>
                    <a:pt x="24695" y="8078"/>
                    <a:pt x="24670" y="8062"/>
                    <a:pt x="24644" y="8062"/>
                  </a:cubicBezTo>
                  <a:close/>
                  <a:moveTo>
                    <a:pt x="842" y="8346"/>
                  </a:moveTo>
                  <a:cubicBezTo>
                    <a:pt x="815" y="8346"/>
                    <a:pt x="790" y="8362"/>
                    <a:pt x="780" y="8389"/>
                  </a:cubicBezTo>
                  <a:cubicBezTo>
                    <a:pt x="764" y="8431"/>
                    <a:pt x="750" y="8472"/>
                    <a:pt x="735" y="8515"/>
                  </a:cubicBezTo>
                  <a:cubicBezTo>
                    <a:pt x="722" y="8549"/>
                    <a:pt x="740" y="8588"/>
                    <a:pt x="774" y="8599"/>
                  </a:cubicBezTo>
                  <a:cubicBezTo>
                    <a:pt x="781" y="8601"/>
                    <a:pt x="789" y="8603"/>
                    <a:pt x="796" y="8603"/>
                  </a:cubicBezTo>
                  <a:cubicBezTo>
                    <a:pt x="824" y="8603"/>
                    <a:pt x="849" y="8585"/>
                    <a:pt x="859" y="8558"/>
                  </a:cubicBezTo>
                  <a:cubicBezTo>
                    <a:pt x="873" y="8516"/>
                    <a:pt x="888" y="8475"/>
                    <a:pt x="903" y="8434"/>
                  </a:cubicBezTo>
                  <a:cubicBezTo>
                    <a:pt x="916" y="8401"/>
                    <a:pt x="898" y="8363"/>
                    <a:pt x="865" y="8349"/>
                  </a:cubicBezTo>
                  <a:cubicBezTo>
                    <a:pt x="857" y="8347"/>
                    <a:pt x="850" y="8346"/>
                    <a:pt x="842" y="8346"/>
                  </a:cubicBezTo>
                  <a:close/>
                  <a:moveTo>
                    <a:pt x="24912" y="8808"/>
                  </a:moveTo>
                  <a:cubicBezTo>
                    <a:pt x="24905" y="8808"/>
                    <a:pt x="24897" y="8809"/>
                    <a:pt x="24890" y="8812"/>
                  </a:cubicBezTo>
                  <a:cubicBezTo>
                    <a:pt x="24855" y="8823"/>
                    <a:pt x="24836" y="8860"/>
                    <a:pt x="24847" y="8895"/>
                  </a:cubicBezTo>
                  <a:cubicBezTo>
                    <a:pt x="24860" y="8937"/>
                    <a:pt x="24875" y="8978"/>
                    <a:pt x="24887" y="9020"/>
                  </a:cubicBezTo>
                  <a:cubicBezTo>
                    <a:pt x="24896" y="9048"/>
                    <a:pt x="24922" y="9066"/>
                    <a:pt x="24949" y="9066"/>
                  </a:cubicBezTo>
                  <a:cubicBezTo>
                    <a:pt x="24956" y="9066"/>
                    <a:pt x="24963" y="9065"/>
                    <a:pt x="24969" y="9064"/>
                  </a:cubicBezTo>
                  <a:cubicBezTo>
                    <a:pt x="25004" y="9052"/>
                    <a:pt x="25023" y="9014"/>
                    <a:pt x="25013" y="8981"/>
                  </a:cubicBezTo>
                  <a:cubicBezTo>
                    <a:pt x="24999" y="8938"/>
                    <a:pt x="24987" y="8896"/>
                    <a:pt x="24973" y="8854"/>
                  </a:cubicBezTo>
                  <a:cubicBezTo>
                    <a:pt x="24964" y="8826"/>
                    <a:pt x="24939" y="8808"/>
                    <a:pt x="24912" y="8808"/>
                  </a:cubicBezTo>
                  <a:close/>
                  <a:moveTo>
                    <a:pt x="592" y="9097"/>
                  </a:moveTo>
                  <a:cubicBezTo>
                    <a:pt x="564" y="9097"/>
                    <a:pt x="537" y="9116"/>
                    <a:pt x="529" y="9143"/>
                  </a:cubicBezTo>
                  <a:lnTo>
                    <a:pt x="492" y="9271"/>
                  </a:lnTo>
                  <a:cubicBezTo>
                    <a:pt x="482" y="9307"/>
                    <a:pt x="502" y="9343"/>
                    <a:pt x="537" y="9353"/>
                  </a:cubicBezTo>
                  <a:cubicBezTo>
                    <a:pt x="543" y="9355"/>
                    <a:pt x="548" y="9356"/>
                    <a:pt x="554" y="9356"/>
                  </a:cubicBezTo>
                  <a:cubicBezTo>
                    <a:pt x="584" y="9356"/>
                    <a:pt x="610" y="9337"/>
                    <a:pt x="619" y="9307"/>
                  </a:cubicBezTo>
                  <a:lnTo>
                    <a:pt x="656" y="9181"/>
                  </a:lnTo>
                  <a:cubicBezTo>
                    <a:pt x="666" y="9146"/>
                    <a:pt x="646" y="9110"/>
                    <a:pt x="611" y="9099"/>
                  </a:cubicBezTo>
                  <a:cubicBezTo>
                    <a:pt x="605" y="9098"/>
                    <a:pt x="598" y="9097"/>
                    <a:pt x="592" y="9097"/>
                  </a:cubicBezTo>
                  <a:close/>
                  <a:moveTo>
                    <a:pt x="25132" y="9568"/>
                  </a:moveTo>
                  <a:cubicBezTo>
                    <a:pt x="25126" y="9568"/>
                    <a:pt x="25120" y="9568"/>
                    <a:pt x="25114" y="9570"/>
                  </a:cubicBezTo>
                  <a:cubicBezTo>
                    <a:pt x="25079" y="9579"/>
                    <a:pt x="25058" y="9615"/>
                    <a:pt x="25066" y="9651"/>
                  </a:cubicBezTo>
                  <a:lnTo>
                    <a:pt x="25099" y="9779"/>
                  </a:lnTo>
                  <a:cubicBezTo>
                    <a:pt x="25106" y="9807"/>
                    <a:pt x="25132" y="9828"/>
                    <a:pt x="25162" y="9828"/>
                  </a:cubicBezTo>
                  <a:cubicBezTo>
                    <a:pt x="25167" y="9828"/>
                    <a:pt x="25172" y="9828"/>
                    <a:pt x="25177" y="9826"/>
                  </a:cubicBezTo>
                  <a:cubicBezTo>
                    <a:pt x="25213" y="9818"/>
                    <a:pt x="25235" y="9782"/>
                    <a:pt x="25227" y="9746"/>
                  </a:cubicBezTo>
                  <a:lnTo>
                    <a:pt x="25194" y="9617"/>
                  </a:lnTo>
                  <a:cubicBezTo>
                    <a:pt x="25187" y="9588"/>
                    <a:pt x="25161" y="9568"/>
                    <a:pt x="25132" y="9568"/>
                  </a:cubicBezTo>
                  <a:close/>
                  <a:moveTo>
                    <a:pt x="390" y="9862"/>
                  </a:moveTo>
                  <a:cubicBezTo>
                    <a:pt x="360" y="9862"/>
                    <a:pt x="333" y="9883"/>
                    <a:pt x="327" y="9914"/>
                  </a:cubicBezTo>
                  <a:lnTo>
                    <a:pt x="298" y="10043"/>
                  </a:lnTo>
                  <a:cubicBezTo>
                    <a:pt x="289" y="10079"/>
                    <a:pt x="312" y="10114"/>
                    <a:pt x="348" y="10123"/>
                  </a:cubicBezTo>
                  <a:cubicBezTo>
                    <a:pt x="353" y="10124"/>
                    <a:pt x="356" y="10124"/>
                    <a:pt x="361" y="10124"/>
                  </a:cubicBezTo>
                  <a:cubicBezTo>
                    <a:pt x="392" y="10124"/>
                    <a:pt x="419" y="10103"/>
                    <a:pt x="428" y="10071"/>
                  </a:cubicBezTo>
                  <a:lnTo>
                    <a:pt x="456" y="9944"/>
                  </a:lnTo>
                  <a:cubicBezTo>
                    <a:pt x="463" y="9908"/>
                    <a:pt x="442" y="9872"/>
                    <a:pt x="406" y="9864"/>
                  </a:cubicBezTo>
                  <a:cubicBezTo>
                    <a:pt x="401" y="9862"/>
                    <a:pt x="396" y="9862"/>
                    <a:pt x="390" y="9862"/>
                  </a:cubicBezTo>
                  <a:close/>
                  <a:moveTo>
                    <a:pt x="25301" y="10342"/>
                  </a:moveTo>
                  <a:cubicBezTo>
                    <a:pt x="25297" y="10342"/>
                    <a:pt x="25293" y="10342"/>
                    <a:pt x="25289" y="10343"/>
                  </a:cubicBezTo>
                  <a:cubicBezTo>
                    <a:pt x="25253" y="10349"/>
                    <a:pt x="25230" y="10384"/>
                    <a:pt x="25237" y="10419"/>
                  </a:cubicBezTo>
                  <a:cubicBezTo>
                    <a:pt x="25245" y="10462"/>
                    <a:pt x="25253" y="10505"/>
                    <a:pt x="25260" y="10548"/>
                  </a:cubicBezTo>
                  <a:cubicBezTo>
                    <a:pt x="25268" y="10580"/>
                    <a:pt x="25294" y="10603"/>
                    <a:pt x="25326" y="10603"/>
                  </a:cubicBezTo>
                  <a:cubicBezTo>
                    <a:pt x="25330" y="10603"/>
                    <a:pt x="25333" y="10603"/>
                    <a:pt x="25336" y="10602"/>
                  </a:cubicBezTo>
                  <a:cubicBezTo>
                    <a:pt x="25372" y="10595"/>
                    <a:pt x="25396" y="10562"/>
                    <a:pt x="25390" y="10526"/>
                  </a:cubicBezTo>
                  <a:cubicBezTo>
                    <a:pt x="25382" y="10482"/>
                    <a:pt x="25373" y="10439"/>
                    <a:pt x="25366" y="10395"/>
                  </a:cubicBezTo>
                  <a:cubicBezTo>
                    <a:pt x="25360" y="10363"/>
                    <a:pt x="25332" y="10342"/>
                    <a:pt x="25301" y="10342"/>
                  </a:cubicBezTo>
                  <a:close/>
                  <a:moveTo>
                    <a:pt x="236" y="10639"/>
                  </a:moveTo>
                  <a:cubicBezTo>
                    <a:pt x="204" y="10639"/>
                    <a:pt x="176" y="10663"/>
                    <a:pt x="171" y="10696"/>
                  </a:cubicBezTo>
                  <a:lnTo>
                    <a:pt x="150" y="10826"/>
                  </a:lnTo>
                  <a:cubicBezTo>
                    <a:pt x="144" y="10861"/>
                    <a:pt x="170" y="10896"/>
                    <a:pt x="206" y="10901"/>
                  </a:cubicBezTo>
                  <a:cubicBezTo>
                    <a:pt x="210" y="10902"/>
                    <a:pt x="212" y="10902"/>
                    <a:pt x="216" y="10902"/>
                  </a:cubicBezTo>
                  <a:cubicBezTo>
                    <a:pt x="248" y="10902"/>
                    <a:pt x="276" y="10878"/>
                    <a:pt x="281" y="10845"/>
                  </a:cubicBezTo>
                  <a:lnTo>
                    <a:pt x="302" y="10716"/>
                  </a:lnTo>
                  <a:cubicBezTo>
                    <a:pt x="306" y="10680"/>
                    <a:pt x="282" y="10646"/>
                    <a:pt x="246" y="10640"/>
                  </a:cubicBezTo>
                  <a:cubicBezTo>
                    <a:pt x="243" y="10640"/>
                    <a:pt x="239" y="10639"/>
                    <a:pt x="236" y="10639"/>
                  </a:cubicBezTo>
                  <a:close/>
                  <a:moveTo>
                    <a:pt x="25427" y="11122"/>
                  </a:moveTo>
                  <a:cubicBezTo>
                    <a:pt x="25424" y="11122"/>
                    <a:pt x="25421" y="11122"/>
                    <a:pt x="25418" y="11122"/>
                  </a:cubicBezTo>
                  <a:cubicBezTo>
                    <a:pt x="25381" y="11127"/>
                    <a:pt x="25356" y="11161"/>
                    <a:pt x="25361" y="11197"/>
                  </a:cubicBezTo>
                  <a:lnTo>
                    <a:pt x="25376" y="11327"/>
                  </a:lnTo>
                  <a:cubicBezTo>
                    <a:pt x="25380" y="11362"/>
                    <a:pt x="25408" y="11386"/>
                    <a:pt x="25441" y="11386"/>
                  </a:cubicBezTo>
                  <a:cubicBezTo>
                    <a:pt x="25444" y="11386"/>
                    <a:pt x="25447" y="11386"/>
                    <a:pt x="25452" y="11385"/>
                  </a:cubicBezTo>
                  <a:cubicBezTo>
                    <a:pt x="25488" y="11381"/>
                    <a:pt x="25513" y="11347"/>
                    <a:pt x="25509" y="11312"/>
                  </a:cubicBezTo>
                  <a:cubicBezTo>
                    <a:pt x="25503" y="11269"/>
                    <a:pt x="25498" y="11224"/>
                    <a:pt x="25493" y="11181"/>
                  </a:cubicBezTo>
                  <a:cubicBezTo>
                    <a:pt x="25487" y="11146"/>
                    <a:pt x="25459" y="11122"/>
                    <a:pt x="25427" y="11122"/>
                  </a:cubicBezTo>
                  <a:close/>
                  <a:moveTo>
                    <a:pt x="129" y="11426"/>
                  </a:moveTo>
                  <a:cubicBezTo>
                    <a:pt x="97" y="11426"/>
                    <a:pt x="69" y="11452"/>
                    <a:pt x="66" y="11484"/>
                  </a:cubicBezTo>
                  <a:lnTo>
                    <a:pt x="53" y="11616"/>
                  </a:lnTo>
                  <a:cubicBezTo>
                    <a:pt x="51" y="11652"/>
                    <a:pt x="78" y="11684"/>
                    <a:pt x="113" y="11688"/>
                  </a:cubicBezTo>
                  <a:lnTo>
                    <a:pt x="120" y="11688"/>
                  </a:lnTo>
                  <a:cubicBezTo>
                    <a:pt x="153" y="11688"/>
                    <a:pt x="182" y="11662"/>
                    <a:pt x="184" y="11628"/>
                  </a:cubicBezTo>
                  <a:lnTo>
                    <a:pt x="196" y="11498"/>
                  </a:lnTo>
                  <a:cubicBezTo>
                    <a:pt x="200" y="11462"/>
                    <a:pt x="174" y="11429"/>
                    <a:pt x="138" y="11426"/>
                  </a:cubicBezTo>
                  <a:cubicBezTo>
                    <a:pt x="135" y="11426"/>
                    <a:pt x="132" y="11426"/>
                    <a:pt x="129" y="11426"/>
                  </a:cubicBezTo>
                  <a:close/>
                  <a:moveTo>
                    <a:pt x="25503" y="11912"/>
                  </a:moveTo>
                  <a:cubicBezTo>
                    <a:pt x="25500" y="11912"/>
                    <a:pt x="25497" y="11912"/>
                    <a:pt x="25495" y="11912"/>
                  </a:cubicBezTo>
                  <a:cubicBezTo>
                    <a:pt x="25459" y="11914"/>
                    <a:pt x="25431" y="11946"/>
                    <a:pt x="25433" y="11982"/>
                  </a:cubicBezTo>
                  <a:lnTo>
                    <a:pt x="25441" y="12113"/>
                  </a:lnTo>
                  <a:cubicBezTo>
                    <a:pt x="25444" y="12149"/>
                    <a:pt x="25473" y="12175"/>
                    <a:pt x="25508" y="12175"/>
                  </a:cubicBezTo>
                  <a:lnTo>
                    <a:pt x="25510" y="12175"/>
                  </a:lnTo>
                  <a:cubicBezTo>
                    <a:pt x="25547" y="12174"/>
                    <a:pt x="25576" y="12141"/>
                    <a:pt x="25572" y="12106"/>
                  </a:cubicBezTo>
                  <a:cubicBezTo>
                    <a:pt x="25570" y="12062"/>
                    <a:pt x="25567" y="12017"/>
                    <a:pt x="25565" y="11974"/>
                  </a:cubicBezTo>
                  <a:cubicBezTo>
                    <a:pt x="25562" y="11940"/>
                    <a:pt x="25535" y="11912"/>
                    <a:pt x="25503" y="11912"/>
                  </a:cubicBezTo>
                  <a:close/>
                  <a:moveTo>
                    <a:pt x="80" y="12214"/>
                  </a:moveTo>
                  <a:cubicBezTo>
                    <a:pt x="46" y="12214"/>
                    <a:pt x="12" y="12242"/>
                    <a:pt x="11" y="12277"/>
                  </a:cubicBezTo>
                  <a:lnTo>
                    <a:pt x="6" y="12410"/>
                  </a:lnTo>
                  <a:cubicBezTo>
                    <a:pt x="5" y="12446"/>
                    <a:pt x="33" y="12477"/>
                    <a:pt x="69" y="12478"/>
                  </a:cubicBezTo>
                  <a:lnTo>
                    <a:pt x="73" y="12478"/>
                  </a:lnTo>
                  <a:cubicBezTo>
                    <a:pt x="108" y="12478"/>
                    <a:pt x="138" y="12449"/>
                    <a:pt x="139" y="12415"/>
                  </a:cubicBezTo>
                  <a:lnTo>
                    <a:pt x="144" y="12283"/>
                  </a:lnTo>
                  <a:cubicBezTo>
                    <a:pt x="145" y="12246"/>
                    <a:pt x="118" y="12215"/>
                    <a:pt x="80" y="12214"/>
                  </a:cubicBezTo>
                  <a:close/>
                  <a:moveTo>
                    <a:pt x="25525" y="12703"/>
                  </a:moveTo>
                  <a:cubicBezTo>
                    <a:pt x="25489" y="12703"/>
                    <a:pt x="25459" y="12733"/>
                    <a:pt x="25459" y="12770"/>
                  </a:cubicBezTo>
                  <a:lnTo>
                    <a:pt x="25458" y="12927"/>
                  </a:lnTo>
                  <a:cubicBezTo>
                    <a:pt x="25458" y="12963"/>
                    <a:pt x="25488" y="12994"/>
                    <a:pt x="25524" y="12994"/>
                  </a:cubicBezTo>
                  <a:cubicBezTo>
                    <a:pt x="25561" y="12994"/>
                    <a:pt x="25591" y="12964"/>
                    <a:pt x="25592" y="12928"/>
                  </a:cubicBezTo>
                  <a:lnTo>
                    <a:pt x="25592" y="12770"/>
                  </a:lnTo>
                  <a:cubicBezTo>
                    <a:pt x="25592" y="12733"/>
                    <a:pt x="25562" y="12703"/>
                    <a:pt x="25525" y="12703"/>
                  </a:cubicBezTo>
                  <a:close/>
                  <a:moveTo>
                    <a:pt x="70" y="13005"/>
                  </a:moveTo>
                  <a:cubicBezTo>
                    <a:pt x="69" y="13005"/>
                    <a:pt x="68" y="13005"/>
                    <a:pt x="67" y="13005"/>
                  </a:cubicBezTo>
                  <a:cubicBezTo>
                    <a:pt x="31" y="13007"/>
                    <a:pt x="1" y="13036"/>
                    <a:pt x="2" y="13073"/>
                  </a:cubicBezTo>
                  <a:cubicBezTo>
                    <a:pt x="3" y="13116"/>
                    <a:pt x="5" y="13161"/>
                    <a:pt x="6" y="13204"/>
                  </a:cubicBezTo>
                  <a:cubicBezTo>
                    <a:pt x="7" y="13240"/>
                    <a:pt x="37" y="13269"/>
                    <a:pt x="73" y="13269"/>
                  </a:cubicBezTo>
                  <a:lnTo>
                    <a:pt x="75" y="13269"/>
                  </a:lnTo>
                  <a:cubicBezTo>
                    <a:pt x="112" y="13268"/>
                    <a:pt x="140" y="13238"/>
                    <a:pt x="139" y="13201"/>
                  </a:cubicBezTo>
                  <a:lnTo>
                    <a:pt x="135" y="13070"/>
                  </a:lnTo>
                  <a:cubicBezTo>
                    <a:pt x="134" y="13034"/>
                    <a:pt x="110" y="13005"/>
                    <a:pt x="70" y="13005"/>
                  </a:cubicBezTo>
                  <a:close/>
                  <a:moveTo>
                    <a:pt x="25498" y="13521"/>
                  </a:moveTo>
                  <a:cubicBezTo>
                    <a:pt x="25464" y="13521"/>
                    <a:pt x="25437" y="13549"/>
                    <a:pt x="25434" y="13583"/>
                  </a:cubicBezTo>
                  <a:lnTo>
                    <a:pt x="25426" y="13714"/>
                  </a:lnTo>
                  <a:cubicBezTo>
                    <a:pt x="25423" y="13750"/>
                    <a:pt x="25452" y="13782"/>
                    <a:pt x="25488" y="13785"/>
                  </a:cubicBezTo>
                  <a:lnTo>
                    <a:pt x="25493" y="13785"/>
                  </a:lnTo>
                  <a:cubicBezTo>
                    <a:pt x="25526" y="13785"/>
                    <a:pt x="25556" y="13757"/>
                    <a:pt x="25557" y="13724"/>
                  </a:cubicBezTo>
                  <a:lnTo>
                    <a:pt x="25566" y="13592"/>
                  </a:lnTo>
                  <a:cubicBezTo>
                    <a:pt x="25569" y="13555"/>
                    <a:pt x="25542" y="13525"/>
                    <a:pt x="25505" y="13522"/>
                  </a:cubicBezTo>
                  <a:cubicBezTo>
                    <a:pt x="25503" y="13521"/>
                    <a:pt x="25500" y="13521"/>
                    <a:pt x="25498" y="13521"/>
                  </a:cubicBezTo>
                  <a:close/>
                  <a:moveTo>
                    <a:pt x="112" y="13795"/>
                  </a:moveTo>
                  <a:cubicBezTo>
                    <a:pt x="110" y="13795"/>
                    <a:pt x="108" y="13796"/>
                    <a:pt x="105" y="13796"/>
                  </a:cubicBezTo>
                  <a:cubicBezTo>
                    <a:pt x="69" y="13800"/>
                    <a:pt x="43" y="13832"/>
                    <a:pt x="46" y="13867"/>
                  </a:cubicBezTo>
                  <a:cubicBezTo>
                    <a:pt x="49" y="13910"/>
                    <a:pt x="53" y="13955"/>
                    <a:pt x="57" y="13998"/>
                  </a:cubicBezTo>
                  <a:cubicBezTo>
                    <a:pt x="59" y="14033"/>
                    <a:pt x="89" y="14059"/>
                    <a:pt x="123" y="14059"/>
                  </a:cubicBezTo>
                  <a:cubicBezTo>
                    <a:pt x="124" y="14059"/>
                    <a:pt x="126" y="14059"/>
                    <a:pt x="129" y="14058"/>
                  </a:cubicBezTo>
                  <a:cubicBezTo>
                    <a:pt x="166" y="14056"/>
                    <a:pt x="192" y="14022"/>
                    <a:pt x="188" y="13986"/>
                  </a:cubicBezTo>
                  <a:lnTo>
                    <a:pt x="177" y="13856"/>
                  </a:lnTo>
                  <a:cubicBezTo>
                    <a:pt x="174" y="13822"/>
                    <a:pt x="144" y="13795"/>
                    <a:pt x="112" y="13795"/>
                  </a:cubicBezTo>
                  <a:close/>
                  <a:moveTo>
                    <a:pt x="25428" y="14307"/>
                  </a:moveTo>
                  <a:cubicBezTo>
                    <a:pt x="25395" y="14307"/>
                    <a:pt x="25366" y="14332"/>
                    <a:pt x="25363" y="14365"/>
                  </a:cubicBezTo>
                  <a:lnTo>
                    <a:pt x="25346" y="14496"/>
                  </a:lnTo>
                  <a:cubicBezTo>
                    <a:pt x="25341" y="14532"/>
                    <a:pt x="25367" y="14564"/>
                    <a:pt x="25403" y="14569"/>
                  </a:cubicBezTo>
                  <a:cubicBezTo>
                    <a:pt x="25406" y="14570"/>
                    <a:pt x="25409" y="14570"/>
                    <a:pt x="25412" y="14570"/>
                  </a:cubicBezTo>
                  <a:cubicBezTo>
                    <a:pt x="25444" y="14570"/>
                    <a:pt x="25472" y="14548"/>
                    <a:pt x="25478" y="14513"/>
                  </a:cubicBezTo>
                  <a:lnTo>
                    <a:pt x="25495" y="14381"/>
                  </a:lnTo>
                  <a:cubicBezTo>
                    <a:pt x="25499" y="14344"/>
                    <a:pt x="25473" y="14313"/>
                    <a:pt x="25437" y="14307"/>
                  </a:cubicBezTo>
                  <a:cubicBezTo>
                    <a:pt x="25434" y="14307"/>
                    <a:pt x="25431" y="14307"/>
                    <a:pt x="25428" y="14307"/>
                  </a:cubicBezTo>
                  <a:close/>
                  <a:moveTo>
                    <a:pt x="199" y="14582"/>
                  </a:moveTo>
                  <a:cubicBezTo>
                    <a:pt x="196" y="14582"/>
                    <a:pt x="193" y="14582"/>
                    <a:pt x="190" y="14583"/>
                  </a:cubicBezTo>
                  <a:cubicBezTo>
                    <a:pt x="154" y="14588"/>
                    <a:pt x="129" y="14621"/>
                    <a:pt x="134" y="14656"/>
                  </a:cubicBezTo>
                  <a:cubicBezTo>
                    <a:pt x="141" y="14701"/>
                    <a:pt x="148" y="14744"/>
                    <a:pt x="154" y="14788"/>
                  </a:cubicBezTo>
                  <a:cubicBezTo>
                    <a:pt x="160" y="14821"/>
                    <a:pt x="187" y="14845"/>
                    <a:pt x="220" y="14845"/>
                  </a:cubicBezTo>
                  <a:cubicBezTo>
                    <a:pt x="223" y="14845"/>
                    <a:pt x="227" y="14845"/>
                    <a:pt x="230" y="14844"/>
                  </a:cubicBezTo>
                  <a:cubicBezTo>
                    <a:pt x="266" y="14838"/>
                    <a:pt x="289" y="14804"/>
                    <a:pt x="284" y="14768"/>
                  </a:cubicBezTo>
                  <a:cubicBezTo>
                    <a:pt x="278" y="14726"/>
                    <a:pt x="272" y="14682"/>
                    <a:pt x="266" y="14639"/>
                  </a:cubicBezTo>
                  <a:cubicBezTo>
                    <a:pt x="259" y="14605"/>
                    <a:pt x="229" y="14582"/>
                    <a:pt x="199" y="14582"/>
                  </a:cubicBezTo>
                  <a:close/>
                  <a:moveTo>
                    <a:pt x="25303" y="15090"/>
                  </a:moveTo>
                  <a:cubicBezTo>
                    <a:pt x="25273" y="15090"/>
                    <a:pt x="25245" y="15112"/>
                    <a:pt x="25240" y="15143"/>
                  </a:cubicBezTo>
                  <a:lnTo>
                    <a:pt x="25216" y="15273"/>
                  </a:lnTo>
                  <a:cubicBezTo>
                    <a:pt x="25209" y="15309"/>
                    <a:pt x="25233" y="15343"/>
                    <a:pt x="25269" y="15351"/>
                  </a:cubicBezTo>
                  <a:cubicBezTo>
                    <a:pt x="25273" y="15352"/>
                    <a:pt x="25278" y="15352"/>
                    <a:pt x="25281" y="15352"/>
                  </a:cubicBezTo>
                  <a:cubicBezTo>
                    <a:pt x="25312" y="15352"/>
                    <a:pt x="25340" y="15331"/>
                    <a:pt x="25344" y="15299"/>
                  </a:cubicBezTo>
                  <a:lnTo>
                    <a:pt x="25370" y="15168"/>
                  </a:lnTo>
                  <a:cubicBezTo>
                    <a:pt x="25376" y="15132"/>
                    <a:pt x="25352" y="15097"/>
                    <a:pt x="25317" y="15091"/>
                  </a:cubicBezTo>
                  <a:cubicBezTo>
                    <a:pt x="25312" y="15090"/>
                    <a:pt x="25308" y="15090"/>
                    <a:pt x="25303" y="15090"/>
                  </a:cubicBezTo>
                  <a:close/>
                  <a:moveTo>
                    <a:pt x="338" y="15362"/>
                  </a:moveTo>
                  <a:cubicBezTo>
                    <a:pt x="334" y="15362"/>
                    <a:pt x="330" y="15362"/>
                    <a:pt x="325" y="15363"/>
                  </a:cubicBezTo>
                  <a:cubicBezTo>
                    <a:pt x="289" y="15372"/>
                    <a:pt x="267" y="15406"/>
                    <a:pt x="274" y="15442"/>
                  </a:cubicBezTo>
                  <a:cubicBezTo>
                    <a:pt x="283" y="15484"/>
                    <a:pt x="294" y="15527"/>
                    <a:pt x="303" y="15571"/>
                  </a:cubicBezTo>
                  <a:cubicBezTo>
                    <a:pt x="309" y="15602"/>
                    <a:pt x="336" y="15622"/>
                    <a:pt x="366" y="15622"/>
                  </a:cubicBezTo>
                  <a:lnTo>
                    <a:pt x="382" y="15622"/>
                  </a:lnTo>
                  <a:cubicBezTo>
                    <a:pt x="417" y="15613"/>
                    <a:pt x="440" y="15578"/>
                    <a:pt x="432" y="15542"/>
                  </a:cubicBezTo>
                  <a:cubicBezTo>
                    <a:pt x="421" y="15500"/>
                    <a:pt x="412" y="15456"/>
                    <a:pt x="404" y="15415"/>
                  </a:cubicBezTo>
                  <a:cubicBezTo>
                    <a:pt x="397" y="15383"/>
                    <a:pt x="369" y="15362"/>
                    <a:pt x="338" y="15362"/>
                  </a:cubicBezTo>
                  <a:close/>
                  <a:moveTo>
                    <a:pt x="25136" y="15864"/>
                  </a:moveTo>
                  <a:cubicBezTo>
                    <a:pt x="25106" y="15864"/>
                    <a:pt x="25080" y="15884"/>
                    <a:pt x="25073" y="15914"/>
                  </a:cubicBezTo>
                  <a:lnTo>
                    <a:pt x="25039" y="16041"/>
                  </a:lnTo>
                  <a:cubicBezTo>
                    <a:pt x="25030" y="16074"/>
                    <a:pt x="25051" y="16111"/>
                    <a:pt x="25086" y="16121"/>
                  </a:cubicBezTo>
                  <a:cubicBezTo>
                    <a:pt x="25092" y="16122"/>
                    <a:pt x="25099" y="16124"/>
                    <a:pt x="25103" y="16124"/>
                  </a:cubicBezTo>
                  <a:cubicBezTo>
                    <a:pt x="25132" y="16124"/>
                    <a:pt x="25160" y="16104"/>
                    <a:pt x="25167" y="16074"/>
                  </a:cubicBezTo>
                  <a:cubicBezTo>
                    <a:pt x="25179" y="16033"/>
                    <a:pt x="25191" y="15991"/>
                    <a:pt x="25201" y="15947"/>
                  </a:cubicBezTo>
                  <a:cubicBezTo>
                    <a:pt x="25209" y="15911"/>
                    <a:pt x="25189" y="15875"/>
                    <a:pt x="25153" y="15866"/>
                  </a:cubicBezTo>
                  <a:cubicBezTo>
                    <a:pt x="25147" y="15864"/>
                    <a:pt x="25141" y="15864"/>
                    <a:pt x="25136" y="15864"/>
                  </a:cubicBezTo>
                  <a:close/>
                  <a:moveTo>
                    <a:pt x="527" y="16131"/>
                  </a:moveTo>
                  <a:cubicBezTo>
                    <a:pt x="521" y="16131"/>
                    <a:pt x="515" y="16132"/>
                    <a:pt x="508" y="16134"/>
                  </a:cubicBezTo>
                  <a:cubicBezTo>
                    <a:pt x="473" y="16143"/>
                    <a:pt x="452" y="16180"/>
                    <a:pt x="462" y="16215"/>
                  </a:cubicBezTo>
                  <a:cubicBezTo>
                    <a:pt x="474" y="16258"/>
                    <a:pt x="486" y="16300"/>
                    <a:pt x="498" y="16343"/>
                  </a:cubicBezTo>
                  <a:cubicBezTo>
                    <a:pt x="507" y="16370"/>
                    <a:pt x="534" y="16390"/>
                    <a:pt x="563" y="16390"/>
                  </a:cubicBezTo>
                  <a:cubicBezTo>
                    <a:pt x="568" y="16390"/>
                    <a:pt x="574" y="16390"/>
                    <a:pt x="581" y="16389"/>
                  </a:cubicBezTo>
                  <a:cubicBezTo>
                    <a:pt x="616" y="16378"/>
                    <a:pt x="636" y="16341"/>
                    <a:pt x="626" y="16307"/>
                  </a:cubicBezTo>
                  <a:lnTo>
                    <a:pt x="590" y="16180"/>
                  </a:lnTo>
                  <a:cubicBezTo>
                    <a:pt x="582" y="16151"/>
                    <a:pt x="556" y="16131"/>
                    <a:pt x="527" y="16131"/>
                  </a:cubicBezTo>
                  <a:close/>
                  <a:moveTo>
                    <a:pt x="24917" y="16625"/>
                  </a:moveTo>
                  <a:cubicBezTo>
                    <a:pt x="24889" y="16625"/>
                    <a:pt x="24864" y="16643"/>
                    <a:pt x="24855" y="16671"/>
                  </a:cubicBezTo>
                  <a:lnTo>
                    <a:pt x="24814" y="16796"/>
                  </a:lnTo>
                  <a:cubicBezTo>
                    <a:pt x="24803" y="16831"/>
                    <a:pt x="24821" y="16867"/>
                    <a:pt x="24856" y="16880"/>
                  </a:cubicBezTo>
                  <a:cubicBezTo>
                    <a:pt x="24862" y="16882"/>
                    <a:pt x="24871" y="16883"/>
                    <a:pt x="24877" y="16883"/>
                  </a:cubicBezTo>
                  <a:cubicBezTo>
                    <a:pt x="24905" y="16883"/>
                    <a:pt x="24931" y="16865"/>
                    <a:pt x="24939" y="16839"/>
                  </a:cubicBezTo>
                  <a:lnTo>
                    <a:pt x="24980" y="16712"/>
                  </a:lnTo>
                  <a:cubicBezTo>
                    <a:pt x="24992" y="16677"/>
                    <a:pt x="24973" y="16640"/>
                    <a:pt x="24938" y="16629"/>
                  </a:cubicBezTo>
                  <a:cubicBezTo>
                    <a:pt x="24931" y="16627"/>
                    <a:pt x="24924" y="16625"/>
                    <a:pt x="24917" y="16625"/>
                  </a:cubicBezTo>
                  <a:close/>
                  <a:moveTo>
                    <a:pt x="761" y="16886"/>
                  </a:moveTo>
                  <a:cubicBezTo>
                    <a:pt x="753" y="16886"/>
                    <a:pt x="746" y="16887"/>
                    <a:pt x="739" y="16890"/>
                  </a:cubicBezTo>
                  <a:cubicBezTo>
                    <a:pt x="704" y="16902"/>
                    <a:pt x="686" y="16939"/>
                    <a:pt x="698" y="16974"/>
                  </a:cubicBezTo>
                  <a:cubicBezTo>
                    <a:pt x="712" y="17016"/>
                    <a:pt x="726" y="17057"/>
                    <a:pt x="742" y="17100"/>
                  </a:cubicBezTo>
                  <a:cubicBezTo>
                    <a:pt x="752" y="17126"/>
                    <a:pt x="778" y="17143"/>
                    <a:pt x="804" y="17143"/>
                  </a:cubicBezTo>
                  <a:cubicBezTo>
                    <a:pt x="811" y="17143"/>
                    <a:pt x="819" y="17142"/>
                    <a:pt x="827" y="17139"/>
                  </a:cubicBezTo>
                  <a:cubicBezTo>
                    <a:pt x="861" y="17126"/>
                    <a:pt x="879" y="17089"/>
                    <a:pt x="867" y="17055"/>
                  </a:cubicBezTo>
                  <a:cubicBezTo>
                    <a:pt x="851" y="17014"/>
                    <a:pt x="837" y="16972"/>
                    <a:pt x="823" y="16931"/>
                  </a:cubicBezTo>
                  <a:cubicBezTo>
                    <a:pt x="813" y="16903"/>
                    <a:pt x="788" y="16886"/>
                    <a:pt x="761" y="16886"/>
                  </a:cubicBezTo>
                  <a:close/>
                  <a:moveTo>
                    <a:pt x="24650" y="17372"/>
                  </a:moveTo>
                  <a:cubicBezTo>
                    <a:pt x="24624" y="17372"/>
                    <a:pt x="24600" y="17388"/>
                    <a:pt x="24590" y="17414"/>
                  </a:cubicBezTo>
                  <a:cubicBezTo>
                    <a:pt x="24575" y="17455"/>
                    <a:pt x="24558" y="17496"/>
                    <a:pt x="24542" y="17537"/>
                  </a:cubicBezTo>
                  <a:cubicBezTo>
                    <a:pt x="24529" y="17570"/>
                    <a:pt x="24546" y="17608"/>
                    <a:pt x="24579" y="17623"/>
                  </a:cubicBezTo>
                  <a:cubicBezTo>
                    <a:pt x="24587" y="17627"/>
                    <a:pt x="24595" y="17628"/>
                    <a:pt x="24603" y="17628"/>
                  </a:cubicBezTo>
                  <a:cubicBezTo>
                    <a:pt x="24629" y="17628"/>
                    <a:pt x="24654" y="17612"/>
                    <a:pt x="24664" y="17587"/>
                  </a:cubicBezTo>
                  <a:cubicBezTo>
                    <a:pt x="24680" y="17546"/>
                    <a:pt x="24697" y="17504"/>
                    <a:pt x="24713" y="17463"/>
                  </a:cubicBezTo>
                  <a:cubicBezTo>
                    <a:pt x="24727" y="17428"/>
                    <a:pt x="24711" y="17389"/>
                    <a:pt x="24676" y="17377"/>
                  </a:cubicBezTo>
                  <a:cubicBezTo>
                    <a:pt x="24668" y="17373"/>
                    <a:pt x="24659" y="17372"/>
                    <a:pt x="24650" y="17372"/>
                  </a:cubicBezTo>
                  <a:close/>
                  <a:moveTo>
                    <a:pt x="1043" y="17625"/>
                  </a:moveTo>
                  <a:cubicBezTo>
                    <a:pt x="1034" y="17625"/>
                    <a:pt x="1026" y="17626"/>
                    <a:pt x="1018" y="17630"/>
                  </a:cubicBezTo>
                  <a:cubicBezTo>
                    <a:pt x="983" y="17644"/>
                    <a:pt x="968" y="17684"/>
                    <a:pt x="982" y="17717"/>
                  </a:cubicBezTo>
                  <a:lnTo>
                    <a:pt x="1033" y="17838"/>
                  </a:lnTo>
                  <a:cubicBezTo>
                    <a:pt x="1044" y="17863"/>
                    <a:pt x="1067" y="17878"/>
                    <a:pt x="1093" y="17878"/>
                  </a:cubicBezTo>
                  <a:cubicBezTo>
                    <a:pt x="1102" y="17878"/>
                    <a:pt x="1111" y="17875"/>
                    <a:pt x="1121" y="17873"/>
                  </a:cubicBezTo>
                  <a:cubicBezTo>
                    <a:pt x="1154" y="17859"/>
                    <a:pt x="1169" y="17819"/>
                    <a:pt x="1156" y="17786"/>
                  </a:cubicBezTo>
                  <a:lnTo>
                    <a:pt x="1105" y="17666"/>
                  </a:lnTo>
                  <a:cubicBezTo>
                    <a:pt x="1094" y="17640"/>
                    <a:pt x="1069" y="17625"/>
                    <a:pt x="1043" y="17625"/>
                  </a:cubicBezTo>
                  <a:close/>
                  <a:moveTo>
                    <a:pt x="24339" y="18101"/>
                  </a:moveTo>
                  <a:cubicBezTo>
                    <a:pt x="24315" y="18101"/>
                    <a:pt x="24291" y="18115"/>
                    <a:pt x="24280" y="18139"/>
                  </a:cubicBezTo>
                  <a:cubicBezTo>
                    <a:pt x="24261" y="18179"/>
                    <a:pt x="24242" y="18218"/>
                    <a:pt x="24224" y="18258"/>
                  </a:cubicBezTo>
                  <a:cubicBezTo>
                    <a:pt x="24206" y="18292"/>
                    <a:pt x="24221" y="18331"/>
                    <a:pt x="24255" y="18346"/>
                  </a:cubicBezTo>
                  <a:cubicBezTo>
                    <a:pt x="24263" y="18350"/>
                    <a:pt x="24272" y="18353"/>
                    <a:pt x="24282" y="18353"/>
                  </a:cubicBezTo>
                  <a:cubicBezTo>
                    <a:pt x="24307" y="18353"/>
                    <a:pt x="24331" y="18339"/>
                    <a:pt x="24343" y="18315"/>
                  </a:cubicBezTo>
                  <a:cubicBezTo>
                    <a:pt x="24361" y="18276"/>
                    <a:pt x="24380" y="18235"/>
                    <a:pt x="24400" y="18196"/>
                  </a:cubicBezTo>
                  <a:cubicBezTo>
                    <a:pt x="24415" y="18162"/>
                    <a:pt x="24401" y="18123"/>
                    <a:pt x="24368" y="18108"/>
                  </a:cubicBezTo>
                  <a:cubicBezTo>
                    <a:pt x="24359" y="18103"/>
                    <a:pt x="24349" y="18101"/>
                    <a:pt x="24339" y="18101"/>
                  </a:cubicBezTo>
                  <a:close/>
                  <a:moveTo>
                    <a:pt x="1368" y="18345"/>
                  </a:moveTo>
                  <a:cubicBezTo>
                    <a:pt x="1359" y="18345"/>
                    <a:pt x="1349" y="18347"/>
                    <a:pt x="1340" y="18351"/>
                  </a:cubicBezTo>
                  <a:cubicBezTo>
                    <a:pt x="1307" y="18368"/>
                    <a:pt x="1292" y="18406"/>
                    <a:pt x="1310" y="18440"/>
                  </a:cubicBezTo>
                  <a:cubicBezTo>
                    <a:pt x="1328" y="18479"/>
                    <a:pt x="1347" y="18519"/>
                    <a:pt x="1368" y="18559"/>
                  </a:cubicBezTo>
                  <a:cubicBezTo>
                    <a:pt x="1379" y="18581"/>
                    <a:pt x="1403" y="18595"/>
                    <a:pt x="1427" y="18595"/>
                  </a:cubicBezTo>
                  <a:cubicBezTo>
                    <a:pt x="1437" y="18595"/>
                    <a:pt x="1448" y="18592"/>
                    <a:pt x="1458" y="18586"/>
                  </a:cubicBezTo>
                  <a:cubicBezTo>
                    <a:pt x="1491" y="18571"/>
                    <a:pt x="1504" y="18532"/>
                    <a:pt x="1487" y="18498"/>
                  </a:cubicBezTo>
                  <a:cubicBezTo>
                    <a:pt x="1466" y="18461"/>
                    <a:pt x="1448" y="18422"/>
                    <a:pt x="1428" y="18382"/>
                  </a:cubicBezTo>
                  <a:cubicBezTo>
                    <a:pt x="1417" y="18358"/>
                    <a:pt x="1393" y="18345"/>
                    <a:pt x="1368" y="18345"/>
                  </a:cubicBezTo>
                  <a:close/>
                  <a:moveTo>
                    <a:pt x="23983" y="18809"/>
                  </a:moveTo>
                  <a:cubicBezTo>
                    <a:pt x="23959" y="18809"/>
                    <a:pt x="23936" y="18821"/>
                    <a:pt x="23924" y="18843"/>
                  </a:cubicBezTo>
                  <a:cubicBezTo>
                    <a:pt x="23903" y="18882"/>
                    <a:pt x="23882" y="18920"/>
                    <a:pt x="23861" y="18959"/>
                  </a:cubicBezTo>
                  <a:cubicBezTo>
                    <a:pt x="23842" y="18991"/>
                    <a:pt x="23853" y="19030"/>
                    <a:pt x="23886" y="19048"/>
                  </a:cubicBezTo>
                  <a:cubicBezTo>
                    <a:pt x="23896" y="19055"/>
                    <a:pt x="23907" y="19057"/>
                    <a:pt x="23918" y="19057"/>
                  </a:cubicBezTo>
                  <a:cubicBezTo>
                    <a:pt x="23940" y="19057"/>
                    <a:pt x="23964" y="19045"/>
                    <a:pt x="23976" y="19022"/>
                  </a:cubicBezTo>
                  <a:cubicBezTo>
                    <a:pt x="23999" y="18984"/>
                    <a:pt x="24019" y="18945"/>
                    <a:pt x="24041" y="18907"/>
                  </a:cubicBezTo>
                  <a:cubicBezTo>
                    <a:pt x="24057" y="18874"/>
                    <a:pt x="24046" y="18835"/>
                    <a:pt x="24014" y="18817"/>
                  </a:cubicBezTo>
                  <a:cubicBezTo>
                    <a:pt x="24004" y="18812"/>
                    <a:pt x="23993" y="18809"/>
                    <a:pt x="23983" y="18809"/>
                  </a:cubicBezTo>
                  <a:close/>
                  <a:moveTo>
                    <a:pt x="1738" y="19042"/>
                  </a:moveTo>
                  <a:cubicBezTo>
                    <a:pt x="1727" y="19042"/>
                    <a:pt x="1716" y="19045"/>
                    <a:pt x="1706" y="19051"/>
                  </a:cubicBezTo>
                  <a:cubicBezTo>
                    <a:pt x="1674" y="19068"/>
                    <a:pt x="1664" y="19108"/>
                    <a:pt x="1681" y="19140"/>
                  </a:cubicBezTo>
                  <a:lnTo>
                    <a:pt x="1748" y="19255"/>
                  </a:lnTo>
                  <a:cubicBezTo>
                    <a:pt x="1761" y="19276"/>
                    <a:pt x="1782" y="19287"/>
                    <a:pt x="1806" y="19287"/>
                  </a:cubicBezTo>
                  <a:cubicBezTo>
                    <a:pt x="1817" y="19287"/>
                    <a:pt x="1828" y="19285"/>
                    <a:pt x="1839" y="19280"/>
                  </a:cubicBezTo>
                  <a:cubicBezTo>
                    <a:pt x="1869" y="19261"/>
                    <a:pt x="1880" y="19221"/>
                    <a:pt x="1862" y="19189"/>
                  </a:cubicBezTo>
                  <a:lnTo>
                    <a:pt x="1797" y="19075"/>
                  </a:lnTo>
                  <a:cubicBezTo>
                    <a:pt x="1784" y="19054"/>
                    <a:pt x="1761" y="19042"/>
                    <a:pt x="1738" y="19042"/>
                  </a:cubicBezTo>
                  <a:close/>
                  <a:moveTo>
                    <a:pt x="23582" y="19494"/>
                  </a:moveTo>
                  <a:cubicBezTo>
                    <a:pt x="23559" y="19494"/>
                    <a:pt x="23538" y="19504"/>
                    <a:pt x="23525" y="19524"/>
                  </a:cubicBezTo>
                  <a:lnTo>
                    <a:pt x="23454" y="19635"/>
                  </a:lnTo>
                  <a:cubicBezTo>
                    <a:pt x="23435" y="19666"/>
                    <a:pt x="23444" y="19707"/>
                    <a:pt x="23475" y="19726"/>
                  </a:cubicBezTo>
                  <a:cubicBezTo>
                    <a:pt x="23487" y="19732"/>
                    <a:pt x="23498" y="19736"/>
                    <a:pt x="23511" y="19736"/>
                  </a:cubicBezTo>
                  <a:cubicBezTo>
                    <a:pt x="23533" y="19736"/>
                    <a:pt x="23554" y="19726"/>
                    <a:pt x="23565" y="19707"/>
                  </a:cubicBezTo>
                  <a:lnTo>
                    <a:pt x="23637" y="19594"/>
                  </a:lnTo>
                  <a:cubicBezTo>
                    <a:pt x="23656" y="19564"/>
                    <a:pt x="23647" y="19523"/>
                    <a:pt x="23616" y="19503"/>
                  </a:cubicBezTo>
                  <a:cubicBezTo>
                    <a:pt x="23605" y="19497"/>
                    <a:pt x="23593" y="19494"/>
                    <a:pt x="23582" y="19494"/>
                  </a:cubicBezTo>
                  <a:close/>
                  <a:moveTo>
                    <a:pt x="2154" y="19714"/>
                  </a:moveTo>
                  <a:cubicBezTo>
                    <a:pt x="2142" y="19714"/>
                    <a:pt x="2129" y="19718"/>
                    <a:pt x="2118" y="19725"/>
                  </a:cubicBezTo>
                  <a:cubicBezTo>
                    <a:pt x="2087" y="19746"/>
                    <a:pt x="2078" y="19787"/>
                    <a:pt x="2098" y="19817"/>
                  </a:cubicBezTo>
                  <a:lnTo>
                    <a:pt x="2171" y="19927"/>
                  </a:lnTo>
                  <a:cubicBezTo>
                    <a:pt x="2183" y="19946"/>
                    <a:pt x="2205" y="19956"/>
                    <a:pt x="2226" y="19956"/>
                  </a:cubicBezTo>
                  <a:cubicBezTo>
                    <a:pt x="2239" y="19956"/>
                    <a:pt x="2252" y="19954"/>
                    <a:pt x="2264" y="19945"/>
                  </a:cubicBezTo>
                  <a:cubicBezTo>
                    <a:pt x="2295" y="19925"/>
                    <a:pt x="2303" y="19884"/>
                    <a:pt x="2283" y="19853"/>
                  </a:cubicBezTo>
                  <a:lnTo>
                    <a:pt x="2209" y="19745"/>
                  </a:lnTo>
                  <a:cubicBezTo>
                    <a:pt x="2197" y="19725"/>
                    <a:pt x="2175" y="19714"/>
                    <a:pt x="2154" y="19714"/>
                  </a:cubicBezTo>
                  <a:close/>
                  <a:moveTo>
                    <a:pt x="23140" y="20152"/>
                  </a:moveTo>
                  <a:cubicBezTo>
                    <a:pt x="23119" y="20152"/>
                    <a:pt x="23098" y="20161"/>
                    <a:pt x="23085" y="20180"/>
                  </a:cubicBezTo>
                  <a:lnTo>
                    <a:pt x="23008" y="20285"/>
                  </a:lnTo>
                  <a:cubicBezTo>
                    <a:pt x="22987" y="20315"/>
                    <a:pt x="22993" y="20355"/>
                    <a:pt x="23023" y="20377"/>
                  </a:cubicBezTo>
                  <a:cubicBezTo>
                    <a:pt x="23034" y="20386"/>
                    <a:pt x="23046" y="20390"/>
                    <a:pt x="23061" y="20390"/>
                  </a:cubicBezTo>
                  <a:cubicBezTo>
                    <a:pt x="23081" y="20390"/>
                    <a:pt x="23101" y="20380"/>
                    <a:pt x="23115" y="20364"/>
                  </a:cubicBezTo>
                  <a:lnTo>
                    <a:pt x="23193" y="20256"/>
                  </a:lnTo>
                  <a:cubicBezTo>
                    <a:pt x="23213" y="20227"/>
                    <a:pt x="23207" y="20186"/>
                    <a:pt x="23177" y="20163"/>
                  </a:cubicBezTo>
                  <a:cubicBezTo>
                    <a:pt x="23166" y="20156"/>
                    <a:pt x="23153" y="20152"/>
                    <a:pt x="23140" y="20152"/>
                  </a:cubicBezTo>
                  <a:close/>
                  <a:moveTo>
                    <a:pt x="2607" y="20363"/>
                  </a:moveTo>
                  <a:cubicBezTo>
                    <a:pt x="2594" y="20363"/>
                    <a:pt x="2580" y="20367"/>
                    <a:pt x="2568" y="20376"/>
                  </a:cubicBezTo>
                  <a:cubicBezTo>
                    <a:pt x="2539" y="20397"/>
                    <a:pt x="2533" y="20438"/>
                    <a:pt x="2555" y="20468"/>
                  </a:cubicBezTo>
                  <a:cubicBezTo>
                    <a:pt x="2581" y="20504"/>
                    <a:pt x="2609" y="20540"/>
                    <a:pt x="2636" y="20574"/>
                  </a:cubicBezTo>
                  <a:cubicBezTo>
                    <a:pt x="2648" y="20591"/>
                    <a:pt x="2668" y="20600"/>
                    <a:pt x="2688" y="20600"/>
                  </a:cubicBezTo>
                  <a:cubicBezTo>
                    <a:pt x="2702" y="20600"/>
                    <a:pt x="2716" y="20595"/>
                    <a:pt x="2728" y="20585"/>
                  </a:cubicBezTo>
                  <a:cubicBezTo>
                    <a:pt x="2755" y="20563"/>
                    <a:pt x="2760" y="20522"/>
                    <a:pt x="2739" y="20493"/>
                  </a:cubicBezTo>
                  <a:cubicBezTo>
                    <a:pt x="2712" y="20458"/>
                    <a:pt x="2686" y="20423"/>
                    <a:pt x="2660" y="20389"/>
                  </a:cubicBezTo>
                  <a:cubicBezTo>
                    <a:pt x="2647" y="20372"/>
                    <a:pt x="2627" y="20363"/>
                    <a:pt x="2607" y="20363"/>
                  </a:cubicBezTo>
                  <a:close/>
                  <a:moveTo>
                    <a:pt x="22657" y="20779"/>
                  </a:moveTo>
                  <a:cubicBezTo>
                    <a:pt x="22638" y="20779"/>
                    <a:pt x="22618" y="20788"/>
                    <a:pt x="22605" y="20804"/>
                  </a:cubicBezTo>
                  <a:lnTo>
                    <a:pt x="22522" y="20904"/>
                  </a:lnTo>
                  <a:cubicBezTo>
                    <a:pt x="22500" y="20933"/>
                    <a:pt x="22503" y="20975"/>
                    <a:pt x="22532" y="20998"/>
                  </a:cubicBezTo>
                  <a:cubicBezTo>
                    <a:pt x="22544" y="21008"/>
                    <a:pt x="22558" y="21013"/>
                    <a:pt x="22573" y="21013"/>
                  </a:cubicBezTo>
                  <a:cubicBezTo>
                    <a:pt x="22592" y="21013"/>
                    <a:pt x="22610" y="21005"/>
                    <a:pt x="22624" y="20990"/>
                  </a:cubicBezTo>
                  <a:lnTo>
                    <a:pt x="22708" y="20888"/>
                  </a:lnTo>
                  <a:cubicBezTo>
                    <a:pt x="22731" y="20860"/>
                    <a:pt x="22727" y="20817"/>
                    <a:pt x="22699" y="20794"/>
                  </a:cubicBezTo>
                  <a:cubicBezTo>
                    <a:pt x="22687" y="20784"/>
                    <a:pt x="22672" y="20779"/>
                    <a:pt x="22657" y="20779"/>
                  </a:cubicBezTo>
                  <a:close/>
                  <a:moveTo>
                    <a:pt x="3102" y="20980"/>
                  </a:moveTo>
                  <a:cubicBezTo>
                    <a:pt x="3087" y="20980"/>
                    <a:pt x="3072" y="20985"/>
                    <a:pt x="3059" y="20995"/>
                  </a:cubicBezTo>
                  <a:cubicBezTo>
                    <a:pt x="3031" y="21020"/>
                    <a:pt x="3028" y="21060"/>
                    <a:pt x="3051" y="21088"/>
                  </a:cubicBezTo>
                  <a:cubicBezTo>
                    <a:pt x="3081" y="21123"/>
                    <a:pt x="3108" y="21157"/>
                    <a:pt x="3138" y="21189"/>
                  </a:cubicBezTo>
                  <a:cubicBezTo>
                    <a:pt x="3151" y="21205"/>
                    <a:pt x="3170" y="21213"/>
                    <a:pt x="3188" y="21213"/>
                  </a:cubicBezTo>
                  <a:cubicBezTo>
                    <a:pt x="3204" y="21213"/>
                    <a:pt x="3219" y="21208"/>
                    <a:pt x="3231" y="21196"/>
                  </a:cubicBezTo>
                  <a:cubicBezTo>
                    <a:pt x="3260" y="21172"/>
                    <a:pt x="3262" y="21129"/>
                    <a:pt x="3238" y="21102"/>
                  </a:cubicBezTo>
                  <a:cubicBezTo>
                    <a:pt x="3209" y="21070"/>
                    <a:pt x="3180" y="21036"/>
                    <a:pt x="3152" y="21003"/>
                  </a:cubicBezTo>
                  <a:cubicBezTo>
                    <a:pt x="3139" y="20987"/>
                    <a:pt x="3120" y="20980"/>
                    <a:pt x="3102" y="20980"/>
                  </a:cubicBezTo>
                  <a:close/>
                  <a:moveTo>
                    <a:pt x="22140" y="21377"/>
                  </a:moveTo>
                  <a:cubicBezTo>
                    <a:pt x="22122" y="21377"/>
                    <a:pt x="22104" y="21384"/>
                    <a:pt x="22091" y="21398"/>
                  </a:cubicBezTo>
                  <a:lnTo>
                    <a:pt x="22000" y="21494"/>
                  </a:lnTo>
                  <a:cubicBezTo>
                    <a:pt x="21975" y="21521"/>
                    <a:pt x="21976" y="21562"/>
                    <a:pt x="22004" y="21587"/>
                  </a:cubicBezTo>
                  <a:cubicBezTo>
                    <a:pt x="22016" y="21599"/>
                    <a:pt x="22031" y="21605"/>
                    <a:pt x="22048" y="21605"/>
                  </a:cubicBezTo>
                  <a:cubicBezTo>
                    <a:pt x="22065" y="21605"/>
                    <a:pt x="22082" y="21598"/>
                    <a:pt x="22097" y="21584"/>
                  </a:cubicBezTo>
                  <a:lnTo>
                    <a:pt x="22188" y="21487"/>
                  </a:lnTo>
                  <a:cubicBezTo>
                    <a:pt x="22211" y="21461"/>
                    <a:pt x="22210" y="21419"/>
                    <a:pt x="22184" y="21394"/>
                  </a:cubicBezTo>
                  <a:cubicBezTo>
                    <a:pt x="22171" y="21382"/>
                    <a:pt x="22155" y="21377"/>
                    <a:pt x="22140" y="21377"/>
                  </a:cubicBezTo>
                  <a:close/>
                  <a:moveTo>
                    <a:pt x="3634" y="21568"/>
                  </a:moveTo>
                  <a:cubicBezTo>
                    <a:pt x="3617" y="21568"/>
                    <a:pt x="3601" y="21574"/>
                    <a:pt x="3588" y="21586"/>
                  </a:cubicBezTo>
                  <a:cubicBezTo>
                    <a:pt x="3563" y="21612"/>
                    <a:pt x="3562" y="21654"/>
                    <a:pt x="3587" y="21680"/>
                  </a:cubicBezTo>
                  <a:cubicBezTo>
                    <a:pt x="3618" y="21711"/>
                    <a:pt x="3649" y="21742"/>
                    <a:pt x="3679" y="21774"/>
                  </a:cubicBezTo>
                  <a:cubicBezTo>
                    <a:pt x="3692" y="21787"/>
                    <a:pt x="3710" y="21793"/>
                    <a:pt x="3726" y="21793"/>
                  </a:cubicBezTo>
                  <a:cubicBezTo>
                    <a:pt x="3743" y="21793"/>
                    <a:pt x="3760" y="21787"/>
                    <a:pt x="3772" y="21776"/>
                  </a:cubicBezTo>
                  <a:cubicBezTo>
                    <a:pt x="3799" y="21750"/>
                    <a:pt x="3799" y="21707"/>
                    <a:pt x="3773" y="21682"/>
                  </a:cubicBezTo>
                  <a:cubicBezTo>
                    <a:pt x="3743" y="21650"/>
                    <a:pt x="3712" y="21619"/>
                    <a:pt x="3681" y="21587"/>
                  </a:cubicBezTo>
                  <a:cubicBezTo>
                    <a:pt x="3668" y="21574"/>
                    <a:pt x="3651" y="21568"/>
                    <a:pt x="3634" y="21568"/>
                  </a:cubicBezTo>
                  <a:close/>
                  <a:moveTo>
                    <a:pt x="21582" y="21941"/>
                  </a:moveTo>
                  <a:cubicBezTo>
                    <a:pt x="21566" y="21941"/>
                    <a:pt x="21549" y="21947"/>
                    <a:pt x="21536" y="21960"/>
                  </a:cubicBezTo>
                  <a:lnTo>
                    <a:pt x="21441" y="22049"/>
                  </a:lnTo>
                  <a:cubicBezTo>
                    <a:pt x="21415" y="22073"/>
                    <a:pt x="21413" y="22115"/>
                    <a:pt x="21438" y="22142"/>
                  </a:cubicBezTo>
                  <a:cubicBezTo>
                    <a:pt x="21451" y="22156"/>
                    <a:pt x="21468" y="22162"/>
                    <a:pt x="21487" y="22162"/>
                  </a:cubicBezTo>
                  <a:cubicBezTo>
                    <a:pt x="21502" y="22162"/>
                    <a:pt x="21519" y="22156"/>
                    <a:pt x="21531" y="22146"/>
                  </a:cubicBezTo>
                  <a:lnTo>
                    <a:pt x="21627" y="22055"/>
                  </a:lnTo>
                  <a:cubicBezTo>
                    <a:pt x="21654" y="22029"/>
                    <a:pt x="21656" y="21989"/>
                    <a:pt x="21630" y="21962"/>
                  </a:cubicBezTo>
                  <a:cubicBezTo>
                    <a:pt x="21617" y="21948"/>
                    <a:pt x="21600" y="21941"/>
                    <a:pt x="21582" y="21941"/>
                  </a:cubicBezTo>
                  <a:close/>
                  <a:moveTo>
                    <a:pt x="4201" y="22119"/>
                  </a:moveTo>
                  <a:cubicBezTo>
                    <a:pt x="4183" y="22119"/>
                    <a:pt x="4165" y="22126"/>
                    <a:pt x="4152" y="22140"/>
                  </a:cubicBezTo>
                  <a:cubicBezTo>
                    <a:pt x="4128" y="22167"/>
                    <a:pt x="4129" y="22208"/>
                    <a:pt x="4156" y="22233"/>
                  </a:cubicBezTo>
                  <a:cubicBezTo>
                    <a:pt x="4190" y="22264"/>
                    <a:pt x="4222" y="22293"/>
                    <a:pt x="4254" y="22323"/>
                  </a:cubicBezTo>
                  <a:cubicBezTo>
                    <a:pt x="4267" y="22334"/>
                    <a:pt x="4283" y="22339"/>
                    <a:pt x="4298" y="22339"/>
                  </a:cubicBezTo>
                  <a:cubicBezTo>
                    <a:pt x="4316" y="22339"/>
                    <a:pt x="4335" y="22331"/>
                    <a:pt x="4348" y="22318"/>
                  </a:cubicBezTo>
                  <a:cubicBezTo>
                    <a:pt x="4372" y="22290"/>
                    <a:pt x="4370" y="22248"/>
                    <a:pt x="4343" y="22224"/>
                  </a:cubicBezTo>
                  <a:cubicBezTo>
                    <a:pt x="4311" y="22195"/>
                    <a:pt x="4278" y="22166"/>
                    <a:pt x="4246" y="22136"/>
                  </a:cubicBezTo>
                  <a:cubicBezTo>
                    <a:pt x="4233" y="22124"/>
                    <a:pt x="4217" y="22119"/>
                    <a:pt x="4201" y="22119"/>
                  </a:cubicBezTo>
                  <a:close/>
                  <a:moveTo>
                    <a:pt x="20993" y="22466"/>
                  </a:moveTo>
                  <a:cubicBezTo>
                    <a:pt x="20978" y="22466"/>
                    <a:pt x="20963" y="22472"/>
                    <a:pt x="20951" y="22483"/>
                  </a:cubicBezTo>
                  <a:lnTo>
                    <a:pt x="20849" y="22567"/>
                  </a:lnTo>
                  <a:cubicBezTo>
                    <a:pt x="20822" y="22590"/>
                    <a:pt x="20818" y="22632"/>
                    <a:pt x="20840" y="22661"/>
                  </a:cubicBezTo>
                  <a:cubicBezTo>
                    <a:pt x="20853" y="22677"/>
                    <a:pt x="20873" y="22684"/>
                    <a:pt x="20891" y="22684"/>
                  </a:cubicBezTo>
                  <a:cubicBezTo>
                    <a:pt x="20906" y="22684"/>
                    <a:pt x="20921" y="22679"/>
                    <a:pt x="20935" y="22668"/>
                  </a:cubicBezTo>
                  <a:lnTo>
                    <a:pt x="21036" y="22584"/>
                  </a:lnTo>
                  <a:cubicBezTo>
                    <a:pt x="21064" y="22559"/>
                    <a:pt x="21067" y="22519"/>
                    <a:pt x="21044" y="22490"/>
                  </a:cubicBezTo>
                  <a:cubicBezTo>
                    <a:pt x="21030" y="22475"/>
                    <a:pt x="21012" y="22466"/>
                    <a:pt x="20993" y="22466"/>
                  </a:cubicBezTo>
                  <a:close/>
                  <a:moveTo>
                    <a:pt x="4802" y="22634"/>
                  </a:moveTo>
                  <a:cubicBezTo>
                    <a:pt x="4782" y="22634"/>
                    <a:pt x="4763" y="22643"/>
                    <a:pt x="4750" y="22659"/>
                  </a:cubicBezTo>
                  <a:cubicBezTo>
                    <a:pt x="4727" y="22688"/>
                    <a:pt x="4732" y="22729"/>
                    <a:pt x="4760" y="22753"/>
                  </a:cubicBezTo>
                  <a:lnTo>
                    <a:pt x="4863" y="22836"/>
                  </a:lnTo>
                  <a:cubicBezTo>
                    <a:pt x="4875" y="22845"/>
                    <a:pt x="4891" y="22850"/>
                    <a:pt x="4904" y="22850"/>
                  </a:cubicBezTo>
                  <a:cubicBezTo>
                    <a:pt x="4923" y="22850"/>
                    <a:pt x="4943" y="22841"/>
                    <a:pt x="4955" y="22824"/>
                  </a:cubicBezTo>
                  <a:cubicBezTo>
                    <a:pt x="4979" y="22795"/>
                    <a:pt x="4974" y="22754"/>
                    <a:pt x="4945" y="22730"/>
                  </a:cubicBezTo>
                  <a:lnTo>
                    <a:pt x="4843" y="22648"/>
                  </a:lnTo>
                  <a:cubicBezTo>
                    <a:pt x="4831" y="22639"/>
                    <a:pt x="4816" y="22634"/>
                    <a:pt x="4802" y="22634"/>
                  </a:cubicBezTo>
                  <a:close/>
                  <a:moveTo>
                    <a:pt x="20372" y="22959"/>
                  </a:moveTo>
                  <a:cubicBezTo>
                    <a:pt x="20358" y="22959"/>
                    <a:pt x="20345" y="22963"/>
                    <a:pt x="20333" y="22972"/>
                  </a:cubicBezTo>
                  <a:cubicBezTo>
                    <a:pt x="20298" y="22999"/>
                    <a:pt x="20264" y="23025"/>
                    <a:pt x="20228" y="23051"/>
                  </a:cubicBezTo>
                  <a:cubicBezTo>
                    <a:pt x="20198" y="23072"/>
                    <a:pt x="20190" y="23113"/>
                    <a:pt x="20213" y="23143"/>
                  </a:cubicBezTo>
                  <a:cubicBezTo>
                    <a:pt x="20225" y="23160"/>
                    <a:pt x="20246" y="23169"/>
                    <a:pt x="20266" y="23169"/>
                  </a:cubicBezTo>
                  <a:cubicBezTo>
                    <a:pt x="20279" y="23169"/>
                    <a:pt x="20293" y="23165"/>
                    <a:pt x="20303" y="23157"/>
                  </a:cubicBezTo>
                  <a:cubicBezTo>
                    <a:pt x="20339" y="23131"/>
                    <a:pt x="20375" y="23106"/>
                    <a:pt x="20410" y="23078"/>
                  </a:cubicBezTo>
                  <a:cubicBezTo>
                    <a:pt x="20440" y="23057"/>
                    <a:pt x="20446" y="23016"/>
                    <a:pt x="20425" y="22986"/>
                  </a:cubicBezTo>
                  <a:cubicBezTo>
                    <a:pt x="20412" y="22968"/>
                    <a:pt x="20392" y="22959"/>
                    <a:pt x="20372" y="22959"/>
                  </a:cubicBezTo>
                  <a:close/>
                  <a:moveTo>
                    <a:pt x="5431" y="23114"/>
                  </a:moveTo>
                  <a:cubicBezTo>
                    <a:pt x="5411" y="23114"/>
                    <a:pt x="5391" y="23124"/>
                    <a:pt x="5378" y="23142"/>
                  </a:cubicBezTo>
                  <a:cubicBezTo>
                    <a:pt x="5356" y="23170"/>
                    <a:pt x="5363" y="23211"/>
                    <a:pt x="5393" y="23234"/>
                  </a:cubicBezTo>
                  <a:lnTo>
                    <a:pt x="5502" y="23310"/>
                  </a:lnTo>
                  <a:cubicBezTo>
                    <a:pt x="5515" y="23318"/>
                    <a:pt x="5527" y="23322"/>
                    <a:pt x="5540" y="23322"/>
                  </a:cubicBezTo>
                  <a:cubicBezTo>
                    <a:pt x="5561" y="23322"/>
                    <a:pt x="5582" y="23311"/>
                    <a:pt x="5594" y="23293"/>
                  </a:cubicBezTo>
                  <a:cubicBezTo>
                    <a:pt x="5614" y="23264"/>
                    <a:pt x="5607" y="23221"/>
                    <a:pt x="5577" y="23201"/>
                  </a:cubicBezTo>
                  <a:lnTo>
                    <a:pt x="5470" y="23126"/>
                  </a:lnTo>
                  <a:cubicBezTo>
                    <a:pt x="5458" y="23118"/>
                    <a:pt x="5445" y="23114"/>
                    <a:pt x="5431" y="23114"/>
                  </a:cubicBezTo>
                  <a:close/>
                  <a:moveTo>
                    <a:pt x="19723" y="23412"/>
                  </a:moveTo>
                  <a:cubicBezTo>
                    <a:pt x="19710" y="23412"/>
                    <a:pt x="19697" y="23415"/>
                    <a:pt x="19686" y="23423"/>
                  </a:cubicBezTo>
                  <a:lnTo>
                    <a:pt x="19576" y="23493"/>
                  </a:lnTo>
                  <a:cubicBezTo>
                    <a:pt x="19545" y="23512"/>
                    <a:pt x="19536" y="23553"/>
                    <a:pt x="19555" y="23584"/>
                  </a:cubicBezTo>
                  <a:cubicBezTo>
                    <a:pt x="19568" y="23604"/>
                    <a:pt x="19590" y="23614"/>
                    <a:pt x="19611" y="23614"/>
                  </a:cubicBezTo>
                  <a:cubicBezTo>
                    <a:pt x="19625" y="23614"/>
                    <a:pt x="19636" y="23610"/>
                    <a:pt x="19646" y="23604"/>
                  </a:cubicBezTo>
                  <a:lnTo>
                    <a:pt x="19758" y="23532"/>
                  </a:lnTo>
                  <a:cubicBezTo>
                    <a:pt x="19788" y="23513"/>
                    <a:pt x="19797" y="23472"/>
                    <a:pt x="19776" y="23441"/>
                  </a:cubicBezTo>
                  <a:cubicBezTo>
                    <a:pt x="19765" y="23422"/>
                    <a:pt x="19744" y="23412"/>
                    <a:pt x="19723" y="23412"/>
                  </a:cubicBezTo>
                  <a:close/>
                  <a:moveTo>
                    <a:pt x="6092" y="23554"/>
                  </a:moveTo>
                  <a:cubicBezTo>
                    <a:pt x="6070" y="23554"/>
                    <a:pt x="6049" y="23565"/>
                    <a:pt x="6037" y="23585"/>
                  </a:cubicBezTo>
                  <a:cubicBezTo>
                    <a:pt x="6017" y="23615"/>
                    <a:pt x="6028" y="23656"/>
                    <a:pt x="6058" y="23676"/>
                  </a:cubicBezTo>
                  <a:lnTo>
                    <a:pt x="6171" y="23745"/>
                  </a:lnTo>
                  <a:cubicBezTo>
                    <a:pt x="6182" y="23751"/>
                    <a:pt x="6193" y="23754"/>
                    <a:pt x="6206" y="23754"/>
                  </a:cubicBezTo>
                  <a:cubicBezTo>
                    <a:pt x="6227" y="23754"/>
                    <a:pt x="6249" y="23742"/>
                    <a:pt x="6262" y="23723"/>
                  </a:cubicBezTo>
                  <a:cubicBezTo>
                    <a:pt x="6280" y="23692"/>
                    <a:pt x="6270" y="23651"/>
                    <a:pt x="6239" y="23632"/>
                  </a:cubicBezTo>
                  <a:lnTo>
                    <a:pt x="6127" y="23563"/>
                  </a:lnTo>
                  <a:cubicBezTo>
                    <a:pt x="6116" y="23557"/>
                    <a:pt x="6104" y="23554"/>
                    <a:pt x="6092" y="23554"/>
                  </a:cubicBezTo>
                  <a:close/>
                  <a:moveTo>
                    <a:pt x="19045" y="23821"/>
                  </a:moveTo>
                  <a:cubicBezTo>
                    <a:pt x="19034" y="23821"/>
                    <a:pt x="19023" y="23824"/>
                    <a:pt x="19013" y="23829"/>
                  </a:cubicBezTo>
                  <a:cubicBezTo>
                    <a:pt x="18976" y="23851"/>
                    <a:pt x="18937" y="23873"/>
                    <a:pt x="18899" y="23894"/>
                  </a:cubicBezTo>
                  <a:cubicBezTo>
                    <a:pt x="18867" y="23911"/>
                    <a:pt x="18855" y="23951"/>
                    <a:pt x="18874" y="23983"/>
                  </a:cubicBezTo>
                  <a:cubicBezTo>
                    <a:pt x="18885" y="24004"/>
                    <a:pt x="18908" y="24017"/>
                    <a:pt x="18931" y="24017"/>
                  </a:cubicBezTo>
                  <a:cubicBezTo>
                    <a:pt x="18942" y="24017"/>
                    <a:pt x="18954" y="24014"/>
                    <a:pt x="18962" y="24008"/>
                  </a:cubicBezTo>
                  <a:cubicBezTo>
                    <a:pt x="19001" y="23988"/>
                    <a:pt x="19038" y="23966"/>
                    <a:pt x="19077" y="23945"/>
                  </a:cubicBezTo>
                  <a:cubicBezTo>
                    <a:pt x="19109" y="23926"/>
                    <a:pt x="19120" y="23887"/>
                    <a:pt x="19103" y="23855"/>
                  </a:cubicBezTo>
                  <a:cubicBezTo>
                    <a:pt x="19090" y="23833"/>
                    <a:pt x="19068" y="23821"/>
                    <a:pt x="19045" y="23821"/>
                  </a:cubicBezTo>
                  <a:close/>
                  <a:moveTo>
                    <a:pt x="6778" y="23949"/>
                  </a:moveTo>
                  <a:cubicBezTo>
                    <a:pt x="6754" y="23949"/>
                    <a:pt x="6732" y="23961"/>
                    <a:pt x="6719" y="23983"/>
                  </a:cubicBezTo>
                  <a:cubicBezTo>
                    <a:pt x="6703" y="24014"/>
                    <a:pt x="6714" y="24054"/>
                    <a:pt x="6746" y="24073"/>
                  </a:cubicBezTo>
                  <a:cubicBezTo>
                    <a:pt x="6786" y="24094"/>
                    <a:pt x="6825" y="24115"/>
                    <a:pt x="6863" y="24135"/>
                  </a:cubicBezTo>
                  <a:cubicBezTo>
                    <a:pt x="6874" y="24140"/>
                    <a:pt x="6884" y="24142"/>
                    <a:pt x="6894" y="24142"/>
                  </a:cubicBezTo>
                  <a:cubicBezTo>
                    <a:pt x="6919" y="24142"/>
                    <a:pt x="6942" y="24130"/>
                    <a:pt x="6953" y="24107"/>
                  </a:cubicBezTo>
                  <a:cubicBezTo>
                    <a:pt x="6970" y="24074"/>
                    <a:pt x="6958" y="24034"/>
                    <a:pt x="6925" y="24017"/>
                  </a:cubicBezTo>
                  <a:cubicBezTo>
                    <a:pt x="6886" y="23997"/>
                    <a:pt x="6847" y="23977"/>
                    <a:pt x="6809" y="23956"/>
                  </a:cubicBezTo>
                  <a:cubicBezTo>
                    <a:pt x="6799" y="23951"/>
                    <a:pt x="6788" y="23949"/>
                    <a:pt x="6778" y="23949"/>
                  </a:cubicBezTo>
                  <a:close/>
                  <a:moveTo>
                    <a:pt x="18346" y="24187"/>
                  </a:moveTo>
                  <a:cubicBezTo>
                    <a:pt x="18336" y="24187"/>
                    <a:pt x="18326" y="24189"/>
                    <a:pt x="18317" y="24193"/>
                  </a:cubicBezTo>
                  <a:cubicBezTo>
                    <a:pt x="18279" y="24213"/>
                    <a:pt x="18239" y="24231"/>
                    <a:pt x="18199" y="24250"/>
                  </a:cubicBezTo>
                  <a:cubicBezTo>
                    <a:pt x="18167" y="24265"/>
                    <a:pt x="18152" y="24305"/>
                    <a:pt x="18168" y="24339"/>
                  </a:cubicBezTo>
                  <a:cubicBezTo>
                    <a:pt x="18179" y="24362"/>
                    <a:pt x="18203" y="24377"/>
                    <a:pt x="18228" y="24377"/>
                  </a:cubicBezTo>
                  <a:cubicBezTo>
                    <a:pt x="18238" y="24377"/>
                    <a:pt x="18246" y="24375"/>
                    <a:pt x="18256" y="24370"/>
                  </a:cubicBezTo>
                  <a:lnTo>
                    <a:pt x="18374" y="24313"/>
                  </a:lnTo>
                  <a:cubicBezTo>
                    <a:pt x="18408" y="24298"/>
                    <a:pt x="18420" y="24258"/>
                    <a:pt x="18405" y="24224"/>
                  </a:cubicBezTo>
                  <a:cubicBezTo>
                    <a:pt x="18394" y="24201"/>
                    <a:pt x="18371" y="24187"/>
                    <a:pt x="18346" y="24187"/>
                  </a:cubicBezTo>
                  <a:close/>
                  <a:moveTo>
                    <a:pt x="7488" y="24303"/>
                  </a:moveTo>
                  <a:cubicBezTo>
                    <a:pt x="7463" y="24303"/>
                    <a:pt x="7439" y="24317"/>
                    <a:pt x="7428" y="24341"/>
                  </a:cubicBezTo>
                  <a:cubicBezTo>
                    <a:pt x="7413" y="24373"/>
                    <a:pt x="7426" y="24412"/>
                    <a:pt x="7460" y="24428"/>
                  </a:cubicBezTo>
                  <a:cubicBezTo>
                    <a:pt x="7501" y="24447"/>
                    <a:pt x="7541" y="24465"/>
                    <a:pt x="7582" y="24483"/>
                  </a:cubicBezTo>
                  <a:cubicBezTo>
                    <a:pt x="7590" y="24488"/>
                    <a:pt x="7599" y="24489"/>
                    <a:pt x="7608" y="24489"/>
                  </a:cubicBezTo>
                  <a:cubicBezTo>
                    <a:pt x="7634" y="24489"/>
                    <a:pt x="7658" y="24475"/>
                    <a:pt x="7669" y="24451"/>
                  </a:cubicBezTo>
                  <a:cubicBezTo>
                    <a:pt x="7684" y="24418"/>
                    <a:pt x="7669" y="24380"/>
                    <a:pt x="7635" y="24364"/>
                  </a:cubicBezTo>
                  <a:cubicBezTo>
                    <a:pt x="7594" y="24346"/>
                    <a:pt x="7554" y="24326"/>
                    <a:pt x="7515" y="24309"/>
                  </a:cubicBezTo>
                  <a:cubicBezTo>
                    <a:pt x="7506" y="24305"/>
                    <a:pt x="7497" y="24303"/>
                    <a:pt x="7488" y="24303"/>
                  </a:cubicBezTo>
                  <a:close/>
                  <a:moveTo>
                    <a:pt x="17625" y="24510"/>
                  </a:moveTo>
                  <a:cubicBezTo>
                    <a:pt x="17617" y="24510"/>
                    <a:pt x="17609" y="24511"/>
                    <a:pt x="17601" y="24515"/>
                  </a:cubicBezTo>
                  <a:cubicBezTo>
                    <a:pt x="17561" y="24531"/>
                    <a:pt x="17520" y="24546"/>
                    <a:pt x="17479" y="24564"/>
                  </a:cubicBezTo>
                  <a:cubicBezTo>
                    <a:pt x="17444" y="24577"/>
                    <a:pt x="17429" y="24615"/>
                    <a:pt x="17442" y="24649"/>
                  </a:cubicBezTo>
                  <a:cubicBezTo>
                    <a:pt x="17452" y="24675"/>
                    <a:pt x="17478" y="24692"/>
                    <a:pt x="17504" y="24692"/>
                  </a:cubicBezTo>
                  <a:cubicBezTo>
                    <a:pt x="17512" y="24692"/>
                    <a:pt x="17520" y="24690"/>
                    <a:pt x="17528" y="24687"/>
                  </a:cubicBezTo>
                  <a:lnTo>
                    <a:pt x="17651" y="24637"/>
                  </a:lnTo>
                  <a:cubicBezTo>
                    <a:pt x="17684" y="24623"/>
                    <a:pt x="17700" y="24584"/>
                    <a:pt x="17687" y="24551"/>
                  </a:cubicBezTo>
                  <a:cubicBezTo>
                    <a:pt x="17677" y="24526"/>
                    <a:pt x="17651" y="24510"/>
                    <a:pt x="17625" y="24510"/>
                  </a:cubicBezTo>
                  <a:close/>
                  <a:moveTo>
                    <a:pt x="8218" y="24610"/>
                  </a:moveTo>
                  <a:cubicBezTo>
                    <a:pt x="8192" y="24610"/>
                    <a:pt x="8167" y="24626"/>
                    <a:pt x="8157" y="24653"/>
                  </a:cubicBezTo>
                  <a:cubicBezTo>
                    <a:pt x="8144" y="24688"/>
                    <a:pt x="8161" y="24726"/>
                    <a:pt x="8196" y="24739"/>
                  </a:cubicBezTo>
                  <a:cubicBezTo>
                    <a:pt x="8237" y="24754"/>
                    <a:pt x="8277" y="24771"/>
                    <a:pt x="8319" y="24786"/>
                  </a:cubicBezTo>
                  <a:cubicBezTo>
                    <a:pt x="8327" y="24789"/>
                    <a:pt x="8335" y="24790"/>
                    <a:pt x="8342" y="24790"/>
                  </a:cubicBezTo>
                  <a:cubicBezTo>
                    <a:pt x="8370" y="24790"/>
                    <a:pt x="8395" y="24774"/>
                    <a:pt x="8403" y="24746"/>
                  </a:cubicBezTo>
                  <a:cubicBezTo>
                    <a:pt x="8417" y="24713"/>
                    <a:pt x="8399" y="24674"/>
                    <a:pt x="8365" y="24662"/>
                  </a:cubicBezTo>
                  <a:cubicBezTo>
                    <a:pt x="8325" y="24647"/>
                    <a:pt x="8284" y="24630"/>
                    <a:pt x="8243" y="24615"/>
                  </a:cubicBezTo>
                  <a:cubicBezTo>
                    <a:pt x="8235" y="24612"/>
                    <a:pt x="8226" y="24610"/>
                    <a:pt x="8218" y="24610"/>
                  </a:cubicBezTo>
                  <a:close/>
                  <a:moveTo>
                    <a:pt x="16884" y="24788"/>
                  </a:moveTo>
                  <a:cubicBezTo>
                    <a:pt x="16877" y="24788"/>
                    <a:pt x="16870" y="24789"/>
                    <a:pt x="16863" y="24791"/>
                  </a:cubicBezTo>
                  <a:lnTo>
                    <a:pt x="16739" y="24832"/>
                  </a:lnTo>
                  <a:cubicBezTo>
                    <a:pt x="16704" y="24843"/>
                    <a:pt x="16685" y="24880"/>
                    <a:pt x="16696" y="24915"/>
                  </a:cubicBezTo>
                  <a:cubicBezTo>
                    <a:pt x="16705" y="24943"/>
                    <a:pt x="16731" y="24961"/>
                    <a:pt x="16760" y="24961"/>
                  </a:cubicBezTo>
                  <a:cubicBezTo>
                    <a:pt x="16766" y="24961"/>
                    <a:pt x="16773" y="24960"/>
                    <a:pt x="16780" y="24957"/>
                  </a:cubicBezTo>
                  <a:lnTo>
                    <a:pt x="16905" y="24915"/>
                  </a:lnTo>
                  <a:cubicBezTo>
                    <a:pt x="16940" y="24904"/>
                    <a:pt x="16957" y="24867"/>
                    <a:pt x="16946" y="24832"/>
                  </a:cubicBezTo>
                  <a:cubicBezTo>
                    <a:pt x="16937" y="24806"/>
                    <a:pt x="16912" y="24788"/>
                    <a:pt x="16884" y="24788"/>
                  </a:cubicBezTo>
                  <a:close/>
                  <a:moveTo>
                    <a:pt x="8967" y="24873"/>
                  </a:moveTo>
                  <a:cubicBezTo>
                    <a:pt x="8939" y="24873"/>
                    <a:pt x="8912" y="24891"/>
                    <a:pt x="8904" y="24919"/>
                  </a:cubicBezTo>
                  <a:cubicBezTo>
                    <a:pt x="8893" y="24954"/>
                    <a:pt x="8913" y="24991"/>
                    <a:pt x="8948" y="25002"/>
                  </a:cubicBezTo>
                  <a:lnTo>
                    <a:pt x="9076" y="25042"/>
                  </a:lnTo>
                  <a:cubicBezTo>
                    <a:pt x="9082" y="25043"/>
                    <a:pt x="9088" y="25045"/>
                    <a:pt x="9094" y="25045"/>
                  </a:cubicBezTo>
                  <a:cubicBezTo>
                    <a:pt x="9123" y="25045"/>
                    <a:pt x="9149" y="25026"/>
                    <a:pt x="9157" y="24996"/>
                  </a:cubicBezTo>
                  <a:cubicBezTo>
                    <a:pt x="9169" y="24961"/>
                    <a:pt x="9148" y="24924"/>
                    <a:pt x="9113" y="24914"/>
                  </a:cubicBezTo>
                  <a:lnTo>
                    <a:pt x="8987" y="24876"/>
                  </a:lnTo>
                  <a:cubicBezTo>
                    <a:pt x="8980" y="24874"/>
                    <a:pt x="8973" y="24873"/>
                    <a:pt x="8967" y="24873"/>
                  </a:cubicBezTo>
                  <a:close/>
                  <a:moveTo>
                    <a:pt x="16127" y="25018"/>
                  </a:moveTo>
                  <a:cubicBezTo>
                    <a:pt x="16122" y="25018"/>
                    <a:pt x="16116" y="25019"/>
                    <a:pt x="16110" y="25020"/>
                  </a:cubicBezTo>
                  <a:lnTo>
                    <a:pt x="15983" y="25053"/>
                  </a:lnTo>
                  <a:cubicBezTo>
                    <a:pt x="15947" y="25062"/>
                    <a:pt x="15927" y="25098"/>
                    <a:pt x="15936" y="25134"/>
                  </a:cubicBezTo>
                  <a:cubicBezTo>
                    <a:pt x="15943" y="25164"/>
                    <a:pt x="15970" y="25184"/>
                    <a:pt x="15999" y="25184"/>
                  </a:cubicBezTo>
                  <a:cubicBezTo>
                    <a:pt x="16005" y="25184"/>
                    <a:pt x="16011" y="25184"/>
                    <a:pt x="16016" y="25181"/>
                  </a:cubicBezTo>
                  <a:lnTo>
                    <a:pt x="16144" y="25147"/>
                  </a:lnTo>
                  <a:cubicBezTo>
                    <a:pt x="16179" y="25138"/>
                    <a:pt x="16199" y="25102"/>
                    <a:pt x="16190" y="25066"/>
                  </a:cubicBezTo>
                  <a:cubicBezTo>
                    <a:pt x="16183" y="25037"/>
                    <a:pt x="16157" y="25018"/>
                    <a:pt x="16127" y="25018"/>
                  </a:cubicBezTo>
                  <a:close/>
                  <a:moveTo>
                    <a:pt x="9733" y="25087"/>
                  </a:moveTo>
                  <a:cubicBezTo>
                    <a:pt x="9702" y="25087"/>
                    <a:pt x="9674" y="25107"/>
                    <a:pt x="9666" y="25138"/>
                  </a:cubicBezTo>
                  <a:cubicBezTo>
                    <a:pt x="9657" y="25174"/>
                    <a:pt x="9679" y="25210"/>
                    <a:pt x="9715" y="25219"/>
                  </a:cubicBezTo>
                  <a:cubicBezTo>
                    <a:pt x="9758" y="25229"/>
                    <a:pt x="9800" y="25239"/>
                    <a:pt x="9844" y="25249"/>
                  </a:cubicBezTo>
                  <a:cubicBezTo>
                    <a:pt x="9849" y="25250"/>
                    <a:pt x="9854" y="25250"/>
                    <a:pt x="9859" y="25250"/>
                  </a:cubicBezTo>
                  <a:cubicBezTo>
                    <a:pt x="9889" y="25250"/>
                    <a:pt x="9916" y="25230"/>
                    <a:pt x="9923" y="25199"/>
                  </a:cubicBezTo>
                  <a:cubicBezTo>
                    <a:pt x="9932" y="25163"/>
                    <a:pt x="9911" y="25128"/>
                    <a:pt x="9875" y="25119"/>
                  </a:cubicBezTo>
                  <a:cubicBezTo>
                    <a:pt x="9831" y="25109"/>
                    <a:pt x="9789" y="25099"/>
                    <a:pt x="9747" y="25089"/>
                  </a:cubicBezTo>
                  <a:cubicBezTo>
                    <a:pt x="9742" y="25088"/>
                    <a:pt x="9737" y="25087"/>
                    <a:pt x="9733" y="25087"/>
                  </a:cubicBezTo>
                  <a:close/>
                  <a:moveTo>
                    <a:pt x="15356" y="25200"/>
                  </a:moveTo>
                  <a:cubicBezTo>
                    <a:pt x="15352" y="25200"/>
                    <a:pt x="15348" y="25201"/>
                    <a:pt x="15344" y="25201"/>
                  </a:cubicBezTo>
                  <a:lnTo>
                    <a:pt x="15215" y="25227"/>
                  </a:lnTo>
                  <a:cubicBezTo>
                    <a:pt x="15178" y="25235"/>
                    <a:pt x="15155" y="25270"/>
                    <a:pt x="15162" y="25306"/>
                  </a:cubicBezTo>
                  <a:cubicBezTo>
                    <a:pt x="15168" y="25337"/>
                    <a:pt x="15196" y="25359"/>
                    <a:pt x="15227" y="25359"/>
                  </a:cubicBezTo>
                  <a:cubicBezTo>
                    <a:pt x="15232" y="25359"/>
                    <a:pt x="15236" y="25358"/>
                    <a:pt x="15240" y="25357"/>
                  </a:cubicBezTo>
                  <a:lnTo>
                    <a:pt x="15370" y="25331"/>
                  </a:lnTo>
                  <a:cubicBezTo>
                    <a:pt x="15406" y="25323"/>
                    <a:pt x="15430" y="25288"/>
                    <a:pt x="15421" y="25252"/>
                  </a:cubicBezTo>
                  <a:cubicBezTo>
                    <a:pt x="15415" y="25221"/>
                    <a:pt x="15386" y="25200"/>
                    <a:pt x="15356" y="25200"/>
                  </a:cubicBezTo>
                  <a:close/>
                  <a:moveTo>
                    <a:pt x="10504" y="25252"/>
                  </a:moveTo>
                  <a:cubicBezTo>
                    <a:pt x="10473" y="25252"/>
                    <a:pt x="10444" y="25275"/>
                    <a:pt x="10438" y="25307"/>
                  </a:cubicBezTo>
                  <a:cubicBezTo>
                    <a:pt x="10432" y="25343"/>
                    <a:pt x="10457" y="25377"/>
                    <a:pt x="10493" y="25383"/>
                  </a:cubicBezTo>
                  <a:lnTo>
                    <a:pt x="10623" y="25406"/>
                  </a:lnTo>
                  <a:cubicBezTo>
                    <a:pt x="10627" y="25408"/>
                    <a:pt x="10631" y="25408"/>
                    <a:pt x="10634" y="25408"/>
                  </a:cubicBezTo>
                  <a:cubicBezTo>
                    <a:pt x="10667" y="25408"/>
                    <a:pt x="10694" y="25384"/>
                    <a:pt x="10698" y="25353"/>
                  </a:cubicBezTo>
                  <a:cubicBezTo>
                    <a:pt x="10704" y="25317"/>
                    <a:pt x="10680" y="25282"/>
                    <a:pt x="10644" y="25276"/>
                  </a:cubicBezTo>
                  <a:lnTo>
                    <a:pt x="10515" y="25252"/>
                  </a:lnTo>
                  <a:cubicBezTo>
                    <a:pt x="10512" y="25252"/>
                    <a:pt x="10508" y="25252"/>
                    <a:pt x="10504" y="25252"/>
                  </a:cubicBezTo>
                  <a:close/>
                  <a:moveTo>
                    <a:pt x="14577" y="25334"/>
                  </a:moveTo>
                  <a:cubicBezTo>
                    <a:pt x="14574" y="25334"/>
                    <a:pt x="14571" y="25334"/>
                    <a:pt x="14568" y="25334"/>
                  </a:cubicBezTo>
                  <a:lnTo>
                    <a:pt x="14438" y="25353"/>
                  </a:lnTo>
                  <a:cubicBezTo>
                    <a:pt x="14401" y="25358"/>
                    <a:pt x="14376" y="25391"/>
                    <a:pt x="14381" y="25426"/>
                  </a:cubicBezTo>
                  <a:cubicBezTo>
                    <a:pt x="14384" y="25460"/>
                    <a:pt x="14413" y="25485"/>
                    <a:pt x="14445" y="25485"/>
                  </a:cubicBezTo>
                  <a:cubicBezTo>
                    <a:pt x="14448" y="25485"/>
                    <a:pt x="14452" y="25485"/>
                    <a:pt x="14454" y="25483"/>
                  </a:cubicBezTo>
                  <a:lnTo>
                    <a:pt x="14586" y="25465"/>
                  </a:lnTo>
                  <a:cubicBezTo>
                    <a:pt x="14622" y="25460"/>
                    <a:pt x="14648" y="25426"/>
                    <a:pt x="14643" y="25391"/>
                  </a:cubicBezTo>
                  <a:cubicBezTo>
                    <a:pt x="14638" y="25358"/>
                    <a:pt x="14609" y="25334"/>
                    <a:pt x="14577" y="25334"/>
                  </a:cubicBezTo>
                  <a:close/>
                  <a:moveTo>
                    <a:pt x="11285" y="25370"/>
                  </a:moveTo>
                  <a:cubicBezTo>
                    <a:pt x="11254" y="25370"/>
                    <a:pt x="11225" y="25395"/>
                    <a:pt x="11221" y="25427"/>
                  </a:cubicBezTo>
                  <a:cubicBezTo>
                    <a:pt x="11216" y="25464"/>
                    <a:pt x="11243" y="25497"/>
                    <a:pt x="11279" y="25501"/>
                  </a:cubicBezTo>
                  <a:lnTo>
                    <a:pt x="11410" y="25516"/>
                  </a:lnTo>
                  <a:lnTo>
                    <a:pt x="11418" y="25516"/>
                  </a:lnTo>
                  <a:cubicBezTo>
                    <a:pt x="11451" y="25516"/>
                    <a:pt x="11481" y="25492"/>
                    <a:pt x="11483" y="25457"/>
                  </a:cubicBezTo>
                  <a:cubicBezTo>
                    <a:pt x="11487" y="25421"/>
                    <a:pt x="11461" y="25389"/>
                    <a:pt x="11425" y="25384"/>
                  </a:cubicBezTo>
                  <a:lnTo>
                    <a:pt x="11294" y="25370"/>
                  </a:lnTo>
                  <a:cubicBezTo>
                    <a:pt x="11291" y="25370"/>
                    <a:pt x="11288" y="25370"/>
                    <a:pt x="11285" y="25370"/>
                  </a:cubicBezTo>
                  <a:close/>
                  <a:moveTo>
                    <a:pt x="13788" y="25421"/>
                  </a:moveTo>
                  <a:cubicBezTo>
                    <a:pt x="13787" y="25421"/>
                    <a:pt x="13785" y="25421"/>
                    <a:pt x="13784" y="25421"/>
                  </a:cubicBezTo>
                  <a:lnTo>
                    <a:pt x="13654" y="25431"/>
                  </a:lnTo>
                  <a:cubicBezTo>
                    <a:pt x="13618" y="25434"/>
                    <a:pt x="13590" y="25464"/>
                    <a:pt x="13592" y="25501"/>
                  </a:cubicBezTo>
                  <a:cubicBezTo>
                    <a:pt x="13594" y="25536"/>
                    <a:pt x="13624" y="25563"/>
                    <a:pt x="13657" y="25563"/>
                  </a:cubicBezTo>
                  <a:lnTo>
                    <a:pt x="13662" y="25563"/>
                  </a:lnTo>
                  <a:lnTo>
                    <a:pt x="13794" y="25553"/>
                  </a:lnTo>
                  <a:cubicBezTo>
                    <a:pt x="13830" y="25550"/>
                    <a:pt x="13857" y="25519"/>
                    <a:pt x="13855" y="25483"/>
                  </a:cubicBezTo>
                  <a:cubicBezTo>
                    <a:pt x="13852" y="25447"/>
                    <a:pt x="13819" y="25421"/>
                    <a:pt x="13788" y="25421"/>
                  </a:cubicBezTo>
                  <a:close/>
                  <a:moveTo>
                    <a:pt x="12073" y="25439"/>
                  </a:moveTo>
                  <a:cubicBezTo>
                    <a:pt x="12037" y="25439"/>
                    <a:pt x="12012" y="25468"/>
                    <a:pt x="12009" y="25502"/>
                  </a:cubicBezTo>
                  <a:cubicBezTo>
                    <a:pt x="12008" y="25538"/>
                    <a:pt x="12036" y="25569"/>
                    <a:pt x="12071" y="25572"/>
                  </a:cubicBezTo>
                  <a:lnTo>
                    <a:pt x="12204" y="25578"/>
                  </a:lnTo>
                  <a:lnTo>
                    <a:pt x="12208" y="25578"/>
                  </a:lnTo>
                  <a:cubicBezTo>
                    <a:pt x="12243" y="25578"/>
                    <a:pt x="12273" y="25549"/>
                    <a:pt x="12273" y="25515"/>
                  </a:cubicBezTo>
                  <a:cubicBezTo>
                    <a:pt x="12275" y="25480"/>
                    <a:pt x="12245" y="25447"/>
                    <a:pt x="12210" y="25446"/>
                  </a:cubicBezTo>
                  <a:lnTo>
                    <a:pt x="12079" y="25440"/>
                  </a:lnTo>
                  <a:cubicBezTo>
                    <a:pt x="12077" y="25440"/>
                    <a:pt x="12075" y="25439"/>
                    <a:pt x="12073" y="25439"/>
                  </a:cubicBezTo>
                  <a:close/>
                  <a:moveTo>
                    <a:pt x="12997" y="25457"/>
                  </a:moveTo>
                  <a:lnTo>
                    <a:pt x="12866" y="25459"/>
                  </a:lnTo>
                  <a:cubicBezTo>
                    <a:pt x="12831" y="25459"/>
                    <a:pt x="12801" y="25488"/>
                    <a:pt x="12801" y="25526"/>
                  </a:cubicBezTo>
                  <a:cubicBezTo>
                    <a:pt x="12802" y="25561"/>
                    <a:pt x="12832" y="25590"/>
                    <a:pt x="12868" y="25590"/>
                  </a:cubicBezTo>
                  <a:lnTo>
                    <a:pt x="13001" y="25589"/>
                  </a:lnTo>
                  <a:cubicBezTo>
                    <a:pt x="13037" y="25589"/>
                    <a:pt x="13066" y="25559"/>
                    <a:pt x="13066" y="25523"/>
                  </a:cubicBezTo>
                  <a:cubicBezTo>
                    <a:pt x="13064" y="25487"/>
                    <a:pt x="13035" y="25457"/>
                    <a:pt x="13000" y="25457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34"/>
            <p:cNvSpPr/>
            <p:nvPr/>
          </p:nvSpPr>
          <p:spPr>
            <a:xfrm>
              <a:off x="2649720" y="2648988"/>
              <a:ext cx="997559" cy="914684"/>
            </a:xfrm>
            <a:custGeom>
              <a:rect b="b" l="l" r="r" t="t"/>
              <a:pathLst>
                <a:path extrusionOk="0" h="15838" w="17273">
                  <a:moveTo>
                    <a:pt x="4004" y="0"/>
                  </a:moveTo>
                  <a:cubicBezTo>
                    <a:pt x="1452" y="4710"/>
                    <a:pt x="1" y="10106"/>
                    <a:pt x="1" y="15838"/>
                  </a:cubicBezTo>
                  <a:lnTo>
                    <a:pt x="15309" y="15838"/>
                  </a:lnTo>
                  <a:cubicBezTo>
                    <a:pt x="15309" y="12894"/>
                    <a:pt x="16018" y="10114"/>
                    <a:pt x="17272" y="7662"/>
                  </a:cubicBezTo>
                  <a:lnTo>
                    <a:pt x="4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3199" name="Google Shape;3199;p34"/>
            <p:cNvSpPr/>
            <p:nvPr/>
          </p:nvSpPr>
          <p:spPr>
            <a:xfrm>
              <a:off x="2649720" y="2757854"/>
              <a:ext cx="701173" cy="805878"/>
            </a:xfrm>
            <a:custGeom>
              <a:rect b="b" l="l" r="r" t="t"/>
              <a:pathLst>
                <a:path extrusionOk="0" h="13954" w="12141">
                  <a:moveTo>
                    <a:pt x="3059" y="1"/>
                  </a:moveTo>
                  <a:cubicBezTo>
                    <a:pt x="1095" y="4244"/>
                    <a:pt x="1" y="8971"/>
                    <a:pt x="1" y="13954"/>
                  </a:cubicBezTo>
                  <a:lnTo>
                    <a:pt x="11791" y="13954"/>
                  </a:lnTo>
                  <a:cubicBezTo>
                    <a:pt x="12019" y="13057"/>
                    <a:pt x="12141" y="12115"/>
                    <a:pt x="12141" y="11145"/>
                  </a:cubicBezTo>
                  <a:cubicBezTo>
                    <a:pt x="12141" y="5647"/>
                    <a:pt x="8242" y="1061"/>
                    <a:pt x="3059" y="1"/>
                  </a:cubicBezTo>
                  <a:close/>
                </a:path>
              </a:pathLst>
            </a:custGeom>
            <a:solidFill>
              <a:srgbClr val="FFFFFF">
                <a:alpha val="28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34"/>
            <p:cNvSpPr/>
            <p:nvPr/>
          </p:nvSpPr>
          <p:spPr>
            <a:xfrm>
              <a:off x="2922202" y="3036804"/>
              <a:ext cx="74789" cy="74789"/>
            </a:xfrm>
            <a:custGeom>
              <a:rect b="b" l="l" r="r" t="t"/>
              <a:pathLst>
                <a:path extrusionOk="0" h="1295" w="1295">
                  <a:moveTo>
                    <a:pt x="648" y="0"/>
                  </a:moveTo>
                  <a:cubicBezTo>
                    <a:pt x="290" y="0"/>
                    <a:pt x="1" y="290"/>
                    <a:pt x="1" y="647"/>
                  </a:cubicBezTo>
                  <a:cubicBezTo>
                    <a:pt x="1" y="1005"/>
                    <a:pt x="290" y="1295"/>
                    <a:pt x="648" y="1295"/>
                  </a:cubicBezTo>
                  <a:cubicBezTo>
                    <a:pt x="1005" y="1295"/>
                    <a:pt x="1295" y="1005"/>
                    <a:pt x="1295" y="647"/>
                  </a:cubicBezTo>
                  <a:cubicBezTo>
                    <a:pt x="1295" y="290"/>
                    <a:pt x="1005" y="0"/>
                    <a:pt x="6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34"/>
            <p:cNvSpPr/>
            <p:nvPr/>
          </p:nvSpPr>
          <p:spPr>
            <a:xfrm>
              <a:off x="2913654" y="3262910"/>
              <a:ext cx="34189" cy="155643"/>
            </a:xfrm>
            <a:custGeom>
              <a:rect b="b" l="l" r="r" t="t"/>
              <a:pathLst>
                <a:path extrusionOk="0" h="2695" w="592">
                  <a:moveTo>
                    <a:pt x="0" y="1"/>
                  </a:moveTo>
                  <a:lnTo>
                    <a:pt x="0" y="2399"/>
                  </a:lnTo>
                  <a:cubicBezTo>
                    <a:pt x="0" y="2563"/>
                    <a:pt x="133" y="2695"/>
                    <a:pt x="296" y="2695"/>
                  </a:cubicBezTo>
                  <a:cubicBezTo>
                    <a:pt x="460" y="2695"/>
                    <a:pt x="592" y="2562"/>
                    <a:pt x="591" y="2399"/>
                  </a:cubicBezTo>
                  <a:lnTo>
                    <a:pt x="5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34"/>
            <p:cNvSpPr/>
            <p:nvPr/>
          </p:nvSpPr>
          <p:spPr>
            <a:xfrm>
              <a:off x="2971465" y="3262910"/>
              <a:ext cx="34132" cy="155643"/>
            </a:xfrm>
            <a:custGeom>
              <a:rect b="b" l="l" r="r" t="t"/>
              <a:pathLst>
                <a:path extrusionOk="0" h="2695" w="591">
                  <a:moveTo>
                    <a:pt x="1" y="1"/>
                  </a:moveTo>
                  <a:lnTo>
                    <a:pt x="1" y="2399"/>
                  </a:lnTo>
                  <a:cubicBezTo>
                    <a:pt x="1" y="2563"/>
                    <a:pt x="134" y="2695"/>
                    <a:pt x="297" y="2695"/>
                  </a:cubicBezTo>
                  <a:cubicBezTo>
                    <a:pt x="458" y="2695"/>
                    <a:pt x="590" y="2562"/>
                    <a:pt x="590" y="2399"/>
                  </a:cubicBezTo>
                  <a:lnTo>
                    <a:pt x="5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34"/>
            <p:cNvSpPr/>
            <p:nvPr/>
          </p:nvSpPr>
          <p:spPr>
            <a:xfrm>
              <a:off x="2870743" y="3132560"/>
              <a:ext cx="177878" cy="155585"/>
            </a:xfrm>
            <a:custGeom>
              <a:rect b="b" l="l" r="r" t="t"/>
              <a:pathLst>
                <a:path extrusionOk="0" h="2694" w="3080">
                  <a:moveTo>
                    <a:pt x="599" y="1"/>
                  </a:moveTo>
                  <a:cubicBezTo>
                    <a:pt x="269" y="1"/>
                    <a:pt x="0" y="270"/>
                    <a:pt x="0" y="599"/>
                  </a:cubicBezTo>
                  <a:lnTo>
                    <a:pt x="0" y="2399"/>
                  </a:lnTo>
                  <a:cubicBezTo>
                    <a:pt x="0" y="2561"/>
                    <a:pt x="133" y="2694"/>
                    <a:pt x="296" y="2694"/>
                  </a:cubicBezTo>
                  <a:cubicBezTo>
                    <a:pt x="309" y="2694"/>
                    <a:pt x="324" y="2693"/>
                    <a:pt x="338" y="2691"/>
                  </a:cubicBezTo>
                  <a:cubicBezTo>
                    <a:pt x="487" y="2670"/>
                    <a:pt x="590" y="2527"/>
                    <a:pt x="590" y="2376"/>
                  </a:cubicBezTo>
                  <a:lnTo>
                    <a:pt x="590" y="512"/>
                  </a:lnTo>
                  <a:lnTo>
                    <a:pt x="743" y="512"/>
                  </a:lnTo>
                  <a:lnTo>
                    <a:pt x="743" y="2684"/>
                  </a:lnTo>
                  <a:cubicBezTo>
                    <a:pt x="743" y="2689"/>
                    <a:pt x="747" y="2693"/>
                    <a:pt x="752" y="2693"/>
                  </a:cubicBezTo>
                  <a:lnTo>
                    <a:pt x="2326" y="2693"/>
                  </a:lnTo>
                  <a:cubicBezTo>
                    <a:pt x="2331" y="2693"/>
                    <a:pt x="2334" y="2689"/>
                    <a:pt x="2334" y="2684"/>
                  </a:cubicBezTo>
                  <a:lnTo>
                    <a:pt x="2334" y="512"/>
                  </a:lnTo>
                  <a:lnTo>
                    <a:pt x="2488" y="512"/>
                  </a:lnTo>
                  <a:lnTo>
                    <a:pt x="2488" y="2376"/>
                  </a:lnTo>
                  <a:cubicBezTo>
                    <a:pt x="2488" y="2527"/>
                    <a:pt x="2590" y="2670"/>
                    <a:pt x="2739" y="2691"/>
                  </a:cubicBezTo>
                  <a:cubicBezTo>
                    <a:pt x="2754" y="2693"/>
                    <a:pt x="2768" y="2694"/>
                    <a:pt x="2782" y="2694"/>
                  </a:cubicBezTo>
                  <a:cubicBezTo>
                    <a:pt x="2945" y="2694"/>
                    <a:pt x="3078" y="2561"/>
                    <a:pt x="3078" y="2399"/>
                  </a:cubicBezTo>
                  <a:lnTo>
                    <a:pt x="3078" y="599"/>
                  </a:lnTo>
                  <a:cubicBezTo>
                    <a:pt x="3079" y="268"/>
                    <a:pt x="2810" y="1"/>
                    <a:pt x="24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34"/>
            <p:cNvSpPr/>
            <p:nvPr/>
          </p:nvSpPr>
          <p:spPr>
            <a:xfrm>
              <a:off x="3089398" y="3271111"/>
              <a:ext cx="148886" cy="35460"/>
            </a:xfrm>
            <a:custGeom>
              <a:rect b="b" l="l" r="r" t="t"/>
              <a:pathLst>
                <a:path extrusionOk="0" h="614" w="2578">
                  <a:moveTo>
                    <a:pt x="492" y="0"/>
                  </a:moveTo>
                  <a:lnTo>
                    <a:pt x="0" y="613"/>
                  </a:lnTo>
                  <a:lnTo>
                    <a:pt x="2578" y="613"/>
                  </a:lnTo>
                  <a:lnTo>
                    <a:pt x="20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34"/>
            <p:cNvSpPr/>
            <p:nvPr/>
          </p:nvSpPr>
          <p:spPr>
            <a:xfrm>
              <a:off x="3126361" y="3036804"/>
              <a:ext cx="74789" cy="74789"/>
            </a:xfrm>
            <a:custGeom>
              <a:rect b="b" l="l" r="r" t="t"/>
              <a:pathLst>
                <a:path extrusionOk="0" h="1295" w="1295">
                  <a:moveTo>
                    <a:pt x="648" y="0"/>
                  </a:moveTo>
                  <a:cubicBezTo>
                    <a:pt x="290" y="0"/>
                    <a:pt x="1" y="290"/>
                    <a:pt x="1" y="647"/>
                  </a:cubicBezTo>
                  <a:cubicBezTo>
                    <a:pt x="1" y="1005"/>
                    <a:pt x="290" y="1295"/>
                    <a:pt x="648" y="1295"/>
                  </a:cubicBezTo>
                  <a:cubicBezTo>
                    <a:pt x="1005" y="1295"/>
                    <a:pt x="1295" y="1005"/>
                    <a:pt x="1295" y="647"/>
                  </a:cubicBezTo>
                  <a:cubicBezTo>
                    <a:pt x="1295" y="290"/>
                    <a:pt x="1005" y="0"/>
                    <a:pt x="6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34"/>
            <p:cNvSpPr/>
            <p:nvPr/>
          </p:nvSpPr>
          <p:spPr>
            <a:xfrm>
              <a:off x="3117813" y="3262910"/>
              <a:ext cx="34189" cy="155643"/>
            </a:xfrm>
            <a:custGeom>
              <a:rect b="b" l="l" r="r" t="t"/>
              <a:pathLst>
                <a:path extrusionOk="0" h="2695" w="592">
                  <a:moveTo>
                    <a:pt x="0" y="1"/>
                  </a:moveTo>
                  <a:lnTo>
                    <a:pt x="0" y="2399"/>
                  </a:lnTo>
                  <a:cubicBezTo>
                    <a:pt x="0" y="2563"/>
                    <a:pt x="133" y="2695"/>
                    <a:pt x="296" y="2695"/>
                  </a:cubicBezTo>
                  <a:cubicBezTo>
                    <a:pt x="460" y="2695"/>
                    <a:pt x="592" y="2562"/>
                    <a:pt x="591" y="2399"/>
                  </a:cubicBezTo>
                  <a:lnTo>
                    <a:pt x="5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34"/>
            <p:cNvSpPr/>
            <p:nvPr/>
          </p:nvSpPr>
          <p:spPr>
            <a:xfrm>
              <a:off x="3175567" y="3262910"/>
              <a:ext cx="34189" cy="155643"/>
            </a:xfrm>
            <a:custGeom>
              <a:rect b="b" l="l" r="r" t="t"/>
              <a:pathLst>
                <a:path extrusionOk="0" h="2695" w="592">
                  <a:moveTo>
                    <a:pt x="1" y="1"/>
                  </a:moveTo>
                  <a:lnTo>
                    <a:pt x="1" y="2399"/>
                  </a:lnTo>
                  <a:cubicBezTo>
                    <a:pt x="1" y="2563"/>
                    <a:pt x="134" y="2695"/>
                    <a:pt x="297" y="2695"/>
                  </a:cubicBezTo>
                  <a:cubicBezTo>
                    <a:pt x="460" y="2695"/>
                    <a:pt x="591" y="2562"/>
                    <a:pt x="590" y="2399"/>
                  </a:cubicBezTo>
                  <a:lnTo>
                    <a:pt x="5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34"/>
            <p:cNvSpPr/>
            <p:nvPr/>
          </p:nvSpPr>
          <p:spPr>
            <a:xfrm>
              <a:off x="3074902" y="3132560"/>
              <a:ext cx="177878" cy="155585"/>
            </a:xfrm>
            <a:custGeom>
              <a:rect b="b" l="l" r="r" t="t"/>
              <a:pathLst>
                <a:path extrusionOk="0" h="2694" w="3080">
                  <a:moveTo>
                    <a:pt x="599" y="1"/>
                  </a:moveTo>
                  <a:cubicBezTo>
                    <a:pt x="270" y="1"/>
                    <a:pt x="0" y="270"/>
                    <a:pt x="0" y="599"/>
                  </a:cubicBezTo>
                  <a:lnTo>
                    <a:pt x="0" y="2399"/>
                  </a:lnTo>
                  <a:cubicBezTo>
                    <a:pt x="0" y="2561"/>
                    <a:pt x="133" y="2694"/>
                    <a:pt x="296" y="2694"/>
                  </a:cubicBezTo>
                  <a:cubicBezTo>
                    <a:pt x="310" y="2694"/>
                    <a:pt x="324" y="2693"/>
                    <a:pt x="338" y="2691"/>
                  </a:cubicBezTo>
                  <a:cubicBezTo>
                    <a:pt x="487" y="2670"/>
                    <a:pt x="590" y="2527"/>
                    <a:pt x="590" y="2376"/>
                  </a:cubicBezTo>
                  <a:lnTo>
                    <a:pt x="590" y="512"/>
                  </a:lnTo>
                  <a:lnTo>
                    <a:pt x="743" y="512"/>
                  </a:lnTo>
                  <a:lnTo>
                    <a:pt x="743" y="2684"/>
                  </a:lnTo>
                  <a:cubicBezTo>
                    <a:pt x="743" y="2689"/>
                    <a:pt x="747" y="2693"/>
                    <a:pt x="753" y="2693"/>
                  </a:cubicBezTo>
                  <a:lnTo>
                    <a:pt x="2325" y="2693"/>
                  </a:lnTo>
                  <a:cubicBezTo>
                    <a:pt x="2331" y="2693"/>
                    <a:pt x="2334" y="2689"/>
                    <a:pt x="2334" y="2684"/>
                  </a:cubicBezTo>
                  <a:lnTo>
                    <a:pt x="2334" y="512"/>
                  </a:lnTo>
                  <a:lnTo>
                    <a:pt x="2488" y="512"/>
                  </a:lnTo>
                  <a:lnTo>
                    <a:pt x="2488" y="2376"/>
                  </a:lnTo>
                  <a:cubicBezTo>
                    <a:pt x="2488" y="2527"/>
                    <a:pt x="2590" y="2670"/>
                    <a:pt x="2740" y="2691"/>
                  </a:cubicBezTo>
                  <a:cubicBezTo>
                    <a:pt x="2754" y="2693"/>
                    <a:pt x="2768" y="2694"/>
                    <a:pt x="2782" y="2694"/>
                  </a:cubicBezTo>
                  <a:cubicBezTo>
                    <a:pt x="2945" y="2694"/>
                    <a:pt x="3077" y="2561"/>
                    <a:pt x="3077" y="2399"/>
                  </a:cubicBezTo>
                  <a:lnTo>
                    <a:pt x="3077" y="599"/>
                  </a:lnTo>
                  <a:cubicBezTo>
                    <a:pt x="3079" y="268"/>
                    <a:pt x="2810" y="1"/>
                    <a:pt x="24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09" name="Google Shape;3209;p34"/>
            <p:cNvGrpSpPr/>
            <p:nvPr/>
          </p:nvGrpSpPr>
          <p:grpSpPr>
            <a:xfrm>
              <a:off x="3505304" y="3312984"/>
              <a:ext cx="364710" cy="116776"/>
              <a:chOff x="3657678" y="3059917"/>
              <a:chExt cx="312627" cy="100099"/>
            </a:xfrm>
          </p:grpSpPr>
          <p:sp>
            <p:nvSpPr>
              <p:cNvPr id="3210" name="Google Shape;3210;p34"/>
              <p:cNvSpPr/>
              <p:nvPr/>
            </p:nvSpPr>
            <p:spPr>
              <a:xfrm>
                <a:off x="3901641" y="3091304"/>
                <a:ext cx="68663" cy="68713"/>
              </a:xfrm>
              <a:custGeom>
                <a:rect b="b" l="l" r="r" t="t"/>
                <a:pathLst>
                  <a:path extrusionOk="0" h="1388" w="1387">
                    <a:moveTo>
                      <a:pt x="694" y="1"/>
                    </a:moveTo>
                    <a:cubicBezTo>
                      <a:pt x="311" y="1"/>
                      <a:pt x="0" y="312"/>
                      <a:pt x="0" y="694"/>
                    </a:cubicBezTo>
                    <a:cubicBezTo>
                      <a:pt x="0" y="1076"/>
                      <a:pt x="311" y="1387"/>
                      <a:pt x="694" y="1387"/>
                    </a:cubicBezTo>
                    <a:cubicBezTo>
                      <a:pt x="1075" y="1387"/>
                      <a:pt x="1386" y="1076"/>
                      <a:pt x="1386" y="694"/>
                    </a:cubicBezTo>
                    <a:cubicBezTo>
                      <a:pt x="1386" y="310"/>
                      <a:pt x="1075" y="1"/>
                      <a:pt x="69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1" name="Google Shape;3211;p34"/>
              <p:cNvSpPr/>
              <p:nvPr/>
            </p:nvSpPr>
            <p:spPr>
              <a:xfrm>
                <a:off x="3657678" y="3059917"/>
                <a:ext cx="280248" cy="75545"/>
              </a:xfrm>
              <a:custGeom>
                <a:rect b="b" l="l" r="r" t="t"/>
                <a:pathLst>
                  <a:path extrusionOk="0" h="1526" w="5661">
                    <a:moveTo>
                      <a:pt x="80" y="1"/>
                    </a:moveTo>
                    <a:lnTo>
                      <a:pt x="0" y="388"/>
                    </a:lnTo>
                    <a:lnTo>
                      <a:pt x="5582" y="1525"/>
                    </a:lnTo>
                    <a:lnTo>
                      <a:pt x="5661" y="1136"/>
                    </a:lnTo>
                    <a:lnTo>
                      <a:pt x="8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12" name="Google Shape;3212;p34"/>
            <p:cNvSpPr/>
            <p:nvPr/>
          </p:nvSpPr>
          <p:spPr>
            <a:xfrm>
              <a:off x="5496743" y="2649103"/>
              <a:ext cx="997501" cy="914569"/>
            </a:xfrm>
            <a:custGeom>
              <a:rect b="b" l="l" r="r" t="t"/>
              <a:pathLst>
                <a:path extrusionOk="0" h="15836" w="17272">
                  <a:moveTo>
                    <a:pt x="13267" y="0"/>
                  </a:moveTo>
                  <a:lnTo>
                    <a:pt x="1" y="7660"/>
                  </a:lnTo>
                  <a:cubicBezTo>
                    <a:pt x="1255" y="10112"/>
                    <a:pt x="1964" y="12892"/>
                    <a:pt x="1964" y="15836"/>
                  </a:cubicBezTo>
                  <a:lnTo>
                    <a:pt x="17271" y="15836"/>
                  </a:lnTo>
                  <a:cubicBezTo>
                    <a:pt x="17271" y="10104"/>
                    <a:pt x="15820" y="4709"/>
                    <a:pt x="132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34"/>
            <p:cNvSpPr/>
            <p:nvPr/>
          </p:nvSpPr>
          <p:spPr>
            <a:xfrm>
              <a:off x="5654295" y="2649161"/>
              <a:ext cx="835390" cy="816101"/>
            </a:xfrm>
            <a:custGeom>
              <a:rect b="b" l="l" r="r" t="t"/>
              <a:pathLst>
                <a:path extrusionOk="0" h="14131" w="14465">
                  <a:moveTo>
                    <a:pt x="10539" y="0"/>
                  </a:moveTo>
                  <a:lnTo>
                    <a:pt x="1" y="6084"/>
                  </a:lnTo>
                  <a:cubicBezTo>
                    <a:pt x="1426" y="10743"/>
                    <a:pt x="5757" y="14130"/>
                    <a:pt x="10883" y="14130"/>
                  </a:cubicBezTo>
                  <a:cubicBezTo>
                    <a:pt x="12135" y="14130"/>
                    <a:pt x="13339" y="13928"/>
                    <a:pt x="14464" y="13554"/>
                  </a:cubicBezTo>
                  <a:cubicBezTo>
                    <a:pt x="14135" y="8673"/>
                    <a:pt x="12751" y="4079"/>
                    <a:pt x="10539" y="0"/>
                  </a:cubicBezTo>
                  <a:close/>
                </a:path>
              </a:pathLst>
            </a:custGeom>
            <a:solidFill>
              <a:srgbClr val="FFFFFF">
                <a:alpha val="28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34"/>
            <p:cNvSpPr/>
            <p:nvPr/>
          </p:nvSpPr>
          <p:spPr>
            <a:xfrm>
              <a:off x="5915862" y="3116620"/>
              <a:ext cx="289860" cy="302046"/>
            </a:xfrm>
            <a:custGeom>
              <a:rect b="b" l="l" r="r" t="t"/>
              <a:pathLst>
                <a:path extrusionOk="0" h="5230" w="5019">
                  <a:moveTo>
                    <a:pt x="2772" y="2587"/>
                  </a:moveTo>
                  <a:lnTo>
                    <a:pt x="2772" y="3110"/>
                  </a:lnTo>
                  <a:lnTo>
                    <a:pt x="2249" y="3110"/>
                  </a:lnTo>
                  <a:lnTo>
                    <a:pt x="2249" y="2587"/>
                  </a:lnTo>
                  <a:close/>
                  <a:moveTo>
                    <a:pt x="4313" y="2587"/>
                  </a:moveTo>
                  <a:lnTo>
                    <a:pt x="4313" y="3110"/>
                  </a:lnTo>
                  <a:lnTo>
                    <a:pt x="3790" y="3110"/>
                  </a:lnTo>
                  <a:lnTo>
                    <a:pt x="3790" y="2587"/>
                  </a:lnTo>
                  <a:close/>
                  <a:moveTo>
                    <a:pt x="2772" y="3528"/>
                  </a:moveTo>
                  <a:lnTo>
                    <a:pt x="2772" y="4051"/>
                  </a:lnTo>
                  <a:lnTo>
                    <a:pt x="2249" y="4051"/>
                  </a:lnTo>
                  <a:lnTo>
                    <a:pt x="2249" y="3528"/>
                  </a:lnTo>
                  <a:close/>
                  <a:moveTo>
                    <a:pt x="4313" y="4364"/>
                  </a:moveTo>
                  <a:lnTo>
                    <a:pt x="4313" y="4887"/>
                  </a:lnTo>
                  <a:lnTo>
                    <a:pt x="3790" y="4887"/>
                  </a:lnTo>
                  <a:lnTo>
                    <a:pt x="3790" y="4364"/>
                  </a:lnTo>
                  <a:close/>
                  <a:moveTo>
                    <a:pt x="0" y="1"/>
                  </a:moveTo>
                  <a:lnTo>
                    <a:pt x="0" y="5229"/>
                  </a:lnTo>
                  <a:lnTo>
                    <a:pt x="5019" y="5229"/>
                  </a:lnTo>
                  <a:lnTo>
                    <a:pt x="5019" y="1228"/>
                  </a:lnTo>
                  <a:lnTo>
                    <a:pt x="3346" y="2169"/>
                  </a:lnTo>
                  <a:lnTo>
                    <a:pt x="3346" y="1228"/>
                  </a:lnTo>
                  <a:lnTo>
                    <a:pt x="1673" y="2170"/>
                  </a:lnTo>
                  <a:lnTo>
                    <a:pt x="16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34"/>
            <p:cNvSpPr/>
            <p:nvPr/>
          </p:nvSpPr>
          <p:spPr>
            <a:xfrm>
              <a:off x="5921695" y="3019709"/>
              <a:ext cx="32053" cy="88130"/>
            </a:xfrm>
            <a:custGeom>
              <a:rect b="b" l="l" r="r" t="t"/>
              <a:pathLst>
                <a:path extrusionOk="0" h="1526" w="555">
                  <a:moveTo>
                    <a:pt x="276" y="0"/>
                  </a:moveTo>
                  <a:cubicBezTo>
                    <a:pt x="259" y="0"/>
                    <a:pt x="242" y="4"/>
                    <a:pt x="226" y="13"/>
                  </a:cubicBezTo>
                  <a:cubicBezTo>
                    <a:pt x="175" y="41"/>
                    <a:pt x="158" y="104"/>
                    <a:pt x="185" y="155"/>
                  </a:cubicBezTo>
                  <a:cubicBezTo>
                    <a:pt x="190" y="165"/>
                    <a:pt x="318" y="409"/>
                    <a:pt x="183" y="690"/>
                  </a:cubicBezTo>
                  <a:cubicBezTo>
                    <a:pt x="1" y="1067"/>
                    <a:pt x="174" y="1448"/>
                    <a:pt x="183" y="1465"/>
                  </a:cubicBezTo>
                  <a:cubicBezTo>
                    <a:pt x="200" y="1504"/>
                    <a:pt x="237" y="1525"/>
                    <a:pt x="277" y="1525"/>
                  </a:cubicBezTo>
                  <a:cubicBezTo>
                    <a:pt x="292" y="1525"/>
                    <a:pt x="307" y="1522"/>
                    <a:pt x="321" y="1515"/>
                  </a:cubicBezTo>
                  <a:cubicBezTo>
                    <a:pt x="373" y="1490"/>
                    <a:pt x="395" y="1428"/>
                    <a:pt x="372" y="1376"/>
                  </a:cubicBezTo>
                  <a:cubicBezTo>
                    <a:pt x="369" y="1373"/>
                    <a:pt x="232" y="1067"/>
                    <a:pt x="370" y="780"/>
                  </a:cubicBezTo>
                  <a:cubicBezTo>
                    <a:pt x="554" y="400"/>
                    <a:pt x="375" y="68"/>
                    <a:pt x="368" y="55"/>
                  </a:cubicBezTo>
                  <a:cubicBezTo>
                    <a:pt x="348" y="20"/>
                    <a:pt x="313" y="0"/>
                    <a:pt x="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34"/>
            <p:cNvSpPr/>
            <p:nvPr/>
          </p:nvSpPr>
          <p:spPr>
            <a:xfrm>
              <a:off x="5947973" y="2996203"/>
              <a:ext cx="32053" cy="88130"/>
            </a:xfrm>
            <a:custGeom>
              <a:rect b="b" l="l" r="r" t="t"/>
              <a:pathLst>
                <a:path extrusionOk="0" h="1526" w="555">
                  <a:moveTo>
                    <a:pt x="277" y="0"/>
                  </a:moveTo>
                  <a:cubicBezTo>
                    <a:pt x="260" y="0"/>
                    <a:pt x="242" y="4"/>
                    <a:pt x="226" y="14"/>
                  </a:cubicBezTo>
                  <a:cubicBezTo>
                    <a:pt x="175" y="42"/>
                    <a:pt x="157" y="106"/>
                    <a:pt x="185" y="156"/>
                  </a:cubicBezTo>
                  <a:cubicBezTo>
                    <a:pt x="186" y="158"/>
                    <a:pt x="321" y="405"/>
                    <a:pt x="183" y="690"/>
                  </a:cubicBezTo>
                  <a:cubicBezTo>
                    <a:pt x="1" y="1067"/>
                    <a:pt x="175" y="1449"/>
                    <a:pt x="183" y="1465"/>
                  </a:cubicBezTo>
                  <a:cubicBezTo>
                    <a:pt x="200" y="1503"/>
                    <a:pt x="237" y="1526"/>
                    <a:pt x="277" y="1526"/>
                  </a:cubicBezTo>
                  <a:cubicBezTo>
                    <a:pt x="291" y="1526"/>
                    <a:pt x="307" y="1523"/>
                    <a:pt x="321" y="1516"/>
                  </a:cubicBezTo>
                  <a:cubicBezTo>
                    <a:pt x="373" y="1491"/>
                    <a:pt x="395" y="1429"/>
                    <a:pt x="370" y="1375"/>
                  </a:cubicBezTo>
                  <a:cubicBezTo>
                    <a:pt x="369" y="1373"/>
                    <a:pt x="231" y="1071"/>
                    <a:pt x="370" y="781"/>
                  </a:cubicBezTo>
                  <a:cubicBezTo>
                    <a:pt x="554" y="400"/>
                    <a:pt x="375" y="69"/>
                    <a:pt x="368" y="55"/>
                  </a:cubicBezTo>
                  <a:cubicBezTo>
                    <a:pt x="349" y="20"/>
                    <a:pt x="314" y="0"/>
                    <a:pt x="2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34"/>
            <p:cNvSpPr/>
            <p:nvPr/>
          </p:nvSpPr>
          <p:spPr>
            <a:xfrm>
              <a:off x="5974250" y="3019709"/>
              <a:ext cx="31995" cy="88130"/>
            </a:xfrm>
            <a:custGeom>
              <a:rect b="b" l="l" r="r" t="t"/>
              <a:pathLst>
                <a:path extrusionOk="0" h="1526" w="554">
                  <a:moveTo>
                    <a:pt x="275" y="0"/>
                  </a:moveTo>
                  <a:cubicBezTo>
                    <a:pt x="258" y="0"/>
                    <a:pt x="241" y="4"/>
                    <a:pt x="225" y="13"/>
                  </a:cubicBezTo>
                  <a:cubicBezTo>
                    <a:pt x="175" y="41"/>
                    <a:pt x="158" y="104"/>
                    <a:pt x="184" y="155"/>
                  </a:cubicBezTo>
                  <a:cubicBezTo>
                    <a:pt x="189" y="165"/>
                    <a:pt x="317" y="409"/>
                    <a:pt x="181" y="690"/>
                  </a:cubicBezTo>
                  <a:cubicBezTo>
                    <a:pt x="0" y="1067"/>
                    <a:pt x="174" y="1448"/>
                    <a:pt x="181" y="1465"/>
                  </a:cubicBezTo>
                  <a:cubicBezTo>
                    <a:pt x="200" y="1504"/>
                    <a:pt x="236" y="1525"/>
                    <a:pt x="276" y="1525"/>
                  </a:cubicBezTo>
                  <a:cubicBezTo>
                    <a:pt x="291" y="1525"/>
                    <a:pt x="306" y="1522"/>
                    <a:pt x="319" y="1514"/>
                  </a:cubicBezTo>
                  <a:cubicBezTo>
                    <a:pt x="373" y="1489"/>
                    <a:pt x="395" y="1428"/>
                    <a:pt x="371" y="1376"/>
                  </a:cubicBezTo>
                  <a:cubicBezTo>
                    <a:pt x="368" y="1373"/>
                    <a:pt x="231" y="1067"/>
                    <a:pt x="370" y="780"/>
                  </a:cubicBezTo>
                  <a:cubicBezTo>
                    <a:pt x="554" y="400"/>
                    <a:pt x="375" y="68"/>
                    <a:pt x="367" y="55"/>
                  </a:cubicBezTo>
                  <a:cubicBezTo>
                    <a:pt x="348" y="20"/>
                    <a:pt x="312" y="0"/>
                    <a:pt x="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18" name="Google Shape;3218;p34"/>
            <p:cNvGrpSpPr/>
            <p:nvPr/>
          </p:nvGrpSpPr>
          <p:grpSpPr>
            <a:xfrm>
              <a:off x="5267007" y="3309173"/>
              <a:ext cx="407964" cy="120587"/>
              <a:chOff x="5167795" y="3056650"/>
              <a:chExt cx="349704" cy="103367"/>
            </a:xfrm>
          </p:grpSpPr>
          <p:sp>
            <p:nvSpPr>
              <p:cNvPr id="3219" name="Google Shape;3219;p34"/>
              <p:cNvSpPr/>
              <p:nvPr/>
            </p:nvSpPr>
            <p:spPr>
              <a:xfrm>
                <a:off x="5167795" y="3091304"/>
                <a:ext cx="68713" cy="68713"/>
              </a:xfrm>
              <a:custGeom>
                <a:rect b="b" l="l" r="r" t="t"/>
                <a:pathLst>
                  <a:path extrusionOk="0" h="1388" w="1388">
                    <a:moveTo>
                      <a:pt x="694" y="1"/>
                    </a:moveTo>
                    <a:cubicBezTo>
                      <a:pt x="312" y="1"/>
                      <a:pt x="1" y="311"/>
                      <a:pt x="1" y="694"/>
                    </a:cubicBezTo>
                    <a:cubicBezTo>
                      <a:pt x="1" y="1076"/>
                      <a:pt x="312" y="1387"/>
                      <a:pt x="694" y="1387"/>
                    </a:cubicBezTo>
                    <a:cubicBezTo>
                      <a:pt x="1077" y="1387"/>
                      <a:pt x="1387" y="1076"/>
                      <a:pt x="1387" y="694"/>
                    </a:cubicBezTo>
                    <a:cubicBezTo>
                      <a:pt x="1387" y="311"/>
                      <a:pt x="1077" y="1"/>
                      <a:pt x="69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0" name="Google Shape;3220;p34"/>
              <p:cNvSpPr/>
              <p:nvPr/>
            </p:nvSpPr>
            <p:spPr>
              <a:xfrm>
                <a:off x="5200122" y="3056650"/>
                <a:ext cx="317377" cy="78762"/>
              </a:xfrm>
              <a:custGeom>
                <a:rect b="b" l="l" r="r" t="t"/>
                <a:pathLst>
                  <a:path extrusionOk="0" h="1591" w="6411">
                    <a:moveTo>
                      <a:pt x="6337" y="0"/>
                    </a:moveTo>
                    <a:lnTo>
                      <a:pt x="0" y="1200"/>
                    </a:lnTo>
                    <a:lnTo>
                      <a:pt x="74" y="1590"/>
                    </a:lnTo>
                    <a:lnTo>
                      <a:pt x="6411" y="390"/>
                    </a:lnTo>
                    <a:lnTo>
                      <a:pt x="633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21" name="Google Shape;3221;p34"/>
            <p:cNvSpPr/>
            <p:nvPr/>
          </p:nvSpPr>
          <p:spPr>
            <a:xfrm>
              <a:off x="2934388" y="1926085"/>
              <a:ext cx="1072984" cy="1072926"/>
            </a:xfrm>
            <a:custGeom>
              <a:rect b="b" l="l" r="r" t="t"/>
              <a:pathLst>
                <a:path extrusionOk="0" h="18578" w="18579">
                  <a:moveTo>
                    <a:pt x="10917" y="0"/>
                  </a:moveTo>
                  <a:cubicBezTo>
                    <a:pt x="6480" y="2734"/>
                    <a:pt x="2735" y="6480"/>
                    <a:pt x="0" y="10916"/>
                  </a:cubicBezTo>
                  <a:lnTo>
                    <a:pt x="13270" y="18577"/>
                  </a:lnTo>
                  <a:cubicBezTo>
                    <a:pt x="14646" y="16456"/>
                    <a:pt x="16457" y="14645"/>
                    <a:pt x="18578" y="13269"/>
                  </a:cubicBezTo>
                  <a:lnTo>
                    <a:pt x="109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34"/>
            <p:cNvSpPr/>
            <p:nvPr/>
          </p:nvSpPr>
          <p:spPr>
            <a:xfrm>
              <a:off x="2934445" y="1992386"/>
              <a:ext cx="728375" cy="894759"/>
            </a:xfrm>
            <a:custGeom>
              <a:rect b="b" l="l" r="r" t="t"/>
              <a:pathLst>
                <a:path extrusionOk="0" h="15493" w="12612">
                  <a:moveTo>
                    <a:pt x="9179" y="0"/>
                  </a:moveTo>
                  <a:cubicBezTo>
                    <a:pt x="5499" y="2599"/>
                    <a:pt x="2370" y="5925"/>
                    <a:pt x="0" y="9769"/>
                  </a:cubicBezTo>
                  <a:lnTo>
                    <a:pt x="9916" y="15492"/>
                  </a:lnTo>
                  <a:cubicBezTo>
                    <a:pt x="11598" y="13512"/>
                    <a:pt x="12611" y="10943"/>
                    <a:pt x="12611" y="8141"/>
                  </a:cubicBezTo>
                  <a:cubicBezTo>
                    <a:pt x="12611" y="4951"/>
                    <a:pt x="11296" y="2065"/>
                    <a:pt x="9179" y="0"/>
                  </a:cubicBezTo>
                  <a:close/>
                </a:path>
              </a:pathLst>
            </a:custGeom>
            <a:solidFill>
              <a:srgbClr val="FFFFFF">
                <a:alpha val="28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34"/>
            <p:cNvSpPr/>
            <p:nvPr/>
          </p:nvSpPr>
          <p:spPr>
            <a:xfrm>
              <a:off x="3314695" y="2349188"/>
              <a:ext cx="204328" cy="290611"/>
            </a:xfrm>
            <a:custGeom>
              <a:rect b="b" l="l" r="r" t="t"/>
              <a:pathLst>
                <a:path extrusionOk="0" h="5032" w="3538">
                  <a:moveTo>
                    <a:pt x="742" y="3416"/>
                  </a:moveTo>
                  <a:cubicBezTo>
                    <a:pt x="805" y="3418"/>
                    <a:pt x="855" y="3467"/>
                    <a:pt x="853" y="3530"/>
                  </a:cubicBezTo>
                  <a:cubicBezTo>
                    <a:pt x="853" y="3533"/>
                    <a:pt x="853" y="3914"/>
                    <a:pt x="1067" y="4130"/>
                  </a:cubicBezTo>
                  <a:cubicBezTo>
                    <a:pt x="1166" y="4229"/>
                    <a:pt x="1296" y="4279"/>
                    <a:pt x="1461" y="4279"/>
                  </a:cubicBezTo>
                  <a:cubicBezTo>
                    <a:pt x="1523" y="4279"/>
                    <a:pt x="1573" y="4331"/>
                    <a:pt x="1573" y="4392"/>
                  </a:cubicBezTo>
                  <a:cubicBezTo>
                    <a:pt x="1573" y="4453"/>
                    <a:pt x="1525" y="4504"/>
                    <a:pt x="1462" y="4504"/>
                  </a:cubicBezTo>
                  <a:cubicBezTo>
                    <a:pt x="1236" y="4504"/>
                    <a:pt x="1049" y="4432"/>
                    <a:pt x="907" y="4288"/>
                  </a:cubicBezTo>
                  <a:cubicBezTo>
                    <a:pt x="627" y="4003"/>
                    <a:pt x="628" y="3547"/>
                    <a:pt x="628" y="3527"/>
                  </a:cubicBezTo>
                  <a:cubicBezTo>
                    <a:pt x="629" y="3465"/>
                    <a:pt x="679" y="3416"/>
                    <a:pt x="740" y="3416"/>
                  </a:cubicBezTo>
                  <a:close/>
                  <a:moveTo>
                    <a:pt x="1771" y="0"/>
                  </a:moveTo>
                  <a:lnTo>
                    <a:pt x="435" y="2969"/>
                  </a:lnTo>
                  <a:cubicBezTo>
                    <a:pt x="1" y="3937"/>
                    <a:pt x="708" y="5031"/>
                    <a:pt x="1769" y="5031"/>
                  </a:cubicBezTo>
                  <a:cubicBezTo>
                    <a:pt x="2831" y="5031"/>
                    <a:pt x="3538" y="3937"/>
                    <a:pt x="3103" y="2969"/>
                  </a:cubicBezTo>
                  <a:lnTo>
                    <a:pt x="17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34"/>
            <p:cNvSpPr/>
            <p:nvPr/>
          </p:nvSpPr>
          <p:spPr>
            <a:xfrm>
              <a:off x="3490266" y="2285313"/>
              <a:ext cx="130463" cy="185559"/>
            </a:xfrm>
            <a:custGeom>
              <a:rect b="b" l="l" r="r" t="t"/>
              <a:pathLst>
                <a:path extrusionOk="0" h="3213" w="2259">
                  <a:moveTo>
                    <a:pt x="473" y="2182"/>
                  </a:moveTo>
                  <a:cubicBezTo>
                    <a:pt x="513" y="2182"/>
                    <a:pt x="545" y="2215"/>
                    <a:pt x="545" y="2254"/>
                  </a:cubicBezTo>
                  <a:cubicBezTo>
                    <a:pt x="545" y="2257"/>
                    <a:pt x="545" y="2500"/>
                    <a:pt x="682" y="2637"/>
                  </a:cubicBezTo>
                  <a:cubicBezTo>
                    <a:pt x="745" y="2701"/>
                    <a:pt x="827" y="2731"/>
                    <a:pt x="934" y="2731"/>
                  </a:cubicBezTo>
                  <a:cubicBezTo>
                    <a:pt x="973" y="2731"/>
                    <a:pt x="1005" y="2764"/>
                    <a:pt x="1005" y="2803"/>
                  </a:cubicBezTo>
                  <a:cubicBezTo>
                    <a:pt x="1005" y="2843"/>
                    <a:pt x="972" y="2877"/>
                    <a:pt x="933" y="2877"/>
                  </a:cubicBezTo>
                  <a:cubicBezTo>
                    <a:pt x="788" y="2877"/>
                    <a:pt x="670" y="2829"/>
                    <a:pt x="579" y="2738"/>
                  </a:cubicBezTo>
                  <a:cubicBezTo>
                    <a:pt x="399" y="2556"/>
                    <a:pt x="401" y="2265"/>
                    <a:pt x="401" y="2253"/>
                  </a:cubicBezTo>
                  <a:cubicBezTo>
                    <a:pt x="401" y="2213"/>
                    <a:pt x="434" y="2182"/>
                    <a:pt x="472" y="2182"/>
                  </a:cubicBezTo>
                  <a:close/>
                  <a:moveTo>
                    <a:pt x="1130" y="0"/>
                  </a:moveTo>
                  <a:lnTo>
                    <a:pt x="278" y="1896"/>
                  </a:lnTo>
                  <a:cubicBezTo>
                    <a:pt x="0" y="2514"/>
                    <a:pt x="452" y="3212"/>
                    <a:pt x="1130" y="3212"/>
                  </a:cubicBezTo>
                  <a:cubicBezTo>
                    <a:pt x="1806" y="3212"/>
                    <a:pt x="2259" y="2514"/>
                    <a:pt x="1981" y="1896"/>
                  </a:cubicBezTo>
                  <a:lnTo>
                    <a:pt x="11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25" name="Google Shape;3225;p34"/>
            <p:cNvGrpSpPr/>
            <p:nvPr/>
          </p:nvGrpSpPr>
          <p:grpSpPr>
            <a:xfrm>
              <a:off x="3770796" y="2774844"/>
              <a:ext cx="271092" cy="264161"/>
              <a:chOff x="3885255" y="2598627"/>
              <a:chExt cx="232378" cy="226437"/>
            </a:xfrm>
          </p:grpSpPr>
          <p:sp>
            <p:nvSpPr>
              <p:cNvPr id="3226" name="Google Shape;3226;p34"/>
              <p:cNvSpPr/>
              <p:nvPr/>
            </p:nvSpPr>
            <p:spPr>
              <a:xfrm>
                <a:off x="4048970" y="2756351"/>
                <a:ext cx="68663" cy="68713"/>
              </a:xfrm>
              <a:custGeom>
                <a:rect b="b" l="l" r="r" t="t"/>
                <a:pathLst>
                  <a:path extrusionOk="0" h="1388" w="1387">
                    <a:moveTo>
                      <a:pt x="693" y="1"/>
                    </a:moveTo>
                    <a:cubicBezTo>
                      <a:pt x="311" y="1"/>
                      <a:pt x="0" y="312"/>
                      <a:pt x="0" y="694"/>
                    </a:cubicBezTo>
                    <a:cubicBezTo>
                      <a:pt x="0" y="1077"/>
                      <a:pt x="311" y="1387"/>
                      <a:pt x="693" y="1387"/>
                    </a:cubicBezTo>
                    <a:cubicBezTo>
                      <a:pt x="1076" y="1387"/>
                      <a:pt x="1387" y="1077"/>
                      <a:pt x="1387" y="694"/>
                    </a:cubicBezTo>
                    <a:cubicBezTo>
                      <a:pt x="1387" y="312"/>
                      <a:pt x="1076" y="1"/>
                      <a:pt x="6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7" name="Google Shape;3227;p34"/>
              <p:cNvSpPr/>
              <p:nvPr/>
            </p:nvSpPr>
            <p:spPr>
              <a:xfrm>
                <a:off x="3885255" y="2598627"/>
                <a:ext cx="205198" cy="199357"/>
              </a:xfrm>
              <a:custGeom>
                <a:rect b="b" l="l" r="r" t="t"/>
                <a:pathLst>
                  <a:path extrusionOk="0" h="4027" w="4145">
                    <a:moveTo>
                      <a:pt x="277" y="0"/>
                    </a:moveTo>
                    <a:lnTo>
                      <a:pt x="1" y="286"/>
                    </a:lnTo>
                    <a:lnTo>
                      <a:pt x="3869" y="4027"/>
                    </a:lnTo>
                    <a:lnTo>
                      <a:pt x="4144" y="3741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28" name="Google Shape;3228;p34"/>
            <p:cNvSpPr/>
            <p:nvPr/>
          </p:nvSpPr>
          <p:spPr>
            <a:xfrm>
              <a:off x="4625414" y="1642225"/>
              <a:ext cx="861321" cy="996750"/>
            </a:xfrm>
            <a:custGeom>
              <a:rect b="b" l="l" r="r" t="t"/>
              <a:pathLst>
                <a:path extrusionOk="0" h="17259" w="14914">
                  <a:moveTo>
                    <a:pt x="1" y="1"/>
                  </a:moveTo>
                  <a:lnTo>
                    <a:pt x="1" y="15319"/>
                  </a:lnTo>
                  <a:cubicBezTo>
                    <a:pt x="2602" y="15451"/>
                    <a:pt x="5057" y="16136"/>
                    <a:pt x="7252" y="17258"/>
                  </a:cubicBezTo>
                  <a:lnTo>
                    <a:pt x="14914" y="3990"/>
                  </a:lnTo>
                  <a:cubicBezTo>
                    <a:pt x="10458" y="1575"/>
                    <a:pt x="5389" y="147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34"/>
            <p:cNvSpPr/>
            <p:nvPr/>
          </p:nvSpPr>
          <p:spPr>
            <a:xfrm>
              <a:off x="4625356" y="1642225"/>
              <a:ext cx="762044" cy="598085"/>
            </a:xfrm>
            <a:custGeom>
              <a:rect b="b" l="l" r="r" t="t"/>
              <a:pathLst>
                <a:path extrusionOk="0" h="10356" w="13195">
                  <a:moveTo>
                    <a:pt x="1" y="1"/>
                  </a:moveTo>
                  <a:lnTo>
                    <a:pt x="1" y="10058"/>
                  </a:lnTo>
                  <a:cubicBezTo>
                    <a:pt x="833" y="10252"/>
                    <a:pt x="1702" y="10356"/>
                    <a:pt x="2596" y="10356"/>
                  </a:cubicBezTo>
                  <a:cubicBezTo>
                    <a:pt x="7416" y="10356"/>
                    <a:pt x="11536" y="7357"/>
                    <a:pt x="13195" y="3123"/>
                  </a:cubicBezTo>
                  <a:cubicBezTo>
                    <a:pt x="9171" y="1234"/>
                    <a:pt x="4709" y="129"/>
                    <a:pt x="1" y="1"/>
                  </a:cubicBezTo>
                  <a:close/>
                </a:path>
              </a:pathLst>
            </a:custGeom>
            <a:solidFill>
              <a:srgbClr val="FFFFFF">
                <a:alpha val="28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34"/>
            <p:cNvSpPr/>
            <p:nvPr/>
          </p:nvSpPr>
          <p:spPr>
            <a:xfrm>
              <a:off x="4935551" y="2143354"/>
              <a:ext cx="164248" cy="113253"/>
            </a:xfrm>
            <a:custGeom>
              <a:rect b="b" l="l" r="r" t="t"/>
              <a:pathLst>
                <a:path extrusionOk="0" h="1961" w="2844">
                  <a:moveTo>
                    <a:pt x="2844" y="84"/>
                  </a:moveTo>
                  <a:lnTo>
                    <a:pt x="2830" y="109"/>
                  </a:lnTo>
                  <a:lnTo>
                    <a:pt x="2830" y="109"/>
                  </a:lnTo>
                  <a:cubicBezTo>
                    <a:pt x="2840" y="93"/>
                    <a:pt x="2844" y="84"/>
                    <a:pt x="2844" y="84"/>
                  </a:cubicBezTo>
                  <a:close/>
                  <a:moveTo>
                    <a:pt x="740" y="1"/>
                  </a:moveTo>
                  <a:lnTo>
                    <a:pt x="1" y="977"/>
                  </a:lnTo>
                  <a:lnTo>
                    <a:pt x="740" y="1960"/>
                  </a:lnTo>
                  <a:lnTo>
                    <a:pt x="740" y="1658"/>
                  </a:lnTo>
                  <a:lnTo>
                    <a:pt x="1320" y="1658"/>
                  </a:lnTo>
                  <a:cubicBezTo>
                    <a:pt x="1320" y="1658"/>
                    <a:pt x="1982" y="1652"/>
                    <a:pt x="2162" y="1372"/>
                  </a:cubicBezTo>
                  <a:lnTo>
                    <a:pt x="2830" y="109"/>
                  </a:lnTo>
                  <a:lnTo>
                    <a:pt x="2830" y="109"/>
                  </a:lnTo>
                  <a:cubicBezTo>
                    <a:pt x="2783" y="184"/>
                    <a:pt x="2591" y="396"/>
                    <a:pt x="1937" y="396"/>
                  </a:cubicBezTo>
                  <a:cubicBezTo>
                    <a:pt x="1913" y="396"/>
                    <a:pt x="1887" y="396"/>
                    <a:pt x="1862" y="396"/>
                  </a:cubicBezTo>
                  <a:lnTo>
                    <a:pt x="740" y="398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34"/>
            <p:cNvSpPr/>
            <p:nvPr/>
          </p:nvSpPr>
          <p:spPr>
            <a:xfrm>
              <a:off x="5014616" y="2065849"/>
              <a:ext cx="93617" cy="92982"/>
            </a:xfrm>
            <a:custGeom>
              <a:rect b="b" l="l" r="r" t="t"/>
              <a:pathLst>
                <a:path extrusionOk="0" h="1610" w="1621">
                  <a:moveTo>
                    <a:pt x="1096" y="0"/>
                  </a:moveTo>
                  <a:lnTo>
                    <a:pt x="1" y="642"/>
                  </a:lnTo>
                  <a:lnTo>
                    <a:pt x="557" y="1594"/>
                  </a:lnTo>
                  <a:cubicBezTo>
                    <a:pt x="557" y="1594"/>
                    <a:pt x="645" y="1609"/>
                    <a:pt x="769" y="1609"/>
                  </a:cubicBezTo>
                  <a:cubicBezTo>
                    <a:pt x="923" y="1609"/>
                    <a:pt x="1134" y="1586"/>
                    <a:pt x="1298" y="1481"/>
                  </a:cubicBezTo>
                  <a:cubicBezTo>
                    <a:pt x="1592" y="1291"/>
                    <a:pt x="1620" y="924"/>
                    <a:pt x="1489" y="683"/>
                  </a:cubicBezTo>
                  <a:lnTo>
                    <a:pt x="10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34"/>
            <p:cNvSpPr/>
            <p:nvPr/>
          </p:nvSpPr>
          <p:spPr>
            <a:xfrm>
              <a:off x="4768643" y="2048003"/>
              <a:ext cx="118739" cy="167829"/>
            </a:xfrm>
            <a:custGeom>
              <a:rect b="b" l="l" r="r" t="t"/>
              <a:pathLst>
                <a:path extrusionOk="0" h="2906" w="2056">
                  <a:moveTo>
                    <a:pt x="1588" y="0"/>
                  </a:moveTo>
                  <a:lnTo>
                    <a:pt x="365" y="141"/>
                  </a:lnTo>
                  <a:lnTo>
                    <a:pt x="624" y="293"/>
                  </a:lnTo>
                  <a:lnTo>
                    <a:pt x="331" y="794"/>
                  </a:lnTo>
                  <a:cubicBezTo>
                    <a:pt x="331" y="794"/>
                    <a:pt x="0" y="1367"/>
                    <a:pt x="153" y="1666"/>
                  </a:cubicBezTo>
                  <a:lnTo>
                    <a:pt x="904" y="2881"/>
                  </a:lnTo>
                  <a:lnTo>
                    <a:pt x="904" y="2881"/>
                  </a:lnTo>
                  <a:cubicBezTo>
                    <a:pt x="862" y="2800"/>
                    <a:pt x="770" y="2509"/>
                    <a:pt x="1148" y="1899"/>
                  </a:cubicBezTo>
                  <a:lnTo>
                    <a:pt x="1714" y="931"/>
                  </a:lnTo>
                  <a:lnTo>
                    <a:pt x="2056" y="1132"/>
                  </a:lnTo>
                  <a:lnTo>
                    <a:pt x="2056" y="1132"/>
                  </a:lnTo>
                  <a:lnTo>
                    <a:pt x="1588" y="0"/>
                  </a:lnTo>
                  <a:close/>
                  <a:moveTo>
                    <a:pt x="904" y="2881"/>
                  </a:moveTo>
                  <a:cubicBezTo>
                    <a:pt x="912" y="2897"/>
                    <a:pt x="919" y="2905"/>
                    <a:pt x="919" y="2905"/>
                  </a:cubicBezTo>
                  <a:lnTo>
                    <a:pt x="904" y="2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34"/>
            <p:cNvSpPr/>
            <p:nvPr/>
          </p:nvSpPr>
          <p:spPr>
            <a:xfrm>
              <a:off x="4823220" y="2165069"/>
              <a:ext cx="80622" cy="73519"/>
            </a:xfrm>
            <a:custGeom>
              <a:rect b="b" l="l" r="r" t="t"/>
              <a:pathLst>
                <a:path extrusionOk="0" h="1273" w="1396">
                  <a:moveTo>
                    <a:pt x="291" y="0"/>
                  </a:moveTo>
                  <a:cubicBezTo>
                    <a:pt x="291" y="0"/>
                    <a:pt x="0" y="347"/>
                    <a:pt x="15" y="696"/>
                  </a:cubicBezTo>
                  <a:cubicBezTo>
                    <a:pt x="29" y="1046"/>
                    <a:pt x="332" y="1257"/>
                    <a:pt x="607" y="1266"/>
                  </a:cubicBezTo>
                  <a:lnTo>
                    <a:pt x="1395" y="1273"/>
                  </a:lnTo>
                  <a:lnTo>
                    <a:pt x="1395" y="3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34"/>
            <p:cNvSpPr/>
            <p:nvPr/>
          </p:nvSpPr>
          <p:spPr>
            <a:xfrm>
              <a:off x="4907367" y="1937751"/>
              <a:ext cx="152467" cy="121685"/>
            </a:xfrm>
            <a:custGeom>
              <a:rect b="b" l="l" r="r" t="t"/>
              <a:pathLst>
                <a:path extrusionOk="0" h="2107" w="2640">
                  <a:moveTo>
                    <a:pt x="1" y="1"/>
                  </a:moveTo>
                  <a:cubicBezTo>
                    <a:pt x="1" y="1"/>
                    <a:pt x="383" y="1"/>
                    <a:pt x="732" y="726"/>
                  </a:cubicBezTo>
                  <a:lnTo>
                    <a:pt x="1254" y="1720"/>
                  </a:lnTo>
                  <a:lnTo>
                    <a:pt x="904" y="1904"/>
                  </a:lnTo>
                  <a:lnTo>
                    <a:pt x="2112" y="2107"/>
                  </a:lnTo>
                  <a:lnTo>
                    <a:pt x="2639" y="995"/>
                  </a:lnTo>
                  <a:lnTo>
                    <a:pt x="2372" y="1135"/>
                  </a:lnTo>
                  <a:lnTo>
                    <a:pt x="2102" y="620"/>
                  </a:lnTo>
                  <a:cubicBezTo>
                    <a:pt x="2102" y="620"/>
                    <a:pt x="1790" y="31"/>
                    <a:pt x="14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34"/>
            <p:cNvSpPr/>
            <p:nvPr/>
          </p:nvSpPr>
          <p:spPr>
            <a:xfrm>
              <a:off x="4844647" y="1941043"/>
              <a:ext cx="96158" cy="93213"/>
            </a:xfrm>
            <a:custGeom>
              <a:rect b="b" l="l" r="r" t="t"/>
              <a:pathLst>
                <a:path extrusionOk="0" h="1614" w="1665">
                  <a:moveTo>
                    <a:pt x="937" y="0"/>
                  </a:moveTo>
                  <a:cubicBezTo>
                    <a:pt x="725" y="0"/>
                    <a:pt x="529" y="119"/>
                    <a:pt x="422" y="276"/>
                  </a:cubicBezTo>
                  <a:lnTo>
                    <a:pt x="1" y="941"/>
                  </a:lnTo>
                  <a:lnTo>
                    <a:pt x="1079" y="1614"/>
                  </a:lnTo>
                  <a:lnTo>
                    <a:pt x="1665" y="679"/>
                  </a:lnTo>
                  <a:cubicBezTo>
                    <a:pt x="1665" y="679"/>
                    <a:pt x="1524" y="249"/>
                    <a:pt x="1220" y="76"/>
                  </a:cubicBezTo>
                  <a:cubicBezTo>
                    <a:pt x="1127" y="23"/>
                    <a:pt x="1030" y="0"/>
                    <a:pt x="9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36" name="Google Shape;3236;p34"/>
            <p:cNvGrpSpPr/>
            <p:nvPr/>
          </p:nvGrpSpPr>
          <p:grpSpPr>
            <a:xfrm>
              <a:off x="4731808" y="2448136"/>
              <a:ext cx="143111" cy="359915"/>
              <a:chOff x="4709027" y="2318576"/>
              <a:chExt cx="122674" cy="308516"/>
            </a:xfrm>
          </p:grpSpPr>
          <p:sp>
            <p:nvSpPr>
              <p:cNvPr id="3237" name="Google Shape;3237;p34"/>
              <p:cNvSpPr/>
              <p:nvPr/>
            </p:nvSpPr>
            <p:spPr>
              <a:xfrm>
                <a:off x="4709027" y="2558380"/>
                <a:ext cx="68713" cy="68713"/>
              </a:xfrm>
              <a:custGeom>
                <a:rect b="b" l="l" r="r" t="t"/>
                <a:pathLst>
                  <a:path extrusionOk="0" h="1388" w="1388">
                    <a:moveTo>
                      <a:pt x="693" y="0"/>
                    </a:moveTo>
                    <a:cubicBezTo>
                      <a:pt x="311" y="0"/>
                      <a:pt x="1" y="311"/>
                      <a:pt x="1" y="694"/>
                    </a:cubicBezTo>
                    <a:cubicBezTo>
                      <a:pt x="1" y="1076"/>
                      <a:pt x="311" y="1387"/>
                      <a:pt x="693" y="1387"/>
                    </a:cubicBezTo>
                    <a:cubicBezTo>
                      <a:pt x="1077" y="1387"/>
                      <a:pt x="1387" y="1076"/>
                      <a:pt x="1387" y="694"/>
                    </a:cubicBezTo>
                    <a:cubicBezTo>
                      <a:pt x="1387" y="311"/>
                      <a:pt x="1077" y="0"/>
                      <a:pt x="6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8" name="Google Shape;3238;p34"/>
              <p:cNvSpPr/>
              <p:nvPr/>
            </p:nvSpPr>
            <p:spPr>
              <a:xfrm>
                <a:off x="4733879" y="2318576"/>
                <a:ext cx="97822" cy="276881"/>
              </a:xfrm>
              <a:custGeom>
                <a:rect b="b" l="l" r="r" t="t"/>
                <a:pathLst>
                  <a:path extrusionOk="0" h="5593" w="1976">
                    <a:moveTo>
                      <a:pt x="1595" y="0"/>
                    </a:moveTo>
                    <a:lnTo>
                      <a:pt x="0" y="5481"/>
                    </a:lnTo>
                    <a:lnTo>
                      <a:pt x="382" y="5593"/>
                    </a:lnTo>
                    <a:lnTo>
                      <a:pt x="1976" y="111"/>
                    </a:lnTo>
                    <a:lnTo>
                      <a:pt x="159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39" name="Google Shape;3239;p34"/>
            <p:cNvSpPr/>
            <p:nvPr/>
          </p:nvSpPr>
          <p:spPr>
            <a:xfrm>
              <a:off x="3657290" y="1642225"/>
              <a:ext cx="861321" cy="996750"/>
            </a:xfrm>
            <a:custGeom>
              <a:rect b="b" l="l" r="r" t="t"/>
              <a:pathLst>
                <a:path extrusionOk="0" h="17259" w="14914">
                  <a:moveTo>
                    <a:pt x="14914" y="1"/>
                  </a:moveTo>
                  <a:cubicBezTo>
                    <a:pt x="9526" y="147"/>
                    <a:pt x="4457" y="1575"/>
                    <a:pt x="1" y="3990"/>
                  </a:cubicBezTo>
                  <a:lnTo>
                    <a:pt x="7663" y="17258"/>
                  </a:lnTo>
                  <a:cubicBezTo>
                    <a:pt x="9855" y="16136"/>
                    <a:pt x="12311" y="15451"/>
                    <a:pt x="14914" y="15319"/>
                  </a:cubicBezTo>
                  <a:lnTo>
                    <a:pt x="149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34"/>
            <p:cNvSpPr/>
            <p:nvPr/>
          </p:nvSpPr>
          <p:spPr>
            <a:xfrm>
              <a:off x="3657290" y="1651119"/>
              <a:ext cx="778446" cy="873680"/>
            </a:xfrm>
            <a:custGeom>
              <a:rect b="b" l="l" r="r" t="t"/>
              <a:pathLst>
                <a:path extrusionOk="0" h="15128" w="13479">
                  <a:moveTo>
                    <a:pt x="12493" y="0"/>
                  </a:moveTo>
                  <a:cubicBezTo>
                    <a:pt x="8006" y="449"/>
                    <a:pt x="3784" y="1786"/>
                    <a:pt x="1" y="3836"/>
                  </a:cubicBezTo>
                  <a:lnTo>
                    <a:pt x="6521" y="15127"/>
                  </a:lnTo>
                  <a:cubicBezTo>
                    <a:pt x="10609" y="13401"/>
                    <a:pt x="13478" y="9355"/>
                    <a:pt x="13478" y="4640"/>
                  </a:cubicBezTo>
                  <a:cubicBezTo>
                    <a:pt x="13478" y="2987"/>
                    <a:pt x="13125" y="1418"/>
                    <a:pt x="12493" y="0"/>
                  </a:cubicBezTo>
                  <a:close/>
                </a:path>
              </a:pathLst>
            </a:custGeom>
            <a:solidFill>
              <a:srgbClr val="FFFFFF">
                <a:alpha val="28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34"/>
            <p:cNvSpPr/>
            <p:nvPr/>
          </p:nvSpPr>
          <p:spPr>
            <a:xfrm>
              <a:off x="4116200" y="2188055"/>
              <a:ext cx="85589" cy="77908"/>
            </a:xfrm>
            <a:custGeom>
              <a:rect b="b" l="l" r="r" t="t"/>
              <a:pathLst>
                <a:path extrusionOk="0" h="1349" w="1482">
                  <a:moveTo>
                    <a:pt x="69" y="0"/>
                  </a:moveTo>
                  <a:lnTo>
                    <a:pt x="69" y="161"/>
                  </a:lnTo>
                  <a:lnTo>
                    <a:pt x="0" y="161"/>
                  </a:lnTo>
                  <a:lnTo>
                    <a:pt x="0" y="295"/>
                  </a:lnTo>
                  <a:lnTo>
                    <a:pt x="69" y="295"/>
                  </a:lnTo>
                  <a:lnTo>
                    <a:pt x="69" y="421"/>
                  </a:lnTo>
                  <a:lnTo>
                    <a:pt x="0" y="421"/>
                  </a:lnTo>
                  <a:lnTo>
                    <a:pt x="0" y="556"/>
                  </a:lnTo>
                  <a:lnTo>
                    <a:pt x="69" y="556"/>
                  </a:lnTo>
                  <a:lnTo>
                    <a:pt x="69" y="664"/>
                  </a:lnTo>
                  <a:lnTo>
                    <a:pt x="0" y="664"/>
                  </a:lnTo>
                  <a:lnTo>
                    <a:pt x="0" y="798"/>
                  </a:lnTo>
                  <a:lnTo>
                    <a:pt x="69" y="798"/>
                  </a:lnTo>
                  <a:lnTo>
                    <a:pt x="69" y="975"/>
                  </a:lnTo>
                  <a:lnTo>
                    <a:pt x="166" y="975"/>
                  </a:lnTo>
                  <a:cubicBezTo>
                    <a:pt x="263" y="1195"/>
                    <a:pt x="485" y="1349"/>
                    <a:pt x="741" y="1349"/>
                  </a:cubicBezTo>
                  <a:cubicBezTo>
                    <a:pt x="998" y="1349"/>
                    <a:pt x="1220" y="1195"/>
                    <a:pt x="1317" y="975"/>
                  </a:cubicBezTo>
                  <a:lnTo>
                    <a:pt x="1414" y="975"/>
                  </a:lnTo>
                  <a:lnTo>
                    <a:pt x="1414" y="798"/>
                  </a:lnTo>
                  <a:lnTo>
                    <a:pt x="1482" y="798"/>
                  </a:lnTo>
                  <a:lnTo>
                    <a:pt x="1482" y="664"/>
                  </a:lnTo>
                  <a:lnTo>
                    <a:pt x="1414" y="664"/>
                  </a:lnTo>
                  <a:lnTo>
                    <a:pt x="1414" y="556"/>
                  </a:lnTo>
                  <a:lnTo>
                    <a:pt x="1482" y="556"/>
                  </a:lnTo>
                  <a:lnTo>
                    <a:pt x="1482" y="421"/>
                  </a:lnTo>
                  <a:lnTo>
                    <a:pt x="1414" y="421"/>
                  </a:lnTo>
                  <a:lnTo>
                    <a:pt x="1414" y="295"/>
                  </a:lnTo>
                  <a:lnTo>
                    <a:pt x="1482" y="295"/>
                  </a:lnTo>
                  <a:lnTo>
                    <a:pt x="1482" y="161"/>
                  </a:lnTo>
                  <a:lnTo>
                    <a:pt x="1414" y="161"/>
                  </a:lnTo>
                  <a:lnTo>
                    <a:pt x="14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34"/>
            <p:cNvSpPr/>
            <p:nvPr/>
          </p:nvSpPr>
          <p:spPr>
            <a:xfrm>
              <a:off x="4040774" y="1937751"/>
              <a:ext cx="237016" cy="250761"/>
            </a:xfrm>
            <a:custGeom>
              <a:rect b="b" l="l" r="r" t="t"/>
              <a:pathLst>
                <a:path extrusionOk="0" h="4342" w="4104">
                  <a:moveTo>
                    <a:pt x="1653" y="470"/>
                  </a:moveTo>
                  <a:cubicBezTo>
                    <a:pt x="1709" y="470"/>
                    <a:pt x="1754" y="515"/>
                    <a:pt x="1754" y="571"/>
                  </a:cubicBezTo>
                  <a:cubicBezTo>
                    <a:pt x="1754" y="626"/>
                    <a:pt x="1709" y="671"/>
                    <a:pt x="1653" y="671"/>
                  </a:cubicBezTo>
                  <a:cubicBezTo>
                    <a:pt x="1104" y="671"/>
                    <a:pt x="656" y="1118"/>
                    <a:pt x="656" y="1668"/>
                  </a:cubicBezTo>
                  <a:cubicBezTo>
                    <a:pt x="656" y="1724"/>
                    <a:pt x="612" y="1769"/>
                    <a:pt x="556" y="1769"/>
                  </a:cubicBezTo>
                  <a:cubicBezTo>
                    <a:pt x="500" y="1769"/>
                    <a:pt x="455" y="1724"/>
                    <a:pt x="455" y="1668"/>
                  </a:cubicBezTo>
                  <a:cubicBezTo>
                    <a:pt x="455" y="1008"/>
                    <a:pt x="992" y="470"/>
                    <a:pt x="1653" y="470"/>
                  </a:cubicBezTo>
                  <a:close/>
                  <a:moveTo>
                    <a:pt x="1974" y="1"/>
                  </a:moveTo>
                  <a:cubicBezTo>
                    <a:pt x="884" y="1"/>
                    <a:pt x="0" y="885"/>
                    <a:pt x="0" y="1975"/>
                  </a:cubicBezTo>
                  <a:cubicBezTo>
                    <a:pt x="0" y="2438"/>
                    <a:pt x="163" y="2886"/>
                    <a:pt x="461" y="3241"/>
                  </a:cubicBezTo>
                  <a:lnTo>
                    <a:pt x="1380" y="4339"/>
                  </a:lnTo>
                  <a:lnTo>
                    <a:pt x="1692" y="4339"/>
                  </a:lnTo>
                  <a:lnTo>
                    <a:pt x="1299" y="2506"/>
                  </a:lnTo>
                  <a:cubicBezTo>
                    <a:pt x="1295" y="2485"/>
                    <a:pt x="1304" y="2465"/>
                    <a:pt x="1321" y="2454"/>
                  </a:cubicBezTo>
                  <a:cubicBezTo>
                    <a:pt x="1330" y="2448"/>
                    <a:pt x="1339" y="2445"/>
                    <a:pt x="1348" y="2445"/>
                  </a:cubicBezTo>
                  <a:cubicBezTo>
                    <a:pt x="1359" y="2445"/>
                    <a:pt x="1370" y="2449"/>
                    <a:pt x="1380" y="2456"/>
                  </a:cubicBezTo>
                  <a:lnTo>
                    <a:pt x="1787" y="2778"/>
                  </a:lnTo>
                  <a:lnTo>
                    <a:pt x="2200" y="2286"/>
                  </a:lnTo>
                  <a:cubicBezTo>
                    <a:pt x="2209" y="2275"/>
                    <a:pt x="2223" y="2268"/>
                    <a:pt x="2238" y="2268"/>
                  </a:cubicBezTo>
                  <a:cubicBezTo>
                    <a:pt x="2242" y="2268"/>
                    <a:pt x="2246" y="2268"/>
                    <a:pt x="2250" y="2269"/>
                  </a:cubicBezTo>
                  <a:cubicBezTo>
                    <a:pt x="2268" y="2272"/>
                    <a:pt x="2283" y="2287"/>
                    <a:pt x="2288" y="2305"/>
                  </a:cubicBezTo>
                  <a:lnTo>
                    <a:pt x="2439" y="2860"/>
                  </a:lnTo>
                  <a:lnTo>
                    <a:pt x="2717" y="2680"/>
                  </a:lnTo>
                  <a:cubicBezTo>
                    <a:pt x="2725" y="2674"/>
                    <a:pt x="2735" y="2671"/>
                    <a:pt x="2745" y="2671"/>
                  </a:cubicBezTo>
                  <a:cubicBezTo>
                    <a:pt x="2755" y="2671"/>
                    <a:pt x="2765" y="2674"/>
                    <a:pt x="2772" y="2680"/>
                  </a:cubicBezTo>
                  <a:cubicBezTo>
                    <a:pt x="2789" y="2691"/>
                    <a:pt x="2798" y="2711"/>
                    <a:pt x="2794" y="2731"/>
                  </a:cubicBezTo>
                  <a:lnTo>
                    <a:pt x="2493" y="4338"/>
                  </a:lnTo>
                  <a:lnTo>
                    <a:pt x="2391" y="4338"/>
                  </a:lnTo>
                  <a:lnTo>
                    <a:pt x="2391" y="4334"/>
                  </a:lnTo>
                  <a:lnTo>
                    <a:pt x="2674" y="2827"/>
                  </a:lnTo>
                  <a:lnTo>
                    <a:pt x="2674" y="2827"/>
                  </a:lnTo>
                  <a:lnTo>
                    <a:pt x="2436" y="2981"/>
                  </a:lnTo>
                  <a:cubicBezTo>
                    <a:pt x="2428" y="2986"/>
                    <a:pt x="2418" y="2989"/>
                    <a:pt x="2408" y="2989"/>
                  </a:cubicBezTo>
                  <a:cubicBezTo>
                    <a:pt x="2402" y="2989"/>
                    <a:pt x="2396" y="2988"/>
                    <a:pt x="2391" y="2986"/>
                  </a:cubicBezTo>
                  <a:cubicBezTo>
                    <a:pt x="2375" y="2980"/>
                    <a:pt x="2364" y="2967"/>
                    <a:pt x="2360" y="2952"/>
                  </a:cubicBezTo>
                  <a:lnTo>
                    <a:pt x="2217" y="2423"/>
                  </a:lnTo>
                  <a:lnTo>
                    <a:pt x="1833" y="2879"/>
                  </a:lnTo>
                  <a:cubicBezTo>
                    <a:pt x="1824" y="2891"/>
                    <a:pt x="1810" y="2898"/>
                    <a:pt x="1795" y="2898"/>
                  </a:cubicBezTo>
                  <a:cubicBezTo>
                    <a:pt x="1784" y="2898"/>
                    <a:pt x="1773" y="2894"/>
                    <a:pt x="1764" y="2886"/>
                  </a:cubicBezTo>
                  <a:lnTo>
                    <a:pt x="1428" y="2622"/>
                  </a:lnTo>
                  <a:lnTo>
                    <a:pt x="1428" y="2622"/>
                  </a:lnTo>
                  <a:lnTo>
                    <a:pt x="1794" y="4326"/>
                  </a:lnTo>
                  <a:cubicBezTo>
                    <a:pt x="1794" y="4328"/>
                    <a:pt x="1795" y="4331"/>
                    <a:pt x="1795" y="4333"/>
                  </a:cubicBezTo>
                  <a:lnTo>
                    <a:pt x="1795" y="4339"/>
                  </a:lnTo>
                  <a:lnTo>
                    <a:pt x="2725" y="4339"/>
                  </a:lnTo>
                  <a:lnTo>
                    <a:pt x="3643" y="3241"/>
                  </a:lnTo>
                  <a:cubicBezTo>
                    <a:pt x="3940" y="2885"/>
                    <a:pt x="4103" y="2438"/>
                    <a:pt x="4103" y="1975"/>
                  </a:cubicBezTo>
                  <a:cubicBezTo>
                    <a:pt x="4103" y="885"/>
                    <a:pt x="3219" y="1"/>
                    <a:pt x="2130" y="1"/>
                  </a:cubicBezTo>
                  <a:close/>
                  <a:moveTo>
                    <a:pt x="1692" y="4339"/>
                  </a:moveTo>
                  <a:lnTo>
                    <a:pt x="1693" y="4341"/>
                  </a:lnTo>
                  <a:lnTo>
                    <a:pt x="1795" y="4341"/>
                  </a:lnTo>
                  <a:lnTo>
                    <a:pt x="1795" y="4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43" name="Google Shape;3243;p34"/>
            <p:cNvGrpSpPr/>
            <p:nvPr/>
          </p:nvGrpSpPr>
          <p:grpSpPr>
            <a:xfrm>
              <a:off x="4270996" y="2468234"/>
              <a:ext cx="125728" cy="339817"/>
              <a:chOff x="4314022" y="2335804"/>
              <a:chExt cx="107773" cy="291289"/>
            </a:xfrm>
          </p:grpSpPr>
          <p:sp>
            <p:nvSpPr>
              <p:cNvPr id="3244" name="Google Shape;3244;p34"/>
              <p:cNvSpPr/>
              <p:nvPr/>
            </p:nvSpPr>
            <p:spPr>
              <a:xfrm>
                <a:off x="4353082" y="2558380"/>
                <a:ext cx="68713" cy="68713"/>
              </a:xfrm>
              <a:custGeom>
                <a:rect b="b" l="l" r="r" t="t"/>
                <a:pathLst>
                  <a:path extrusionOk="0" h="1388" w="1388">
                    <a:moveTo>
                      <a:pt x="693" y="0"/>
                    </a:moveTo>
                    <a:cubicBezTo>
                      <a:pt x="311" y="0"/>
                      <a:pt x="1" y="311"/>
                      <a:pt x="1" y="694"/>
                    </a:cubicBezTo>
                    <a:cubicBezTo>
                      <a:pt x="1" y="1076"/>
                      <a:pt x="311" y="1387"/>
                      <a:pt x="693" y="1387"/>
                    </a:cubicBezTo>
                    <a:cubicBezTo>
                      <a:pt x="1076" y="1387"/>
                      <a:pt x="1387" y="1076"/>
                      <a:pt x="1387" y="694"/>
                    </a:cubicBezTo>
                    <a:cubicBezTo>
                      <a:pt x="1387" y="311"/>
                      <a:pt x="1076" y="0"/>
                      <a:pt x="6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5" name="Google Shape;3245;p34"/>
              <p:cNvSpPr/>
              <p:nvPr/>
            </p:nvSpPr>
            <p:spPr>
              <a:xfrm>
                <a:off x="4314022" y="2335804"/>
                <a:ext cx="83069" cy="259555"/>
              </a:xfrm>
              <a:custGeom>
                <a:rect b="b" l="l" r="r" t="t"/>
                <a:pathLst>
                  <a:path extrusionOk="0" h="5243" w="1678">
                    <a:moveTo>
                      <a:pt x="385" y="0"/>
                    </a:moveTo>
                    <a:lnTo>
                      <a:pt x="1" y="97"/>
                    </a:lnTo>
                    <a:lnTo>
                      <a:pt x="1293" y="5243"/>
                    </a:lnTo>
                    <a:lnTo>
                      <a:pt x="1678" y="5146"/>
                    </a:lnTo>
                    <a:lnTo>
                      <a:pt x="38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46" name="Google Shape;3246;p34"/>
            <p:cNvSpPr/>
            <p:nvPr/>
          </p:nvSpPr>
          <p:spPr>
            <a:xfrm>
              <a:off x="5136649" y="1926142"/>
              <a:ext cx="1072868" cy="1072868"/>
            </a:xfrm>
            <a:custGeom>
              <a:rect b="b" l="l" r="r" t="t"/>
              <a:pathLst>
                <a:path extrusionOk="0" h="18577" w="18577">
                  <a:moveTo>
                    <a:pt x="7662" y="0"/>
                  </a:moveTo>
                  <a:lnTo>
                    <a:pt x="0" y="13268"/>
                  </a:lnTo>
                  <a:cubicBezTo>
                    <a:pt x="2122" y="14644"/>
                    <a:pt x="3933" y="16455"/>
                    <a:pt x="5309" y="18576"/>
                  </a:cubicBezTo>
                  <a:lnTo>
                    <a:pt x="18576" y="10915"/>
                  </a:lnTo>
                  <a:cubicBezTo>
                    <a:pt x="15842" y="6479"/>
                    <a:pt x="12098" y="2733"/>
                    <a:pt x="76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34"/>
            <p:cNvSpPr/>
            <p:nvPr/>
          </p:nvSpPr>
          <p:spPr>
            <a:xfrm>
              <a:off x="5252330" y="1926200"/>
              <a:ext cx="865883" cy="696437"/>
            </a:xfrm>
            <a:custGeom>
              <a:rect b="b" l="l" r="r" t="t"/>
              <a:pathLst>
                <a:path extrusionOk="0" h="12059" w="14993">
                  <a:moveTo>
                    <a:pt x="5659" y="0"/>
                  </a:moveTo>
                  <a:lnTo>
                    <a:pt x="1" y="9802"/>
                  </a:lnTo>
                  <a:cubicBezTo>
                    <a:pt x="1897" y="11219"/>
                    <a:pt x="4253" y="12059"/>
                    <a:pt x="6803" y="12059"/>
                  </a:cubicBezTo>
                  <a:cubicBezTo>
                    <a:pt x="10019" y="12059"/>
                    <a:pt x="12925" y="10723"/>
                    <a:pt x="14993" y="8579"/>
                  </a:cubicBezTo>
                  <a:cubicBezTo>
                    <a:pt x="12463" y="5158"/>
                    <a:pt x="9292" y="2239"/>
                    <a:pt x="5659" y="0"/>
                  </a:cubicBezTo>
                  <a:close/>
                </a:path>
              </a:pathLst>
            </a:custGeom>
            <a:solidFill>
              <a:srgbClr val="FFFFFF">
                <a:alpha val="28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34"/>
            <p:cNvSpPr/>
            <p:nvPr/>
          </p:nvSpPr>
          <p:spPr>
            <a:xfrm>
              <a:off x="5486694" y="2281212"/>
              <a:ext cx="277847" cy="358585"/>
            </a:xfrm>
            <a:custGeom>
              <a:rect b="b" l="l" r="r" t="t"/>
              <a:pathLst>
                <a:path extrusionOk="0" h="6209" w="4811">
                  <a:moveTo>
                    <a:pt x="2405" y="1"/>
                  </a:moveTo>
                  <a:lnTo>
                    <a:pt x="1203" y="1475"/>
                  </a:lnTo>
                  <a:lnTo>
                    <a:pt x="1966" y="1475"/>
                  </a:lnTo>
                  <a:lnTo>
                    <a:pt x="518" y="3104"/>
                  </a:lnTo>
                  <a:lnTo>
                    <a:pt x="1397" y="3104"/>
                  </a:lnTo>
                  <a:lnTo>
                    <a:pt x="1" y="5071"/>
                  </a:lnTo>
                  <a:lnTo>
                    <a:pt x="2146" y="5071"/>
                  </a:lnTo>
                  <a:lnTo>
                    <a:pt x="2146" y="6208"/>
                  </a:lnTo>
                  <a:lnTo>
                    <a:pt x="2665" y="6208"/>
                  </a:lnTo>
                  <a:lnTo>
                    <a:pt x="2665" y="5071"/>
                  </a:lnTo>
                  <a:lnTo>
                    <a:pt x="4811" y="5071"/>
                  </a:lnTo>
                  <a:lnTo>
                    <a:pt x="3414" y="3104"/>
                  </a:lnTo>
                  <a:lnTo>
                    <a:pt x="4294" y="3104"/>
                  </a:lnTo>
                  <a:lnTo>
                    <a:pt x="2845" y="1475"/>
                  </a:lnTo>
                  <a:lnTo>
                    <a:pt x="3609" y="1475"/>
                  </a:lnTo>
                  <a:lnTo>
                    <a:pt x="2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34"/>
            <p:cNvSpPr/>
            <p:nvPr/>
          </p:nvSpPr>
          <p:spPr>
            <a:xfrm>
              <a:off x="5764489" y="2370846"/>
              <a:ext cx="208544" cy="268953"/>
            </a:xfrm>
            <a:custGeom>
              <a:rect b="b" l="l" r="r" t="t"/>
              <a:pathLst>
                <a:path extrusionOk="0" h="4657" w="3611">
                  <a:moveTo>
                    <a:pt x="1806" y="1"/>
                  </a:moveTo>
                  <a:lnTo>
                    <a:pt x="904" y="1106"/>
                  </a:lnTo>
                  <a:lnTo>
                    <a:pt x="1475" y="1106"/>
                  </a:lnTo>
                  <a:lnTo>
                    <a:pt x="390" y="2329"/>
                  </a:lnTo>
                  <a:lnTo>
                    <a:pt x="1049" y="2329"/>
                  </a:lnTo>
                  <a:lnTo>
                    <a:pt x="1" y="3803"/>
                  </a:lnTo>
                  <a:lnTo>
                    <a:pt x="1611" y="3803"/>
                  </a:lnTo>
                  <a:lnTo>
                    <a:pt x="1611" y="4656"/>
                  </a:lnTo>
                  <a:lnTo>
                    <a:pt x="2000" y="4656"/>
                  </a:lnTo>
                  <a:lnTo>
                    <a:pt x="2000" y="3803"/>
                  </a:lnTo>
                  <a:lnTo>
                    <a:pt x="3611" y="3803"/>
                  </a:lnTo>
                  <a:lnTo>
                    <a:pt x="2563" y="2329"/>
                  </a:lnTo>
                  <a:lnTo>
                    <a:pt x="3222" y="2329"/>
                  </a:lnTo>
                  <a:lnTo>
                    <a:pt x="2135" y="1106"/>
                  </a:lnTo>
                  <a:lnTo>
                    <a:pt x="2707" y="1106"/>
                  </a:lnTo>
                  <a:lnTo>
                    <a:pt x="18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50" name="Google Shape;3250;p34"/>
            <p:cNvGrpSpPr/>
            <p:nvPr/>
          </p:nvGrpSpPr>
          <p:grpSpPr>
            <a:xfrm>
              <a:off x="5096577" y="2759655"/>
              <a:ext cx="286684" cy="279350"/>
              <a:chOff x="5021704" y="2585608"/>
              <a:chExt cx="245743" cy="239457"/>
            </a:xfrm>
          </p:grpSpPr>
          <p:sp>
            <p:nvSpPr>
              <p:cNvPr id="3251" name="Google Shape;3251;p34"/>
              <p:cNvSpPr/>
              <p:nvPr/>
            </p:nvSpPr>
            <p:spPr>
              <a:xfrm>
                <a:off x="5021704" y="2756351"/>
                <a:ext cx="68713" cy="68713"/>
              </a:xfrm>
              <a:custGeom>
                <a:rect b="b" l="l" r="r" t="t"/>
                <a:pathLst>
                  <a:path extrusionOk="0" h="1388" w="1388">
                    <a:moveTo>
                      <a:pt x="693" y="1"/>
                    </a:moveTo>
                    <a:cubicBezTo>
                      <a:pt x="311" y="1"/>
                      <a:pt x="1" y="312"/>
                      <a:pt x="1" y="694"/>
                    </a:cubicBezTo>
                    <a:cubicBezTo>
                      <a:pt x="1" y="1077"/>
                      <a:pt x="311" y="1387"/>
                      <a:pt x="693" y="1387"/>
                    </a:cubicBezTo>
                    <a:cubicBezTo>
                      <a:pt x="1076" y="1387"/>
                      <a:pt x="1387" y="1077"/>
                      <a:pt x="1387" y="694"/>
                    </a:cubicBezTo>
                    <a:cubicBezTo>
                      <a:pt x="1387" y="312"/>
                      <a:pt x="1076" y="1"/>
                      <a:pt x="69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2" name="Google Shape;3252;p34"/>
              <p:cNvSpPr/>
              <p:nvPr/>
            </p:nvSpPr>
            <p:spPr>
              <a:xfrm>
                <a:off x="5049477" y="2585608"/>
                <a:ext cx="217971" cy="212178"/>
              </a:xfrm>
              <a:custGeom>
                <a:rect b="b" l="l" r="r" t="t"/>
                <a:pathLst>
                  <a:path extrusionOk="0" h="4286" w="4403">
                    <a:moveTo>
                      <a:pt x="4127" y="0"/>
                    </a:moveTo>
                    <a:lnTo>
                      <a:pt x="0" y="4000"/>
                    </a:lnTo>
                    <a:lnTo>
                      <a:pt x="276" y="4286"/>
                    </a:lnTo>
                    <a:lnTo>
                      <a:pt x="4402" y="286"/>
                    </a:lnTo>
                    <a:lnTo>
                      <a:pt x="41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253" name="Google Shape;3253;p34"/>
          <p:cNvSpPr txBox="1"/>
          <p:nvPr/>
        </p:nvSpPr>
        <p:spPr>
          <a:xfrm>
            <a:off x="368899" y="274858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54" name="Google Shape;3254;p34"/>
          <p:cNvSpPr txBox="1"/>
          <p:nvPr/>
        </p:nvSpPr>
        <p:spPr>
          <a:xfrm>
            <a:off x="368899" y="4158416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55" name="Google Shape;3255;p34"/>
          <p:cNvSpPr txBox="1"/>
          <p:nvPr/>
        </p:nvSpPr>
        <p:spPr>
          <a:xfrm>
            <a:off x="368899" y="133875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56" name="Google Shape;3256;p34"/>
          <p:cNvSpPr txBox="1"/>
          <p:nvPr/>
        </p:nvSpPr>
        <p:spPr>
          <a:xfrm>
            <a:off x="368899" y="102724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 sz="160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57" name="Google Shape;3257;p34"/>
          <p:cNvSpPr txBox="1"/>
          <p:nvPr/>
        </p:nvSpPr>
        <p:spPr>
          <a:xfrm>
            <a:off x="368899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60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58" name="Google Shape;3258;p34"/>
          <p:cNvSpPr txBox="1"/>
          <p:nvPr/>
        </p:nvSpPr>
        <p:spPr>
          <a:xfrm>
            <a:off x="368899" y="24195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6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59" name="Google Shape;3259;p34"/>
          <p:cNvSpPr txBox="1"/>
          <p:nvPr/>
        </p:nvSpPr>
        <p:spPr>
          <a:xfrm>
            <a:off x="6850111" y="1334023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60" name="Google Shape;3260;p34"/>
          <p:cNvSpPr txBox="1"/>
          <p:nvPr/>
        </p:nvSpPr>
        <p:spPr>
          <a:xfrm>
            <a:off x="7467811" y="101276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61" name="Google Shape;3261;p34"/>
          <p:cNvSpPr txBox="1"/>
          <p:nvPr/>
        </p:nvSpPr>
        <p:spPr>
          <a:xfrm>
            <a:off x="7467811" y="241229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 sz="1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62" name="Google Shape;3262;p34"/>
          <p:cNvSpPr txBox="1"/>
          <p:nvPr/>
        </p:nvSpPr>
        <p:spPr>
          <a:xfrm>
            <a:off x="7467811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NEPTUNE</a:t>
            </a:r>
            <a:endParaRPr b="1" sz="1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63" name="Google Shape;3263;p34"/>
          <p:cNvSpPr txBox="1"/>
          <p:nvPr/>
        </p:nvSpPr>
        <p:spPr>
          <a:xfrm>
            <a:off x="6789211" y="4106216"/>
            <a:ext cx="1987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planet from the Sun and the fourth-largest one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64" name="Google Shape;3264;p34"/>
          <p:cNvSpPr txBox="1"/>
          <p:nvPr/>
        </p:nvSpPr>
        <p:spPr>
          <a:xfrm>
            <a:off x="6789211" y="2748575"/>
            <a:ext cx="1987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8" name="Shape 3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9" name="Google Shape;3269;p35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270" name="Google Shape;3270;p35"/>
          <p:cNvGrpSpPr/>
          <p:nvPr/>
        </p:nvGrpSpPr>
        <p:grpSpPr>
          <a:xfrm>
            <a:off x="4567878" y="3074134"/>
            <a:ext cx="1632176" cy="413433"/>
            <a:chOff x="3971153" y="3595866"/>
            <a:chExt cx="1632176" cy="413433"/>
          </a:xfrm>
        </p:grpSpPr>
        <p:grpSp>
          <p:nvGrpSpPr>
            <p:cNvPr id="3271" name="Google Shape;3271;p35"/>
            <p:cNvGrpSpPr/>
            <p:nvPr/>
          </p:nvGrpSpPr>
          <p:grpSpPr>
            <a:xfrm>
              <a:off x="3971153" y="3595866"/>
              <a:ext cx="239663" cy="413433"/>
              <a:chOff x="3971153" y="3595866"/>
              <a:chExt cx="239663" cy="413433"/>
            </a:xfrm>
          </p:grpSpPr>
          <p:sp>
            <p:nvSpPr>
              <p:cNvPr id="3272" name="Google Shape;3272;p35"/>
              <p:cNvSpPr/>
              <p:nvPr/>
            </p:nvSpPr>
            <p:spPr>
              <a:xfrm>
                <a:off x="3971153" y="3595866"/>
                <a:ext cx="239663" cy="413433"/>
              </a:xfrm>
              <a:custGeom>
                <a:rect b="b" l="l" r="r" t="t"/>
                <a:pathLst>
                  <a:path extrusionOk="0" h="7504" w="4350">
                    <a:moveTo>
                      <a:pt x="2175" y="301"/>
                    </a:moveTo>
                    <a:cubicBezTo>
                      <a:pt x="3424" y="1301"/>
                      <a:pt x="4084" y="2491"/>
                      <a:pt x="4083" y="3749"/>
                    </a:cubicBezTo>
                    <a:cubicBezTo>
                      <a:pt x="4083" y="4915"/>
                      <a:pt x="3511" y="6034"/>
                      <a:pt x="2430" y="6986"/>
                    </a:cubicBezTo>
                    <a:cubicBezTo>
                      <a:pt x="2345" y="7061"/>
                      <a:pt x="2259" y="7133"/>
                      <a:pt x="2174" y="7202"/>
                    </a:cubicBezTo>
                    <a:cubicBezTo>
                      <a:pt x="2090" y="7134"/>
                      <a:pt x="2003" y="7061"/>
                      <a:pt x="1919" y="6986"/>
                    </a:cubicBezTo>
                    <a:cubicBezTo>
                      <a:pt x="836" y="6033"/>
                      <a:pt x="263" y="4914"/>
                      <a:pt x="263" y="3751"/>
                    </a:cubicBezTo>
                    <a:cubicBezTo>
                      <a:pt x="263" y="2493"/>
                      <a:pt x="924" y="1302"/>
                      <a:pt x="2175" y="301"/>
                    </a:cubicBezTo>
                    <a:close/>
                    <a:moveTo>
                      <a:pt x="2176" y="0"/>
                    </a:moveTo>
                    <a:cubicBezTo>
                      <a:pt x="2147" y="0"/>
                      <a:pt x="2118" y="10"/>
                      <a:pt x="2095" y="28"/>
                    </a:cubicBezTo>
                    <a:cubicBezTo>
                      <a:pt x="744" y="1078"/>
                      <a:pt x="0" y="2401"/>
                      <a:pt x="0" y="3751"/>
                    </a:cubicBezTo>
                    <a:cubicBezTo>
                      <a:pt x="0" y="4992"/>
                      <a:pt x="604" y="6178"/>
                      <a:pt x="1745" y="7184"/>
                    </a:cubicBezTo>
                    <a:cubicBezTo>
                      <a:pt x="1859" y="7288"/>
                      <a:pt x="1978" y="7385"/>
                      <a:pt x="2095" y="7476"/>
                    </a:cubicBezTo>
                    <a:cubicBezTo>
                      <a:pt x="2118" y="7494"/>
                      <a:pt x="2147" y="7504"/>
                      <a:pt x="2175" y="7504"/>
                    </a:cubicBezTo>
                    <a:cubicBezTo>
                      <a:pt x="2203" y="7504"/>
                      <a:pt x="2233" y="7494"/>
                      <a:pt x="2257" y="7477"/>
                    </a:cubicBezTo>
                    <a:cubicBezTo>
                      <a:pt x="2375" y="7386"/>
                      <a:pt x="2493" y="7288"/>
                      <a:pt x="2607" y="7185"/>
                    </a:cubicBezTo>
                    <a:cubicBezTo>
                      <a:pt x="3747" y="6183"/>
                      <a:pt x="4350" y="4995"/>
                      <a:pt x="4350" y="3751"/>
                    </a:cubicBezTo>
                    <a:cubicBezTo>
                      <a:pt x="4350" y="2398"/>
                      <a:pt x="3607" y="1076"/>
                      <a:pt x="2257" y="28"/>
                    </a:cubicBezTo>
                    <a:cubicBezTo>
                      <a:pt x="2234" y="10"/>
                      <a:pt x="2205" y="0"/>
                      <a:pt x="217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3" name="Google Shape;3273;p35"/>
              <p:cNvSpPr/>
              <p:nvPr/>
            </p:nvSpPr>
            <p:spPr>
              <a:xfrm>
                <a:off x="4083656" y="3689967"/>
                <a:ext cx="14600" cy="312058"/>
              </a:xfrm>
              <a:custGeom>
                <a:rect b="b" l="l" r="r" t="t"/>
                <a:pathLst>
                  <a:path extrusionOk="0" h="5664" w="265">
                    <a:moveTo>
                      <a:pt x="0" y="0"/>
                    </a:moveTo>
                    <a:lnTo>
                      <a:pt x="0" y="5664"/>
                    </a:lnTo>
                    <a:lnTo>
                      <a:pt x="264" y="5664"/>
                    </a:lnTo>
                    <a:lnTo>
                      <a:pt x="26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4" name="Google Shape;3274;p35"/>
              <p:cNvSpPr/>
              <p:nvPr/>
            </p:nvSpPr>
            <p:spPr>
              <a:xfrm>
                <a:off x="4024099" y="3739773"/>
                <a:ext cx="72064" cy="72064"/>
              </a:xfrm>
              <a:custGeom>
                <a:rect b="b" l="l" r="r" t="t"/>
                <a:pathLst>
                  <a:path extrusionOk="0" h="1308" w="1308">
                    <a:moveTo>
                      <a:pt x="188" y="1"/>
                    </a:moveTo>
                    <a:lnTo>
                      <a:pt x="1" y="188"/>
                    </a:lnTo>
                    <a:lnTo>
                      <a:pt x="1120" y="1307"/>
                    </a:lnTo>
                    <a:lnTo>
                      <a:pt x="1308" y="1120"/>
                    </a:ln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5" name="Google Shape;3275;p35"/>
              <p:cNvSpPr/>
              <p:nvPr/>
            </p:nvSpPr>
            <p:spPr>
              <a:xfrm>
                <a:off x="4038424" y="3873818"/>
                <a:ext cx="57684" cy="57740"/>
              </a:xfrm>
              <a:custGeom>
                <a:rect b="b" l="l" r="r" t="t"/>
                <a:pathLst>
                  <a:path extrusionOk="0" h="1048" w="1047">
                    <a:moveTo>
                      <a:pt x="188" y="1"/>
                    </a:moveTo>
                    <a:lnTo>
                      <a:pt x="1" y="188"/>
                    </a:lnTo>
                    <a:lnTo>
                      <a:pt x="859" y="1048"/>
                    </a:lnTo>
                    <a:lnTo>
                      <a:pt x="1047" y="860"/>
                    </a:ln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6" name="Google Shape;3276;p35"/>
              <p:cNvSpPr/>
              <p:nvPr/>
            </p:nvSpPr>
            <p:spPr>
              <a:xfrm>
                <a:off x="4085805" y="3713934"/>
                <a:ext cx="55701" cy="55646"/>
              </a:xfrm>
              <a:custGeom>
                <a:rect b="b" l="l" r="r" t="t"/>
                <a:pathLst>
                  <a:path extrusionOk="0" h="1010" w="1011">
                    <a:moveTo>
                      <a:pt x="823" y="0"/>
                    </a:moveTo>
                    <a:lnTo>
                      <a:pt x="0" y="823"/>
                    </a:lnTo>
                    <a:lnTo>
                      <a:pt x="188" y="1010"/>
                    </a:lnTo>
                    <a:lnTo>
                      <a:pt x="1010" y="187"/>
                    </a:lnTo>
                    <a:lnTo>
                      <a:pt x="82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7" name="Google Shape;3277;p35"/>
              <p:cNvSpPr/>
              <p:nvPr/>
            </p:nvSpPr>
            <p:spPr>
              <a:xfrm>
                <a:off x="4085805" y="3817236"/>
                <a:ext cx="72009" cy="72119"/>
              </a:xfrm>
              <a:custGeom>
                <a:rect b="b" l="l" r="r" t="t"/>
                <a:pathLst>
                  <a:path extrusionOk="0" h="1309" w="1307">
                    <a:moveTo>
                      <a:pt x="1120" y="1"/>
                    </a:moveTo>
                    <a:lnTo>
                      <a:pt x="0" y="1121"/>
                    </a:lnTo>
                    <a:lnTo>
                      <a:pt x="188" y="1308"/>
                    </a:lnTo>
                    <a:lnTo>
                      <a:pt x="1307" y="188"/>
                    </a:lnTo>
                    <a:lnTo>
                      <a:pt x="112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78" name="Google Shape;3278;p35"/>
            <p:cNvGrpSpPr/>
            <p:nvPr/>
          </p:nvGrpSpPr>
          <p:grpSpPr>
            <a:xfrm>
              <a:off x="4435380" y="3595866"/>
              <a:ext cx="239663" cy="413433"/>
              <a:chOff x="4435380" y="3595866"/>
              <a:chExt cx="239663" cy="413433"/>
            </a:xfrm>
          </p:grpSpPr>
          <p:sp>
            <p:nvSpPr>
              <p:cNvPr id="3279" name="Google Shape;3279;p35"/>
              <p:cNvSpPr/>
              <p:nvPr/>
            </p:nvSpPr>
            <p:spPr>
              <a:xfrm>
                <a:off x="4435380" y="3595866"/>
                <a:ext cx="239663" cy="413433"/>
              </a:xfrm>
              <a:custGeom>
                <a:rect b="b" l="l" r="r" t="t"/>
                <a:pathLst>
                  <a:path extrusionOk="0" h="7504" w="4350">
                    <a:moveTo>
                      <a:pt x="2175" y="301"/>
                    </a:moveTo>
                    <a:cubicBezTo>
                      <a:pt x="3424" y="1301"/>
                      <a:pt x="4084" y="2491"/>
                      <a:pt x="4083" y="3749"/>
                    </a:cubicBezTo>
                    <a:cubicBezTo>
                      <a:pt x="4083" y="4915"/>
                      <a:pt x="3511" y="6034"/>
                      <a:pt x="2430" y="6986"/>
                    </a:cubicBezTo>
                    <a:cubicBezTo>
                      <a:pt x="2345" y="7061"/>
                      <a:pt x="2259" y="7133"/>
                      <a:pt x="2174" y="7202"/>
                    </a:cubicBezTo>
                    <a:cubicBezTo>
                      <a:pt x="2088" y="7134"/>
                      <a:pt x="2003" y="7061"/>
                      <a:pt x="1919" y="6986"/>
                    </a:cubicBezTo>
                    <a:cubicBezTo>
                      <a:pt x="836" y="6033"/>
                      <a:pt x="263" y="4914"/>
                      <a:pt x="263" y="3751"/>
                    </a:cubicBezTo>
                    <a:cubicBezTo>
                      <a:pt x="263" y="2493"/>
                      <a:pt x="924" y="1302"/>
                      <a:pt x="2175" y="301"/>
                    </a:cubicBezTo>
                    <a:close/>
                    <a:moveTo>
                      <a:pt x="2176" y="0"/>
                    </a:moveTo>
                    <a:cubicBezTo>
                      <a:pt x="2147" y="0"/>
                      <a:pt x="2118" y="10"/>
                      <a:pt x="2095" y="28"/>
                    </a:cubicBezTo>
                    <a:cubicBezTo>
                      <a:pt x="744" y="1078"/>
                      <a:pt x="0" y="2401"/>
                      <a:pt x="0" y="3751"/>
                    </a:cubicBezTo>
                    <a:cubicBezTo>
                      <a:pt x="0" y="4992"/>
                      <a:pt x="604" y="6178"/>
                      <a:pt x="1745" y="7184"/>
                    </a:cubicBezTo>
                    <a:cubicBezTo>
                      <a:pt x="1859" y="7287"/>
                      <a:pt x="1977" y="7385"/>
                      <a:pt x="2095" y="7476"/>
                    </a:cubicBezTo>
                    <a:cubicBezTo>
                      <a:pt x="2118" y="7494"/>
                      <a:pt x="2147" y="7504"/>
                      <a:pt x="2175" y="7504"/>
                    </a:cubicBezTo>
                    <a:cubicBezTo>
                      <a:pt x="2203" y="7504"/>
                      <a:pt x="2232" y="7494"/>
                      <a:pt x="2257" y="7477"/>
                    </a:cubicBezTo>
                    <a:cubicBezTo>
                      <a:pt x="2375" y="7386"/>
                      <a:pt x="2493" y="7288"/>
                      <a:pt x="2607" y="7185"/>
                    </a:cubicBezTo>
                    <a:cubicBezTo>
                      <a:pt x="3747" y="6183"/>
                      <a:pt x="4350" y="4995"/>
                      <a:pt x="4350" y="3751"/>
                    </a:cubicBezTo>
                    <a:cubicBezTo>
                      <a:pt x="4350" y="2398"/>
                      <a:pt x="3607" y="1076"/>
                      <a:pt x="2257" y="28"/>
                    </a:cubicBezTo>
                    <a:cubicBezTo>
                      <a:pt x="2234" y="10"/>
                      <a:pt x="2205" y="0"/>
                      <a:pt x="217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0" name="Google Shape;3280;p35"/>
              <p:cNvSpPr/>
              <p:nvPr/>
            </p:nvSpPr>
            <p:spPr>
              <a:xfrm>
                <a:off x="4547882" y="3689967"/>
                <a:ext cx="14655" cy="312058"/>
              </a:xfrm>
              <a:custGeom>
                <a:rect b="b" l="l" r="r" t="t"/>
                <a:pathLst>
                  <a:path extrusionOk="0" h="5664" w="266">
                    <a:moveTo>
                      <a:pt x="0" y="0"/>
                    </a:moveTo>
                    <a:lnTo>
                      <a:pt x="0" y="5664"/>
                    </a:lnTo>
                    <a:lnTo>
                      <a:pt x="265" y="5664"/>
                    </a:lnTo>
                    <a:lnTo>
                      <a:pt x="26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1" name="Google Shape;3281;p35"/>
              <p:cNvSpPr/>
              <p:nvPr/>
            </p:nvSpPr>
            <p:spPr>
              <a:xfrm>
                <a:off x="4488270" y="3739828"/>
                <a:ext cx="72064" cy="72064"/>
              </a:xfrm>
              <a:custGeom>
                <a:rect b="b" l="l" r="r" t="t"/>
                <a:pathLst>
                  <a:path extrusionOk="0" h="1308" w="1308">
                    <a:moveTo>
                      <a:pt x="188" y="1"/>
                    </a:moveTo>
                    <a:lnTo>
                      <a:pt x="1" y="188"/>
                    </a:lnTo>
                    <a:lnTo>
                      <a:pt x="1120" y="1307"/>
                    </a:lnTo>
                    <a:lnTo>
                      <a:pt x="1308" y="1120"/>
                    </a:ln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2" name="Google Shape;3282;p35"/>
              <p:cNvSpPr/>
              <p:nvPr/>
            </p:nvSpPr>
            <p:spPr>
              <a:xfrm>
                <a:off x="4502595" y="3873818"/>
                <a:ext cx="57740" cy="57684"/>
              </a:xfrm>
              <a:custGeom>
                <a:rect b="b" l="l" r="r" t="t"/>
                <a:pathLst>
                  <a:path extrusionOk="0" h="1047" w="1048">
                    <a:moveTo>
                      <a:pt x="188" y="1"/>
                    </a:moveTo>
                    <a:lnTo>
                      <a:pt x="1" y="188"/>
                    </a:lnTo>
                    <a:lnTo>
                      <a:pt x="860" y="1047"/>
                    </a:lnTo>
                    <a:lnTo>
                      <a:pt x="1048" y="859"/>
                    </a:ln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3" name="Google Shape;3283;p35"/>
              <p:cNvSpPr/>
              <p:nvPr/>
            </p:nvSpPr>
            <p:spPr>
              <a:xfrm>
                <a:off x="4549976" y="3713934"/>
                <a:ext cx="55701" cy="55701"/>
              </a:xfrm>
              <a:custGeom>
                <a:rect b="b" l="l" r="r" t="t"/>
                <a:pathLst>
                  <a:path extrusionOk="0" h="1011" w="1011">
                    <a:moveTo>
                      <a:pt x="823" y="0"/>
                    </a:moveTo>
                    <a:lnTo>
                      <a:pt x="0" y="824"/>
                    </a:lnTo>
                    <a:lnTo>
                      <a:pt x="188" y="1011"/>
                    </a:lnTo>
                    <a:lnTo>
                      <a:pt x="1010" y="187"/>
                    </a:lnTo>
                    <a:lnTo>
                      <a:pt x="82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4" name="Google Shape;3284;p35"/>
              <p:cNvSpPr/>
              <p:nvPr/>
            </p:nvSpPr>
            <p:spPr>
              <a:xfrm>
                <a:off x="4549976" y="3817291"/>
                <a:ext cx="72009" cy="72064"/>
              </a:xfrm>
              <a:custGeom>
                <a:rect b="b" l="l" r="r" t="t"/>
                <a:pathLst>
                  <a:path extrusionOk="0" h="1308" w="1307">
                    <a:moveTo>
                      <a:pt x="1120" y="1"/>
                    </a:moveTo>
                    <a:lnTo>
                      <a:pt x="0" y="1120"/>
                    </a:lnTo>
                    <a:lnTo>
                      <a:pt x="188" y="1307"/>
                    </a:lnTo>
                    <a:lnTo>
                      <a:pt x="1307" y="188"/>
                    </a:lnTo>
                    <a:lnTo>
                      <a:pt x="112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85" name="Google Shape;3285;p35"/>
            <p:cNvGrpSpPr/>
            <p:nvPr/>
          </p:nvGrpSpPr>
          <p:grpSpPr>
            <a:xfrm>
              <a:off x="4899495" y="3595866"/>
              <a:ext cx="239718" cy="413433"/>
              <a:chOff x="4899495" y="3595866"/>
              <a:chExt cx="239718" cy="413433"/>
            </a:xfrm>
          </p:grpSpPr>
          <p:sp>
            <p:nvSpPr>
              <p:cNvPr id="3286" name="Google Shape;3286;p35"/>
              <p:cNvSpPr/>
              <p:nvPr/>
            </p:nvSpPr>
            <p:spPr>
              <a:xfrm>
                <a:off x="4899495" y="3595866"/>
                <a:ext cx="239718" cy="413433"/>
              </a:xfrm>
              <a:custGeom>
                <a:rect b="b" l="l" r="r" t="t"/>
                <a:pathLst>
                  <a:path extrusionOk="0" h="7504" w="4351">
                    <a:moveTo>
                      <a:pt x="2176" y="301"/>
                    </a:moveTo>
                    <a:cubicBezTo>
                      <a:pt x="3426" y="1301"/>
                      <a:pt x="4085" y="2491"/>
                      <a:pt x="4083" y="3749"/>
                    </a:cubicBezTo>
                    <a:cubicBezTo>
                      <a:pt x="4083" y="4915"/>
                      <a:pt x="3512" y="6034"/>
                      <a:pt x="2430" y="6986"/>
                    </a:cubicBezTo>
                    <a:cubicBezTo>
                      <a:pt x="2346" y="7061"/>
                      <a:pt x="2260" y="7134"/>
                      <a:pt x="2174" y="7202"/>
                    </a:cubicBezTo>
                    <a:cubicBezTo>
                      <a:pt x="2089" y="7134"/>
                      <a:pt x="2003" y="7061"/>
                      <a:pt x="1919" y="6986"/>
                    </a:cubicBezTo>
                    <a:cubicBezTo>
                      <a:pt x="837" y="6033"/>
                      <a:pt x="264" y="4914"/>
                      <a:pt x="264" y="3751"/>
                    </a:cubicBezTo>
                    <a:cubicBezTo>
                      <a:pt x="264" y="2493"/>
                      <a:pt x="925" y="1302"/>
                      <a:pt x="2176" y="301"/>
                    </a:cubicBezTo>
                    <a:close/>
                    <a:moveTo>
                      <a:pt x="2176" y="0"/>
                    </a:moveTo>
                    <a:cubicBezTo>
                      <a:pt x="2148" y="0"/>
                      <a:pt x="2119" y="10"/>
                      <a:pt x="2096" y="28"/>
                    </a:cubicBezTo>
                    <a:cubicBezTo>
                      <a:pt x="745" y="1078"/>
                      <a:pt x="0" y="2401"/>
                      <a:pt x="0" y="3751"/>
                    </a:cubicBezTo>
                    <a:cubicBezTo>
                      <a:pt x="0" y="4992"/>
                      <a:pt x="604" y="6178"/>
                      <a:pt x="1745" y="7184"/>
                    </a:cubicBezTo>
                    <a:cubicBezTo>
                      <a:pt x="1860" y="7288"/>
                      <a:pt x="1979" y="7385"/>
                      <a:pt x="2096" y="7476"/>
                    </a:cubicBezTo>
                    <a:cubicBezTo>
                      <a:pt x="2118" y="7494"/>
                      <a:pt x="2148" y="7504"/>
                      <a:pt x="2176" y="7504"/>
                    </a:cubicBezTo>
                    <a:cubicBezTo>
                      <a:pt x="2205" y="7504"/>
                      <a:pt x="2234" y="7494"/>
                      <a:pt x="2258" y="7477"/>
                    </a:cubicBezTo>
                    <a:cubicBezTo>
                      <a:pt x="2376" y="7386"/>
                      <a:pt x="2494" y="7288"/>
                      <a:pt x="2608" y="7185"/>
                    </a:cubicBezTo>
                    <a:cubicBezTo>
                      <a:pt x="3748" y="6183"/>
                      <a:pt x="4351" y="4995"/>
                      <a:pt x="4351" y="3751"/>
                    </a:cubicBezTo>
                    <a:cubicBezTo>
                      <a:pt x="4351" y="2398"/>
                      <a:pt x="3607" y="1076"/>
                      <a:pt x="2258" y="28"/>
                    </a:cubicBezTo>
                    <a:cubicBezTo>
                      <a:pt x="2234" y="10"/>
                      <a:pt x="2205" y="0"/>
                      <a:pt x="217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7" name="Google Shape;3287;p35"/>
              <p:cNvSpPr/>
              <p:nvPr/>
            </p:nvSpPr>
            <p:spPr>
              <a:xfrm>
                <a:off x="5012109" y="3689967"/>
                <a:ext cx="14655" cy="312058"/>
              </a:xfrm>
              <a:custGeom>
                <a:rect b="b" l="l" r="r" t="t"/>
                <a:pathLst>
                  <a:path extrusionOk="0" h="5664" w="266">
                    <a:moveTo>
                      <a:pt x="0" y="0"/>
                    </a:moveTo>
                    <a:lnTo>
                      <a:pt x="0" y="5664"/>
                    </a:lnTo>
                    <a:lnTo>
                      <a:pt x="265" y="5664"/>
                    </a:lnTo>
                    <a:lnTo>
                      <a:pt x="26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8" name="Google Shape;3288;p35"/>
              <p:cNvSpPr/>
              <p:nvPr/>
            </p:nvSpPr>
            <p:spPr>
              <a:xfrm>
                <a:off x="4952496" y="3739828"/>
                <a:ext cx="72064" cy="72064"/>
              </a:xfrm>
              <a:custGeom>
                <a:rect b="b" l="l" r="r" t="t"/>
                <a:pathLst>
                  <a:path extrusionOk="0" h="1308" w="1308">
                    <a:moveTo>
                      <a:pt x="188" y="1"/>
                    </a:moveTo>
                    <a:lnTo>
                      <a:pt x="1" y="188"/>
                    </a:lnTo>
                    <a:lnTo>
                      <a:pt x="1120" y="1307"/>
                    </a:lnTo>
                    <a:lnTo>
                      <a:pt x="1307" y="1120"/>
                    </a:ln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9" name="Google Shape;3289;p35"/>
              <p:cNvSpPr/>
              <p:nvPr/>
            </p:nvSpPr>
            <p:spPr>
              <a:xfrm>
                <a:off x="4966931" y="3873983"/>
                <a:ext cx="57740" cy="57740"/>
              </a:xfrm>
              <a:custGeom>
                <a:rect b="b" l="l" r="r" t="t"/>
                <a:pathLst>
                  <a:path extrusionOk="0" h="1048" w="1048">
                    <a:moveTo>
                      <a:pt x="188" y="1"/>
                    </a:moveTo>
                    <a:lnTo>
                      <a:pt x="1" y="188"/>
                    </a:lnTo>
                    <a:lnTo>
                      <a:pt x="860" y="1048"/>
                    </a:lnTo>
                    <a:lnTo>
                      <a:pt x="1048" y="860"/>
                    </a:ln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0" name="Google Shape;3290;p35"/>
              <p:cNvSpPr/>
              <p:nvPr/>
            </p:nvSpPr>
            <p:spPr>
              <a:xfrm>
                <a:off x="5014202" y="3713934"/>
                <a:ext cx="55701" cy="55646"/>
              </a:xfrm>
              <a:custGeom>
                <a:rect b="b" l="l" r="r" t="t"/>
                <a:pathLst>
                  <a:path extrusionOk="0" h="1010" w="1011">
                    <a:moveTo>
                      <a:pt x="823" y="0"/>
                    </a:moveTo>
                    <a:lnTo>
                      <a:pt x="0" y="823"/>
                    </a:lnTo>
                    <a:lnTo>
                      <a:pt x="187" y="1010"/>
                    </a:lnTo>
                    <a:lnTo>
                      <a:pt x="1010" y="187"/>
                    </a:lnTo>
                    <a:lnTo>
                      <a:pt x="82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1" name="Google Shape;3291;p35"/>
              <p:cNvSpPr/>
              <p:nvPr/>
            </p:nvSpPr>
            <p:spPr>
              <a:xfrm>
                <a:off x="5014202" y="3817291"/>
                <a:ext cx="72009" cy="72064"/>
              </a:xfrm>
              <a:custGeom>
                <a:rect b="b" l="l" r="r" t="t"/>
                <a:pathLst>
                  <a:path extrusionOk="0" h="1308" w="1307">
                    <a:moveTo>
                      <a:pt x="1120" y="1"/>
                    </a:moveTo>
                    <a:lnTo>
                      <a:pt x="0" y="1120"/>
                    </a:lnTo>
                    <a:lnTo>
                      <a:pt x="187" y="1307"/>
                    </a:lnTo>
                    <a:lnTo>
                      <a:pt x="1307" y="188"/>
                    </a:lnTo>
                    <a:lnTo>
                      <a:pt x="112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92" name="Google Shape;3292;p35"/>
            <p:cNvGrpSpPr/>
            <p:nvPr/>
          </p:nvGrpSpPr>
          <p:grpSpPr>
            <a:xfrm>
              <a:off x="5363666" y="3595866"/>
              <a:ext cx="239663" cy="413433"/>
              <a:chOff x="5363666" y="3595866"/>
              <a:chExt cx="239663" cy="413433"/>
            </a:xfrm>
          </p:grpSpPr>
          <p:sp>
            <p:nvSpPr>
              <p:cNvPr id="3293" name="Google Shape;3293;p35"/>
              <p:cNvSpPr/>
              <p:nvPr/>
            </p:nvSpPr>
            <p:spPr>
              <a:xfrm>
                <a:off x="5363666" y="3595866"/>
                <a:ext cx="239663" cy="413433"/>
              </a:xfrm>
              <a:custGeom>
                <a:rect b="b" l="l" r="r" t="t"/>
                <a:pathLst>
                  <a:path extrusionOk="0" h="7504" w="4350">
                    <a:moveTo>
                      <a:pt x="2177" y="301"/>
                    </a:moveTo>
                    <a:cubicBezTo>
                      <a:pt x="3427" y="1301"/>
                      <a:pt x="4086" y="2491"/>
                      <a:pt x="4084" y="3749"/>
                    </a:cubicBezTo>
                    <a:cubicBezTo>
                      <a:pt x="4084" y="4915"/>
                      <a:pt x="3513" y="6034"/>
                      <a:pt x="2431" y="6986"/>
                    </a:cubicBezTo>
                    <a:cubicBezTo>
                      <a:pt x="2346" y="7061"/>
                      <a:pt x="2261" y="7134"/>
                      <a:pt x="2175" y="7202"/>
                    </a:cubicBezTo>
                    <a:cubicBezTo>
                      <a:pt x="2090" y="7134"/>
                      <a:pt x="2004" y="7061"/>
                      <a:pt x="1919" y="6986"/>
                    </a:cubicBezTo>
                    <a:cubicBezTo>
                      <a:pt x="838" y="6033"/>
                      <a:pt x="265" y="4914"/>
                      <a:pt x="265" y="3751"/>
                    </a:cubicBezTo>
                    <a:cubicBezTo>
                      <a:pt x="265" y="2493"/>
                      <a:pt x="926" y="1302"/>
                      <a:pt x="2177" y="301"/>
                    </a:cubicBezTo>
                    <a:close/>
                    <a:moveTo>
                      <a:pt x="2177" y="0"/>
                    </a:moveTo>
                    <a:cubicBezTo>
                      <a:pt x="2149" y="0"/>
                      <a:pt x="2120" y="10"/>
                      <a:pt x="2096" y="28"/>
                    </a:cubicBezTo>
                    <a:cubicBezTo>
                      <a:pt x="746" y="1078"/>
                      <a:pt x="1" y="2401"/>
                      <a:pt x="1" y="3751"/>
                    </a:cubicBezTo>
                    <a:cubicBezTo>
                      <a:pt x="1" y="4992"/>
                      <a:pt x="605" y="6178"/>
                      <a:pt x="1746" y="7184"/>
                    </a:cubicBezTo>
                    <a:cubicBezTo>
                      <a:pt x="1861" y="7287"/>
                      <a:pt x="1979" y="7385"/>
                      <a:pt x="2096" y="7476"/>
                    </a:cubicBezTo>
                    <a:cubicBezTo>
                      <a:pt x="2119" y="7494"/>
                      <a:pt x="2149" y="7504"/>
                      <a:pt x="2177" y="7504"/>
                    </a:cubicBezTo>
                    <a:cubicBezTo>
                      <a:pt x="2206" y="7504"/>
                      <a:pt x="2235" y="7494"/>
                      <a:pt x="2257" y="7477"/>
                    </a:cubicBezTo>
                    <a:cubicBezTo>
                      <a:pt x="2374" y="7386"/>
                      <a:pt x="2492" y="7289"/>
                      <a:pt x="2608" y="7185"/>
                    </a:cubicBezTo>
                    <a:cubicBezTo>
                      <a:pt x="3748" y="6183"/>
                      <a:pt x="4350" y="4995"/>
                      <a:pt x="4350" y="3751"/>
                    </a:cubicBezTo>
                    <a:cubicBezTo>
                      <a:pt x="4350" y="2398"/>
                      <a:pt x="3608" y="1076"/>
                      <a:pt x="2259" y="28"/>
                    </a:cubicBezTo>
                    <a:cubicBezTo>
                      <a:pt x="2235" y="10"/>
                      <a:pt x="2206" y="0"/>
                      <a:pt x="217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4" name="Google Shape;3294;p35"/>
              <p:cNvSpPr/>
              <p:nvPr/>
            </p:nvSpPr>
            <p:spPr>
              <a:xfrm>
                <a:off x="5476335" y="3689967"/>
                <a:ext cx="14600" cy="312058"/>
              </a:xfrm>
              <a:custGeom>
                <a:rect b="b" l="l" r="r" t="t"/>
                <a:pathLst>
                  <a:path extrusionOk="0" h="5664" w="265">
                    <a:moveTo>
                      <a:pt x="0" y="0"/>
                    </a:moveTo>
                    <a:lnTo>
                      <a:pt x="0" y="5664"/>
                    </a:lnTo>
                    <a:lnTo>
                      <a:pt x="264" y="5664"/>
                    </a:lnTo>
                    <a:lnTo>
                      <a:pt x="26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5" name="Google Shape;3295;p35"/>
              <p:cNvSpPr/>
              <p:nvPr/>
            </p:nvSpPr>
            <p:spPr>
              <a:xfrm>
                <a:off x="5416722" y="3739773"/>
                <a:ext cx="72064" cy="72119"/>
              </a:xfrm>
              <a:custGeom>
                <a:rect b="b" l="l" r="r" t="t"/>
                <a:pathLst>
                  <a:path extrusionOk="0" h="1309" w="1308">
                    <a:moveTo>
                      <a:pt x="188" y="1"/>
                    </a:moveTo>
                    <a:lnTo>
                      <a:pt x="1" y="188"/>
                    </a:lnTo>
                    <a:lnTo>
                      <a:pt x="1120" y="1308"/>
                    </a:lnTo>
                    <a:lnTo>
                      <a:pt x="1307" y="1121"/>
                    </a:ln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6" name="Google Shape;3296;p35"/>
              <p:cNvSpPr/>
              <p:nvPr/>
            </p:nvSpPr>
            <p:spPr>
              <a:xfrm>
                <a:off x="5431047" y="3873763"/>
                <a:ext cx="57740" cy="57740"/>
              </a:xfrm>
              <a:custGeom>
                <a:rect b="b" l="l" r="r" t="t"/>
                <a:pathLst>
                  <a:path extrusionOk="0" h="1048" w="1048">
                    <a:moveTo>
                      <a:pt x="188" y="1"/>
                    </a:moveTo>
                    <a:lnTo>
                      <a:pt x="1" y="188"/>
                    </a:lnTo>
                    <a:lnTo>
                      <a:pt x="860" y="1048"/>
                    </a:lnTo>
                    <a:lnTo>
                      <a:pt x="1047" y="860"/>
                    </a:ln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7" name="Google Shape;3297;p35"/>
              <p:cNvSpPr/>
              <p:nvPr/>
            </p:nvSpPr>
            <p:spPr>
              <a:xfrm>
                <a:off x="5478373" y="3713934"/>
                <a:ext cx="55756" cy="55646"/>
              </a:xfrm>
              <a:custGeom>
                <a:rect b="b" l="l" r="r" t="t"/>
                <a:pathLst>
                  <a:path extrusionOk="0" h="1010" w="1012">
                    <a:moveTo>
                      <a:pt x="824" y="0"/>
                    </a:moveTo>
                    <a:lnTo>
                      <a:pt x="0" y="823"/>
                    </a:lnTo>
                    <a:lnTo>
                      <a:pt x="187" y="1010"/>
                    </a:lnTo>
                    <a:lnTo>
                      <a:pt x="1011" y="187"/>
                    </a:lnTo>
                    <a:lnTo>
                      <a:pt x="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8" name="Google Shape;3298;p35"/>
              <p:cNvSpPr/>
              <p:nvPr/>
            </p:nvSpPr>
            <p:spPr>
              <a:xfrm>
                <a:off x="5478428" y="3817291"/>
                <a:ext cx="72009" cy="72064"/>
              </a:xfrm>
              <a:custGeom>
                <a:rect b="b" l="l" r="r" t="t"/>
                <a:pathLst>
                  <a:path extrusionOk="0" h="1308" w="1307">
                    <a:moveTo>
                      <a:pt x="1120" y="1"/>
                    </a:moveTo>
                    <a:lnTo>
                      <a:pt x="0" y="1120"/>
                    </a:lnTo>
                    <a:lnTo>
                      <a:pt x="187" y="1307"/>
                    </a:lnTo>
                    <a:lnTo>
                      <a:pt x="1307" y="188"/>
                    </a:lnTo>
                    <a:lnTo>
                      <a:pt x="112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99" name="Google Shape;3299;p35"/>
          <p:cNvGrpSpPr/>
          <p:nvPr/>
        </p:nvGrpSpPr>
        <p:grpSpPr>
          <a:xfrm>
            <a:off x="4605253" y="3735226"/>
            <a:ext cx="3024800" cy="413543"/>
            <a:chOff x="3538453" y="3735226"/>
            <a:chExt cx="3024800" cy="413543"/>
          </a:xfrm>
        </p:grpSpPr>
        <p:grpSp>
          <p:nvGrpSpPr>
            <p:cNvPr id="3300" name="Google Shape;3300;p35"/>
            <p:cNvGrpSpPr/>
            <p:nvPr/>
          </p:nvGrpSpPr>
          <p:grpSpPr>
            <a:xfrm>
              <a:off x="3538453" y="3735226"/>
              <a:ext cx="239663" cy="413543"/>
              <a:chOff x="3971153" y="4178326"/>
              <a:chExt cx="239663" cy="413543"/>
            </a:xfrm>
          </p:grpSpPr>
          <p:sp>
            <p:nvSpPr>
              <p:cNvPr id="3301" name="Google Shape;3301;p35"/>
              <p:cNvSpPr/>
              <p:nvPr/>
            </p:nvSpPr>
            <p:spPr>
              <a:xfrm>
                <a:off x="3971153" y="4178326"/>
                <a:ext cx="239663" cy="413543"/>
              </a:xfrm>
              <a:custGeom>
                <a:rect b="b" l="l" r="r" t="t"/>
                <a:pathLst>
                  <a:path extrusionOk="0" h="7506" w="4350">
                    <a:moveTo>
                      <a:pt x="2175" y="303"/>
                    </a:moveTo>
                    <a:cubicBezTo>
                      <a:pt x="3424" y="1302"/>
                      <a:pt x="4084" y="2493"/>
                      <a:pt x="4083" y="3751"/>
                    </a:cubicBezTo>
                    <a:cubicBezTo>
                      <a:pt x="4083" y="4916"/>
                      <a:pt x="3511" y="6036"/>
                      <a:pt x="2430" y="6987"/>
                    </a:cubicBezTo>
                    <a:cubicBezTo>
                      <a:pt x="2345" y="7062"/>
                      <a:pt x="2259" y="7134"/>
                      <a:pt x="2174" y="7203"/>
                    </a:cubicBezTo>
                    <a:cubicBezTo>
                      <a:pt x="2089" y="7136"/>
                      <a:pt x="2003" y="7062"/>
                      <a:pt x="1919" y="6987"/>
                    </a:cubicBezTo>
                    <a:cubicBezTo>
                      <a:pt x="836" y="6034"/>
                      <a:pt x="263" y="4915"/>
                      <a:pt x="263" y="3752"/>
                    </a:cubicBezTo>
                    <a:cubicBezTo>
                      <a:pt x="263" y="2494"/>
                      <a:pt x="924" y="1303"/>
                      <a:pt x="2175" y="303"/>
                    </a:cubicBezTo>
                    <a:close/>
                    <a:moveTo>
                      <a:pt x="2176" y="0"/>
                    </a:moveTo>
                    <a:cubicBezTo>
                      <a:pt x="2147" y="0"/>
                      <a:pt x="2118" y="9"/>
                      <a:pt x="2095" y="28"/>
                    </a:cubicBezTo>
                    <a:cubicBezTo>
                      <a:pt x="744" y="1078"/>
                      <a:pt x="0" y="2400"/>
                      <a:pt x="0" y="3751"/>
                    </a:cubicBezTo>
                    <a:cubicBezTo>
                      <a:pt x="0" y="4993"/>
                      <a:pt x="604" y="6180"/>
                      <a:pt x="1745" y="7185"/>
                    </a:cubicBezTo>
                    <a:cubicBezTo>
                      <a:pt x="1859" y="7287"/>
                      <a:pt x="1977" y="7386"/>
                      <a:pt x="2095" y="7476"/>
                    </a:cubicBezTo>
                    <a:cubicBezTo>
                      <a:pt x="2118" y="7496"/>
                      <a:pt x="2147" y="7505"/>
                      <a:pt x="2175" y="7505"/>
                    </a:cubicBezTo>
                    <a:cubicBezTo>
                      <a:pt x="2203" y="7505"/>
                      <a:pt x="2233" y="7496"/>
                      <a:pt x="2257" y="7476"/>
                    </a:cubicBezTo>
                    <a:cubicBezTo>
                      <a:pt x="2375" y="7384"/>
                      <a:pt x="2494" y="7287"/>
                      <a:pt x="2607" y="7185"/>
                    </a:cubicBezTo>
                    <a:cubicBezTo>
                      <a:pt x="3747" y="6182"/>
                      <a:pt x="4350" y="4994"/>
                      <a:pt x="4350" y="3751"/>
                    </a:cubicBezTo>
                    <a:cubicBezTo>
                      <a:pt x="4350" y="2398"/>
                      <a:pt x="3607" y="1075"/>
                      <a:pt x="2257" y="28"/>
                    </a:cubicBezTo>
                    <a:cubicBezTo>
                      <a:pt x="2234" y="9"/>
                      <a:pt x="2205" y="0"/>
                      <a:pt x="217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2" name="Google Shape;3302;p35"/>
              <p:cNvSpPr/>
              <p:nvPr/>
            </p:nvSpPr>
            <p:spPr>
              <a:xfrm>
                <a:off x="4083656" y="4272427"/>
                <a:ext cx="14600" cy="312113"/>
              </a:xfrm>
              <a:custGeom>
                <a:rect b="b" l="l" r="r" t="t"/>
                <a:pathLst>
                  <a:path extrusionOk="0" h="5665" w="265">
                    <a:moveTo>
                      <a:pt x="0" y="1"/>
                    </a:moveTo>
                    <a:lnTo>
                      <a:pt x="0" y="5664"/>
                    </a:lnTo>
                    <a:lnTo>
                      <a:pt x="264" y="5664"/>
                    </a:lnTo>
                    <a:lnTo>
                      <a:pt x="2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3" name="Google Shape;3303;p35"/>
              <p:cNvSpPr/>
              <p:nvPr/>
            </p:nvSpPr>
            <p:spPr>
              <a:xfrm>
                <a:off x="4024044" y="4322288"/>
                <a:ext cx="72119" cy="72009"/>
              </a:xfrm>
              <a:custGeom>
                <a:rect b="b" l="l" r="r" t="t"/>
                <a:pathLst>
                  <a:path extrusionOk="0" h="1307" w="1309">
                    <a:moveTo>
                      <a:pt x="188" y="0"/>
                    </a:moveTo>
                    <a:lnTo>
                      <a:pt x="1" y="188"/>
                    </a:lnTo>
                    <a:lnTo>
                      <a:pt x="1121" y="1307"/>
                    </a:lnTo>
                    <a:lnTo>
                      <a:pt x="1309" y="1120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4" name="Google Shape;3304;p35"/>
              <p:cNvSpPr/>
              <p:nvPr/>
            </p:nvSpPr>
            <p:spPr>
              <a:xfrm>
                <a:off x="4038369" y="4456168"/>
                <a:ext cx="57740" cy="57740"/>
              </a:xfrm>
              <a:custGeom>
                <a:rect b="b" l="l" r="r" t="t"/>
                <a:pathLst>
                  <a:path extrusionOk="0" h="1048" w="1048">
                    <a:moveTo>
                      <a:pt x="187" y="0"/>
                    </a:moveTo>
                    <a:lnTo>
                      <a:pt x="1" y="188"/>
                    </a:lnTo>
                    <a:lnTo>
                      <a:pt x="860" y="1047"/>
                    </a:lnTo>
                    <a:lnTo>
                      <a:pt x="1048" y="860"/>
                    </a:lnTo>
                    <a:lnTo>
                      <a:pt x="1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5" name="Google Shape;3305;p35"/>
              <p:cNvSpPr/>
              <p:nvPr/>
            </p:nvSpPr>
            <p:spPr>
              <a:xfrm>
                <a:off x="4085805" y="4296394"/>
                <a:ext cx="55701" cy="55756"/>
              </a:xfrm>
              <a:custGeom>
                <a:rect b="b" l="l" r="r" t="t"/>
                <a:pathLst>
                  <a:path extrusionOk="0" h="1012" w="1011">
                    <a:moveTo>
                      <a:pt x="823" y="1"/>
                    </a:moveTo>
                    <a:lnTo>
                      <a:pt x="0" y="824"/>
                    </a:lnTo>
                    <a:lnTo>
                      <a:pt x="188" y="1012"/>
                    </a:lnTo>
                    <a:lnTo>
                      <a:pt x="1010" y="188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6" name="Google Shape;3306;p35"/>
              <p:cNvSpPr/>
              <p:nvPr/>
            </p:nvSpPr>
            <p:spPr>
              <a:xfrm>
                <a:off x="4085805" y="4399751"/>
                <a:ext cx="72009" cy="72009"/>
              </a:xfrm>
              <a:custGeom>
                <a:rect b="b" l="l" r="r" t="t"/>
                <a:pathLst>
                  <a:path extrusionOk="0" h="1307" w="1307">
                    <a:moveTo>
                      <a:pt x="1120" y="0"/>
                    </a:moveTo>
                    <a:lnTo>
                      <a:pt x="0" y="1120"/>
                    </a:lnTo>
                    <a:lnTo>
                      <a:pt x="187" y="1307"/>
                    </a:lnTo>
                    <a:lnTo>
                      <a:pt x="1307" y="187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7" name="Google Shape;3307;p35"/>
            <p:cNvGrpSpPr/>
            <p:nvPr/>
          </p:nvGrpSpPr>
          <p:grpSpPr>
            <a:xfrm>
              <a:off x="4002680" y="3735226"/>
              <a:ext cx="239663" cy="413543"/>
              <a:chOff x="4435380" y="4178326"/>
              <a:chExt cx="239663" cy="413543"/>
            </a:xfrm>
          </p:grpSpPr>
          <p:sp>
            <p:nvSpPr>
              <p:cNvPr id="3308" name="Google Shape;3308;p35"/>
              <p:cNvSpPr/>
              <p:nvPr/>
            </p:nvSpPr>
            <p:spPr>
              <a:xfrm>
                <a:off x="4435380" y="4178326"/>
                <a:ext cx="239663" cy="413543"/>
              </a:xfrm>
              <a:custGeom>
                <a:rect b="b" l="l" r="r" t="t"/>
                <a:pathLst>
                  <a:path extrusionOk="0" h="7506" w="4350">
                    <a:moveTo>
                      <a:pt x="2175" y="303"/>
                    </a:moveTo>
                    <a:cubicBezTo>
                      <a:pt x="3424" y="1302"/>
                      <a:pt x="4084" y="2493"/>
                      <a:pt x="4083" y="3751"/>
                    </a:cubicBezTo>
                    <a:cubicBezTo>
                      <a:pt x="4083" y="4916"/>
                      <a:pt x="3511" y="6036"/>
                      <a:pt x="2430" y="6987"/>
                    </a:cubicBezTo>
                    <a:cubicBezTo>
                      <a:pt x="2345" y="7062"/>
                      <a:pt x="2259" y="7134"/>
                      <a:pt x="2174" y="7203"/>
                    </a:cubicBezTo>
                    <a:cubicBezTo>
                      <a:pt x="2088" y="7134"/>
                      <a:pt x="2003" y="7062"/>
                      <a:pt x="1919" y="6987"/>
                    </a:cubicBezTo>
                    <a:cubicBezTo>
                      <a:pt x="836" y="6034"/>
                      <a:pt x="263" y="4915"/>
                      <a:pt x="263" y="3752"/>
                    </a:cubicBezTo>
                    <a:cubicBezTo>
                      <a:pt x="263" y="2494"/>
                      <a:pt x="924" y="1303"/>
                      <a:pt x="2175" y="303"/>
                    </a:cubicBezTo>
                    <a:close/>
                    <a:moveTo>
                      <a:pt x="2176" y="0"/>
                    </a:moveTo>
                    <a:cubicBezTo>
                      <a:pt x="2147" y="0"/>
                      <a:pt x="2118" y="9"/>
                      <a:pt x="2095" y="28"/>
                    </a:cubicBezTo>
                    <a:cubicBezTo>
                      <a:pt x="744" y="1078"/>
                      <a:pt x="0" y="2400"/>
                      <a:pt x="0" y="3751"/>
                    </a:cubicBezTo>
                    <a:cubicBezTo>
                      <a:pt x="0" y="4993"/>
                      <a:pt x="604" y="6180"/>
                      <a:pt x="1745" y="7185"/>
                    </a:cubicBezTo>
                    <a:cubicBezTo>
                      <a:pt x="1859" y="7287"/>
                      <a:pt x="1977" y="7386"/>
                      <a:pt x="2095" y="7476"/>
                    </a:cubicBezTo>
                    <a:cubicBezTo>
                      <a:pt x="2118" y="7496"/>
                      <a:pt x="2147" y="7505"/>
                      <a:pt x="2175" y="7505"/>
                    </a:cubicBezTo>
                    <a:cubicBezTo>
                      <a:pt x="2203" y="7505"/>
                      <a:pt x="2232" y="7496"/>
                      <a:pt x="2257" y="7476"/>
                    </a:cubicBezTo>
                    <a:cubicBezTo>
                      <a:pt x="2375" y="7384"/>
                      <a:pt x="2493" y="7287"/>
                      <a:pt x="2607" y="7185"/>
                    </a:cubicBezTo>
                    <a:cubicBezTo>
                      <a:pt x="3747" y="6182"/>
                      <a:pt x="4350" y="4994"/>
                      <a:pt x="4350" y="3751"/>
                    </a:cubicBezTo>
                    <a:cubicBezTo>
                      <a:pt x="4350" y="2398"/>
                      <a:pt x="3607" y="1075"/>
                      <a:pt x="2257" y="28"/>
                    </a:cubicBezTo>
                    <a:cubicBezTo>
                      <a:pt x="2234" y="9"/>
                      <a:pt x="2205" y="0"/>
                      <a:pt x="217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9" name="Google Shape;3309;p35"/>
              <p:cNvSpPr/>
              <p:nvPr/>
            </p:nvSpPr>
            <p:spPr>
              <a:xfrm>
                <a:off x="4547882" y="4272427"/>
                <a:ext cx="14655" cy="312113"/>
              </a:xfrm>
              <a:custGeom>
                <a:rect b="b" l="l" r="r" t="t"/>
                <a:pathLst>
                  <a:path extrusionOk="0" h="5665" w="266">
                    <a:moveTo>
                      <a:pt x="0" y="1"/>
                    </a:moveTo>
                    <a:lnTo>
                      <a:pt x="0" y="5664"/>
                    </a:lnTo>
                    <a:lnTo>
                      <a:pt x="265" y="5664"/>
                    </a:lnTo>
                    <a:lnTo>
                      <a:pt x="26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0" name="Google Shape;3310;p35"/>
              <p:cNvSpPr/>
              <p:nvPr/>
            </p:nvSpPr>
            <p:spPr>
              <a:xfrm>
                <a:off x="4488215" y="4322288"/>
                <a:ext cx="72119" cy="72064"/>
              </a:xfrm>
              <a:custGeom>
                <a:rect b="b" l="l" r="r" t="t"/>
                <a:pathLst>
                  <a:path extrusionOk="0" h="1308" w="1309">
                    <a:moveTo>
                      <a:pt x="188" y="0"/>
                    </a:moveTo>
                    <a:lnTo>
                      <a:pt x="1" y="188"/>
                    </a:lnTo>
                    <a:lnTo>
                      <a:pt x="1121" y="1308"/>
                    </a:lnTo>
                    <a:lnTo>
                      <a:pt x="1309" y="1121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1" name="Google Shape;3311;p35"/>
              <p:cNvSpPr/>
              <p:nvPr/>
            </p:nvSpPr>
            <p:spPr>
              <a:xfrm>
                <a:off x="4502540" y="4456113"/>
                <a:ext cx="57795" cy="57795"/>
              </a:xfrm>
              <a:custGeom>
                <a:rect b="b" l="l" r="r" t="t"/>
                <a:pathLst>
                  <a:path extrusionOk="0" h="1049" w="1049">
                    <a:moveTo>
                      <a:pt x="188" y="0"/>
                    </a:moveTo>
                    <a:lnTo>
                      <a:pt x="1" y="188"/>
                    </a:lnTo>
                    <a:lnTo>
                      <a:pt x="861" y="1048"/>
                    </a:lnTo>
                    <a:lnTo>
                      <a:pt x="1049" y="861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2" name="Google Shape;3312;p35"/>
              <p:cNvSpPr/>
              <p:nvPr/>
            </p:nvSpPr>
            <p:spPr>
              <a:xfrm>
                <a:off x="4549976" y="4296449"/>
                <a:ext cx="55701" cy="55701"/>
              </a:xfrm>
              <a:custGeom>
                <a:rect b="b" l="l" r="r" t="t"/>
                <a:pathLst>
                  <a:path extrusionOk="0" h="1011" w="1011">
                    <a:moveTo>
                      <a:pt x="823" y="1"/>
                    </a:moveTo>
                    <a:lnTo>
                      <a:pt x="0" y="823"/>
                    </a:lnTo>
                    <a:lnTo>
                      <a:pt x="188" y="1011"/>
                    </a:lnTo>
                    <a:lnTo>
                      <a:pt x="1010" y="188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3" name="Google Shape;3313;p35"/>
              <p:cNvSpPr/>
              <p:nvPr/>
            </p:nvSpPr>
            <p:spPr>
              <a:xfrm>
                <a:off x="4549921" y="4399806"/>
                <a:ext cx="72064" cy="72009"/>
              </a:xfrm>
              <a:custGeom>
                <a:rect b="b" l="l" r="r" t="t"/>
                <a:pathLst>
                  <a:path extrusionOk="0" h="1307" w="1308">
                    <a:moveTo>
                      <a:pt x="1121" y="0"/>
                    </a:moveTo>
                    <a:lnTo>
                      <a:pt x="0" y="1120"/>
                    </a:lnTo>
                    <a:lnTo>
                      <a:pt x="188" y="1307"/>
                    </a:lnTo>
                    <a:lnTo>
                      <a:pt x="1308" y="187"/>
                    </a:lnTo>
                    <a:lnTo>
                      <a:pt x="11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14" name="Google Shape;3314;p35"/>
            <p:cNvGrpSpPr/>
            <p:nvPr/>
          </p:nvGrpSpPr>
          <p:grpSpPr>
            <a:xfrm>
              <a:off x="4466795" y="3735226"/>
              <a:ext cx="239718" cy="413543"/>
              <a:chOff x="4899495" y="4178326"/>
              <a:chExt cx="239718" cy="413543"/>
            </a:xfrm>
          </p:grpSpPr>
          <p:sp>
            <p:nvSpPr>
              <p:cNvPr id="3315" name="Google Shape;3315;p35"/>
              <p:cNvSpPr/>
              <p:nvPr/>
            </p:nvSpPr>
            <p:spPr>
              <a:xfrm>
                <a:off x="4899495" y="4178326"/>
                <a:ext cx="239718" cy="413543"/>
              </a:xfrm>
              <a:custGeom>
                <a:rect b="b" l="l" r="r" t="t"/>
                <a:pathLst>
                  <a:path extrusionOk="0" h="7506" w="4351">
                    <a:moveTo>
                      <a:pt x="2176" y="303"/>
                    </a:moveTo>
                    <a:cubicBezTo>
                      <a:pt x="3426" y="1302"/>
                      <a:pt x="4085" y="2493"/>
                      <a:pt x="4083" y="3751"/>
                    </a:cubicBezTo>
                    <a:cubicBezTo>
                      <a:pt x="4083" y="4916"/>
                      <a:pt x="3512" y="6036"/>
                      <a:pt x="2430" y="6987"/>
                    </a:cubicBezTo>
                    <a:cubicBezTo>
                      <a:pt x="2346" y="7062"/>
                      <a:pt x="2260" y="7134"/>
                      <a:pt x="2174" y="7203"/>
                    </a:cubicBezTo>
                    <a:cubicBezTo>
                      <a:pt x="2089" y="7136"/>
                      <a:pt x="2003" y="7062"/>
                      <a:pt x="1919" y="6987"/>
                    </a:cubicBezTo>
                    <a:cubicBezTo>
                      <a:pt x="837" y="6034"/>
                      <a:pt x="264" y="4915"/>
                      <a:pt x="264" y="3752"/>
                    </a:cubicBezTo>
                    <a:cubicBezTo>
                      <a:pt x="264" y="2494"/>
                      <a:pt x="925" y="1303"/>
                      <a:pt x="2176" y="303"/>
                    </a:cubicBezTo>
                    <a:close/>
                    <a:moveTo>
                      <a:pt x="2176" y="0"/>
                    </a:moveTo>
                    <a:cubicBezTo>
                      <a:pt x="2148" y="0"/>
                      <a:pt x="2119" y="9"/>
                      <a:pt x="2096" y="28"/>
                    </a:cubicBezTo>
                    <a:cubicBezTo>
                      <a:pt x="745" y="1078"/>
                      <a:pt x="0" y="2400"/>
                      <a:pt x="0" y="3751"/>
                    </a:cubicBezTo>
                    <a:cubicBezTo>
                      <a:pt x="0" y="4993"/>
                      <a:pt x="604" y="6180"/>
                      <a:pt x="1745" y="7185"/>
                    </a:cubicBezTo>
                    <a:cubicBezTo>
                      <a:pt x="1860" y="7287"/>
                      <a:pt x="1978" y="7386"/>
                      <a:pt x="2096" y="7476"/>
                    </a:cubicBezTo>
                    <a:cubicBezTo>
                      <a:pt x="2118" y="7496"/>
                      <a:pt x="2148" y="7505"/>
                      <a:pt x="2176" y="7505"/>
                    </a:cubicBezTo>
                    <a:cubicBezTo>
                      <a:pt x="2205" y="7505"/>
                      <a:pt x="2234" y="7496"/>
                      <a:pt x="2258" y="7476"/>
                    </a:cubicBezTo>
                    <a:cubicBezTo>
                      <a:pt x="2376" y="7386"/>
                      <a:pt x="2494" y="7287"/>
                      <a:pt x="2608" y="7185"/>
                    </a:cubicBezTo>
                    <a:cubicBezTo>
                      <a:pt x="3748" y="6182"/>
                      <a:pt x="4351" y="4994"/>
                      <a:pt x="4351" y="3751"/>
                    </a:cubicBezTo>
                    <a:cubicBezTo>
                      <a:pt x="4351" y="2398"/>
                      <a:pt x="3607" y="1075"/>
                      <a:pt x="2258" y="28"/>
                    </a:cubicBezTo>
                    <a:cubicBezTo>
                      <a:pt x="2234" y="9"/>
                      <a:pt x="2205" y="0"/>
                      <a:pt x="217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6" name="Google Shape;3316;p35"/>
              <p:cNvSpPr/>
              <p:nvPr/>
            </p:nvSpPr>
            <p:spPr>
              <a:xfrm>
                <a:off x="5012109" y="4272427"/>
                <a:ext cx="14655" cy="312113"/>
              </a:xfrm>
              <a:custGeom>
                <a:rect b="b" l="l" r="r" t="t"/>
                <a:pathLst>
                  <a:path extrusionOk="0" h="5665" w="266">
                    <a:moveTo>
                      <a:pt x="0" y="1"/>
                    </a:moveTo>
                    <a:lnTo>
                      <a:pt x="0" y="5664"/>
                    </a:lnTo>
                    <a:lnTo>
                      <a:pt x="265" y="5664"/>
                    </a:lnTo>
                    <a:lnTo>
                      <a:pt x="26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7" name="Google Shape;3317;p35"/>
              <p:cNvSpPr/>
              <p:nvPr/>
            </p:nvSpPr>
            <p:spPr>
              <a:xfrm>
                <a:off x="4952441" y="4322288"/>
                <a:ext cx="72064" cy="72009"/>
              </a:xfrm>
              <a:custGeom>
                <a:rect b="b" l="l" r="r" t="t"/>
                <a:pathLst>
                  <a:path extrusionOk="0" h="1307" w="1308">
                    <a:moveTo>
                      <a:pt x="188" y="0"/>
                    </a:moveTo>
                    <a:lnTo>
                      <a:pt x="1" y="188"/>
                    </a:lnTo>
                    <a:lnTo>
                      <a:pt x="1120" y="1307"/>
                    </a:lnTo>
                    <a:lnTo>
                      <a:pt x="1307" y="1120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8" name="Google Shape;3318;p35"/>
              <p:cNvSpPr/>
              <p:nvPr/>
            </p:nvSpPr>
            <p:spPr>
              <a:xfrm>
                <a:off x="4966821" y="4456278"/>
                <a:ext cx="57740" cy="57795"/>
              </a:xfrm>
              <a:custGeom>
                <a:rect b="b" l="l" r="r" t="t"/>
                <a:pathLst>
                  <a:path extrusionOk="0" h="1049" w="1048">
                    <a:moveTo>
                      <a:pt x="188" y="0"/>
                    </a:moveTo>
                    <a:lnTo>
                      <a:pt x="1" y="188"/>
                    </a:lnTo>
                    <a:lnTo>
                      <a:pt x="860" y="1048"/>
                    </a:lnTo>
                    <a:lnTo>
                      <a:pt x="1047" y="861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9" name="Google Shape;3319;p35"/>
              <p:cNvSpPr/>
              <p:nvPr/>
            </p:nvSpPr>
            <p:spPr>
              <a:xfrm>
                <a:off x="5014202" y="4296449"/>
                <a:ext cx="55701" cy="55701"/>
              </a:xfrm>
              <a:custGeom>
                <a:rect b="b" l="l" r="r" t="t"/>
                <a:pathLst>
                  <a:path extrusionOk="0" h="1011" w="1011">
                    <a:moveTo>
                      <a:pt x="823" y="1"/>
                    </a:moveTo>
                    <a:lnTo>
                      <a:pt x="0" y="823"/>
                    </a:lnTo>
                    <a:lnTo>
                      <a:pt x="187" y="1011"/>
                    </a:lnTo>
                    <a:lnTo>
                      <a:pt x="1010" y="188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0" name="Google Shape;3320;p35"/>
              <p:cNvSpPr/>
              <p:nvPr/>
            </p:nvSpPr>
            <p:spPr>
              <a:xfrm>
                <a:off x="5014147" y="4399751"/>
                <a:ext cx="72064" cy="72064"/>
              </a:xfrm>
              <a:custGeom>
                <a:rect b="b" l="l" r="r" t="t"/>
                <a:pathLst>
                  <a:path extrusionOk="0" h="1308" w="1308">
                    <a:moveTo>
                      <a:pt x="1121" y="0"/>
                    </a:moveTo>
                    <a:lnTo>
                      <a:pt x="0" y="1121"/>
                    </a:lnTo>
                    <a:lnTo>
                      <a:pt x="187" y="1308"/>
                    </a:lnTo>
                    <a:lnTo>
                      <a:pt x="1308" y="187"/>
                    </a:lnTo>
                    <a:lnTo>
                      <a:pt x="11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21" name="Google Shape;3321;p35"/>
            <p:cNvGrpSpPr/>
            <p:nvPr/>
          </p:nvGrpSpPr>
          <p:grpSpPr>
            <a:xfrm>
              <a:off x="4930966" y="3735226"/>
              <a:ext cx="239663" cy="413543"/>
              <a:chOff x="5363666" y="4178326"/>
              <a:chExt cx="239663" cy="413543"/>
            </a:xfrm>
          </p:grpSpPr>
          <p:sp>
            <p:nvSpPr>
              <p:cNvPr id="3322" name="Google Shape;3322;p35"/>
              <p:cNvSpPr/>
              <p:nvPr/>
            </p:nvSpPr>
            <p:spPr>
              <a:xfrm>
                <a:off x="5363666" y="4178326"/>
                <a:ext cx="239663" cy="413543"/>
              </a:xfrm>
              <a:custGeom>
                <a:rect b="b" l="l" r="r" t="t"/>
                <a:pathLst>
                  <a:path extrusionOk="0" h="7506" w="4350">
                    <a:moveTo>
                      <a:pt x="2177" y="303"/>
                    </a:moveTo>
                    <a:cubicBezTo>
                      <a:pt x="3427" y="1301"/>
                      <a:pt x="4086" y="2493"/>
                      <a:pt x="4084" y="3751"/>
                    </a:cubicBezTo>
                    <a:cubicBezTo>
                      <a:pt x="4084" y="4916"/>
                      <a:pt x="3513" y="6036"/>
                      <a:pt x="2431" y="6987"/>
                    </a:cubicBezTo>
                    <a:cubicBezTo>
                      <a:pt x="2347" y="7062"/>
                      <a:pt x="2261" y="7134"/>
                      <a:pt x="2175" y="7203"/>
                    </a:cubicBezTo>
                    <a:cubicBezTo>
                      <a:pt x="2090" y="7136"/>
                      <a:pt x="2004" y="7062"/>
                      <a:pt x="1919" y="6987"/>
                    </a:cubicBezTo>
                    <a:cubicBezTo>
                      <a:pt x="838" y="6034"/>
                      <a:pt x="265" y="4915"/>
                      <a:pt x="265" y="3752"/>
                    </a:cubicBezTo>
                    <a:cubicBezTo>
                      <a:pt x="265" y="2494"/>
                      <a:pt x="926" y="1303"/>
                      <a:pt x="2177" y="303"/>
                    </a:cubicBezTo>
                    <a:close/>
                    <a:moveTo>
                      <a:pt x="2177" y="0"/>
                    </a:moveTo>
                    <a:cubicBezTo>
                      <a:pt x="2149" y="0"/>
                      <a:pt x="2120" y="9"/>
                      <a:pt x="2096" y="28"/>
                    </a:cubicBezTo>
                    <a:cubicBezTo>
                      <a:pt x="746" y="1078"/>
                      <a:pt x="1" y="2400"/>
                      <a:pt x="1" y="3751"/>
                    </a:cubicBezTo>
                    <a:cubicBezTo>
                      <a:pt x="1" y="4993"/>
                      <a:pt x="605" y="6180"/>
                      <a:pt x="1746" y="7185"/>
                    </a:cubicBezTo>
                    <a:cubicBezTo>
                      <a:pt x="1861" y="7287"/>
                      <a:pt x="1979" y="7386"/>
                      <a:pt x="2096" y="7476"/>
                    </a:cubicBezTo>
                    <a:cubicBezTo>
                      <a:pt x="2119" y="7496"/>
                      <a:pt x="2149" y="7505"/>
                      <a:pt x="2177" y="7505"/>
                    </a:cubicBezTo>
                    <a:cubicBezTo>
                      <a:pt x="2206" y="7505"/>
                      <a:pt x="2235" y="7496"/>
                      <a:pt x="2257" y="7476"/>
                    </a:cubicBezTo>
                    <a:cubicBezTo>
                      <a:pt x="2375" y="7386"/>
                      <a:pt x="2492" y="7287"/>
                      <a:pt x="2608" y="7185"/>
                    </a:cubicBezTo>
                    <a:cubicBezTo>
                      <a:pt x="3748" y="6182"/>
                      <a:pt x="4350" y="4994"/>
                      <a:pt x="4350" y="3751"/>
                    </a:cubicBezTo>
                    <a:cubicBezTo>
                      <a:pt x="4350" y="2398"/>
                      <a:pt x="3608" y="1075"/>
                      <a:pt x="2259" y="28"/>
                    </a:cubicBezTo>
                    <a:cubicBezTo>
                      <a:pt x="2235" y="9"/>
                      <a:pt x="2206" y="0"/>
                      <a:pt x="217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3" name="Google Shape;3323;p35"/>
              <p:cNvSpPr/>
              <p:nvPr/>
            </p:nvSpPr>
            <p:spPr>
              <a:xfrm>
                <a:off x="5476335" y="4272427"/>
                <a:ext cx="14600" cy="312113"/>
              </a:xfrm>
              <a:custGeom>
                <a:rect b="b" l="l" r="r" t="t"/>
                <a:pathLst>
                  <a:path extrusionOk="0" h="5665" w="265">
                    <a:moveTo>
                      <a:pt x="0" y="1"/>
                    </a:moveTo>
                    <a:lnTo>
                      <a:pt x="0" y="5664"/>
                    </a:lnTo>
                    <a:lnTo>
                      <a:pt x="264" y="5664"/>
                    </a:lnTo>
                    <a:lnTo>
                      <a:pt x="2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4" name="Google Shape;3324;p35"/>
              <p:cNvSpPr/>
              <p:nvPr/>
            </p:nvSpPr>
            <p:spPr>
              <a:xfrm>
                <a:off x="5416667" y="4322288"/>
                <a:ext cx="72064" cy="72009"/>
              </a:xfrm>
              <a:custGeom>
                <a:rect b="b" l="l" r="r" t="t"/>
                <a:pathLst>
                  <a:path extrusionOk="0" h="1307" w="1308">
                    <a:moveTo>
                      <a:pt x="188" y="0"/>
                    </a:moveTo>
                    <a:lnTo>
                      <a:pt x="1" y="188"/>
                    </a:lnTo>
                    <a:lnTo>
                      <a:pt x="1120" y="1307"/>
                    </a:lnTo>
                    <a:lnTo>
                      <a:pt x="1307" y="1120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5" name="Google Shape;3325;p35"/>
              <p:cNvSpPr/>
              <p:nvPr/>
            </p:nvSpPr>
            <p:spPr>
              <a:xfrm>
                <a:off x="5430937" y="4456058"/>
                <a:ext cx="57795" cy="57795"/>
              </a:xfrm>
              <a:custGeom>
                <a:rect b="b" l="l" r="r" t="t"/>
                <a:pathLst>
                  <a:path extrusionOk="0" h="1049" w="1049">
                    <a:moveTo>
                      <a:pt x="188" y="0"/>
                    </a:moveTo>
                    <a:lnTo>
                      <a:pt x="1" y="188"/>
                    </a:lnTo>
                    <a:lnTo>
                      <a:pt x="861" y="1048"/>
                    </a:lnTo>
                    <a:lnTo>
                      <a:pt x="1048" y="861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6" name="Google Shape;3326;p35"/>
              <p:cNvSpPr/>
              <p:nvPr/>
            </p:nvSpPr>
            <p:spPr>
              <a:xfrm>
                <a:off x="5478428" y="4296449"/>
                <a:ext cx="55701" cy="55701"/>
              </a:xfrm>
              <a:custGeom>
                <a:rect b="b" l="l" r="r" t="t"/>
                <a:pathLst>
                  <a:path extrusionOk="0" h="1011" w="1011">
                    <a:moveTo>
                      <a:pt x="823" y="1"/>
                    </a:moveTo>
                    <a:lnTo>
                      <a:pt x="0" y="823"/>
                    </a:lnTo>
                    <a:lnTo>
                      <a:pt x="187" y="1011"/>
                    </a:lnTo>
                    <a:lnTo>
                      <a:pt x="1010" y="187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7" name="Google Shape;3327;p35"/>
              <p:cNvSpPr/>
              <p:nvPr/>
            </p:nvSpPr>
            <p:spPr>
              <a:xfrm>
                <a:off x="5478373" y="4399751"/>
                <a:ext cx="72009" cy="72064"/>
              </a:xfrm>
              <a:custGeom>
                <a:rect b="b" l="l" r="r" t="t"/>
                <a:pathLst>
                  <a:path extrusionOk="0" h="1308" w="1307">
                    <a:moveTo>
                      <a:pt x="1120" y="0"/>
                    </a:moveTo>
                    <a:lnTo>
                      <a:pt x="0" y="1121"/>
                    </a:lnTo>
                    <a:lnTo>
                      <a:pt x="187" y="1308"/>
                    </a:lnTo>
                    <a:lnTo>
                      <a:pt x="1307" y="187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28" name="Google Shape;3328;p35"/>
            <p:cNvGrpSpPr/>
            <p:nvPr/>
          </p:nvGrpSpPr>
          <p:grpSpPr>
            <a:xfrm>
              <a:off x="5395193" y="3735226"/>
              <a:ext cx="239773" cy="413543"/>
              <a:chOff x="5827893" y="4178326"/>
              <a:chExt cx="239773" cy="413543"/>
            </a:xfrm>
          </p:grpSpPr>
          <p:sp>
            <p:nvSpPr>
              <p:cNvPr id="3329" name="Google Shape;3329;p35"/>
              <p:cNvSpPr/>
              <p:nvPr/>
            </p:nvSpPr>
            <p:spPr>
              <a:xfrm>
                <a:off x="5827893" y="4178326"/>
                <a:ext cx="239773" cy="413543"/>
              </a:xfrm>
              <a:custGeom>
                <a:rect b="b" l="l" r="r" t="t"/>
                <a:pathLst>
                  <a:path extrusionOk="0" h="7506" w="4352">
                    <a:moveTo>
                      <a:pt x="2177" y="303"/>
                    </a:moveTo>
                    <a:cubicBezTo>
                      <a:pt x="3426" y="1302"/>
                      <a:pt x="4086" y="2493"/>
                      <a:pt x="4083" y="3751"/>
                    </a:cubicBezTo>
                    <a:cubicBezTo>
                      <a:pt x="4083" y="4916"/>
                      <a:pt x="3512" y="6036"/>
                      <a:pt x="2431" y="6987"/>
                    </a:cubicBezTo>
                    <a:cubicBezTo>
                      <a:pt x="2347" y="7062"/>
                      <a:pt x="2261" y="7134"/>
                      <a:pt x="2175" y="7203"/>
                    </a:cubicBezTo>
                    <a:cubicBezTo>
                      <a:pt x="2090" y="7134"/>
                      <a:pt x="2004" y="7062"/>
                      <a:pt x="1919" y="6987"/>
                    </a:cubicBezTo>
                    <a:cubicBezTo>
                      <a:pt x="838" y="6034"/>
                      <a:pt x="265" y="4915"/>
                      <a:pt x="265" y="3752"/>
                    </a:cubicBezTo>
                    <a:cubicBezTo>
                      <a:pt x="265" y="2494"/>
                      <a:pt x="926" y="1303"/>
                      <a:pt x="2177" y="303"/>
                    </a:cubicBezTo>
                    <a:close/>
                    <a:moveTo>
                      <a:pt x="2177" y="0"/>
                    </a:moveTo>
                    <a:cubicBezTo>
                      <a:pt x="2149" y="0"/>
                      <a:pt x="2120" y="9"/>
                      <a:pt x="2096" y="28"/>
                    </a:cubicBezTo>
                    <a:cubicBezTo>
                      <a:pt x="746" y="1078"/>
                      <a:pt x="1" y="2400"/>
                      <a:pt x="1" y="3751"/>
                    </a:cubicBezTo>
                    <a:cubicBezTo>
                      <a:pt x="1" y="4993"/>
                      <a:pt x="605" y="6180"/>
                      <a:pt x="1745" y="7185"/>
                    </a:cubicBezTo>
                    <a:cubicBezTo>
                      <a:pt x="1861" y="7287"/>
                      <a:pt x="1979" y="7386"/>
                      <a:pt x="2096" y="7476"/>
                    </a:cubicBezTo>
                    <a:cubicBezTo>
                      <a:pt x="2119" y="7496"/>
                      <a:pt x="2149" y="7505"/>
                      <a:pt x="2177" y="7505"/>
                    </a:cubicBezTo>
                    <a:cubicBezTo>
                      <a:pt x="2205" y="7505"/>
                      <a:pt x="2234" y="7496"/>
                      <a:pt x="2259" y="7476"/>
                    </a:cubicBezTo>
                    <a:cubicBezTo>
                      <a:pt x="2377" y="7384"/>
                      <a:pt x="2495" y="7287"/>
                      <a:pt x="2609" y="7185"/>
                    </a:cubicBezTo>
                    <a:cubicBezTo>
                      <a:pt x="3749" y="6182"/>
                      <a:pt x="4352" y="4994"/>
                      <a:pt x="4352" y="3751"/>
                    </a:cubicBezTo>
                    <a:cubicBezTo>
                      <a:pt x="4352" y="2398"/>
                      <a:pt x="3608" y="1075"/>
                      <a:pt x="2259" y="28"/>
                    </a:cubicBezTo>
                    <a:cubicBezTo>
                      <a:pt x="2235" y="9"/>
                      <a:pt x="2206" y="0"/>
                      <a:pt x="217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0" name="Google Shape;3330;p35"/>
              <p:cNvSpPr/>
              <p:nvPr/>
            </p:nvSpPr>
            <p:spPr>
              <a:xfrm>
                <a:off x="5940506" y="4272427"/>
                <a:ext cx="14600" cy="312113"/>
              </a:xfrm>
              <a:custGeom>
                <a:rect b="b" l="l" r="r" t="t"/>
                <a:pathLst>
                  <a:path extrusionOk="0" h="5665" w="265">
                    <a:moveTo>
                      <a:pt x="0" y="1"/>
                    </a:moveTo>
                    <a:lnTo>
                      <a:pt x="0" y="5664"/>
                    </a:lnTo>
                    <a:lnTo>
                      <a:pt x="264" y="5664"/>
                    </a:lnTo>
                    <a:lnTo>
                      <a:pt x="2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1" name="Google Shape;3331;p35"/>
              <p:cNvSpPr/>
              <p:nvPr/>
            </p:nvSpPr>
            <p:spPr>
              <a:xfrm>
                <a:off x="5880894" y="4322288"/>
                <a:ext cx="72064" cy="72009"/>
              </a:xfrm>
              <a:custGeom>
                <a:rect b="b" l="l" r="r" t="t"/>
                <a:pathLst>
                  <a:path extrusionOk="0" h="1307" w="1308">
                    <a:moveTo>
                      <a:pt x="188" y="0"/>
                    </a:moveTo>
                    <a:lnTo>
                      <a:pt x="1" y="188"/>
                    </a:lnTo>
                    <a:lnTo>
                      <a:pt x="1120" y="1307"/>
                    </a:lnTo>
                    <a:lnTo>
                      <a:pt x="1307" y="1120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2" name="Google Shape;3332;p35"/>
              <p:cNvSpPr/>
              <p:nvPr/>
            </p:nvSpPr>
            <p:spPr>
              <a:xfrm>
                <a:off x="5895108" y="4456113"/>
                <a:ext cx="57740" cy="57740"/>
              </a:xfrm>
              <a:custGeom>
                <a:rect b="b" l="l" r="r" t="t"/>
                <a:pathLst>
                  <a:path extrusionOk="0" h="1048" w="1048">
                    <a:moveTo>
                      <a:pt x="188" y="0"/>
                    </a:moveTo>
                    <a:lnTo>
                      <a:pt x="1" y="188"/>
                    </a:lnTo>
                    <a:lnTo>
                      <a:pt x="860" y="1047"/>
                    </a:lnTo>
                    <a:lnTo>
                      <a:pt x="1047" y="860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3" name="Google Shape;3333;p35"/>
              <p:cNvSpPr/>
              <p:nvPr/>
            </p:nvSpPr>
            <p:spPr>
              <a:xfrm>
                <a:off x="5942654" y="4296394"/>
                <a:ext cx="55701" cy="55756"/>
              </a:xfrm>
              <a:custGeom>
                <a:rect b="b" l="l" r="r" t="t"/>
                <a:pathLst>
                  <a:path extrusionOk="0" h="1012" w="1011">
                    <a:moveTo>
                      <a:pt x="823" y="1"/>
                    </a:moveTo>
                    <a:lnTo>
                      <a:pt x="0" y="824"/>
                    </a:lnTo>
                    <a:lnTo>
                      <a:pt x="186" y="1012"/>
                    </a:lnTo>
                    <a:lnTo>
                      <a:pt x="1010" y="188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4" name="Google Shape;3334;p35"/>
              <p:cNvSpPr/>
              <p:nvPr/>
            </p:nvSpPr>
            <p:spPr>
              <a:xfrm>
                <a:off x="5942599" y="4399751"/>
                <a:ext cx="72009" cy="72009"/>
              </a:xfrm>
              <a:custGeom>
                <a:rect b="b" l="l" r="r" t="t"/>
                <a:pathLst>
                  <a:path extrusionOk="0" h="1307" w="1307">
                    <a:moveTo>
                      <a:pt x="1119" y="0"/>
                    </a:moveTo>
                    <a:lnTo>
                      <a:pt x="0" y="1120"/>
                    </a:lnTo>
                    <a:lnTo>
                      <a:pt x="187" y="1307"/>
                    </a:lnTo>
                    <a:lnTo>
                      <a:pt x="1307" y="187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5" name="Google Shape;3335;p35"/>
            <p:cNvGrpSpPr/>
            <p:nvPr/>
          </p:nvGrpSpPr>
          <p:grpSpPr>
            <a:xfrm>
              <a:off x="5859419" y="3735281"/>
              <a:ext cx="239773" cy="413488"/>
              <a:chOff x="6292119" y="4178381"/>
              <a:chExt cx="239773" cy="413488"/>
            </a:xfrm>
          </p:grpSpPr>
          <p:sp>
            <p:nvSpPr>
              <p:cNvPr id="3336" name="Google Shape;3336;p35"/>
              <p:cNvSpPr/>
              <p:nvPr/>
            </p:nvSpPr>
            <p:spPr>
              <a:xfrm>
                <a:off x="6292119" y="4178381"/>
                <a:ext cx="239773" cy="413488"/>
              </a:xfrm>
              <a:custGeom>
                <a:rect b="b" l="l" r="r" t="t"/>
                <a:pathLst>
                  <a:path extrusionOk="0" h="7505" w="4352">
                    <a:moveTo>
                      <a:pt x="2177" y="302"/>
                    </a:moveTo>
                    <a:cubicBezTo>
                      <a:pt x="3426" y="1301"/>
                      <a:pt x="4083" y="2492"/>
                      <a:pt x="4083" y="3750"/>
                    </a:cubicBezTo>
                    <a:cubicBezTo>
                      <a:pt x="4083" y="4915"/>
                      <a:pt x="3512" y="6035"/>
                      <a:pt x="2431" y="6986"/>
                    </a:cubicBezTo>
                    <a:cubicBezTo>
                      <a:pt x="2347" y="7061"/>
                      <a:pt x="2261" y="7133"/>
                      <a:pt x="2175" y="7202"/>
                    </a:cubicBezTo>
                    <a:cubicBezTo>
                      <a:pt x="2090" y="7133"/>
                      <a:pt x="2004" y="7061"/>
                      <a:pt x="1919" y="6986"/>
                    </a:cubicBezTo>
                    <a:cubicBezTo>
                      <a:pt x="838" y="6033"/>
                      <a:pt x="265" y="4914"/>
                      <a:pt x="265" y="3751"/>
                    </a:cubicBezTo>
                    <a:cubicBezTo>
                      <a:pt x="265" y="2493"/>
                      <a:pt x="926" y="1302"/>
                      <a:pt x="2177" y="302"/>
                    </a:cubicBezTo>
                    <a:close/>
                    <a:moveTo>
                      <a:pt x="2177" y="0"/>
                    </a:moveTo>
                    <a:cubicBezTo>
                      <a:pt x="2149" y="0"/>
                      <a:pt x="2120" y="10"/>
                      <a:pt x="2096" y="29"/>
                    </a:cubicBezTo>
                    <a:cubicBezTo>
                      <a:pt x="746" y="1079"/>
                      <a:pt x="1" y="2400"/>
                      <a:pt x="1" y="3751"/>
                    </a:cubicBezTo>
                    <a:cubicBezTo>
                      <a:pt x="1" y="4992"/>
                      <a:pt x="605" y="6180"/>
                      <a:pt x="1745" y="7184"/>
                    </a:cubicBezTo>
                    <a:cubicBezTo>
                      <a:pt x="1860" y="7286"/>
                      <a:pt x="1978" y="7385"/>
                      <a:pt x="2096" y="7475"/>
                    </a:cubicBezTo>
                    <a:cubicBezTo>
                      <a:pt x="2119" y="7495"/>
                      <a:pt x="2149" y="7504"/>
                      <a:pt x="2177" y="7504"/>
                    </a:cubicBezTo>
                    <a:cubicBezTo>
                      <a:pt x="2205" y="7504"/>
                      <a:pt x="2233" y="7495"/>
                      <a:pt x="2259" y="7478"/>
                    </a:cubicBezTo>
                    <a:cubicBezTo>
                      <a:pt x="2377" y="7385"/>
                      <a:pt x="2495" y="7288"/>
                      <a:pt x="2609" y="7186"/>
                    </a:cubicBezTo>
                    <a:cubicBezTo>
                      <a:pt x="3749" y="6183"/>
                      <a:pt x="4351" y="4994"/>
                      <a:pt x="4351" y="3751"/>
                    </a:cubicBezTo>
                    <a:cubicBezTo>
                      <a:pt x="4351" y="2398"/>
                      <a:pt x="3608" y="1075"/>
                      <a:pt x="2259" y="29"/>
                    </a:cubicBezTo>
                    <a:cubicBezTo>
                      <a:pt x="2235" y="10"/>
                      <a:pt x="2206" y="0"/>
                      <a:pt x="217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7" name="Google Shape;3337;p35"/>
              <p:cNvSpPr/>
              <p:nvPr/>
            </p:nvSpPr>
            <p:spPr>
              <a:xfrm>
                <a:off x="6404677" y="4272427"/>
                <a:ext cx="14655" cy="312113"/>
              </a:xfrm>
              <a:custGeom>
                <a:rect b="b" l="l" r="r" t="t"/>
                <a:pathLst>
                  <a:path extrusionOk="0" h="5665" w="266">
                    <a:moveTo>
                      <a:pt x="0" y="1"/>
                    </a:moveTo>
                    <a:lnTo>
                      <a:pt x="0" y="5664"/>
                    </a:lnTo>
                    <a:lnTo>
                      <a:pt x="265" y="5664"/>
                    </a:lnTo>
                    <a:lnTo>
                      <a:pt x="26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8" name="Google Shape;3338;p35"/>
              <p:cNvSpPr/>
              <p:nvPr/>
            </p:nvSpPr>
            <p:spPr>
              <a:xfrm>
                <a:off x="6345065" y="4322343"/>
                <a:ext cx="72064" cy="72009"/>
              </a:xfrm>
              <a:custGeom>
                <a:rect b="b" l="l" r="r" t="t"/>
                <a:pathLst>
                  <a:path extrusionOk="0" h="1307" w="1308">
                    <a:moveTo>
                      <a:pt x="188" y="0"/>
                    </a:moveTo>
                    <a:lnTo>
                      <a:pt x="1" y="187"/>
                    </a:lnTo>
                    <a:lnTo>
                      <a:pt x="1120" y="1307"/>
                    </a:lnTo>
                    <a:lnTo>
                      <a:pt x="1307" y="1120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9" name="Google Shape;3339;p35"/>
              <p:cNvSpPr/>
              <p:nvPr/>
            </p:nvSpPr>
            <p:spPr>
              <a:xfrm>
                <a:off x="6359279" y="4456058"/>
                <a:ext cx="57795" cy="57795"/>
              </a:xfrm>
              <a:custGeom>
                <a:rect b="b" l="l" r="r" t="t"/>
                <a:pathLst>
                  <a:path extrusionOk="0" h="1049" w="1049">
                    <a:moveTo>
                      <a:pt x="188" y="0"/>
                    </a:moveTo>
                    <a:lnTo>
                      <a:pt x="1" y="188"/>
                    </a:lnTo>
                    <a:lnTo>
                      <a:pt x="861" y="1048"/>
                    </a:lnTo>
                    <a:lnTo>
                      <a:pt x="1048" y="861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0" name="Google Shape;3340;p35"/>
              <p:cNvSpPr/>
              <p:nvPr/>
            </p:nvSpPr>
            <p:spPr>
              <a:xfrm>
                <a:off x="6406770" y="4296449"/>
                <a:ext cx="55701" cy="55701"/>
              </a:xfrm>
              <a:custGeom>
                <a:rect b="b" l="l" r="r" t="t"/>
                <a:pathLst>
                  <a:path extrusionOk="0" h="1011" w="1011">
                    <a:moveTo>
                      <a:pt x="824" y="1"/>
                    </a:moveTo>
                    <a:lnTo>
                      <a:pt x="0" y="823"/>
                    </a:lnTo>
                    <a:lnTo>
                      <a:pt x="187" y="1011"/>
                    </a:lnTo>
                    <a:lnTo>
                      <a:pt x="1011" y="188"/>
                    </a:lnTo>
                    <a:lnTo>
                      <a:pt x="8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1" name="Google Shape;3341;p35"/>
              <p:cNvSpPr/>
              <p:nvPr/>
            </p:nvSpPr>
            <p:spPr>
              <a:xfrm>
                <a:off x="6406770" y="4399806"/>
                <a:ext cx="72009" cy="72009"/>
              </a:xfrm>
              <a:custGeom>
                <a:rect b="b" l="l" r="r" t="t"/>
                <a:pathLst>
                  <a:path extrusionOk="0" h="1307" w="1307">
                    <a:moveTo>
                      <a:pt x="1119" y="0"/>
                    </a:moveTo>
                    <a:lnTo>
                      <a:pt x="0" y="1120"/>
                    </a:lnTo>
                    <a:lnTo>
                      <a:pt x="187" y="1307"/>
                    </a:lnTo>
                    <a:lnTo>
                      <a:pt x="1307" y="187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42" name="Google Shape;3342;p35"/>
            <p:cNvGrpSpPr/>
            <p:nvPr/>
          </p:nvGrpSpPr>
          <p:grpSpPr>
            <a:xfrm>
              <a:off x="6323590" y="3735226"/>
              <a:ext cx="239663" cy="413543"/>
              <a:chOff x="6756290" y="4178326"/>
              <a:chExt cx="239663" cy="413543"/>
            </a:xfrm>
          </p:grpSpPr>
          <p:sp>
            <p:nvSpPr>
              <p:cNvPr id="3343" name="Google Shape;3343;p35"/>
              <p:cNvSpPr/>
              <p:nvPr/>
            </p:nvSpPr>
            <p:spPr>
              <a:xfrm>
                <a:off x="6756290" y="4178326"/>
                <a:ext cx="239663" cy="413543"/>
              </a:xfrm>
              <a:custGeom>
                <a:rect b="b" l="l" r="r" t="t"/>
                <a:pathLst>
                  <a:path extrusionOk="0" h="7506" w="4350">
                    <a:moveTo>
                      <a:pt x="2176" y="303"/>
                    </a:moveTo>
                    <a:cubicBezTo>
                      <a:pt x="3426" y="1301"/>
                      <a:pt x="4084" y="2493"/>
                      <a:pt x="4083" y="3751"/>
                    </a:cubicBezTo>
                    <a:cubicBezTo>
                      <a:pt x="4083" y="4916"/>
                      <a:pt x="3511" y="6036"/>
                      <a:pt x="2431" y="6987"/>
                    </a:cubicBezTo>
                    <a:cubicBezTo>
                      <a:pt x="2346" y="7062"/>
                      <a:pt x="2261" y="7134"/>
                      <a:pt x="2175" y="7203"/>
                    </a:cubicBezTo>
                    <a:cubicBezTo>
                      <a:pt x="2089" y="7136"/>
                      <a:pt x="2004" y="7062"/>
                      <a:pt x="1919" y="6987"/>
                    </a:cubicBezTo>
                    <a:cubicBezTo>
                      <a:pt x="838" y="6034"/>
                      <a:pt x="265" y="4915"/>
                      <a:pt x="265" y="3752"/>
                    </a:cubicBezTo>
                    <a:cubicBezTo>
                      <a:pt x="265" y="2494"/>
                      <a:pt x="926" y="1303"/>
                      <a:pt x="2176" y="303"/>
                    </a:cubicBezTo>
                    <a:close/>
                    <a:moveTo>
                      <a:pt x="2177" y="0"/>
                    </a:moveTo>
                    <a:cubicBezTo>
                      <a:pt x="2148" y="0"/>
                      <a:pt x="2120" y="9"/>
                      <a:pt x="2096" y="28"/>
                    </a:cubicBezTo>
                    <a:cubicBezTo>
                      <a:pt x="746" y="1078"/>
                      <a:pt x="1" y="2400"/>
                      <a:pt x="1" y="3751"/>
                    </a:cubicBezTo>
                    <a:cubicBezTo>
                      <a:pt x="1" y="4993"/>
                      <a:pt x="605" y="6180"/>
                      <a:pt x="1745" y="7185"/>
                    </a:cubicBezTo>
                    <a:cubicBezTo>
                      <a:pt x="1861" y="7287"/>
                      <a:pt x="1979" y="7386"/>
                      <a:pt x="2096" y="7476"/>
                    </a:cubicBezTo>
                    <a:cubicBezTo>
                      <a:pt x="2119" y="7496"/>
                      <a:pt x="2148" y="7505"/>
                      <a:pt x="2176" y="7505"/>
                    </a:cubicBezTo>
                    <a:cubicBezTo>
                      <a:pt x="2206" y="7505"/>
                      <a:pt x="2234" y="7496"/>
                      <a:pt x="2257" y="7476"/>
                    </a:cubicBezTo>
                    <a:cubicBezTo>
                      <a:pt x="2375" y="7384"/>
                      <a:pt x="2493" y="7287"/>
                      <a:pt x="2608" y="7185"/>
                    </a:cubicBezTo>
                    <a:cubicBezTo>
                      <a:pt x="3747" y="6182"/>
                      <a:pt x="4349" y="4994"/>
                      <a:pt x="4349" y="3751"/>
                    </a:cubicBezTo>
                    <a:cubicBezTo>
                      <a:pt x="4349" y="2398"/>
                      <a:pt x="3608" y="1075"/>
                      <a:pt x="2258" y="28"/>
                    </a:cubicBezTo>
                    <a:cubicBezTo>
                      <a:pt x="2234" y="9"/>
                      <a:pt x="2206" y="0"/>
                      <a:pt x="217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4" name="Google Shape;3344;p35"/>
              <p:cNvSpPr/>
              <p:nvPr/>
            </p:nvSpPr>
            <p:spPr>
              <a:xfrm>
                <a:off x="6868958" y="4272427"/>
                <a:ext cx="14600" cy="312113"/>
              </a:xfrm>
              <a:custGeom>
                <a:rect b="b" l="l" r="r" t="t"/>
                <a:pathLst>
                  <a:path extrusionOk="0" h="5665" w="265">
                    <a:moveTo>
                      <a:pt x="0" y="1"/>
                    </a:moveTo>
                    <a:lnTo>
                      <a:pt x="0" y="5664"/>
                    </a:lnTo>
                    <a:lnTo>
                      <a:pt x="264" y="5664"/>
                    </a:lnTo>
                    <a:lnTo>
                      <a:pt x="2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5" name="Google Shape;3345;p35"/>
              <p:cNvSpPr/>
              <p:nvPr/>
            </p:nvSpPr>
            <p:spPr>
              <a:xfrm>
                <a:off x="6809291" y="4322288"/>
                <a:ext cx="72064" cy="72064"/>
              </a:xfrm>
              <a:custGeom>
                <a:rect b="b" l="l" r="r" t="t"/>
                <a:pathLst>
                  <a:path extrusionOk="0" h="1308" w="1308">
                    <a:moveTo>
                      <a:pt x="188" y="0"/>
                    </a:moveTo>
                    <a:lnTo>
                      <a:pt x="1" y="188"/>
                    </a:lnTo>
                    <a:lnTo>
                      <a:pt x="1120" y="1308"/>
                    </a:lnTo>
                    <a:lnTo>
                      <a:pt x="1307" y="1121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6" name="Google Shape;3346;p35"/>
              <p:cNvSpPr/>
              <p:nvPr/>
            </p:nvSpPr>
            <p:spPr>
              <a:xfrm>
                <a:off x="6823505" y="4456058"/>
                <a:ext cx="57740" cy="57740"/>
              </a:xfrm>
              <a:custGeom>
                <a:rect b="b" l="l" r="r" t="t"/>
                <a:pathLst>
                  <a:path extrusionOk="0" h="1048" w="1048">
                    <a:moveTo>
                      <a:pt x="188" y="0"/>
                    </a:moveTo>
                    <a:lnTo>
                      <a:pt x="0" y="188"/>
                    </a:lnTo>
                    <a:lnTo>
                      <a:pt x="860" y="1047"/>
                    </a:lnTo>
                    <a:lnTo>
                      <a:pt x="1047" y="860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7" name="Google Shape;3347;p35"/>
              <p:cNvSpPr/>
              <p:nvPr/>
            </p:nvSpPr>
            <p:spPr>
              <a:xfrm>
                <a:off x="6870941" y="4296449"/>
                <a:ext cx="55756" cy="55701"/>
              </a:xfrm>
              <a:custGeom>
                <a:rect b="b" l="l" r="r" t="t"/>
                <a:pathLst>
                  <a:path extrusionOk="0" h="1011" w="1012">
                    <a:moveTo>
                      <a:pt x="825" y="1"/>
                    </a:moveTo>
                    <a:lnTo>
                      <a:pt x="1" y="823"/>
                    </a:lnTo>
                    <a:lnTo>
                      <a:pt x="188" y="1011"/>
                    </a:lnTo>
                    <a:lnTo>
                      <a:pt x="1012" y="188"/>
                    </a:lnTo>
                    <a:lnTo>
                      <a:pt x="82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8" name="Google Shape;3348;p35"/>
              <p:cNvSpPr/>
              <p:nvPr/>
            </p:nvSpPr>
            <p:spPr>
              <a:xfrm>
                <a:off x="6870941" y="4399806"/>
                <a:ext cx="72064" cy="72009"/>
              </a:xfrm>
              <a:custGeom>
                <a:rect b="b" l="l" r="r" t="t"/>
                <a:pathLst>
                  <a:path extrusionOk="0" h="1307" w="1308">
                    <a:moveTo>
                      <a:pt x="1120" y="0"/>
                    </a:moveTo>
                    <a:lnTo>
                      <a:pt x="1" y="1120"/>
                    </a:lnTo>
                    <a:lnTo>
                      <a:pt x="188" y="1307"/>
                    </a:lnTo>
                    <a:lnTo>
                      <a:pt x="1308" y="187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49" name="Google Shape;3349;p35"/>
          <p:cNvGrpSpPr/>
          <p:nvPr/>
        </p:nvGrpSpPr>
        <p:grpSpPr>
          <a:xfrm>
            <a:off x="4580753" y="2220932"/>
            <a:ext cx="2096513" cy="413543"/>
            <a:chOff x="3971153" y="2882926"/>
            <a:chExt cx="2096513" cy="413543"/>
          </a:xfrm>
        </p:grpSpPr>
        <p:grpSp>
          <p:nvGrpSpPr>
            <p:cNvPr id="3350" name="Google Shape;3350;p35"/>
            <p:cNvGrpSpPr/>
            <p:nvPr/>
          </p:nvGrpSpPr>
          <p:grpSpPr>
            <a:xfrm>
              <a:off x="3971153" y="2882926"/>
              <a:ext cx="239663" cy="413543"/>
              <a:chOff x="3971153" y="4178326"/>
              <a:chExt cx="239663" cy="413543"/>
            </a:xfrm>
          </p:grpSpPr>
          <p:sp>
            <p:nvSpPr>
              <p:cNvPr id="3351" name="Google Shape;3351;p35"/>
              <p:cNvSpPr/>
              <p:nvPr/>
            </p:nvSpPr>
            <p:spPr>
              <a:xfrm>
                <a:off x="3971153" y="4178326"/>
                <a:ext cx="239663" cy="413543"/>
              </a:xfrm>
              <a:custGeom>
                <a:rect b="b" l="l" r="r" t="t"/>
                <a:pathLst>
                  <a:path extrusionOk="0" h="7506" w="4350">
                    <a:moveTo>
                      <a:pt x="2175" y="303"/>
                    </a:moveTo>
                    <a:cubicBezTo>
                      <a:pt x="3424" y="1302"/>
                      <a:pt x="4084" y="2493"/>
                      <a:pt x="4083" y="3751"/>
                    </a:cubicBezTo>
                    <a:cubicBezTo>
                      <a:pt x="4083" y="4916"/>
                      <a:pt x="3511" y="6036"/>
                      <a:pt x="2430" y="6987"/>
                    </a:cubicBezTo>
                    <a:cubicBezTo>
                      <a:pt x="2345" y="7062"/>
                      <a:pt x="2259" y="7134"/>
                      <a:pt x="2174" y="7203"/>
                    </a:cubicBezTo>
                    <a:cubicBezTo>
                      <a:pt x="2089" y="7136"/>
                      <a:pt x="2003" y="7062"/>
                      <a:pt x="1919" y="6987"/>
                    </a:cubicBezTo>
                    <a:cubicBezTo>
                      <a:pt x="836" y="6034"/>
                      <a:pt x="263" y="4915"/>
                      <a:pt x="263" y="3752"/>
                    </a:cubicBezTo>
                    <a:cubicBezTo>
                      <a:pt x="263" y="2494"/>
                      <a:pt x="924" y="1303"/>
                      <a:pt x="2175" y="303"/>
                    </a:cubicBezTo>
                    <a:close/>
                    <a:moveTo>
                      <a:pt x="2176" y="0"/>
                    </a:moveTo>
                    <a:cubicBezTo>
                      <a:pt x="2147" y="0"/>
                      <a:pt x="2118" y="9"/>
                      <a:pt x="2095" y="28"/>
                    </a:cubicBezTo>
                    <a:cubicBezTo>
                      <a:pt x="744" y="1078"/>
                      <a:pt x="0" y="2400"/>
                      <a:pt x="0" y="3751"/>
                    </a:cubicBezTo>
                    <a:cubicBezTo>
                      <a:pt x="0" y="4993"/>
                      <a:pt x="604" y="6180"/>
                      <a:pt x="1745" y="7185"/>
                    </a:cubicBezTo>
                    <a:cubicBezTo>
                      <a:pt x="1859" y="7287"/>
                      <a:pt x="1977" y="7386"/>
                      <a:pt x="2095" y="7476"/>
                    </a:cubicBezTo>
                    <a:cubicBezTo>
                      <a:pt x="2118" y="7496"/>
                      <a:pt x="2147" y="7505"/>
                      <a:pt x="2175" y="7505"/>
                    </a:cubicBezTo>
                    <a:cubicBezTo>
                      <a:pt x="2203" y="7505"/>
                      <a:pt x="2233" y="7496"/>
                      <a:pt x="2257" y="7476"/>
                    </a:cubicBezTo>
                    <a:cubicBezTo>
                      <a:pt x="2375" y="7384"/>
                      <a:pt x="2494" y="7287"/>
                      <a:pt x="2607" y="7185"/>
                    </a:cubicBezTo>
                    <a:cubicBezTo>
                      <a:pt x="3747" y="6182"/>
                      <a:pt x="4350" y="4994"/>
                      <a:pt x="4350" y="3751"/>
                    </a:cubicBezTo>
                    <a:cubicBezTo>
                      <a:pt x="4350" y="2398"/>
                      <a:pt x="3607" y="1075"/>
                      <a:pt x="2257" y="28"/>
                    </a:cubicBezTo>
                    <a:cubicBezTo>
                      <a:pt x="2234" y="9"/>
                      <a:pt x="2205" y="0"/>
                      <a:pt x="21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2" name="Google Shape;3352;p35"/>
              <p:cNvSpPr/>
              <p:nvPr/>
            </p:nvSpPr>
            <p:spPr>
              <a:xfrm>
                <a:off x="4083656" y="4272427"/>
                <a:ext cx="14600" cy="312113"/>
              </a:xfrm>
              <a:custGeom>
                <a:rect b="b" l="l" r="r" t="t"/>
                <a:pathLst>
                  <a:path extrusionOk="0" h="5665" w="265">
                    <a:moveTo>
                      <a:pt x="0" y="1"/>
                    </a:moveTo>
                    <a:lnTo>
                      <a:pt x="0" y="5664"/>
                    </a:lnTo>
                    <a:lnTo>
                      <a:pt x="264" y="5664"/>
                    </a:lnTo>
                    <a:lnTo>
                      <a:pt x="26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3" name="Google Shape;3353;p35"/>
              <p:cNvSpPr/>
              <p:nvPr/>
            </p:nvSpPr>
            <p:spPr>
              <a:xfrm>
                <a:off x="4024044" y="4322288"/>
                <a:ext cx="72119" cy="72009"/>
              </a:xfrm>
              <a:custGeom>
                <a:rect b="b" l="l" r="r" t="t"/>
                <a:pathLst>
                  <a:path extrusionOk="0" h="1307" w="1309">
                    <a:moveTo>
                      <a:pt x="188" y="0"/>
                    </a:moveTo>
                    <a:lnTo>
                      <a:pt x="1" y="188"/>
                    </a:lnTo>
                    <a:lnTo>
                      <a:pt x="1121" y="1307"/>
                    </a:lnTo>
                    <a:lnTo>
                      <a:pt x="1309" y="1120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4" name="Google Shape;3354;p35"/>
              <p:cNvSpPr/>
              <p:nvPr/>
            </p:nvSpPr>
            <p:spPr>
              <a:xfrm>
                <a:off x="4038369" y="4456168"/>
                <a:ext cx="57740" cy="57740"/>
              </a:xfrm>
              <a:custGeom>
                <a:rect b="b" l="l" r="r" t="t"/>
                <a:pathLst>
                  <a:path extrusionOk="0" h="1048" w="1048">
                    <a:moveTo>
                      <a:pt x="187" y="0"/>
                    </a:moveTo>
                    <a:lnTo>
                      <a:pt x="1" y="188"/>
                    </a:lnTo>
                    <a:lnTo>
                      <a:pt x="860" y="1047"/>
                    </a:lnTo>
                    <a:lnTo>
                      <a:pt x="1048" y="860"/>
                    </a:lnTo>
                    <a:lnTo>
                      <a:pt x="1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5" name="Google Shape;3355;p35"/>
              <p:cNvSpPr/>
              <p:nvPr/>
            </p:nvSpPr>
            <p:spPr>
              <a:xfrm>
                <a:off x="4085805" y="4296394"/>
                <a:ext cx="55701" cy="55756"/>
              </a:xfrm>
              <a:custGeom>
                <a:rect b="b" l="l" r="r" t="t"/>
                <a:pathLst>
                  <a:path extrusionOk="0" h="1012" w="1011">
                    <a:moveTo>
                      <a:pt x="823" y="1"/>
                    </a:moveTo>
                    <a:lnTo>
                      <a:pt x="0" y="824"/>
                    </a:lnTo>
                    <a:lnTo>
                      <a:pt x="188" y="1012"/>
                    </a:lnTo>
                    <a:lnTo>
                      <a:pt x="1010" y="188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6" name="Google Shape;3356;p35"/>
              <p:cNvSpPr/>
              <p:nvPr/>
            </p:nvSpPr>
            <p:spPr>
              <a:xfrm>
                <a:off x="4085805" y="4399751"/>
                <a:ext cx="72009" cy="72009"/>
              </a:xfrm>
              <a:custGeom>
                <a:rect b="b" l="l" r="r" t="t"/>
                <a:pathLst>
                  <a:path extrusionOk="0" h="1307" w="1307">
                    <a:moveTo>
                      <a:pt x="1120" y="0"/>
                    </a:moveTo>
                    <a:lnTo>
                      <a:pt x="0" y="1120"/>
                    </a:lnTo>
                    <a:lnTo>
                      <a:pt x="187" y="1307"/>
                    </a:lnTo>
                    <a:lnTo>
                      <a:pt x="1307" y="187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57" name="Google Shape;3357;p35"/>
            <p:cNvGrpSpPr/>
            <p:nvPr/>
          </p:nvGrpSpPr>
          <p:grpSpPr>
            <a:xfrm>
              <a:off x="4435380" y="2882926"/>
              <a:ext cx="239663" cy="413543"/>
              <a:chOff x="4435380" y="4178326"/>
              <a:chExt cx="239663" cy="413543"/>
            </a:xfrm>
          </p:grpSpPr>
          <p:sp>
            <p:nvSpPr>
              <p:cNvPr id="3358" name="Google Shape;3358;p35"/>
              <p:cNvSpPr/>
              <p:nvPr/>
            </p:nvSpPr>
            <p:spPr>
              <a:xfrm>
                <a:off x="4435380" y="4178326"/>
                <a:ext cx="239663" cy="413543"/>
              </a:xfrm>
              <a:custGeom>
                <a:rect b="b" l="l" r="r" t="t"/>
                <a:pathLst>
                  <a:path extrusionOk="0" h="7506" w="4350">
                    <a:moveTo>
                      <a:pt x="2175" y="303"/>
                    </a:moveTo>
                    <a:cubicBezTo>
                      <a:pt x="3424" y="1302"/>
                      <a:pt x="4084" y="2493"/>
                      <a:pt x="4083" y="3751"/>
                    </a:cubicBezTo>
                    <a:cubicBezTo>
                      <a:pt x="4083" y="4916"/>
                      <a:pt x="3511" y="6036"/>
                      <a:pt x="2430" y="6987"/>
                    </a:cubicBezTo>
                    <a:cubicBezTo>
                      <a:pt x="2345" y="7062"/>
                      <a:pt x="2259" y="7134"/>
                      <a:pt x="2174" y="7203"/>
                    </a:cubicBezTo>
                    <a:cubicBezTo>
                      <a:pt x="2088" y="7134"/>
                      <a:pt x="2003" y="7062"/>
                      <a:pt x="1919" y="6987"/>
                    </a:cubicBezTo>
                    <a:cubicBezTo>
                      <a:pt x="836" y="6034"/>
                      <a:pt x="263" y="4915"/>
                      <a:pt x="263" y="3752"/>
                    </a:cubicBezTo>
                    <a:cubicBezTo>
                      <a:pt x="263" y="2494"/>
                      <a:pt x="924" y="1303"/>
                      <a:pt x="2175" y="303"/>
                    </a:cubicBezTo>
                    <a:close/>
                    <a:moveTo>
                      <a:pt x="2176" y="0"/>
                    </a:moveTo>
                    <a:cubicBezTo>
                      <a:pt x="2147" y="0"/>
                      <a:pt x="2118" y="9"/>
                      <a:pt x="2095" y="28"/>
                    </a:cubicBezTo>
                    <a:cubicBezTo>
                      <a:pt x="744" y="1078"/>
                      <a:pt x="0" y="2400"/>
                      <a:pt x="0" y="3751"/>
                    </a:cubicBezTo>
                    <a:cubicBezTo>
                      <a:pt x="0" y="4993"/>
                      <a:pt x="604" y="6180"/>
                      <a:pt x="1745" y="7185"/>
                    </a:cubicBezTo>
                    <a:cubicBezTo>
                      <a:pt x="1859" y="7287"/>
                      <a:pt x="1977" y="7386"/>
                      <a:pt x="2095" y="7476"/>
                    </a:cubicBezTo>
                    <a:cubicBezTo>
                      <a:pt x="2118" y="7496"/>
                      <a:pt x="2147" y="7505"/>
                      <a:pt x="2175" y="7505"/>
                    </a:cubicBezTo>
                    <a:cubicBezTo>
                      <a:pt x="2203" y="7505"/>
                      <a:pt x="2232" y="7496"/>
                      <a:pt x="2257" y="7476"/>
                    </a:cubicBezTo>
                    <a:cubicBezTo>
                      <a:pt x="2375" y="7384"/>
                      <a:pt x="2493" y="7287"/>
                      <a:pt x="2607" y="7185"/>
                    </a:cubicBezTo>
                    <a:cubicBezTo>
                      <a:pt x="3747" y="6182"/>
                      <a:pt x="4350" y="4994"/>
                      <a:pt x="4350" y="3751"/>
                    </a:cubicBezTo>
                    <a:cubicBezTo>
                      <a:pt x="4350" y="2398"/>
                      <a:pt x="3607" y="1075"/>
                      <a:pt x="2257" y="28"/>
                    </a:cubicBezTo>
                    <a:cubicBezTo>
                      <a:pt x="2234" y="9"/>
                      <a:pt x="2205" y="0"/>
                      <a:pt x="21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9" name="Google Shape;3359;p35"/>
              <p:cNvSpPr/>
              <p:nvPr/>
            </p:nvSpPr>
            <p:spPr>
              <a:xfrm>
                <a:off x="4547882" y="4272427"/>
                <a:ext cx="14655" cy="312113"/>
              </a:xfrm>
              <a:custGeom>
                <a:rect b="b" l="l" r="r" t="t"/>
                <a:pathLst>
                  <a:path extrusionOk="0" h="5665" w="266">
                    <a:moveTo>
                      <a:pt x="0" y="1"/>
                    </a:moveTo>
                    <a:lnTo>
                      <a:pt x="0" y="5664"/>
                    </a:lnTo>
                    <a:lnTo>
                      <a:pt x="265" y="5664"/>
                    </a:lnTo>
                    <a:lnTo>
                      <a:pt x="26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0" name="Google Shape;3360;p35"/>
              <p:cNvSpPr/>
              <p:nvPr/>
            </p:nvSpPr>
            <p:spPr>
              <a:xfrm>
                <a:off x="4488215" y="4322288"/>
                <a:ext cx="72119" cy="72064"/>
              </a:xfrm>
              <a:custGeom>
                <a:rect b="b" l="l" r="r" t="t"/>
                <a:pathLst>
                  <a:path extrusionOk="0" h="1308" w="1309">
                    <a:moveTo>
                      <a:pt x="188" y="0"/>
                    </a:moveTo>
                    <a:lnTo>
                      <a:pt x="1" y="188"/>
                    </a:lnTo>
                    <a:lnTo>
                      <a:pt x="1121" y="1308"/>
                    </a:lnTo>
                    <a:lnTo>
                      <a:pt x="1309" y="1121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1" name="Google Shape;3361;p35"/>
              <p:cNvSpPr/>
              <p:nvPr/>
            </p:nvSpPr>
            <p:spPr>
              <a:xfrm>
                <a:off x="4502540" y="4456113"/>
                <a:ext cx="57795" cy="57795"/>
              </a:xfrm>
              <a:custGeom>
                <a:rect b="b" l="l" r="r" t="t"/>
                <a:pathLst>
                  <a:path extrusionOk="0" h="1049" w="1049">
                    <a:moveTo>
                      <a:pt x="188" y="0"/>
                    </a:moveTo>
                    <a:lnTo>
                      <a:pt x="1" y="188"/>
                    </a:lnTo>
                    <a:lnTo>
                      <a:pt x="861" y="1048"/>
                    </a:lnTo>
                    <a:lnTo>
                      <a:pt x="1049" y="861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2" name="Google Shape;3362;p35"/>
              <p:cNvSpPr/>
              <p:nvPr/>
            </p:nvSpPr>
            <p:spPr>
              <a:xfrm>
                <a:off x="4549976" y="4296449"/>
                <a:ext cx="55701" cy="55701"/>
              </a:xfrm>
              <a:custGeom>
                <a:rect b="b" l="l" r="r" t="t"/>
                <a:pathLst>
                  <a:path extrusionOk="0" h="1011" w="1011">
                    <a:moveTo>
                      <a:pt x="823" y="1"/>
                    </a:moveTo>
                    <a:lnTo>
                      <a:pt x="0" y="823"/>
                    </a:lnTo>
                    <a:lnTo>
                      <a:pt x="188" y="1011"/>
                    </a:lnTo>
                    <a:lnTo>
                      <a:pt x="1010" y="188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3" name="Google Shape;3363;p35"/>
              <p:cNvSpPr/>
              <p:nvPr/>
            </p:nvSpPr>
            <p:spPr>
              <a:xfrm>
                <a:off x="4549921" y="4399806"/>
                <a:ext cx="72064" cy="72009"/>
              </a:xfrm>
              <a:custGeom>
                <a:rect b="b" l="l" r="r" t="t"/>
                <a:pathLst>
                  <a:path extrusionOk="0" h="1307" w="1308">
                    <a:moveTo>
                      <a:pt x="1121" y="0"/>
                    </a:moveTo>
                    <a:lnTo>
                      <a:pt x="0" y="1120"/>
                    </a:lnTo>
                    <a:lnTo>
                      <a:pt x="188" y="1307"/>
                    </a:lnTo>
                    <a:lnTo>
                      <a:pt x="1308" y="187"/>
                    </a:lnTo>
                    <a:lnTo>
                      <a:pt x="112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64" name="Google Shape;3364;p35"/>
            <p:cNvGrpSpPr/>
            <p:nvPr/>
          </p:nvGrpSpPr>
          <p:grpSpPr>
            <a:xfrm>
              <a:off x="4899495" y="2882926"/>
              <a:ext cx="239718" cy="413543"/>
              <a:chOff x="4899495" y="4178326"/>
              <a:chExt cx="239718" cy="413543"/>
            </a:xfrm>
          </p:grpSpPr>
          <p:sp>
            <p:nvSpPr>
              <p:cNvPr id="3365" name="Google Shape;3365;p35"/>
              <p:cNvSpPr/>
              <p:nvPr/>
            </p:nvSpPr>
            <p:spPr>
              <a:xfrm>
                <a:off x="4899495" y="4178326"/>
                <a:ext cx="239718" cy="413543"/>
              </a:xfrm>
              <a:custGeom>
                <a:rect b="b" l="l" r="r" t="t"/>
                <a:pathLst>
                  <a:path extrusionOk="0" h="7506" w="4351">
                    <a:moveTo>
                      <a:pt x="2176" y="303"/>
                    </a:moveTo>
                    <a:cubicBezTo>
                      <a:pt x="3426" y="1302"/>
                      <a:pt x="4085" y="2493"/>
                      <a:pt x="4083" y="3751"/>
                    </a:cubicBezTo>
                    <a:cubicBezTo>
                      <a:pt x="4083" y="4916"/>
                      <a:pt x="3512" y="6036"/>
                      <a:pt x="2430" y="6987"/>
                    </a:cubicBezTo>
                    <a:cubicBezTo>
                      <a:pt x="2346" y="7062"/>
                      <a:pt x="2260" y="7134"/>
                      <a:pt x="2174" y="7203"/>
                    </a:cubicBezTo>
                    <a:cubicBezTo>
                      <a:pt x="2089" y="7136"/>
                      <a:pt x="2003" y="7062"/>
                      <a:pt x="1919" y="6987"/>
                    </a:cubicBezTo>
                    <a:cubicBezTo>
                      <a:pt x="837" y="6034"/>
                      <a:pt x="264" y="4915"/>
                      <a:pt x="264" y="3752"/>
                    </a:cubicBezTo>
                    <a:cubicBezTo>
                      <a:pt x="264" y="2494"/>
                      <a:pt x="925" y="1303"/>
                      <a:pt x="2176" y="303"/>
                    </a:cubicBezTo>
                    <a:close/>
                    <a:moveTo>
                      <a:pt x="2176" y="0"/>
                    </a:moveTo>
                    <a:cubicBezTo>
                      <a:pt x="2148" y="0"/>
                      <a:pt x="2119" y="9"/>
                      <a:pt x="2096" y="28"/>
                    </a:cubicBezTo>
                    <a:cubicBezTo>
                      <a:pt x="745" y="1078"/>
                      <a:pt x="0" y="2400"/>
                      <a:pt x="0" y="3751"/>
                    </a:cubicBezTo>
                    <a:cubicBezTo>
                      <a:pt x="0" y="4993"/>
                      <a:pt x="604" y="6180"/>
                      <a:pt x="1745" y="7185"/>
                    </a:cubicBezTo>
                    <a:cubicBezTo>
                      <a:pt x="1860" y="7287"/>
                      <a:pt x="1978" y="7386"/>
                      <a:pt x="2096" y="7476"/>
                    </a:cubicBezTo>
                    <a:cubicBezTo>
                      <a:pt x="2118" y="7496"/>
                      <a:pt x="2148" y="7505"/>
                      <a:pt x="2176" y="7505"/>
                    </a:cubicBezTo>
                    <a:cubicBezTo>
                      <a:pt x="2205" y="7505"/>
                      <a:pt x="2234" y="7496"/>
                      <a:pt x="2258" y="7476"/>
                    </a:cubicBezTo>
                    <a:cubicBezTo>
                      <a:pt x="2376" y="7386"/>
                      <a:pt x="2494" y="7287"/>
                      <a:pt x="2608" y="7185"/>
                    </a:cubicBezTo>
                    <a:cubicBezTo>
                      <a:pt x="3748" y="6182"/>
                      <a:pt x="4351" y="4994"/>
                      <a:pt x="4351" y="3751"/>
                    </a:cubicBezTo>
                    <a:cubicBezTo>
                      <a:pt x="4351" y="2398"/>
                      <a:pt x="3607" y="1075"/>
                      <a:pt x="2258" y="28"/>
                    </a:cubicBezTo>
                    <a:cubicBezTo>
                      <a:pt x="2234" y="9"/>
                      <a:pt x="2205" y="0"/>
                      <a:pt x="21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6" name="Google Shape;3366;p35"/>
              <p:cNvSpPr/>
              <p:nvPr/>
            </p:nvSpPr>
            <p:spPr>
              <a:xfrm>
                <a:off x="5012109" y="4272427"/>
                <a:ext cx="14655" cy="312113"/>
              </a:xfrm>
              <a:custGeom>
                <a:rect b="b" l="l" r="r" t="t"/>
                <a:pathLst>
                  <a:path extrusionOk="0" h="5665" w="266">
                    <a:moveTo>
                      <a:pt x="0" y="1"/>
                    </a:moveTo>
                    <a:lnTo>
                      <a:pt x="0" y="5664"/>
                    </a:lnTo>
                    <a:lnTo>
                      <a:pt x="265" y="5664"/>
                    </a:lnTo>
                    <a:lnTo>
                      <a:pt x="26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7" name="Google Shape;3367;p35"/>
              <p:cNvSpPr/>
              <p:nvPr/>
            </p:nvSpPr>
            <p:spPr>
              <a:xfrm>
                <a:off x="4952441" y="4322288"/>
                <a:ext cx="72064" cy="72009"/>
              </a:xfrm>
              <a:custGeom>
                <a:rect b="b" l="l" r="r" t="t"/>
                <a:pathLst>
                  <a:path extrusionOk="0" h="1307" w="1308">
                    <a:moveTo>
                      <a:pt x="188" y="0"/>
                    </a:moveTo>
                    <a:lnTo>
                      <a:pt x="1" y="188"/>
                    </a:lnTo>
                    <a:lnTo>
                      <a:pt x="1120" y="1307"/>
                    </a:lnTo>
                    <a:lnTo>
                      <a:pt x="1307" y="1120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8" name="Google Shape;3368;p35"/>
              <p:cNvSpPr/>
              <p:nvPr/>
            </p:nvSpPr>
            <p:spPr>
              <a:xfrm>
                <a:off x="4966821" y="4456278"/>
                <a:ext cx="57740" cy="57795"/>
              </a:xfrm>
              <a:custGeom>
                <a:rect b="b" l="l" r="r" t="t"/>
                <a:pathLst>
                  <a:path extrusionOk="0" h="1049" w="1048">
                    <a:moveTo>
                      <a:pt x="188" y="0"/>
                    </a:moveTo>
                    <a:lnTo>
                      <a:pt x="1" y="188"/>
                    </a:lnTo>
                    <a:lnTo>
                      <a:pt x="860" y="1048"/>
                    </a:lnTo>
                    <a:lnTo>
                      <a:pt x="1047" y="861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9" name="Google Shape;3369;p35"/>
              <p:cNvSpPr/>
              <p:nvPr/>
            </p:nvSpPr>
            <p:spPr>
              <a:xfrm>
                <a:off x="5014202" y="4296449"/>
                <a:ext cx="55701" cy="55701"/>
              </a:xfrm>
              <a:custGeom>
                <a:rect b="b" l="l" r="r" t="t"/>
                <a:pathLst>
                  <a:path extrusionOk="0" h="1011" w="1011">
                    <a:moveTo>
                      <a:pt x="823" y="1"/>
                    </a:moveTo>
                    <a:lnTo>
                      <a:pt x="0" y="823"/>
                    </a:lnTo>
                    <a:lnTo>
                      <a:pt x="187" y="1011"/>
                    </a:lnTo>
                    <a:lnTo>
                      <a:pt x="1010" y="188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0" name="Google Shape;3370;p35"/>
              <p:cNvSpPr/>
              <p:nvPr/>
            </p:nvSpPr>
            <p:spPr>
              <a:xfrm>
                <a:off x="5014147" y="4399751"/>
                <a:ext cx="72064" cy="72064"/>
              </a:xfrm>
              <a:custGeom>
                <a:rect b="b" l="l" r="r" t="t"/>
                <a:pathLst>
                  <a:path extrusionOk="0" h="1308" w="1308">
                    <a:moveTo>
                      <a:pt x="1121" y="0"/>
                    </a:moveTo>
                    <a:lnTo>
                      <a:pt x="0" y="1121"/>
                    </a:lnTo>
                    <a:lnTo>
                      <a:pt x="187" y="1308"/>
                    </a:lnTo>
                    <a:lnTo>
                      <a:pt x="1308" y="187"/>
                    </a:lnTo>
                    <a:lnTo>
                      <a:pt x="112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71" name="Google Shape;3371;p35"/>
            <p:cNvGrpSpPr/>
            <p:nvPr/>
          </p:nvGrpSpPr>
          <p:grpSpPr>
            <a:xfrm>
              <a:off x="5363666" y="2882926"/>
              <a:ext cx="239663" cy="413543"/>
              <a:chOff x="5363666" y="4178326"/>
              <a:chExt cx="239663" cy="413543"/>
            </a:xfrm>
          </p:grpSpPr>
          <p:sp>
            <p:nvSpPr>
              <p:cNvPr id="3372" name="Google Shape;3372;p35"/>
              <p:cNvSpPr/>
              <p:nvPr/>
            </p:nvSpPr>
            <p:spPr>
              <a:xfrm>
                <a:off x="5363666" y="4178326"/>
                <a:ext cx="239663" cy="413543"/>
              </a:xfrm>
              <a:custGeom>
                <a:rect b="b" l="l" r="r" t="t"/>
                <a:pathLst>
                  <a:path extrusionOk="0" h="7506" w="4350">
                    <a:moveTo>
                      <a:pt x="2177" y="303"/>
                    </a:moveTo>
                    <a:cubicBezTo>
                      <a:pt x="3427" y="1301"/>
                      <a:pt x="4086" y="2493"/>
                      <a:pt x="4084" y="3751"/>
                    </a:cubicBezTo>
                    <a:cubicBezTo>
                      <a:pt x="4084" y="4916"/>
                      <a:pt x="3513" y="6036"/>
                      <a:pt x="2431" y="6987"/>
                    </a:cubicBezTo>
                    <a:cubicBezTo>
                      <a:pt x="2347" y="7062"/>
                      <a:pt x="2261" y="7134"/>
                      <a:pt x="2175" y="7203"/>
                    </a:cubicBezTo>
                    <a:cubicBezTo>
                      <a:pt x="2090" y="7136"/>
                      <a:pt x="2004" y="7062"/>
                      <a:pt x="1919" y="6987"/>
                    </a:cubicBezTo>
                    <a:cubicBezTo>
                      <a:pt x="838" y="6034"/>
                      <a:pt x="265" y="4915"/>
                      <a:pt x="265" y="3752"/>
                    </a:cubicBezTo>
                    <a:cubicBezTo>
                      <a:pt x="265" y="2494"/>
                      <a:pt x="926" y="1303"/>
                      <a:pt x="2177" y="303"/>
                    </a:cubicBezTo>
                    <a:close/>
                    <a:moveTo>
                      <a:pt x="2177" y="0"/>
                    </a:moveTo>
                    <a:cubicBezTo>
                      <a:pt x="2149" y="0"/>
                      <a:pt x="2120" y="9"/>
                      <a:pt x="2096" y="28"/>
                    </a:cubicBezTo>
                    <a:cubicBezTo>
                      <a:pt x="746" y="1078"/>
                      <a:pt x="1" y="2400"/>
                      <a:pt x="1" y="3751"/>
                    </a:cubicBezTo>
                    <a:cubicBezTo>
                      <a:pt x="1" y="4993"/>
                      <a:pt x="605" y="6180"/>
                      <a:pt x="1746" y="7185"/>
                    </a:cubicBezTo>
                    <a:cubicBezTo>
                      <a:pt x="1861" y="7287"/>
                      <a:pt x="1979" y="7386"/>
                      <a:pt x="2096" y="7476"/>
                    </a:cubicBezTo>
                    <a:cubicBezTo>
                      <a:pt x="2119" y="7496"/>
                      <a:pt x="2149" y="7505"/>
                      <a:pt x="2177" y="7505"/>
                    </a:cubicBezTo>
                    <a:cubicBezTo>
                      <a:pt x="2206" y="7505"/>
                      <a:pt x="2235" y="7496"/>
                      <a:pt x="2257" y="7476"/>
                    </a:cubicBezTo>
                    <a:cubicBezTo>
                      <a:pt x="2375" y="7386"/>
                      <a:pt x="2492" y="7287"/>
                      <a:pt x="2608" y="7185"/>
                    </a:cubicBezTo>
                    <a:cubicBezTo>
                      <a:pt x="3748" y="6182"/>
                      <a:pt x="4350" y="4994"/>
                      <a:pt x="4350" y="3751"/>
                    </a:cubicBezTo>
                    <a:cubicBezTo>
                      <a:pt x="4350" y="2398"/>
                      <a:pt x="3608" y="1075"/>
                      <a:pt x="2259" y="28"/>
                    </a:cubicBezTo>
                    <a:cubicBezTo>
                      <a:pt x="2235" y="9"/>
                      <a:pt x="2206" y="0"/>
                      <a:pt x="217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3" name="Google Shape;3373;p35"/>
              <p:cNvSpPr/>
              <p:nvPr/>
            </p:nvSpPr>
            <p:spPr>
              <a:xfrm>
                <a:off x="5476335" y="4272427"/>
                <a:ext cx="14600" cy="312113"/>
              </a:xfrm>
              <a:custGeom>
                <a:rect b="b" l="l" r="r" t="t"/>
                <a:pathLst>
                  <a:path extrusionOk="0" h="5665" w="265">
                    <a:moveTo>
                      <a:pt x="0" y="1"/>
                    </a:moveTo>
                    <a:lnTo>
                      <a:pt x="0" y="5664"/>
                    </a:lnTo>
                    <a:lnTo>
                      <a:pt x="264" y="5664"/>
                    </a:lnTo>
                    <a:lnTo>
                      <a:pt x="26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4" name="Google Shape;3374;p35"/>
              <p:cNvSpPr/>
              <p:nvPr/>
            </p:nvSpPr>
            <p:spPr>
              <a:xfrm>
                <a:off x="5416667" y="4322288"/>
                <a:ext cx="72064" cy="72009"/>
              </a:xfrm>
              <a:custGeom>
                <a:rect b="b" l="l" r="r" t="t"/>
                <a:pathLst>
                  <a:path extrusionOk="0" h="1307" w="1308">
                    <a:moveTo>
                      <a:pt x="188" y="0"/>
                    </a:moveTo>
                    <a:lnTo>
                      <a:pt x="1" y="188"/>
                    </a:lnTo>
                    <a:lnTo>
                      <a:pt x="1120" y="1307"/>
                    </a:lnTo>
                    <a:lnTo>
                      <a:pt x="1307" y="1120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5" name="Google Shape;3375;p35"/>
              <p:cNvSpPr/>
              <p:nvPr/>
            </p:nvSpPr>
            <p:spPr>
              <a:xfrm>
                <a:off x="5430937" y="4456058"/>
                <a:ext cx="57795" cy="57795"/>
              </a:xfrm>
              <a:custGeom>
                <a:rect b="b" l="l" r="r" t="t"/>
                <a:pathLst>
                  <a:path extrusionOk="0" h="1049" w="1049">
                    <a:moveTo>
                      <a:pt x="188" y="0"/>
                    </a:moveTo>
                    <a:lnTo>
                      <a:pt x="1" y="188"/>
                    </a:lnTo>
                    <a:lnTo>
                      <a:pt x="861" y="1048"/>
                    </a:lnTo>
                    <a:lnTo>
                      <a:pt x="1048" y="861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6" name="Google Shape;3376;p35"/>
              <p:cNvSpPr/>
              <p:nvPr/>
            </p:nvSpPr>
            <p:spPr>
              <a:xfrm>
                <a:off x="5478428" y="4296449"/>
                <a:ext cx="55701" cy="55701"/>
              </a:xfrm>
              <a:custGeom>
                <a:rect b="b" l="l" r="r" t="t"/>
                <a:pathLst>
                  <a:path extrusionOk="0" h="1011" w="1011">
                    <a:moveTo>
                      <a:pt x="823" y="1"/>
                    </a:moveTo>
                    <a:lnTo>
                      <a:pt x="0" y="823"/>
                    </a:lnTo>
                    <a:lnTo>
                      <a:pt x="187" y="1011"/>
                    </a:lnTo>
                    <a:lnTo>
                      <a:pt x="1010" y="187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7" name="Google Shape;3377;p35"/>
              <p:cNvSpPr/>
              <p:nvPr/>
            </p:nvSpPr>
            <p:spPr>
              <a:xfrm>
                <a:off x="5478373" y="4399751"/>
                <a:ext cx="72009" cy="72064"/>
              </a:xfrm>
              <a:custGeom>
                <a:rect b="b" l="l" r="r" t="t"/>
                <a:pathLst>
                  <a:path extrusionOk="0" h="1308" w="1307">
                    <a:moveTo>
                      <a:pt x="1120" y="0"/>
                    </a:moveTo>
                    <a:lnTo>
                      <a:pt x="0" y="1121"/>
                    </a:lnTo>
                    <a:lnTo>
                      <a:pt x="187" y="1308"/>
                    </a:lnTo>
                    <a:lnTo>
                      <a:pt x="1307" y="187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78" name="Google Shape;3378;p35"/>
            <p:cNvGrpSpPr/>
            <p:nvPr/>
          </p:nvGrpSpPr>
          <p:grpSpPr>
            <a:xfrm>
              <a:off x="5827893" y="2882926"/>
              <a:ext cx="239773" cy="413543"/>
              <a:chOff x="5827893" y="4178326"/>
              <a:chExt cx="239773" cy="413543"/>
            </a:xfrm>
          </p:grpSpPr>
          <p:sp>
            <p:nvSpPr>
              <p:cNvPr id="3379" name="Google Shape;3379;p35"/>
              <p:cNvSpPr/>
              <p:nvPr/>
            </p:nvSpPr>
            <p:spPr>
              <a:xfrm>
                <a:off x="5827893" y="4178326"/>
                <a:ext cx="239773" cy="413543"/>
              </a:xfrm>
              <a:custGeom>
                <a:rect b="b" l="l" r="r" t="t"/>
                <a:pathLst>
                  <a:path extrusionOk="0" h="7506" w="4352">
                    <a:moveTo>
                      <a:pt x="2177" y="303"/>
                    </a:moveTo>
                    <a:cubicBezTo>
                      <a:pt x="3426" y="1302"/>
                      <a:pt x="4086" y="2493"/>
                      <a:pt x="4083" y="3751"/>
                    </a:cubicBezTo>
                    <a:cubicBezTo>
                      <a:pt x="4083" y="4916"/>
                      <a:pt x="3512" y="6036"/>
                      <a:pt x="2431" y="6987"/>
                    </a:cubicBezTo>
                    <a:cubicBezTo>
                      <a:pt x="2347" y="7062"/>
                      <a:pt x="2261" y="7134"/>
                      <a:pt x="2175" y="7203"/>
                    </a:cubicBezTo>
                    <a:cubicBezTo>
                      <a:pt x="2090" y="7134"/>
                      <a:pt x="2004" y="7062"/>
                      <a:pt x="1919" y="6987"/>
                    </a:cubicBezTo>
                    <a:cubicBezTo>
                      <a:pt x="838" y="6034"/>
                      <a:pt x="265" y="4915"/>
                      <a:pt x="265" y="3752"/>
                    </a:cubicBezTo>
                    <a:cubicBezTo>
                      <a:pt x="265" y="2494"/>
                      <a:pt x="926" y="1303"/>
                      <a:pt x="2177" y="303"/>
                    </a:cubicBezTo>
                    <a:close/>
                    <a:moveTo>
                      <a:pt x="2177" y="0"/>
                    </a:moveTo>
                    <a:cubicBezTo>
                      <a:pt x="2149" y="0"/>
                      <a:pt x="2120" y="9"/>
                      <a:pt x="2096" y="28"/>
                    </a:cubicBezTo>
                    <a:cubicBezTo>
                      <a:pt x="746" y="1078"/>
                      <a:pt x="1" y="2400"/>
                      <a:pt x="1" y="3751"/>
                    </a:cubicBezTo>
                    <a:cubicBezTo>
                      <a:pt x="1" y="4993"/>
                      <a:pt x="605" y="6180"/>
                      <a:pt x="1745" y="7185"/>
                    </a:cubicBezTo>
                    <a:cubicBezTo>
                      <a:pt x="1861" y="7287"/>
                      <a:pt x="1979" y="7386"/>
                      <a:pt x="2096" y="7476"/>
                    </a:cubicBezTo>
                    <a:cubicBezTo>
                      <a:pt x="2119" y="7496"/>
                      <a:pt x="2149" y="7505"/>
                      <a:pt x="2177" y="7505"/>
                    </a:cubicBezTo>
                    <a:cubicBezTo>
                      <a:pt x="2205" y="7505"/>
                      <a:pt x="2234" y="7496"/>
                      <a:pt x="2259" y="7476"/>
                    </a:cubicBezTo>
                    <a:cubicBezTo>
                      <a:pt x="2377" y="7384"/>
                      <a:pt x="2495" y="7287"/>
                      <a:pt x="2609" y="7185"/>
                    </a:cubicBezTo>
                    <a:cubicBezTo>
                      <a:pt x="3749" y="6182"/>
                      <a:pt x="4352" y="4994"/>
                      <a:pt x="4352" y="3751"/>
                    </a:cubicBezTo>
                    <a:cubicBezTo>
                      <a:pt x="4352" y="2398"/>
                      <a:pt x="3608" y="1075"/>
                      <a:pt x="2259" y="28"/>
                    </a:cubicBezTo>
                    <a:cubicBezTo>
                      <a:pt x="2235" y="9"/>
                      <a:pt x="2206" y="0"/>
                      <a:pt x="217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0" name="Google Shape;3380;p35"/>
              <p:cNvSpPr/>
              <p:nvPr/>
            </p:nvSpPr>
            <p:spPr>
              <a:xfrm>
                <a:off x="5940506" y="4272427"/>
                <a:ext cx="14600" cy="312113"/>
              </a:xfrm>
              <a:custGeom>
                <a:rect b="b" l="l" r="r" t="t"/>
                <a:pathLst>
                  <a:path extrusionOk="0" h="5665" w="265">
                    <a:moveTo>
                      <a:pt x="0" y="1"/>
                    </a:moveTo>
                    <a:lnTo>
                      <a:pt x="0" y="5664"/>
                    </a:lnTo>
                    <a:lnTo>
                      <a:pt x="264" y="5664"/>
                    </a:lnTo>
                    <a:lnTo>
                      <a:pt x="26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1" name="Google Shape;3381;p35"/>
              <p:cNvSpPr/>
              <p:nvPr/>
            </p:nvSpPr>
            <p:spPr>
              <a:xfrm>
                <a:off x="5880894" y="4322288"/>
                <a:ext cx="72064" cy="72009"/>
              </a:xfrm>
              <a:custGeom>
                <a:rect b="b" l="l" r="r" t="t"/>
                <a:pathLst>
                  <a:path extrusionOk="0" h="1307" w="1308">
                    <a:moveTo>
                      <a:pt x="188" y="0"/>
                    </a:moveTo>
                    <a:lnTo>
                      <a:pt x="1" y="188"/>
                    </a:lnTo>
                    <a:lnTo>
                      <a:pt x="1120" y="1307"/>
                    </a:lnTo>
                    <a:lnTo>
                      <a:pt x="1307" y="1120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2" name="Google Shape;3382;p35"/>
              <p:cNvSpPr/>
              <p:nvPr/>
            </p:nvSpPr>
            <p:spPr>
              <a:xfrm>
                <a:off x="5895108" y="4456113"/>
                <a:ext cx="57740" cy="57740"/>
              </a:xfrm>
              <a:custGeom>
                <a:rect b="b" l="l" r="r" t="t"/>
                <a:pathLst>
                  <a:path extrusionOk="0" h="1048" w="1048">
                    <a:moveTo>
                      <a:pt x="188" y="0"/>
                    </a:moveTo>
                    <a:lnTo>
                      <a:pt x="1" y="188"/>
                    </a:lnTo>
                    <a:lnTo>
                      <a:pt x="860" y="1047"/>
                    </a:lnTo>
                    <a:lnTo>
                      <a:pt x="1047" y="860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3" name="Google Shape;3383;p35"/>
              <p:cNvSpPr/>
              <p:nvPr/>
            </p:nvSpPr>
            <p:spPr>
              <a:xfrm>
                <a:off x="5942654" y="4296394"/>
                <a:ext cx="55701" cy="55756"/>
              </a:xfrm>
              <a:custGeom>
                <a:rect b="b" l="l" r="r" t="t"/>
                <a:pathLst>
                  <a:path extrusionOk="0" h="1012" w="1011">
                    <a:moveTo>
                      <a:pt x="823" y="1"/>
                    </a:moveTo>
                    <a:lnTo>
                      <a:pt x="0" y="824"/>
                    </a:lnTo>
                    <a:lnTo>
                      <a:pt x="186" y="1012"/>
                    </a:lnTo>
                    <a:lnTo>
                      <a:pt x="1010" y="188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4" name="Google Shape;3384;p35"/>
              <p:cNvSpPr/>
              <p:nvPr/>
            </p:nvSpPr>
            <p:spPr>
              <a:xfrm>
                <a:off x="5942599" y="4399751"/>
                <a:ext cx="72009" cy="72009"/>
              </a:xfrm>
              <a:custGeom>
                <a:rect b="b" l="l" r="r" t="t"/>
                <a:pathLst>
                  <a:path extrusionOk="0" h="1307" w="1307">
                    <a:moveTo>
                      <a:pt x="1119" y="0"/>
                    </a:moveTo>
                    <a:lnTo>
                      <a:pt x="0" y="1120"/>
                    </a:lnTo>
                    <a:lnTo>
                      <a:pt x="187" y="1307"/>
                    </a:lnTo>
                    <a:lnTo>
                      <a:pt x="1307" y="187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385" name="Google Shape;3385;p35"/>
          <p:cNvSpPr txBox="1"/>
          <p:nvPr/>
        </p:nvSpPr>
        <p:spPr>
          <a:xfrm>
            <a:off x="2369600" y="3655800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86" name="Google Shape;3386;p35"/>
          <p:cNvSpPr txBox="1"/>
          <p:nvPr/>
        </p:nvSpPr>
        <p:spPr>
          <a:xfrm>
            <a:off x="2369611" y="1384346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87" name="Google Shape;3387;p35"/>
          <p:cNvSpPr txBox="1"/>
          <p:nvPr/>
        </p:nvSpPr>
        <p:spPr>
          <a:xfrm>
            <a:off x="2369611" y="2141501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88" name="Google Shape;3388;p35"/>
          <p:cNvSpPr txBox="1"/>
          <p:nvPr/>
        </p:nvSpPr>
        <p:spPr>
          <a:xfrm>
            <a:off x="1516600" y="3722904"/>
            <a:ext cx="7125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b="1" sz="240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89" name="Google Shape;3389;p35"/>
          <p:cNvSpPr txBox="1"/>
          <p:nvPr/>
        </p:nvSpPr>
        <p:spPr>
          <a:xfrm>
            <a:off x="1516600" y="2198904"/>
            <a:ext cx="7125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b="1" sz="24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90" name="Google Shape;3390;p35"/>
          <p:cNvSpPr txBox="1"/>
          <p:nvPr/>
        </p:nvSpPr>
        <p:spPr>
          <a:xfrm>
            <a:off x="1516600" y="1436904"/>
            <a:ext cx="7125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b="1" sz="24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91" name="Google Shape;3391;p35"/>
          <p:cNvSpPr txBox="1"/>
          <p:nvPr/>
        </p:nvSpPr>
        <p:spPr>
          <a:xfrm>
            <a:off x="1516600" y="2960904"/>
            <a:ext cx="7125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b="1" sz="24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92" name="Google Shape;3392;p35"/>
          <p:cNvSpPr txBox="1"/>
          <p:nvPr/>
        </p:nvSpPr>
        <p:spPr>
          <a:xfrm>
            <a:off x="2369600" y="2898650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393" name="Google Shape;3393;p35"/>
          <p:cNvGrpSpPr/>
          <p:nvPr/>
        </p:nvGrpSpPr>
        <p:grpSpPr>
          <a:xfrm>
            <a:off x="4573503" y="1525426"/>
            <a:ext cx="3056550" cy="438135"/>
            <a:chOff x="3506703" y="1525426"/>
            <a:chExt cx="3056550" cy="438135"/>
          </a:xfrm>
        </p:grpSpPr>
        <p:grpSp>
          <p:nvGrpSpPr>
            <p:cNvPr id="3394" name="Google Shape;3394;p35"/>
            <p:cNvGrpSpPr/>
            <p:nvPr/>
          </p:nvGrpSpPr>
          <p:grpSpPr>
            <a:xfrm>
              <a:off x="3506703" y="1550128"/>
              <a:ext cx="1168060" cy="413433"/>
              <a:chOff x="3971153" y="2071866"/>
              <a:chExt cx="1168060" cy="413433"/>
            </a:xfrm>
          </p:grpSpPr>
          <p:grpSp>
            <p:nvGrpSpPr>
              <p:cNvPr id="3395" name="Google Shape;3395;p35"/>
              <p:cNvGrpSpPr/>
              <p:nvPr/>
            </p:nvGrpSpPr>
            <p:grpSpPr>
              <a:xfrm>
                <a:off x="3971153" y="2071866"/>
                <a:ext cx="239663" cy="413433"/>
                <a:chOff x="3971153" y="3595866"/>
                <a:chExt cx="239663" cy="413433"/>
              </a:xfrm>
            </p:grpSpPr>
            <p:sp>
              <p:nvSpPr>
                <p:cNvPr id="3396" name="Google Shape;3396;p35"/>
                <p:cNvSpPr/>
                <p:nvPr/>
              </p:nvSpPr>
              <p:spPr>
                <a:xfrm>
                  <a:off x="3971153" y="3595866"/>
                  <a:ext cx="239663" cy="413433"/>
                </a:xfrm>
                <a:custGeom>
                  <a:rect b="b" l="l" r="r" t="t"/>
                  <a:pathLst>
                    <a:path extrusionOk="0" h="7504" w="4350">
                      <a:moveTo>
                        <a:pt x="2175" y="301"/>
                      </a:moveTo>
                      <a:cubicBezTo>
                        <a:pt x="3424" y="1301"/>
                        <a:pt x="4084" y="2491"/>
                        <a:pt x="4083" y="3749"/>
                      </a:cubicBezTo>
                      <a:cubicBezTo>
                        <a:pt x="4083" y="4915"/>
                        <a:pt x="3511" y="6034"/>
                        <a:pt x="2430" y="6986"/>
                      </a:cubicBezTo>
                      <a:cubicBezTo>
                        <a:pt x="2345" y="7061"/>
                        <a:pt x="2259" y="7133"/>
                        <a:pt x="2174" y="7202"/>
                      </a:cubicBezTo>
                      <a:cubicBezTo>
                        <a:pt x="2090" y="7134"/>
                        <a:pt x="2003" y="7061"/>
                        <a:pt x="1919" y="6986"/>
                      </a:cubicBezTo>
                      <a:cubicBezTo>
                        <a:pt x="836" y="6033"/>
                        <a:pt x="263" y="4914"/>
                        <a:pt x="263" y="3751"/>
                      </a:cubicBezTo>
                      <a:cubicBezTo>
                        <a:pt x="263" y="2493"/>
                        <a:pt x="924" y="1302"/>
                        <a:pt x="2175" y="301"/>
                      </a:cubicBezTo>
                      <a:close/>
                      <a:moveTo>
                        <a:pt x="2176" y="0"/>
                      </a:moveTo>
                      <a:cubicBezTo>
                        <a:pt x="2147" y="0"/>
                        <a:pt x="2118" y="10"/>
                        <a:pt x="2095" y="28"/>
                      </a:cubicBezTo>
                      <a:cubicBezTo>
                        <a:pt x="744" y="1078"/>
                        <a:pt x="0" y="2401"/>
                        <a:pt x="0" y="3751"/>
                      </a:cubicBezTo>
                      <a:cubicBezTo>
                        <a:pt x="0" y="4992"/>
                        <a:pt x="604" y="6178"/>
                        <a:pt x="1745" y="7184"/>
                      </a:cubicBezTo>
                      <a:cubicBezTo>
                        <a:pt x="1859" y="7288"/>
                        <a:pt x="1978" y="7385"/>
                        <a:pt x="2095" y="7476"/>
                      </a:cubicBezTo>
                      <a:cubicBezTo>
                        <a:pt x="2118" y="7494"/>
                        <a:pt x="2147" y="7504"/>
                        <a:pt x="2175" y="7504"/>
                      </a:cubicBezTo>
                      <a:cubicBezTo>
                        <a:pt x="2203" y="7504"/>
                        <a:pt x="2233" y="7494"/>
                        <a:pt x="2257" y="7477"/>
                      </a:cubicBezTo>
                      <a:cubicBezTo>
                        <a:pt x="2375" y="7386"/>
                        <a:pt x="2493" y="7288"/>
                        <a:pt x="2607" y="7185"/>
                      </a:cubicBezTo>
                      <a:cubicBezTo>
                        <a:pt x="3747" y="6183"/>
                        <a:pt x="4350" y="4995"/>
                        <a:pt x="4350" y="3751"/>
                      </a:cubicBezTo>
                      <a:cubicBezTo>
                        <a:pt x="4350" y="2398"/>
                        <a:pt x="3607" y="1076"/>
                        <a:pt x="2257" y="28"/>
                      </a:cubicBezTo>
                      <a:cubicBezTo>
                        <a:pt x="2234" y="10"/>
                        <a:pt x="2205" y="0"/>
                        <a:pt x="217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7" name="Google Shape;3397;p35"/>
                <p:cNvSpPr/>
                <p:nvPr/>
              </p:nvSpPr>
              <p:spPr>
                <a:xfrm>
                  <a:off x="4083656" y="3689967"/>
                  <a:ext cx="14600" cy="312058"/>
                </a:xfrm>
                <a:custGeom>
                  <a:rect b="b" l="l" r="r" t="t"/>
                  <a:pathLst>
                    <a:path extrusionOk="0" h="5664" w="265">
                      <a:moveTo>
                        <a:pt x="0" y="0"/>
                      </a:moveTo>
                      <a:lnTo>
                        <a:pt x="0" y="5664"/>
                      </a:lnTo>
                      <a:lnTo>
                        <a:pt x="264" y="5664"/>
                      </a:lnTo>
                      <a:lnTo>
                        <a:pt x="264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8" name="Google Shape;3398;p35"/>
                <p:cNvSpPr/>
                <p:nvPr/>
              </p:nvSpPr>
              <p:spPr>
                <a:xfrm>
                  <a:off x="4024099" y="3739773"/>
                  <a:ext cx="72064" cy="72064"/>
                </a:xfrm>
                <a:custGeom>
                  <a:rect b="b" l="l" r="r" t="t"/>
                  <a:pathLst>
                    <a:path extrusionOk="0" h="1308" w="1308">
                      <a:moveTo>
                        <a:pt x="188" y="1"/>
                      </a:moveTo>
                      <a:lnTo>
                        <a:pt x="1" y="188"/>
                      </a:lnTo>
                      <a:lnTo>
                        <a:pt x="1120" y="1307"/>
                      </a:lnTo>
                      <a:lnTo>
                        <a:pt x="1308" y="1120"/>
                      </a:lnTo>
                      <a:lnTo>
                        <a:pt x="18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9" name="Google Shape;3399;p35"/>
                <p:cNvSpPr/>
                <p:nvPr/>
              </p:nvSpPr>
              <p:spPr>
                <a:xfrm>
                  <a:off x="4038424" y="3873818"/>
                  <a:ext cx="57684" cy="57740"/>
                </a:xfrm>
                <a:custGeom>
                  <a:rect b="b" l="l" r="r" t="t"/>
                  <a:pathLst>
                    <a:path extrusionOk="0" h="1048" w="1047">
                      <a:moveTo>
                        <a:pt x="188" y="1"/>
                      </a:moveTo>
                      <a:lnTo>
                        <a:pt x="1" y="188"/>
                      </a:lnTo>
                      <a:lnTo>
                        <a:pt x="859" y="1048"/>
                      </a:lnTo>
                      <a:lnTo>
                        <a:pt x="1047" y="860"/>
                      </a:lnTo>
                      <a:lnTo>
                        <a:pt x="18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0" name="Google Shape;3400;p35"/>
                <p:cNvSpPr/>
                <p:nvPr/>
              </p:nvSpPr>
              <p:spPr>
                <a:xfrm>
                  <a:off x="4085805" y="3713934"/>
                  <a:ext cx="55701" cy="55646"/>
                </a:xfrm>
                <a:custGeom>
                  <a:rect b="b" l="l" r="r" t="t"/>
                  <a:pathLst>
                    <a:path extrusionOk="0" h="1010" w="1011">
                      <a:moveTo>
                        <a:pt x="823" y="0"/>
                      </a:moveTo>
                      <a:lnTo>
                        <a:pt x="0" y="823"/>
                      </a:lnTo>
                      <a:lnTo>
                        <a:pt x="188" y="1010"/>
                      </a:lnTo>
                      <a:lnTo>
                        <a:pt x="1010" y="187"/>
                      </a:lnTo>
                      <a:lnTo>
                        <a:pt x="82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1" name="Google Shape;3401;p35"/>
                <p:cNvSpPr/>
                <p:nvPr/>
              </p:nvSpPr>
              <p:spPr>
                <a:xfrm>
                  <a:off x="4085805" y="3817236"/>
                  <a:ext cx="72009" cy="72119"/>
                </a:xfrm>
                <a:custGeom>
                  <a:rect b="b" l="l" r="r" t="t"/>
                  <a:pathLst>
                    <a:path extrusionOk="0" h="1309" w="1307">
                      <a:moveTo>
                        <a:pt x="1120" y="1"/>
                      </a:moveTo>
                      <a:lnTo>
                        <a:pt x="0" y="1121"/>
                      </a:lnTo>
                      <a:lnTo>
                        <a:pt x="188" y="1308"/>
                      </a:lnTo>
                      <a:lnTo>
                        <a:pt x="1307" y="188"/>
                      </a:lnTo>
                      <a:lnTo>
                        <a:pt x="112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02" name="Google Shape;3402;p35"/>
              <p:cNvGrpSpPr/>
              <p:nvPr/>
            </p:nvGrpSpPr>
            <p:grpSpPr>
              <a:xfrm>
                <a:off x="4435380" y="2071866"/>
                <a:ext cx="239663" cy="413433"/>
                <a:chOff x="4435380" y="3595866"/>
                <a:chExt cx="239663" cy="413433"/>
              </a:xfrm>
            </p:grpSpPr>
            <p:sp>
              <p:nvSpPr>
                <p:cNvPr id="3403" name="Google Shape;3403;p35"/>
                <p:cNvSpPr/>
                <p:nvPr/>
              </p:nvSpPr>
              <p:spPr>
                <a:xfrm>
                  <a:off x="4435380" y="3595866"/>
                  <a:ext cx="239663" cy="413433"/>
                </a:xfrm>
                <a:custGeom>
                  <a:rect b="b" l="l" r="r" t="t"/>
                  <a:pathLst>
                    <a:path extrusionOk="0" h="7504" w="4350">
                      <a:moveTo>
                        <a:pt x="2175" y="301"/>
                      </a:moveTo>
                      <a:cubicBezTo>
                        <a:pt x="3424" y="1301"/>
                        <a:pt x="4084" y="2491"/>
                        <a:pt x="4083" y="3749"/>
                      </a:cubicBezTo>
                      <a:cubicBezTo>
                        <a:pt x="4083" y="4915"/>
                        <a:pt x="3511" y="6034"/>
                        <a:pt x="2430" y="6986"/>
                      </a:cubicBezTo>
                      <a:cubicBezTo>
                        <a:pt x="2345" y="7061"/>
                        <a:pt x="2259" y="7133"/>
                        <a:pt x="2174" y="7202"/>
                      </a:cubicBezTo>
                      <a:cubicBezTo>
                        <a:pt x="2088" y="7134"/>
                        <a:pt x="2003" y="7061"/>
                        <a:pt x="1919" y="6986"/>
                      </a:cubicBezTo>
                      <a:cubicBezTo>
                        <a:pt x="836" y="6033"/>
                        <a:pt x="263" y="4914"/>
                        <a:pt x="263" y="3751"/>
                      </a:cubicBezTo>
                      <a:cubicBezTo>
                        <a:pt x="263" y="2493"/>
                        <a:pt x="924" y="1302"/>
                        <a:pt x="2175" y="301"/>
                      </a:cubicBezTo>
                      <a:close/>
                      <a:moveTo>
                        <a:pt x="2176" y="0"/>
                      </a:moveTo>
                      <a:cubicBezTo>
                        <a:pt x="2147" y="0"/>
                        <a:pt x="2118" y="10"/>
                        <a:pt x="2095" y="28"/>
                      </a:cubicBezTo>
                      <a:cubicBezTo>
                        <a:pt x="744" y="1078"/>
                        <a:pt x="0" y="2401"/>
                        <a:pt x="0" y="3751"/>
                      </a:cubicBezTo>
                      <a:cubicBezTo>
                        <a:pt x="0" y="4992"/>
                        <a:pt x="604" y="6178"/>
                        <a:pt x="1745" y="7184"/>
                      </a:cubicBezTo>
                      <a:cubicBezTo>
                        <a:pt x="1859" y="7287"/>
                        <a:pt x="1977" y="7385"/>
                        <a:pt x="2095" y="7476"/>
                      </a:cubicBezTo>
                      <a:cubicBezTo>
                        <a:pt x="2118" y="7494"/>
                        <a:pt x="2147" y="7504"/>
                        <a:pt x="2175" y="7504"/>
                      </a:cubicBezTo>
                      <a:cubicBezTo>
                        <a:pt x="2203" y="7504"/>
                        <a:pt x="2232" y="7494"/>
                        <a:pt x="2257" y="7477"/>
                      </a:cubicBezTo>
                      <a:cubicBezTo>
                        <a:pt x="2375" y="7386"/>
                        <a:pt x="2493" y="7288"/>
                        <a:pt x="2607" y="7185"/>
                      </a:cubicBezTo>
                      <a:cubicBezTo>
                        <a:pt x="3747" y="6183"/>
                        <a:pt x="4350" y="4995"/>
                        <a:pt x="4350" y="3751"/>
                      </a:cubicBezTo>
                      <a:cubicBezTo>
                        <a:pt x="4350" y="2398"/>
                        <a:pt x="3607" y="1076"/>
                        <a:pt x="2257" y="28"/>
                      </a:cubicBezTo>
                      <a:cubicBezTo>
                        <a:pt x="2234" y="10"/>
                        <a:pt x="2205" y="0"/>
                        <a:pt x="217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4" name="Google Shape;3404;p35"/>
                <p:cNvSpPr/>
                <p:nvPr/>
              </p:nvSpPr>
              <p:spPr>
                <a:xfrm>
                  <a:off x="4547882" y="3689967"/>
                  <a:ext cx="14655" cy="312058"/>
                </a:xfrm>
                <a:custGeom>
                  <a:rect b="b" l="l" r="r" t="t"/>
                  <a:pathLst>
                    <a:path extrusionOk="0" h="5664" w="266">
                      <a:moveTo>
                        <a:pt x="0" y="0"/>
                      </a:moveTo>
                      <a:lnTo>
                        <a:pt x="0" y="5664"/>
                      </a:lnTo>
                      <a:lnTo>
                        <a:pt x="265" y="5664"/>
                      </a:lnTo>
                      <a:lnTo>
                        <a:pt x="26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5" name="Google Shape;3405;p35"/>
                <p:cNvSpPr/>
                <p:nvPr/>
              </p:nvSpPr>
              <p:spPr>
                <a:xfrm>
                  <a:off x="4488270" y="3739828"/>
                  <a:ext cx="72064" cy="72064"/>
                </a:xfrm>
                <a:custGeom>
                  <a:rect b="b" l="l" r="r" t="t"/>
                  <a:pathLst>
                    <a:path extrusionOk="0" h="1308" w="1308">
                      <a:moveTo>
                        <a:pt x="188" y="1"/>
                      </a:moveTo>
                      <a:lnTo>
                        <a:pt x="1" y="188"/>
                      </a:lnTo>
                      <a:lnTo>
                        <a:pt x="1120" y="1307"/>
                      </a:lnTo>
                      <a:lnTo>
                        <a:pt x="1308" y="1120"/>
                      </a:lnTo>
                      <a:lnTo>
                        <a:pt x="18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6" name="Google Shape;3406;p35"/>
                <p:cNvSpPr/>
                <p:nvPr/>
              </p:nvSpPr>
              <p:spPr>
                <a:xfrm>
                  <a:off x="4502595" y="3873818"/>
                  <a:ext cx="57740" cy="57684"/>
                </a:xfrm>
                <a:custGeom>
                  <a:rect b="b" l="l" r="r" t="t"/>
                  <a:pathLst>
                    <a:path extrusionOk="0" h="1047" w="1048">
                      <a:moveTo>
                        <a:pt x="188" y="1"/>
                      </a:moveTo>
                      <a:lnTo>
                        <a:pt x="1" y="188"/>
                      </a:lnTo>
                      <a:lnTo>
                        <a:pt x="860" y="1047"/>
                      </a:lnTo>
                      <a:lnTo>
                        <a:pt x="1048" y="859"/>
                      </a:lnTo>
                      <a:lnTo>
                        <a:pt x="18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7" name="Google Shape;3407;p35"/>
                <p:cNvSpPr/>
                <p:nvPr/>
              </p:nvSpPr>
              <p:spPr>
                <a:xfrm>
                  <a:off x="4549976" y="3713934"/>
                  <a:ext cx="55701" cy="55701"/>
                </a:xfrm>
                <a:custGeom>
                  <a:rect b="b" l="l" r="r" t="t"/>
                  <a:pathLst>
                    <a:path extrusionOk="0" h="1011" w="1011">
                      <a:moveTo>
                        <a:pt x="823" y="0"/>
                      </a:moveTo>
                      <a:lnTo>
                        <a:pt x="0" y="824"/>
                      </a:lnTo>
                      <a:lnTo>
                        <a:pt x="188" y="1011"/>
                      </a:lnTo>
                      <a:lnTo>
                        <a:pt x="1010" y="187"/>
                      </a:lnTo>
                      <a:lnTo>
                        <a:pt x="82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8" name="Google Shape;3408;p35"/>
                <p:cNvSpPr/>
                <p:nvPr/>
              </p:nvSpPr>
              <p:spPr>
                <a:xfrm>
                  <a:off x="4549976" y="3817291"/>
                  <a:ext cx="72009" cy="72064"/>
                </a:xfrm>
                <a:custGeom>
                  <a:rect b="b" l="l" r="r" t="t"/>
                  <a:pathLst>
                    <a:path extrusionOk="0" h="1308" w="1307">
                      <a:moveTo>
                        <a:pt x="1120" y="1"/>
                      </a:moveTo>
                      <a:lnTo>
                        <a:pt x="0" y="1120"/>
                      </a:lnTo>
                      <a:lnTo>
                        <a:pt x="188" y="1307"/>
                      </a:lnTo>
                      <a:lnTo>
                        <a:pt x="1307" y="188"/>
                      </a:lnTo>
                      <a:lnTo>
                        <a:pt x="112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09" name="Google Shape;3409;p35"/>
              <p:cNvGrpSpPr/>
              <p:nvPr/>
            </p:nvGrpSpPr>
            <p:grpSpPr>
              <a:xfrm>
                <a:off x="4899495" y="2071866"/>
                <a:ext cx="239718" cy="413433"/>
                <a:chOff x="4899495" y="3595866"/>
                <a:chExt cx="239718" cy="413433"/>
              </a:xfrm>
            </p:grpSpPr>
            <p:sp>
              <p:nvSpPr>
                <p:cNvPr id="3410" name="Google Shape;3410;p35"/>
                <p:cNvSpPr/>
                <p:nvPr/>
              </p:nvSpPr>
              <p:spPr>
                <a:xfrm>
                  <a:off x="4899495" y="3595866"/>
                  <a:ext cx="239718" cy="413433"/>
                </a:xfrm>
                <a:custGeom>
                  <a:rect b="b" l="l" r="r" t="t"/>
                  <a:pathLst>
                    <a:path extrusionOk="0" h="7504" w="4351">
                      <a:moveTo>
                        <a:pt x="2176" y="301"/>
                      </a:moveTo>
                      <a:cubicBezTo>
                        <a:pt x="3426" y="1301"/>
                        <a:pt x="4085" y="2491"/>
                        <a:pt x="4083" y="3749"/>
                      </a:cubicBezTo>
                      <a:cubicBezTo>
                        <a:pt x="4083" y="4915"/>
                        <a:pt x="3512" y="6034"/>
                        <a:pt x="2430" y="6986"/>
                      </a:cubicBezTo>
                      <a:cubicBezTo>
                        <a:pt x="2346" y="7061"/>
                        <a:pt x="2260" y="7134"/>
                        <a:pt x="2174" y="7202"/>
                      </a:cubicBezTo>
                      <a:cubicBezTo>
                        <a:pt x="2089" y="7134"/>
                        <a:pt x="2003" y="7061"/>
                        <a:pt x="1919" y="6986"/>
                      </a:cubicBezTo>
                      <a:cubicBezTo>
                        <a:pt x="837" y="6033"/>
                        <a:pt x="264" y="4914"/>
                        <a:pt x="264" y="3751"/>
                      </a:cubicBezTo>
                      <a:cubicBezTo>
                        <a:pt x="264" y="2493"/>
                        <a:pt x="925" y="1302"/>
                        <a:pt x="2176" y="301"/>
                      </a:cubicBezTo>
                      <a:close/>
                      <a:moveTo>
                        <a:pt x="2176" y="0"/>
                      </a:moveTo>
                      <a:cubicBezTo>
                        <a:pt x="2148" y="0"/>
                        <a:pt x="2119" y="10"/>
                        <a:pt x="2096" y="28"/>
                      </a:cubicBezTo>
                      <a:cubicBezTo>
                        <a:pt x="745" y="1078"/>
                        <a:pt x="0" y="2401"/>
                        <a:pt x="0" y="3751"/>
                      </a:cubicBezTo>
                      <a:cubicBezTo>
                        <a:pt x="0" y="4992"/>
                        <a:pt x="604" y="6178"/>
                        <a:pt x="1745" y="7184"/>
                      </a:cubicBezTo>
                      <a:cubicBezTo>
                        <a:pt x="1860" y="7288"/>
                        <a:pt x="1979" y="7385"/>
                        <a:pt x="2096" y="7476"/>
                      </a:cubicBezTo>
                      <a:cubicBezTo>
                        <a:pt x="2118" y="7494"/>
                        <a:pt x="2148" y="7504"/>
                        <a:pt x="2176" y="7504"/>
                      </a:cubicBezTo>
                      <a:cubicBezTo>
                        <a:pt x="2205" y="7504"/>
                        <a:pt x="2234" y="7494"/>
                        <a:pt x="2258" y="7477"/>
                      </a:cubicBezTo>
                      <a:cubicBezTo>
                        <a:pt x="2376" y="7386"/>
                        <a:pt x="2494" y="7288"/>
                        <a:pt x="2608" y="7185"/>
                      </a:cubicBezTo>
                      <a:cubicBezTo>
                        <a:pt x="3748" y="6183"/>
                        <a:pt x="4351" y="4995"/>
                        <a:pt x="4351" y="3751"/>
                      </a:cubicBezTo>
                      <a:cubicBezTo>
                        <a:pt x="4351" y="2398"/>
                        <a:pt x="3607" y="1076"/>
                        <a:pt x="2258" y="28"/>
                      </a:cubicBezTo>
                      <a:cubicBezTo>
                        <a:pt x="2234" y="10"/>
                        <a:pt x="2205" y="0"/>
                        <a:pt x="217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1" name="Google Shape;3411;p35"/>
                <p:cNvSpPr/>
                <p:nvPr/>
              </p:nvSpPr>
              <p:spPr>
                <a:xfrm>
                  <a:off x="5012109" y="3689967"/>
                  <a:ext cx="14655" cy="312058"/>
                </a:xfrm>
                <a:custGeom>
                  <a:rect b="b" l="l" r="r" t="t"/>
                  <a:pathLst>
                    <a:path extrusionOk="0" h="5664" w="266">
                      <a:moveTo>
                        <a:pt x="0" y="0"/>
                      </a:moveTo>
                      <a:lnTo>
                        <a:pt x="0" y="5664"/>
                      </a:lnTo>
                      <a:lnTo>
                        <a:pt x="265" y="5664"/>
                      </a:lnTo>
                      <a:lnTo>
                        <a:pt x="26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2" name="Google Shape;3412;p35"/>
                <p:cNvSpPr/>
                <p:nvPr/>
              </p:nvSpPr>
              <p:spPr>
                <a:xfrm>
                  <a:off x="4952496" y="3739828"/>
                  <a:ext cx="72064" cy="72064"/>
                </a:xfrm>
                <a:custGeom>
                  <a:rect b="b" l="l" r="r" t="t"/>
                  <a:pathLst>
                    <a:path extrusionOk="0" h="1308" w="1308">
                      <a:moveTo>
                        <a:pt x="188" y="1"/>
                      </a:moveTo>
                      <a:lnTo>
                        <a:pt x="1" y="188"/>
                      </a:lnTo>
                      <a:lnTo>
                        <a:pt x="1120" y="1307"/>
                      </a:lnTo>
                      <a:lnTo>
                        <a:pt x="1307" y="1120"/>
                      </a:lnTo>
                      <a:lnTo>
                        <a:pt x="18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3" name="Google Shape;3413;p35"/>
                <p:cNvSpPr/>
                <p:nvPr/>
              </p:nvSpPr>
              <p:spPr>
                <a:xfrm>
                  <a:off x="4966931" y="3873983"/>
                  <a:ext cx="57740" cy="57740"/>
                </a:xfrm>
                <a:custGeom>
                  <a:rect b="b" l="l" r="r" t="t"/>
                  <a:pathLst>
                    <a:path extrusionOk="0" h="1048" w="1048">
                      <a:moveTo>
                        <a:pt x="188" y="1"/>
                      </a:moveTo>
                      <a:lnTo>
                        <a:pt x="1" y="188"/>
                      </a:lnTo>
                      <a:lnTo>
                        <a:pt x="860" y="1048"/>
                      </a:lnTo>
                      <a:lnTo>
                        <a:pt x="1048" y="860"/>
                      </a:lnTo>
                      <a:lnTo>
                        <a:pt x="18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4" name="Google Shape;3414;p35"/>
                <p:cNvSpPr/>
                <p:nvPr/>
              </p:nvSpPr>
              <p:spPr>
                <a:xfrm>
                  <a:off x="5014202" y="3713934"/>
                  <a:ext cx="55701" cy="55646"/>
                </a:xfrm>
                <a:custGeom>
                  <a:rect b="b" l="l" r="r" t="t"/>
                  <a:pathLst>
                    <a:path extrusionOk="0" h="1010" w="1011">
                      <a:moveTo>
                        <a:pt x="823" y="0"/>
                      </a:moveTo>
                      <a:lnTo>
                        <a:pt x="0" y="823"/>
                      </a:lnTo>
                      <a:lnTo>
                        <a:pt x="187" y="1010"/>
                      </a:lnTo>
                      <a:lnTo>
                        <a:pt x="1010" y="187"/>
                      </a:lnTo>
                      <a:lnTo>
                        <a:pt x="82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5" name="Google Shape;3415;p35"/>
                <p:cNvSpPr/>
                <p:nvPr/>
              </p:nvSpPr>
              <p:spPr>
                <a:xfrm>
                  <a:off x="5014202" y="3817291"/>
                  <a:ext cx="72009" cy="72064"/>
                </a:xfrm>
                <a:custGeom>
                  <a:rect b="b" l="l" r="r" t="t"/>
                  <a:pathLst>
                    <a:path extrusionOk="0" h="1308" w="1307">
                      <a:moveTo>
                        <a:pt x="1120" y="1"/>
                      </a:moveTo>
                      <a:lnTo>
                        <a:pt x="0" y="1120"/>
                      </a:lnTo>
                      <a:lnTo>
                        <a:pt x="187" y="1307"/>
                      </a:lnTo>
                      <a:lnTo>
                        <a:pt x="1307" y="188"/>
                      </a:lnTo>
                      <a:lnTo>
                        <a:pt x="112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416" name="Google Shape;3416;p35"/>
            <p:cNvGrpSpPr/>
            <p:nvPr/>
          </p:nvGrpSpPr>
          <p:grpSpPr>
            <a:xfrm>
              <a:off x="4930966" y="1525426"/>
              <a:ext cx="239663" cy="413543"/>
              <a:chOff x="5363666" y="4178326"/>
              <a:chExt cx="239663" cy="413543"/>
            </a:xfrm>
          </p:grpSpPr>
          <p:sp>
            <p:nvSpPr>
              <p:cNvPr id="3417" name="Google Shape;3417;p35"/>
              <p:cNvSpPr/>
              <p:nvPr/>
            </p:nvSpPr>
            <p:spPr>
              <a:xfrm>
                <a:off x="5363666" y="4178326"/>
                <a:ext cx="239663" cy="413543"/>
              </a:xfrm>
              <a:custGeom>
                <a:rect b="b" l="l" r="r" t="t"/>
                <a:pathLst>
                  <a:path extrusionOk="0" h="7506" w="4350">
                    <a:moveTo>
                      <a:pt x="2177" y="303"/>
                    </a:moveTo>
                    <a:cubicBezTo>
                      <a:pt x="3427" y="1301"/>
                      <a:pt x="4086" y="2493"/>
                      <a:pt x="4084" y="3751"/>
                    </a:cubicBezTo>
                    <a:cubicBezTo>
                      <a:pt x="4084" y="4916"/>
                      <a:pt x="3513" y="6036"/>
                      <a:pt x="2431" y="6987"/>
                    </a:cubicBezTo>
                    <a:cubicBezTo>
                      <a:pt x="2347" y="7062"/>
                      <a:pt x="2261" y="7134"/>
                      <a:pt x="2175" y="7203"/>
                    </a:cubicBezTo>
                    <a:cubicBezTo>
                      <a:pt x="2090" y="7136"/>
                      <a:pt x="2004" y="7062"/>
                      <a:pt x="1919" y="6987"/>
                    </a:cubicBezTo>
                    <a:cubicBezTo>
                      <a:pt x="838" y="6034"/>
                      <a:pt x="265" y="4915"/>
                      <a:pt x="265" y="3752"/>
                    </a:cubicBezTo>
                    <a:cubicBezTo>
                      <a:pt x="265" y="2494"/>
                      <a:pt x="926" y="1303"/>
                      <a:pt x="2177" y="303"/>
                    </a:cubicBezTo>
                    <a:close/>
                    <a:moveTo>
                      <a:pt x="2177" y="0"/>
                    </a:moveTo>
                    <a:cubicBezTo>
                      <a:pt x="2149" y="0"/>
                      <a:pt x="2120" y="9"/>
                      <a:pt x="2096" y="28"/>
                    </a:cubicBezTo>
                    <a:cubicBezTo>
                      <a:pt x="746" y="1078"/>
                      <a:pt x="1" y="2400"/>
                      <a:pt x="1" y="3751"/>
                    </a:cubicBezTo>
                    <a:cubicBezTo>
                      <a:pt x="1" y="4993"/>
                      <a:pt x="605" y="6180"/>
                      <a:pt x="1746" y="7185"/>
                    </a:cubicBezTo>
                    <a:cubicBezTo>
                      <a:pt x="1861" y="7287"/>
                      <a:pt x="1979" y="7386"/>
                      <a:pt x="2096" y="7476"/>
                    </a:cubicBezTo>
                    <a:cubicBezTo>
                      <a:pt x="2119" y="7496"/>
                      <a:pt x="2149" y="7505"/>
                      <a:pt x="2177" y="7505"/>
                    </a:cubicBezTo>
                    <a:cubicBezTo>
                      <a:pt x="2206" y="7505"/>
                      <a:pt x="2235" y="7496"/>
                      <a:pt x="2257" y="7476"/>
                    </a:cubicBezTo>
                    <a:cubicBezTo>
                      <a:pt x="2375" y="7386"/>
                      <a:pt x="2492" y="7287"/>
                      <a:pt x="2608" y="7185"/>
                    </a:cubicBezTo>
                    <a:cubicBezTo>
                      <a:pt x="3748" y="6182"/>
                      <a:pt x="4350" y="4994"/>
                      <a:pt x="4350" y="3751"/>
                    </a:cubicBezTo>
                    <a:cubicBezTo>
                      <a:pt x="4350" y="2398"/>
                      <a:pt x="3608" y="1075"/>
                      <a:pt x="2259" y="28"/>
                    </a:cubicBezTo>
                    <a:cubicBezTo>
                      <a:pt x="2235" y="9"/>
                      <a:pt x="2206" y="0"/>
                      <a:pt x="21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8" name="Google Shape;3418;p35"/>
              <p:cNvSpPr/>
              <p:nvPr/>
            </p:nvSpPr>
            <p:spPr>
              <a:xfrm>
                <a:off x="5476335" y="4272427"/>
                <a:ext cx="14600" cy="312113"/>
              </a:xfrm>
              <a:custGeom>
                <a:rect b="b" l="l" r="r" t="t"/>
                <a:pathLst>
                  <a:path extrusionOk="0" h="5665" w="265">
                    <a:moveTo>
                      <a:pt x="0" y="1"/>
                    </a:moveTo>
                    <a:lnTo>
                      <a:pt x="0" y="5664"/>
                    </a:lnTo>
                    <a:lnTo>
                      <a:pt x="264" y="5664"/>
                    </a:lnTo>
                    <a:lnTo>
                      <a:pt x="26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9" name="Google Shape;3419;p35"/>
              <p:cNvSpPr/>
              <p:nvPr/>
            </p:nvSpPr>
            <p:spPr>
              <a:xfrm>
                <a:off x="5416667" y="4322288"/>
                <a:ext cx="72064" cy="72009"/>
              </a:xfrm>
              <a:custGeom>
                <a:rect b="b" l="l" r="r" t="t"/>
                <a:pathLst>
                  <a:path extrusionOk="0" h="1307" w="1308">
                    <a:moveTo>
                      <a:pt x="188" y="0"/>
                    </a:moveTo>
                    <a:lnTo>
                      <a:pt x="1" y="188"/>
                    </a:lnTo>
                    <a:lnTo>
                      <a:pt x="1120" y="1307"/>
                    </a:lnTo>
                    <a:lnTo>
                      <a:pt x="1307" y="1120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0" name="Google Shape;3420;p35"/>
              <p:cNvSpPr/>
              <p:nvPr/>
            </p:nvSpPr>
            <p:spPr>
              <a:xfrm>
                <a:off x="5430937" y="4456058"/>
                <a:ext cx="57795" cy="57795"/>
              </a:xfrm>
              <a:custGeom>
                <a:rect b="b" l="l" r="r" t="t"/>
                <a:pathLst>
                  <a:path extrusionOk="0" h="1049" w="1049">
                    <a:moveTo>
                      <a:pt x="188" y="0"/>
                    </a:moveTo>
                    <a:lnTo>
                      <a:pt x="1" y="188"/>
                    </a:lnTo>
                    <a:lnTo>
                      <a:pt x="861" y="1048"/>
                    </a:lnTo>
                    <a:lnTo>
                      <a:pt x="1048" y="861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1" name="Google Shape;3421;p35"/>
              <p:cNvSpPr/>
              <p:nvPr/>
            </p:nvSpPr>
            <p:spPr>
              <a:xfrm>
                <a:off x="5478428" y="4296449"/>
                <a:ext cx="55701" cy="55701"/>
              </a:xfrm>
              <a:custGeom>
                <a:rect b="b" l="l" r="r" t="t"/>
                <a:pathLst>
                  <a:path extrusionOk="0" h="1011" w="1011">
                    <a:moveTo>
                      <a:pt x="823" y="1"/>
                    </a:moveTo>
                    <a:lnTo>
                      <a:pt x="0" y="823"/>
                    </a:lnTo>
                    <a:lnTo>
                      <a:pt x="187" y="1011"/>
                    </a:lnTo>
                    <a:lnTo>
                      <a:pt x="1010" y="187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2" name="Google Shape;3422;p35"/>
              <p:cNvSpPr/>
              <p:nvPr/>
            </p:nvSpPr>
            <p:spPr>
              <a:xfrm>
                <a:off x="5478373" y="4399751"/>
                <a:ext cx="72009" cy="72064"/>
              </a:xfrm>
              <a:custGeom>
                <a:rect b="b" l="l" r="r" t="t"/>
                <a:pathLst>
                  <a:path extrusionOk="0" h="1308" w="1307">
                    <a:moveTo>
                      <a:pt x="1120" y="0"/>
                    </a:moveTo>
                    <a:lnTo>
                      <a:pt x="0" y="1121"/>
                    </a:lnTo>
                    <a:lnTo>
                      <a:pt x="187" y="1308"/>
                    </a:lnTo>
                    <a:lnTo>
                      <a:pt x="1307" y="187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23" name="Google Shape;3423;p35"/>
            <p:cNvGrpSpPr/>
            <p:nvPr/>
          </p:nvGrpSpPr>
          <p:grpSpPr>
            <a:xfrm>
              <a:off x="5395193" y="1525426"/>
              <a:ext cx="239773" cy="413543"/>
              <a:chOff x="5827893" y="4178326"/>
              <a:chExt cx="239773" cy="413543"/>
            </a:xfrm>
          </p:grpSpPr>
          <p:sp>
            <p:nvSpPr>
              <p:cNvPr id="3424" name="Google Shape;3424;p35"/>
              <p:cNvSpPr/>
              <p:nvPr/>
            </p:nvSpPr>
            <p:spPr>
              <a:xfrm>
                <a:off x="5827893" y="4178326"/>
                <a:ext cx="239773" cy="413543"/>
              </a:xfrm>
              <a:custGeom>
                <a:rect b="b" l="l" r="r" t="t"/>
                <a:pathLst>
                  <a:path extrusionOk="0" h="7506" w="4352">
                    <a:moveTo>
                      <a:pt x="2177" y="303"/>
                    </a:moveTo>
                    <a:cubicBezTo>
                      <a:pt x="3426" y="1302"/>
                      <a:pt x="4086" y="2493"/>
                      <a:pt x="4083" y="3751"/>
                    </a:cubicBezTo>
                    <a:cubicBezTo>
                      <a:pt x="4083" y="4916"/>
                      <a:pt x="3512" y="6036"/>
                      <a:pt x="2431" y="6987"/>
                    </a:cubicBezTo>
                    <a:cubicBezTo>
                      <a:pt x="2347" y="7062"/>
                      <a:pt x="2261" y="7134"/>
                      <a:pt x="2175" y="7203"/>
                    </a:cubicBezTo>
                    <a:cubicBezTo>
                      <a:pt x="2090" y="7134"/>
                      <a:pt x="2004" y="7062"/>
                      <a:pt x="1919" y="6987"/>
                    </a:cubicBezTo>
                    <a:cubicBezTo>
                      <a:pt x="838" y="6034"/>
                      <a:pt x="265" y="4915"/>
                      <a:pt x="265" y="3752"/>
                    </a:cubicBezTo>
                    <a:cubicBezTo>
                      <a:pt x="265" y="2494"/>
                      <a:pt x="926" y="1303"/>
                      <a:pt x="2177" y="303"/>
                    </a:cubicBezTo>
                    <a:close/>
                    <a:moveTo>
                      <a:pt x="2177" y="0"/>
                    </a:moveTo>
                    <a:cubicBezTo>
                      <a:pt x="2149" y="0"/>
                      <a:pt x="2120" y="9"/>
                      <a:pt x="2096" y="28"/>
                    </a:cubicBezTo>
                    <a:cubicBezTo>
                      <a:pt x="746" y="1078"/>
                      <a:pt x="1" y="2400"/>
                      <a:pt x="1" y="3751"/>
                    </a:cubicBezTo>
                    <a:cubicBezTo>
                      <a:pt x="1" y="4993"/>
                      <a:pt x="605" y="6180"/>
                      <a:pt x="1745" y="7185"/>
                    </a:cubicBezTo>
                    <a:cubicBezTo>
                      <a:pt x="1861" y="7287"/>
                      <a:pt x="1979" y="7386"/>
                      <a:pt x="2096" y="7476"/>
                    </a:cubicBezTo>
                    <a:cubicBezTo>
                      <a:pt x="2119" y="7496"/>
                      <a:pt x="2149" y="7505"/>
                      <a:pt x="2177" y="7505"/>
                    </a:cubicBezTo>
                    <a:cubicBezTo>
                      <a:pt x="2205" y="7505"/>
                      <a:pt x="2234" y="7496"/>
                      <a:pt x="2259" y="7476"/>
                    </a:cubicBezTo>
                    <a:cubicBezTo>
                      <a:pt x="2377" y="7384"/>
                      <a:pt x="2495" y="7287"/>
                      <a:pt x="2609" y="7185"/>
                    </a:cubicBezTo>
                    <a:cubicBezTo>
                      <a:pt x="3749" y="6182"/>
                      <a:pt x="4352" y="4994"/>
                      <a:pt x="4352" y="3751"/>
                    </a:cubicBezTo>
                    <a:cubicBezTo>
                      <a:pt x="4352" y="2398"/>
                      <a:pt x="3608" y="1075"/>
                      <a:pt x="2259" y="28"/>
                    </a:cubicBezTo>
                    <a:cubicBezTo>
                      <a:pt x="2235" y="9"/>
                      <a:pt x="2206" y="0"/>
                      <a:pt x="21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5" name="Google Shape;3425;p35"/>
              <p:cNvSpPr/>
              <p:nvPr/>
            </p:nvSpPr>
            <p:spPr>
              <a:xfrm>
                <a:off x="5940506" y="4272427"/>
                <a:ext cx="14600" cy="312113"/>
              </a:xfrm>
              <a:custGeom>
                <a:rect b="b" l="l" r="r" t="t"/>
                <a:pathLst>
                  <a:path extrusionOk="0" h="5665" w="265">
                    <a:moveTo>
                      <a:pt x="0" y="1"/>
                    </a:moveTo>
                    <a:lnTo>
                      <a:pt x="0" y="5664"/>
                    </a:lnTo>
                    <a:lnTo>
                      <a:pt x="264" y="5664"/>
                    </a:lnTo>
                    <a:lnTo>
                      <a:pt x="26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6" name="Google Shape;3426;p35"/>
              <p:cNvSpPr/>
              <p:nvPr/>
            </p:nvSpPr>
            <p:spPr>
              <a:xfrm>
                <a:off x="5880894" y="4322288"/>
                <a:ext cx="72064" cy="72009"/>
              </a:xfrm>
              <a:custGeom>
                <a:rect b="b" l="l" r="r" t="t"/>
                <a:pathLst>
                  <a:path extrusionOk="0" h="1307" w="1308">
                    <a:moveTo>
                      <a:pt x="188" y="0"/>
                    </a:moveTo>
                    <a:lnTo>
                      <a:pt x="1" y="188"/>
                    </a:lnTo>
                    <a:lnTo>
                      <a:pt x="1120" y="1307"/>
                    </a:lnTo>
                    <a:lnTo>
                      <a:pt x="1307" y="1120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7" name="Google Shape;3427;p35"/>
              <p:cNvSpPr/>
              <p:nvPr/>
            </p:nvSpPr>
            <p:spPr>
              <a:xfrm>
                <a:off x="5895108" y="4456113"/>
                <a:ext cx="57740" cy="57740"/>
              </a:xfrm>
              <a:custGeom>
                <a:rect b="b" l="l" r="r" t="t"/>
                <a:pathLst>
                  <a:path extrusionOk="0" h="1048" w="1048">
                    <a:moveTo>
                      <a:pt x="188" y="0"/>
                    </a:moveTo>
                    <a:lnTo>
                      <a:pt x="1" y="188"/>
                    </a:lnTo>
                    <a:lnTo>
                      <a:pt x="860" y="1047"/>
                    </a:lnTo>
                    <a:lnTo>
                      <a:pt x="1047" y="860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8" name="Google Shape;3428;p35"/>
              <p:cNvSpPr/>
              <p:nvPr/>
            </p:nvSpPr>
            <p:spPr>
              <a:xfrm>
                <a:off x="5942654" y="4296394"/>
                <a:ext cx="55701" cy="55756"/>
              </a:xfrm>
              <a:custGeom>
                <a:rect b="b" l="l" r="r" t="t"/>
                <a:pathLst>
                  <a:path extrusionOk="0" h="1012" w="1011">
                    <a:moveTo>
                      <a:pt x="823" y="1"/>
                    </a:moveTo>
                    <a:lnTo>
                      <a:pt x="0" y="824"/>
                    </a:lnTo>
                    <a:lnTo>
                      <a:pt x="186" y="1012"/>
                    </a:lnTo>
                    <a:lnTo>
                      <a:pt x="1010" y="188"/>
                    </a:lnTo>
                    <a:lnTo>
                      <a:pt x="82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9" name="Google Shape;3429;p35"/>
              <p:cNvSpPr/>
              <p:nvPr/>
            </p:nvSpPr>
            <p:spPr>
              <a:xfrm>
                <a:off x="5942599" y="4399751"/>
                <a:ext cx="72009" cy="72009"/>
              </a:xfrm>
              <a:custGeom>
                <a:rect b="b" l="l" r="r" t="t"/>
                <a:pathLst>
                  <a:path extrusionOk="0" h="1307" w="1307">
                    <a:moveTo>
                      <a:pt x="1119" y="0"/>
                    </a:moveTo>
                    <a:lnTo>
                      <a:pt x="0" y="1120"/>
                    </a:lnTo>
                    <a:lnTo>
                      <a:pt x="187" y="1307"/>
                    </a:lnTo>
                    <a:lnTo>
                      <a:pt x="1307" y="187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30" name="Google Shape;3430;p35"/>
            <p:cNvGrpSpPr/>
            <p:nvPr/>
          </p:nvGrpSpPr>
          <p:grpSpPr>
            <a:xfrm>
              <a:off x="5859419" y="1525481"/>
              <a:ext cx="239773" cy="413488"/>
              <a:chOff x="6292119" y="4178381"/>
              <a:chExt cx="239773" cy="413488"/>
            </a:xfrm>
          </p:grpSpPr>
          <p:sp>
            <p:nvSpPr>
              <p:cNvPr id="3431" name="Google Shape;3431;p35"/>
              <p:cNvSpPr/>
              <p:nvPr/>
            </p:nvSpPr>
            <p:spPr>
              <a:xfrm>
                <a:off x="6292119" y="4178381"/>
                <a:ext cx="239773" cy="413488"/>
              </a:xfrm>
              <a:custGeom>
                <a:rect b="b" l="l" r="r" t="t"/>
                <a:pathLst>
                  <a:path extrusionOk="0" h="7505" w="4352">
                    <a:moveTo>
                      <a:pt x="2177" y="302"/>
                    </a:moveTo>
                    <a:cubicBezTo>
                      <a:pt x="3426" y="1301"/>
                      <a:pt x="4083" y="2492"/>
                      <a:pt x="4083" y="3750"/>
                    </a:cubicBezTo>
                    <a:cubicBezTo>
                      <a:pt x="4083" y="4915"/>
                      <a:pt x="3512" y="6035"/>
                      <a:pt x="2431" y="6986"/>
                    </a:cubicBezTo>
                    <a:cubicBezTo>
                      <a:pt x="2347" y="7061"/>
                      <a:pt x="2261" y="7133"/>
                      <a:pt x="2175" y="7202"/>
                    </a:cubicBezTo>
                    <a:cubicBezTo>
                      <a:pt x="2090" y="7133"/>
                      <a:pt x="2004" y="7061"/>
                      <a:pt x="1919" y="6986"/>
                    </a:cubicBezTo>
                    <a:cubicBezTo>
                      <a:pt x="838" y="6033"/>
                      <a:pt x="265" y="4914"/>
                      <a:pt x="265" y="3751"/>
                    </a:cubicBezTo>
                    <a:cubicBezTo>
                      <a:pt x="265" y="2493"/>
                      <a:pt x="926" y="1302"/>
                      <a:pt x="2177" y="302"/>
                    </a:cubicBezTo>
                    <a:close/>
                    <a:moveTo>
                      <a:pt x="2177" y="0"/>
                    </a:moveTo>
                    <a:cubicBezTo>
                      <a:pt x="2149" y="0"/>
                      <a:pt x="2120" y="10"/>
                      <a:pt x="2096" y="29"/>
                    </a:cubicBezTo>
                    <a:cubicBezTo>
                      <a:pt x="746" y="1079"/>
                      <a:pt x="1" y="2400"/>
                      <a:pt x="1" y="3751"/>
                    </a:cubicBezTo>
                    <a:cubicBezTo>
                      <a:pt x="1" y="4992"/>
                      <a:pt x="605" y="6180"/>
                      <a:pt x="1745" y="7184"/>
                    </a:cubicBezTo>
                    <a:cubicBezTo>
                      <a:pt x="1860" y="7286"/>
                      <a:pt x="1978" y="7385"/>
                      <a:pt x="2096" y="7475"/>
                    </a:cubicBezTo>
                    <a:cubicBezTo>
                      <a:pt x="2119" y="7495"/>
                      <a:pt x="2149" y="7504"/>
                      <a:pt x="2177" y="7504"/>
                    </a:cubicBezTo>
                    <a:cubicBezTo>
                      <a:pt x="2205" y="7504"/>
                      <a:pt x="2233" y="7495"/>
                      <a:pt x="2259" y="7478"/>
                    </a:cubicBezTo>
                    <a:cubicBezTo>
                      <a:pt x="2377" y="7385"/>
                      <a:pt x="2495" y="7288"/>
                      <a:pt x="2609" y="7186"/>
                    </a:cubicBezTo>
                    <a:cubicBezTo>
                      <a:pt x="3749" y="6183"/>
                      <a:pt x="4351" y="4994"/>
                      <a:pt x="4351" y="3751"/>
                    </a:cubicBezTo>
                    <a:cubicBezTo>
                      <a:pt x="4351" y="2398"/>
                      <a:pt x="3608" y="1075"/>
                      <a:pt x="2259" y="29"/>
                    </a:cubicBezTo>
                    <a:cubicBezTo>
                      <a:pt x="2235" y="10"/>
                      <a:pt x="2206" y="0"/>
                      <a:pt x="21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2" name="Google Shape;3432;p35"/>
              <p:cNvSpPr/>
              <p:nvPr/>
            </p:nvSpPr>
            <p:spPr>
              <a:xfrm>
                <a:off x="6404677" y="4272427"/>
                <a:ext cx="14655" cy="312113"/>
              </a:xfrm>
              <a:custGeom>
                <a:rect b="b" l="l" r="r" t="t"/>
                <a:pathLst>
                  <a:path extrusionOk="0" h="5665" w="266">
                    <a:moveTo>
                      <a:pt x="0" y="1"/>
                    </a:moveTo>
                    <a:lnTo>
                      <a:pt x="0" y="5664"/>
                    </a:lnTo>
                    <a:lnTo>
                      <a:pt x="265" y="5664"/>
                    </a:lnTo>
                    <a:lnTo>
                      <a:pt x="2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3" name="Google Shape;3433;p35"/>
              <p:cNvSpPr/>
              <p:nvPr/>
            </p:nvSpPr>
            <p:spPr>
              <a:xfrm>
                <a:off x="6345065" y="4322343"/>
                <a:ext cx="72064" cy="72009"/>
              </a:xfrm>
              <a:custGeom>
                <a:rect b="b" l="l" r="r" t="t"/>
                <a:pathLst>
                  <a:path extrusionOk="0" h="1307" w="1308">
                    <a:moveTo>
                      <a:pt x="188" y="0"/>
                    </a:moveTo>
                    <a:lnTo>
                      <a:pt x="1" y="187"/>
                    </a:lnTo>
                    <a:lnTo>
                      <a:pt x="1120" y="1307"/>
                    </a:lnTo>
                    <a:lnTo>
                      <a:pt x="1307" y="1120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4" name="Google Shape;3434;p35"/>
              <p:cNvSpPr/>
              <p:nvPr/>
            </p:nvSpPr>
            <p:spPr>
              <a:xfrm>
                <a:off x="6359279" y="4456058"/>
                <a:ext cx="57795" cy="57795"/>
              </a:xfrm>
              <a:custGeom>
                <a:rect b="b" l="l" r="r" t="t"/>
                <a:pathLst>
                  <a:path extrusionOk="0" h="1049" w="1049">
                    <a:moveTo>
                      <a:pt x="188" y="0"/>
                    </a:moveTo>
                    <a:lnTo>
                      <a:pt x="1" y="188"/>
                    </a:lnTo>
                    <a:lnTo>
                      <a:pt x="861" y="1048"/>
                    </a:lnTo>
                    <a:lnTo>
                      <a:pt x="1048" y="861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5" name="Google Shape;3435;p35"/>
              <p:cNvSpPr/>
              <p:nvPr/>
            </p:nvSpPr>
            <p:spPr>
              <a:xfrm>
                <a:off x="6406770" y="4296449"/>
                <a:ext cx="55701" cy="55701"/>
              </a:xfrm>
              <a:custGeom>
                <a:rect b="b" l="l" r="r" t="t"/>
                <a:pathLst>
                  <a:path extrusionOk="0" h="1011" w="1011">
                    <a:moveTo>
                      <a:pt x="824" y="1"/>
                    </a:moveTo>
                    <a:lnTo>
                      <a:pt x="0" y="823"/>
                    </a:lnTo>
                    <a:lnTo>
                      <a:pt x="187" y="1011"/>
                    </a:lnTo>
                    <a:lnTo>
                      <a:pt x="1011" y="188"/>
                    </a:lnTo>
                    <a:lnTo>
                      <a:pt x="82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6" name="Google Shape;3436;p35"/>
              <p:cNvSpPr/>
              <p:nvPr/>
            </p:nvSpPr>
            <p:spPr>
              <a:xfrm>
                <a:off x="6406770" y="4399806"/>
                <a:ext cx="72009" cy="72009"/>
              </a:xfrm>
              <a:custGeom>
                <a:rect b="b" l="l" r="r" t="t"/>
                <a:pathLst>
                  <a:path extrusionOk="0" h="1307" w="1307">
                    <a:moveTo>
                      <a:pt x="1119" y="0"/>
                    </a:moveTo>
                    <a:lnTo>
                      <a:pt x="0" y="1120"/>
                    </a:lnTo>
                    <a:lnTo>
                      <a:pt x="187" y="1307"/>
                    </a:lnTo>
                    <a:lnTo>
                      <a:pt x="1307" y="187"/>
                    </a:ln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37" name="Google Shape;3437;p35"/>
            <p:cNvGrpSpPr/>
            <p:nvPr/>
          </p:nvGrpSpPr>
          <p:grpSpPr>
            <a:xfrm>
              <a:off x="6323590" y="1525426"/>
              <a:ext cx="239663" cy="413543"/>
              <a:chOff x="6756290" y="4178326"/>
              <a:chExt cx="239663" cy="413543"/>
            </a:xfrm>
          </p:grpSpPr>
          <p:sp>
            <p:nvSpPr>
              <p:cNvPr id="3438" name="Google Shape;3438;p35"/>
              <p:cNvSpPr/>
              <p:nvPr/>
            </p:nvSpPr>
            <p:spPr>
              <a:xfrm>
                <a:off x="6756290" y="4178326"/>
                <a:ext cx="239663" cy="413543"/>
              </a:xfrm>
              <a:custGeom>
                <a:rect b="b" l="l" r="r" t="t"/>
                <a:pathLst>
                  <a:path extrusionOk="0" h="7506" w="4350">
                    <a:moveTo>
                      <a:pt x="2176" y="303"/>
                    </a:moveTo>
                    <a:cubicBezTo>
                      <a:pt x="3426" y="1301"/>
                      <a:pt x="4084" y="2493"/>
                      <a:pt x="4083" y="3751"/>
                    </a:cubicBezTo>
                    <a:cubicBezTo>
                      <a:pt x="4083" y="4916"/>
                      <a:pt x="3511" y="6036"/>
                      <a:pt x="2431" y="6987"/>
                    </a:cubicBezTo>
                    <a:cubicBezTo>
                      <a:pt x="2346" y="7062"/>
                      <a:pt x="2261" y="7134"/>
                      <a:pt x="2175" y="7203"/>
                    </a:cubicBezTo>
                    <a:cubicBezTo>
                      <a:pt x="2089" y="7136"/>
                      <a:pt x="2004" y="7062"/>
                      <a:pt x="1919" y="6987"/>
                    </a:cubicBezTo>
                    <a:cubicBezTo>
                      <a:pt x="838" y="6034"/>
                      <a:pt x="265" y="4915"/>
                      <a:pt x="265" y="3752"/>
                    </a:cubicBezTo>
                    <a:cubicBezTo>
                      <a:pt x="265" y="2494"/>
                      <a:pt x="926" y="1303"/>
                      <a:pt x="2176" y="303"/>
                    </a:cubicBezTo>
                    <a:close/>
                    <a:moveTo>
                      <a:pt x="2177" y="0"/>
                    </a:moveTo>
                    <a:cubicBezTo>
                      <a:pt x="2148" y="0"/>
                      <a:pt x="2120" y="9"/>
                      <a:pt x="2096" y="28"/>
                    </a:cubicBezTo>
                    <a:cubicBezTo>
                      <a:pt x="746" y="1078"/>
                      <a:pt x="1" y="2400"/>
                      <a:pt x="1" y="3751"/>
                    </a:cubicBezTo>
                    <a:cubicBezTo>
                      <a:pt x="1" y="4993"/>
                      <a:pt x="605" y="6180"/>
                      <a:pt x="1745" y="7185"/>
                    </a:cubicBezTo>
                    <a:cubicBezTo>
                      <a:pt x="1861" y="7287"/>
                      <a:pt x="1979" y="7386"/>
                      <a:pt x="2096" y="7476"/>
                    </a:cubicBezTo>
                    <a:cubicBezTo>
                      <a:pt x="2119" y="7496"/>
                      <a:pt x="2148" y="7505"/>
                      <a:pt x="2176" y="7505"/>
                    </a:cubicBezTo>
                    <a:cubicBezTo>
                      <a:pt x="2206" y="7505"/>
                      <a:pt x="2234" y="7496"/>
                      <a:pt x="2257" y="7476"/>
                    </a:cubicBezTo>
                    <a:cubicBezTo>
                      <a:pt x="2375" y="7384"/>
                      <a:pt x="2493" y="7287"/>
                      <a:pt x="2608" y="7185"/>
                    </a:cubicBezTo>
                    <a:cubicBezTo>
                      <a:pt x="3747" y="6182"/>
                      <a:pt x="4349" y="4994"/>
                      <a:pt x="4349" y="3751"/>
                    </a:cubicBezTo>
                    <a:cubicBezTo>
                      <a:pt x="4349" y="2398"/>
                      <a:pt x="3608" y="1075"/>
                      <a:pt x="2258" y="28"/>
                    </a:cubicBezTo>
                    <a:cubicBezTo>
                      <a:pt x="2234" y="9"/>
                      <a:pt x="2206" y="0"/>
                      <a:pt x="21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9" name="Google Shape;3439;p35"/>
              <p:cNvSpPr/>
              <p:nvPr/>
            </p:nvSpPr>
            <p:spPr>
              <a:xfrm>
                <a:off x="6868958" y="4272427"/>
                <a:ext cx="14600" cy="312113"/>
              </a:xfrm>
              <a:custGeom>
                <a:rect b="b" l="l" r="r" t="t"/>
                <a:pathLst>
                  <a:path extrusionOk="0" h="5665" w="265">
                    <a:moveTo>
                      <a:pt x="0" y="1"/>
                    </a:moveTo>
                    <a:lnTo>
                      <a:pt x="0" y="5664"/>
                    </a:lnTo>
                    <a:lnTo>
                      <a:pt x="264" y="5664"/>
                    </a:lnTo>
                    <a:lnTo>
                      <a:pt x="26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0" name="Google Shape;3440;p35"/>
              <p:cNvSpPr/>
              <p:nvPr/>
            </p:nvSpPr>
            <p:spPr>
              <a:xfrm>
                <a:off x="6809291" y="4322288"/>
                <a:ext cx="72064" cy="72064"/>
              </a:xfrm>
              <a:custGeom>
                <a:rect b="b" l="l" r="r" t="t"/>
                <a:pathLst>
                  <a:path extrusionOk="0" h="1308" w="1308">
                    <a:moveTo>
                      <a:pt x="188" y="0"/>
                    </a:moveTo>
                    <a:lnTo>
                      <a:pt x="1" y="188"/>
                    </a:lnTo>
                    <a:lnTo>
                      <a:pt x="1120" y="1308"/>
                    </a:lnTo>
                    <a:lnTo>
                      <a:pt x="1307" y="1121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1" name="Google Shape;3441;p35"/>
              <p:cNvSpPr/>
              <p:nvPr/>
            </p:nvSpPr>
            <p:spPr>
              <a:xfrm>
                <a:off x="6823505" y="4456058"/>
                <a:ext cx="57740" cy="57740"/>
              </a:xfrm>
              <a:custGeom>
                <a:rect b="b" l="l" r="r" t="t"/>
                <a:pathLst>
                  <a:path extrusionOk="0" h="1048" w="1048">
                    <a:moveTo>
                      <a:pt x="188" y="0"/>
                    </a:moveTo>
                    <a:lnTo>
                      <a:pt x="0" y="188"/>
                    </a:lnTo>
                    <a:lnTo>
                      <a:pt x="860" y="1047"/>
                    </a:lnTo>
                    <a:lnTo>
                      <a:pt x="1047" y="860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2" name="Google Shape;3442;p35"/>
              <p:cNvSpPr/>
              <p:nvPr/>
            </p:nvSpPr>
            <p:spPr>
              <a:xfrm>
                <a:off x="6870941" y="4296449"/>
                <a:ext cx="55756" cy="55701"/>
              </a:xfrm>
              <a:custGeom>
                <a:rect b="b" l="l" r="r" t="t"/>
                <a:pathLst>
                  <a:path extrusionOk="0" h="1011" w="1012">
                    <a:moveTo>
                      <a:pt x="825" y="1"/>
                    </a:moveTo>
                    <a:lnTo>
                      <a:pt x="1" y="823"/>
                    </a:lnTo>
                    <a:lnTo>
                      <a:pt x="188" y="1011"/>
                    </a:lnTo>
                    <a:lnTo>
                      <a:pt x="1012" y="188"/>
                    </a:lnTo>
                    <a:lnTo>
                      <a:pt x="8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3" name="Google Shape;3443;p35"/>
              <p:cNvSpPr/>
              <p:nvPr/>
            </p:nvSpPr>
            <p:spPr>
              <a:xfrm>
                <a:off x="6870941" y="4399806"/>
                <a:ext cx="72064" cy="72009"/>
              </a:xfrm>
              <a:custGeom>
                <a:rect b="b" l="l" r="r" t="t"/>
                <a:pathLst>
                  <a:path extrusionOk="0" h="1307" w="1308">
                    <a:moveTo>
                      <a:pt x="1120" y="0"/>
                    </a:moveTo>
                    <a:lnTo>
                      <a:pt x="1" y="1120"/>
                    </a:lnTo>
                    <a:lnTo>
                      <a:pt x="188" y="1307"/>
                    </a:lnTo>
                    <a:lnTo>
                      <a:pt x="1308" y="187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7" name="Shape 3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8" name="Google Shape;3448;p36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49" name="Google Shape;3449;p36"/>
          <p:cNvSpPr/>
          <p:nvPr/>
        </p:nvSpPr>
        <p:spPr>
          <a:xfrm>
            <a:off x="4575255" y="2901237"/>
            <a:ext cx="62" cy="62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close/>
              </a:path>
            </a:pathLst>
          </a:custGeom>
          <a:solidFill>
            <a:srgbClr val="008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0" name="Google Shape;3450;p36"/>
          <p:cNvSpPr/>
          <p:nvPr/>
        </p:nvSpPr>
        <p:spPr>
          <a:xfrm>
            <a:off x="4575255" y="2901237"/>
            <a:ext cx="62" cy="62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close/>
              </a:path>
            </a:pathLst>
          </a:custGeom>
          <a:solidFill>
            <a:srgbClr val="008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1" name="Google Shape;3451;p36"/>
          <p:cNvSpPr/>
          <p:nvPr/>
        </p:nvSpPr>
        <p:spPr>
          <a:xfrm>
            <a:off x="4575255" y="2901237"/>
            <a:ext cx="62" cy="62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close/>
              </a:path>
            </a:pathLst>
          </a:custGeom>
          <a:solidFill>
            <a:srgbClr val="008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2" name="Google Shape;3452;p36"/>
          <p:cNvSpPr/>
          <p:nvPr/>
        </p:nvSpPr>
        <p:spPr>
          <a:xfrm>
            <a:off x="4575255" y="2901237"/>
            <a:ext cx="62" cy="62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close/>
              </a:path>
            </a:pathLst>
          </a:custGeom>
          <a:solidFill>
            <a:srgbClr val="008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3" name="Google Shape;3453;p36"/>
          <p:cNvSpPr/>
          <p:nvPr/>
        </p:nvSpPr>
        <p:spPr>
          <a:xfrm>
            <a:off x="4575255" y="2901237"/>
            <a:ext cx="62" cy="62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close/>
              </a:path>
            </a:pathLst>
          </a:custGeom>
          <a:solidFill>
            <a:srgbClr val="008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4" name="Google Shape;3454;p36"/>
          <p:cNvSpPr/>
          <p:nvPr/>
        </p:nvSpPr>
        <p:spPr>
          <a:xfrm>
            <a:off x="4575255" y="2901237"/>
            <a:ext cx="62" cy="62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close/>
              </a:path>
            </a:pathLst>
          </a:custGeom>
          <a:solidFill>
            <a:srgbClr val="008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5" name="Google Shape;3455;p36"/>
          <p:cNvSpPr/>
          <p:nvPr/>
        </p:nvSpPr>
        <p:spPr>
          <a:xfrm>
            <a:off x="4575255" y="2901237"/>
            <a:ext cx="62" cy="62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close/>
              </a:path>
            </a:pathLst>
          </a:custGeom>
          <a:solidFill>
            <a:srgbClr val="008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6" name="Google Shape;3456;p36"/>
          <p:cNvSpPr/>
          <p:nvPr/>
        </p:nvSpPr>
        <p:spPr>
          <a:xfrm>
            <a:off x="4575255" y="2901237"/>
            <a:ext cx="62" cy="62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close/>
              </a:path>
            </a:pathLst>
          </a:custGeom>
          <a:solidFill>
            <a:srgbClr val="008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7" name="Google Shape;3457;p36"/>
          <p:cNvSpPr/>
          <p:nvPr/>
        </p:nvSpPr>
        <p:spPr>
          <a:xfrm>
            <a:off x="4575255" y="2901237"/>
            <a:ext cx="62" cy="62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close/>
              </a:path>
            </a:pathLst>
          </a:custGeom>
          <a:solidFill>
            <a:srgbClr val="008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8" name="Google Shape;3458;p36"/>
          <p:cNvSpPr/>
          <p:nvPr/>
        </p:nvSpPr>
        <p:spPr>
          <a:xfrm>
            <a:off x="4575255" y="2901237"/>
            <a:ext cx="62" cy="62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close/>
              </a:path>
            </a:pathLst>
          </a:custGeom>
          <a:solidFill>
            <a:srgbClr val="008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9" name="Google Shape;3459;p36"/>
          <p:cNvSpPr/>
          <p:nvPr/>
        </p:nvSpPr>
        <p:spPr>
          <a:xfrm>
            <a:off x="4575255" y="2901237"/>
            <a:ext cx="62" cy="62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close/>
              </a:path>
            </a:pathLst>
          </a:custGeom>
          <a:solidFill>
            <a:srgbClr val="008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0" name="Google Shape;3460;p36"/>
          <p:cNvSpPr/>
          <p:nvPr/>
        </p:nvSpPr>
        <p:spPr>
          <a:xfrm>
            <a:off x="4575255" y="2901237"/>
            <a:ext cx="62" cy="62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close/>
              </a:path>
            </a:pathLst>
          </a:custGeom>
          <a:solidFill>
            <a:srgbClr val="008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1" name="Google Shape;3461;p36"/>
          <p:cNvSpPr/>
          <p:nvPr/>
        </p:nvSpPr>
        <p:spPr>
          <a:xfrm>
            <a:off x="4575255" y="2901237"/>
            <a:ext cx="62" cy="62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close/>
              </a:path>
            </a:pathLst>
          </a:custGeom>
          <a:solidFill>
            <a:srgbClr val="008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2" name="Google Shape;3462;p36"/>
          <p:cNvSpPr/>
          <p:nvPr/>
        </p:nvSpPr>
        <p:spPr>
          <a:xfrm>
            <a:off x="4575255" y="2901237"/>
            <a:ext cx="62" cy="62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close/>
              </a:path>
            </a:pathLst>
          </a:custGeom>
          <a:solidFill>
            <a:srgbClr val="008A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3" name="Google Shape;3463;p36"/>
          <p:cNvSpPr/>
          <p:nvPr/>
        </p:nvSpPr>
        <p:spPr>
          <a:xfrm>
            <a:off x="4575255" y="2901175"/>
            <a:ext cx="62" cy="123"/>
          </a:xfrm>
          <a:custGeom>
            <a:rect b="b" l="l" r="r" t="t"/>
            <a:pathLst>
              <a:path extrusionOk="0" h="2" w="1">
                <a:moveTo>
                  <a:pt x="0" y="1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36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4" name="Google Shape;3464;p36"/>
          <p:cNvSpPr/>
          <p:nvPr/>
        </p:nvSpPr>
        <p:spPr>
          <a:xfrm>
            <a:off x="3659683" y="1984369"/>
            <a:ext cx="1823876" cy="1823814"/>
          </a:xfrm>
          <a:custGeom>
            <a:rect b="b" l="l" r="r" t="t"/>
            <a:pathLst>
              <a:path extrusionOk="0" h="29623" w="29624">
                <a:moveTo>
                  <a:pt x="14813" y="749"/>
                </a:moveTo>
                <a:cubicBezTo>
                  <a:pt x="19755" y="749"/>
                  <a:pt x="24100" y="3299"/>
                  <a:pt x="26608" y="7154"/>
                </a:cubicBezTo>
                <a:cubicBezTo>
                  <a:pt x="28041" y="9357"/>
                  <a:pt x="28874" y="11988"/>
                  <a:pt x="28874" y="14812"/>
                </a:cubicBezTo>
                <a:cubicBezTo>
                  <a:pt x="28873" y="16929"/>
                  <a:pt x="28407" y="18935"/>
                  <a:pt x="27568" y="20736"/>
                </a:cubicBezTo>
                <a:cubicBezTo>
                  <a:pt x="25332" y="25542"/>
                  <a:pt x="20462" y="28873"/>
                  <a:pt x="14813" y="28873"/>
                </a:cubicBezTo>
                <a:cubicBezTo>
                  <a:pt x="11943" y="28873"/>
                  <a:pt x="9272" y="28012"/>
                  <a:pt x="7048" y="26536"/>
                </a:cubicBezTo>
                <a:cubicBezTo>
                  <a:pt x="6781" y="26358"/>
                  <a:pt x="6520" y="26172"/>
                  <a:pt x="6265" y="25978"/>
                </a:cubicBezTo>
                <a:lnTo>
                  <a:pt x="6252" y="25967"/>
                </a:lnTo>
                <a:lnTo>
                  <a:pt x="6252" y="25965"/>
                </a:lnTo>
                <a:cubicBezTo>
                  <a:pt x="3428" y="23796"/>
                  <a:pt x="1452" y="20579"/>
                  <a:pt x="906" y="16896"/>
                </a:cubicBezTo>
                <a:cubicBezTo>
                  <a:pt x="803" y="16215"/>
                  <a:pt x="751" y="15520"/>
                  <a:pt x="751" y="14811"/>
                </a:cubicBezTo>
                <a:cubicBezTo>
                  <a:pt x="751" y="12982"/>
                  <a:pt x="1100" y="11234"/>
                  <a:pt x="1736" y="9632"/>
                </a:cubicBezTo>
                <a:cubicBezTo>
                  <a:pt x="2137" y="8620"/>
                  <a:pt x="2650" y="7668"/>
                  <a:pt x="3262" y="6789"/>
                </a:cubicBezTo>
                <a:cubicBezTo>
                  <a:pt x="5443" y="3654"/>
                  <a:pt x="8867" y="1449"/>
                  <a:pt x="12821" y="889"/>
                </a:cubicBezTo>
                <a:lnTo>
                  <a:pt x="12823" y="889"/>
                </a:lnTo>
                <a:cubicBezTo>
                  <a:pt x="13473" y="797"/>
                  <a:pt x="14136" y="749"/>
                  <a:pt x="14813" y="749"/>
                </a:cubicBezTo>
                <a:close/>
                <a:moveTo>
                  <a:pt x="14813" y="1"/>
                </a:moveTo>
                <a:cubicBezTo>
                  <a:pt x="14102" y="1"/>
                  <a:pt x="13401" y="51"/>
                  <a:pt x="12716" y="148"/>
                </a:cubicBezTo>
                <a:lnTo>
                  <a:pt x="12715" y="148"/>
                </a:lnTo>
                <a:cubicBezTo>
                  <a:pt x="8551" y="739"/>
                  <a:pt x="4944" y="3060"/>
                  <a:pt x="2645" y="6363"/>
                </a:cubicBezTo>
                <a:cubicBezTo>
                  <a:pt x="2000" y="7289"/>
                  <a:pt x="1460" y="8293"/>
                  <a:pt x="1038" y="9358"/>
                </a:cubicBezTo>
                <a:cubicBezTo>
                  <a:pt x="368" y="11046"/>
                  <a:pt x="0" y="12886"/>
                  <a:pt x="0" y="14812"/>
                </a:cubicBezTo>
                <a:cubicBezTo>
                  <a:pt x="0" y="15557"/>
                  <a:pt x="55" y="16291"/>
                  <a:pt x="163" y="17007"/>
                </a:cubicBezTo>
                <a:cubicBezTo>
                  <a:pt x="740" y="20888"/>
                  <a:pt x="2821" y="24276"/>
                  <a:pt x="5794" y="26562"/>
                </a:cubicBezTo>
                <a:lnTo>
                  <a:pt x="5794" y="26563"/>
                </a:lnTo>
                <a:lnTo>
                  <a:pt x="5809" y="26573"/>
                </a:lnTo>
                <a:cubicBezTo>
                  <a:pt x="6076" y="26778"/>
                  <a:pt x="6351" y="26975"/>
                  <a:pt x="6633" y="27161"/>
                </a:cubicBezTo>
                <a:cubicBezTo>
                  <a:pt x="8977" y="28717"/>
                  <a:pt x="11789" y="29622"/>
                  <a:pt x="14813" y="29622"/>
                </a:cubicBezTo>
                <a:cubicBezTo>
                  <a:pt x="20763" y="29622"/>
                  <a:pt x="25894" y="26113"/>
                  <a:pt x="28248" y="21052"/>
                </a:cubicBezTo>
                <a:cubicBezTo>
                  <a:pt x="29130" y="19155"/>
                  <a:pt x="29623" y="17041"/>
                  <a:pt x="29623" y="14812"/>
                </a:cubicBezTo>
                <a:cubicBezTo>
                  <a:pt x="29623" y="11837"/>
                  <a:pt x="28746" y="9066"/>
                  <a:pt x="27236" y="6747"/>
                </a:cubicBezTo>
                <a:cubicBezTo>
                  <a:pt x="24595" y="2686"/>
                  <a:pt x="20018" y="1"/>
                  <a:pt x="1481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5" name="Google Shape;3465;p36"/>
          <p:cNvSpPr/>
          <p:nvPr/>
        </p:nvSpPr>
        <p:spPr>
          <a:xfrm>
            <a:off x="3612460" y="1937208"/>
            <a:ext cx="1918135" cy="1918135"/>
          </a:xfrm>
          <a:custGeom>
            <a:rect b="b" l="l" r="r" t="t"/>
            <a:pathLst>
              <a:path extrusionOk="0" h="31155" w="31155">
                <a:moveTo>
                  <a:pt x="15578" y="786"/>
                </a:moveTo>
                <a:cubicBezTo>
                  <a:pt x="20775" y="786"/>
                  <a:pt x="25346" y="3467"/>
                  <a:pt x="27983" y="7521"/>
                </a:cubicBezTo>
                <a:cubicBezTo>
                  <a:pt x="29490" y="9837"/>
                  <a:pt x="30366" y="12604"/>
                  <a:pt x="30366" y="15573"/>
                </a:cubicBezTo>
                <a:cubicBezTo>
                  <a:pt x="30367" y="17803"/>
                  <a:pt x="29876" y="19914"/>
                  <a:pt x="28995" y="21808"/>
                </a:cubicBezTo>
                <a:cubicBezTo>
                  <a:pt x="26644" y="26861"/>
                  <a:pt x="21520" y="30366"/>
                  <a:pt x="15580" y="30366"/>
                </a:cubicBezTo>
                <a:cubicBezTo>
                  <a:pt x="12561" y="30366"/>
                  <a:pt x="9753" y="29461"/>
                  <a:pt x="7413" y="27907"/>
                </a:cubicBezTo>
                <a:cubicBezTo>
                  <a:pt x="7131" y="27721"/>
                  <a:pt x="6857" y="27525"/>
                  <a:pt x="6589" y="27321"/>
                </a:cubicBezTo>
                <a:lnTo>
                  <a:pt x="6576" y="27310"/>
                </a:lnTo>
                <a:lnTo>
                  <a:pt x="6576" y="27308"/>
                </a:lnTo>
                <a:cubicBezTo>
                  <a:pt x="3605" y="25027"/>
                  <a:pt x="1527" y="21643"/>
                  <a:pt x="951" y="17769"/>
                </a:cubicBezTo>
                <a:cubicBezTo>
                  <a:pt x="844" y="17054"/>
                  <a:pt x="790" y="16321"/>
                  <a:pt x="790" y="15575"/>
                </a:cubicBezTo>
                <a:cubicBezTo>
                  <a:pt x="790" y="13652"/>
                  <a:pt x="1156" y="11815"/>
                  <a:pt x="1824" y="10129"/>
                </a:cubicBezTo>
                <a:cubicBezTo>
                  <a:pt x="2245" y="9067"/>
                  <a:pt x="2786" y="8064"/>
                  <a:pt x="3428" y="7139"/>
                </a:cubicBezTo>
                <a:cubicBezTo>
                  <a:pt x="5723" y="3842"/>
                  <a:pt x="9325" y="1523"/>
                  <a:pt x="13483" y="934"/>
                </a:cubicBezTo>
                <a:lnTo>
                  <a:pt x="13484" y="934"/>
                </a:lnTo>
                <a:cubicBezTo>
                  <a:pt x="14169" y="836"/>
                  <a:pt x="14869" y="786"/>
                  <a:pt x="15578" y="786"/>
                </a:cubicBezTo>
                <a:close/>
                <a:moveTo>
                  <a:pt x="15580" y="1"/>
                </a:moveTo>
                <a:cubicBezTo>
                  <a:pt x="14831" y="1"/>
                  <a:pt x="14094" y="54"/>
                  <a:pt x="13375" y="156"/>
                </a:cubicBezTo>
                <a:lnTo>
                  <a:pt x="13373" y="156"/>
                </a:lnTo>
                <a:cubicBezTo>
                  <a:pt x="8993" y="777"/>
                  <a:pt x="5201" y="3218"/>
                  <a:pt x="2783" y="6691"/>
                </a:cubicBezTo>
                <a:cubicBezTo>
                  <a:pt x="2105" y="7666"/>
                  <a:pt x="1536" y="8721"/>
                  <a:pt x="1092" y="9842"/>
                </a:cubicBezTo>
                <a:cubicBezTo>
                  <a:pt x="389" y="11617"/>
                  <a:pt x="1" y="13552"/>
                  <a:pt x="1" y="15578"/>
                </a:cubicBezTo>
                <a:cubicBezTo>
                  <a:pt x="1" y="16363"/>
                  <a:pt x="59" y="17134"/>
                  <a:pt x="172" y="17888"/>
                </a:cubicBezTo>
                <a:cubicBezTo>
                  <a:pt x="777" y="21967"/>
                  <a:pt x="2966" y="25532"/>
                  <a:pt x="6094" y="27936"/>
                </a:cubicBezTo>
                <a:lnTo>
                  <a:pt x="6094" y="27937"/>
                </a:lnTo>
                <a:lnTo>
                  <a:pt x="6108" y="27947"/>
                </a:lnTo>
                <a:cubicBezTo>
                  <a:pt x="6390" y="28162"/>
                  <a:pt x="6679" y="28369"/>
                  <a:pt x="6976" y="28566"/>
                </a:cubicBezTo>
                <a:cubicBezTo>
                  <a:pt x="9441" y="30202"/>
                  <a:pt x="12397" y="31155"/>
                  <a:pt x="15577" y="31155"/>
                </a:cubicBezTo>
                <a:cubicBezTo>
                  <a:pt x="21835" y="31155"/>
                  <a:pt x="27231" y="27463"/>
                  <a:pt x="29707" y="22140"/>
                </a:cubicBezTo>
                <a:cubicBezTo>
                  <a:pt x="30635" y="20145"/>
                  <a:pt x="31154" y="17922"/>
                  <a:pt x="31154" y="15578"/>
                </a:cubicBezTo>
                <a:cubicBezTo>
                  <a:pt x="31155" y="12450"/>
                  <a:pt x="30233" y="9536"/>
                  <a:pt x="28646" y="7095"/>
                </a:cubicBezTo>
                <a:cubicBezTo>
                  <a:pt x="25868" y="2825"/>
                  <a:pt x="21054" y="1"/>
                  <a:pt x="1558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6" name="Google Shape;3466;p36"/>
          <p:cNvSpPr/>
          <p:nvPr/>
        </p:nvSpPr>
        <p:spPr>
          <a:xfrm>
            <a:off x="3866119" y="2190559"/>
            <a:ext cx="1411189" cy="1411312"/>
          </a:xfrm>
          <a:custGeom>
            <a:rect b="b" l="l" r="r" t="t"/>
            <a:pathLst>
              <a:path extrusionOk="0" h="22923" w="22921">
                <a:moveTo>
                  <a:pt x="11461" y="1"/>
                </a:moveTo>
                <a:cubicBezTo>
                  <a:pt x="10909" y="1"/>
                  <a:pt x="10367" y="39"/>
                  <a:pt x="9838" y="114"/>
                </a:cubicBezTo>
                <a:lnTo>
                  <a:pt x="9836" y="114"/>
                </a:lnTo>
                <a:cubicBezTo>
                  <a:pt x="6613" y="571"/>
                  <a:pt x="3823" y="2367"/>
                  <a:pt x="2044" y="4923"/>
                </a:cubicBezTo>
                <a:cubicBezTo>
                  <a:pt x="1547" y="5640"/>
                  <a:pt x="1128" y="6417"/>
                  <a:pt x="801" y="7241"/>
                </a:cubicBezTo>
                <a:cubicBezTo>
                  <a:pt x="285" y="8546"/>
                  <a:pt x="0" y="9972"/>
                  <a:pt x="0" y="11462"/>
                </a:cubicBezTo>
                <a:cubicBezTo>
                  <a:pt x="0" y="12040"/>
                  <a:pt x="42" y="12607"/>
                  <a:pt x="125" y="13161"/>
                </a:cubicBezTo>
                <a:cubicBezTo>
                  <a:pt x="570" y="16163"/>
                  <a:pt x="2182" y="18784"/>
                  <a:pt x="4483" y="20554"/>
                </a:cubicBezTo>
                <a:lnTo>
                  <a:pt x="4483" y="20556"/>
                </a:lnTo>
                <a:lnTo>
                  <a:pt x="4493" y="20563"/>
                </a:lnTo>
                <a:cubicBezTo>
                  <a:pt x="4700" y="20721"/>
                  <a:pt x="4912" y="20874"/>
                  <a:pt x="5131" y="21018"/>
                </a:cubicBezTo>
                <a:cubicBezTo>
                  <a:pt x="6943" y="22221"/>
                  <a:pt x="9120" y="22922"/>
                  <a:pt x="11460" y="22922"/>
                </a:cubicBezTo>
                <a:cubicBezTo>
                  <a:pt x="16064" y="22922"/>
                  <a:pt x="20035" y="20208"/>
                  <a:pt x="21856" y="16291"/>
                </a:cubicBezTo>
                <a:cubicBezTo>
                  <a:pt x="22539" y="14824"/>
                  <a:pt x="22921" y="13189"/>
                  <a:pt x="22921" y="11463"/>
                </a:cubicBezTo>
                <a:cubicBezTo>
                  <a:pt x="22921" y="9160"/>
                  <a:pt x="22241" y="7017"/>
                  <a:pt x="21075" y="5220"/>
                </a:cubicBezTo>
                <a:cubicBezTo>
                  <a:pt x="19031" y="2078"/>
                  <a:pt x="15488" y="1"/>
                  <a:pt x="1146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7" name="Google Shape;3467;p36"/>
          <p:cNvSpPr/>
          <p:nvPr/>
        </p:nvSpPr>
        <p:spPr>
          <a:xfrm>
            <a:off x="4486166" y="2511943"/>
            <a:ext cx="791142" cy="681675"/>
          </a:xfrm>
          <a:custGeom>
            <a:rect b="b" l="l" r="r" t="t"/>
            <a:pathLst>
              <a:path extrusionOk="0" h="11072" w="12850">
                <a:moveTo>
                  <a:pt x="11000" y="0"/>
                </a:moveTo>
                <a:cubicBezTo>
                  <a:pt x="10657" y="51"/>
                  <a:pt x="8518" y="392"/>
                  <a:pt x="8983" y="857"/>
                </a:cubicBezTo>
                <a:cubicBezTo>
                  <a:pt x="9488" y="1362"/>
                  <a:pt x="8182" y="1973"/>
                  <a:pt x="7341" y="2057"/>
                </a:cubicBezTo>
                <a:cubicBezTo>
                  <a:pt x="7036" y="2087"/>
                  <a:pt x="6650" y="2312"/>
                  <a:pt x="6265" y="2562"/>
                </a:cubicBezTo>
                <a:cubicBezTo>
                  <a:pt x="5742" y="2902"/>
                  <a:pt x="5223" y="3287"/>
                  <a:pt x="4920" y="3287"/>
                </a:cubicBezTo>
                <a:cubicBezTo>
                  <a:pt x="4829" y="3287"/>
                  <a:pt x="4757" y="3252"/>
                  <a:pt x="4711" y="3172"/>
                </a:cubicBezTo>
                <a:cubicBezTo>
                  <a:pt x="4396" y="2625"/>
                  <a:pt x="5027" y="2941"/>
                  <a:pt x="5217" y="2604"/>
                </a:cubicBezTo>
                <a:cubicBezTo>
                  <a:pt x="5406" y="2267"/>
                  <a:pt x="4228" y="2036"/>
                  <a:pt x="3848" y="1763"/>
                </a:cubicBezTo>
                <a:cubicBezTo>
                  <a:pt x="3826" y="1748"/>
                  <a:pt x="3798" y="1740"/>
                  <a:pt x="3765" y="1740"/>
                </a:cubicBezTo>
                <a:cubicBezTo>
                  <a:pt x="3197" y="1740"/>
                  <a:pt x="989" y="3805"/>
                  <a:pt x="1744" y="3845"/>
                </a:cubicBezTo>
                <a:cubicBezTo>
                  <a:pt x="1756" y="3846"/>
                  <a:pt x="1767" y="3846"/>
                  <a:pt x="1779" y="3846"/>
                </a:cubicBezTo>
                <a:cubicBezTo>
                  <a:pt x="2466" y="3846"/>
                  <a:pt x="3380" y="2834"/>
                  <a:pt x="3606" y="2834"/>
                </a:cubicBezTo>
                <a:cubicBezTo>
                  <a:pt x="3642" y="2834"/>
                  <a:pt x="3661" y="2860"/>
                  <a:pt x="3658" y="2920"/>
                </a:cubicBezTo>
                <a:cubicBezTo>
                  <a:pt x="3638" y="3340"/>
                  <a:pt x="3068" y="4006"/>
                  <a:pt x="3532" y="4006"/>
                </a:cubicBezTo>
                <a:cubicBezTo>
                  <a:pt x="3555" y="4006"/>
                  <a:pt x="3581" y="4004"/>
                  <a:pt x="3609" y="4001"/>
                </a:cubicBezTo>
                <a:cubicBezTo>
                  <a:pt x="4006" y="3953"/>
                  <a:pt x="4530" y="3751"/>
                  <a:pt x="4743" y="3751"/>
                </a:cubicBezTo>
                <a:cubicBezTo>
                  <a:pt x="4851" y="3751"/>
                  <a:pt x="4879" y="3802"/>
                  <a:pt x="4774" y="3951"/>
                </a:cubicBezTo>
                <a:cubicBezTo>
                  <a:pt x="4469" y="4379"/>
                  <a:pt x="3614" y="5010"/>
                  <a:pt x="2853" y="5010"/>
                </a:cubicBezTo>
                <a:cubicBezTo>
                  <a:pt x="2827" y="5010"/>
                  <a:pt x="2801" y="5009"/>
                  <a:pt x="2775" y="5008"/>
                </a:cubicBezTo>
                <a:cubicBezTo>
                  <a:pt x="2767" y="5007"/>
                  <a:pt x="2759" y="5007"/>
                  <a:pt x="2750" y="5007"/>
                </a:cubicBezTo>
                <a:cubicBezTo>
                  <a:pt x="1992" y="5007"/>
                  <a:pt x="0" y="6894"/>
                  <a:pt x="717" y="6894"/>
                </a:cubicBezTo>
                <a:cubicBezTo>
                  <a:pt x="756" y="6894"/>
                  <a:pt x="804" y="6889"/>
                  <a:pt x="860" y="6877"/>
                </a:cubicBezTo>
                <a:cubicBezTo>
                  <a:pt x="1581" y="6724"/>
                  <a:pt x="2192" y="6426"/>
                  <a:pt x="2616" y="6426"/>
                </a:cubicBezTo>
                <a:cubicBezTo>
                  <a:pt x="2835" y="6426"/>
                  <a:pt x="3005" y="6506"/>
                  <a:pt x="3113" y="6729"/>
                </a:cubicBezTo>
                <a:cubicBezTo>
                  <a:pt x="3155" y="6816"/>
                  <a:pt x="3220" y="6852"/>
                  <a:pt x="3301" y="6852"/>
                </a:cubicBezTo>
                <a:cubicBezTo>
                  <a:pt x="3733" y="6852"/>
                  <a:pt x="4636" y="5828"/>
                  <a:pt x="5125" y="5828"/>
                </a:cubicBezTo>
                <a:cubicBezTo>
                  <a:pt x="5237" y="5828"/>
                  <a:pt x="5327" y="5882"/>
                  <a:pt x="5385" y="6014"/>
                </a:cubicBezTo>
                <a:cubicBezTo>
                  <a:pt x="5743" y="6835"/>
                  <a:pt x="4338" y="6509"/>
                  <a:pt x="4515" y="7219"/>
                </a:cubicBezTo>
                <a:cubicBezTo>
                  <a:pt x="4690" y="7927"/>
                  <a:pt x="4862" y="9662"/>
                  <a:pt x="5415" y="9662"/>
                </a:cubicBezTo>
                <a:cubicBezTo>
                  <a:pt x="5416" y="9662"/>
                  <a:pt x="5417" y="9662"/>
                  <a:pt x="5418" y="9662"/>
                </a:cubicBezTo>
                <a:cubicBezTo>
                  <a:pt x="5825" y="9658"/>
                  <a:pt x="5969" y="8757"/>
                  <a:pt x="6370" y="8412"/>
                </a:cubicBezTo>
                <a:cubicBezTo>
                  <a:pt x="6464" y="8329"/>
                  <a:pt x="6574" y="8279"/>
                  <a:pt x="6704" y="8279"/>
                </a:cubicBezTo>
                <a:cubicBezTo>
                  <a:pt x="6777" y="8279"/>
                  <a:pt x="6856" y="8294"/>
                  <a:pt x="6943" y="8329"/>
                </a:cubicBezTo>
                <a:cubicBezTo>
                  <a:pt x="7831" y="8680"/>
                  <a:pt x="7767" y="9699"/>
                  <a:pt x="8498" y="9699"/>
                </a:cubicBezTo>
                <a:cubicBezTo>
                  <a:pt x="8513" y="9699"/>
                  <a:pt x="8527" y="9699"/>
                  <a:pt x="8542" y="9698"/>
                </a:cubicBezTo>
                <a:cubicBezTo>
                  <a:pt x="9146" y="9665"/>
                  <a:pt x="9257" y="8775"/>
                  <a:pt x="9638" y="8775"/>
                </a:cubicBezTo>
                <a:cubicBezTo>
                  <a:pt x="9749" y="8775"/>
                  <a:pt x="9883" y="8851"/>
                  <a:pt x="10058" y="9045"/>
                </a:cubicBezTo>
                <a:cubicBezTo>
                  <a:pt x="10542" y="9580"/>
                  <a:pt x="11158" y="10530"/>
                  <a:pt x="11784" y="11072"/>
                </a:cubicBezTo>
                <a:cubicBezTo>
                  <a:pt x="12468" y="9604"/>
                  <a:pt x="12850" y="7969"/>
                  <a:pt x="12850" y="6243"/>
                </a:cubicBezTo>
                <a:cubicBezTo>
                  <a:pt x="12850" y="3940"/>
                  <a:pt x="12170" y="1797"/>
                  <a:pt x="11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8" name="Google Shape;3468;p36"/>
          <p:cNvSpPr/>
          <p:nvPr/>
        </p:nvSpPr>
        <p:spPr>
          <a:xfrm>
            <a:off x="4448610" y="2966191"/>
            <a:ext cx="437129" cy="482997"/>
          </a:xfrm>
          <a:custGeom>
            <a:rect b="b" l="l" r="r" t="t"/>
            <a:pathLst>
              <a:path extrusionOk="0" h="7845" w="7100">
                <a:moveTo>
                  <a:pt x="2467" y="1"/>
                </a:moveTo>
                <a:cubicBezTo>
                  <a:pt x="2176" y="1"/>
                  <a:pt x="1740" y="120"/>
                  <a:pt x="1529" y="256"/>
                </a:cubicBezTo>
                <a:cubicBezTo>
                  <a:pt x="1178" y="480"/>
                  <a:pt x="814" y="1240"/>
                  <a:pt x="408" y="1261"/>
                </a:cubicBezTo>
                <a:cubicBezTo>
                  <a:pt x="1" y="1281"/>
                  <a:pt x="225" y="2782"/>
                  <a:pt x="800" y="3006"/>
                </a:cubicBezTo>
                <a:cubicBezTo>
                  <a:pt x="1134" y="3136"/>
                  <a:pt x="1373" y="3186"/>
                  <a:pt x="1600" y="3186"/>
                </a:cubicBezTo>
                <a:cubicBezTo>
                  <a:pt x="1764" y="3186"/>
                  <a:pt x="1922" y="3160"/>
                  <a:pt x="2104" y="3119"/>
                </a:cubicBezTo>
                <a:cubicBezTo>
                  <a:pt x="2387" y="3055"/>
                  <a:pt x="2789" y="2956"/>
                  <a:pt x="3016" y="2956"/>
                </a:cubicBezTo>
                <a:cubicBezTo>
                  <a:pt x="3138" y="2956"/>
                  <a:pt x="3210" y="2984"/>
                  <a:pt x="3186" y="3063"/>
                </a:cubicBezTo>
                <a:cubicBezTo>
                  <a:pt x="3115" y="3288"/>
                  <a:pt x="2456" y="3638"/>
                  <a:pt x="2891" y="3989"/>
                </a:cubicBezTo>
                <a:cubicBezTo>
                  <a:pt x="3326" y="4339"/>
                  <a:pt x="3429" y="4827"/>
                  <a:pt x="3111" y="5123"/>
                </a:cubicBezTo>
                <a:cubicBezTo>
                  <a:pt x="2793" y="5420"/>
                  <a:pt x="3905" y="7153"/>
                  <a:pt x="3637" y="7557"/>
                </a:cubicBezTo>
                <a:cubicBezTo>
                  <a:pt x="3515" y="7739"/>
                  <a:pt x="3634" y="7845"/>
                  <a:pt x="3846" y="7845"/>
                </a:cubicBezTo>
                <a:cubicBezTo>
                  <a:pt x="4101" y="7845"/>
                  <a:pt x="4489" y="7693"/>
                  <a:pt x="4757" y="7342"/>
                </a:cubicBezTo>
                <a:cubicBezTo>
                  <a:pt x="5219" y="6735"/>
                  <a:pt x="5061" y="5758"/>
                  <a:pt x="5320" y="5758"/>
                </a:cubicBezTo>
                <a:cubicBezTo>
                  <a:pt x="5336" y="5758"/>
                  <a:pt x="5355" y="5763"/>
                  <a:pt x="5375" y="5771"/>
                </a:cubicBezTo>
                <a:cubicBezTo>
                  <a:pt x="5419" y="5789"/>
                  <a:pt x="5463" y="5797"/>
                  <a:pt x="5508" y="5797"/>
                </a:cubicBezTo>
                <a:cubicBezTo>
                  <a:pt x="5809" y="5797"/>
                  <a:pt x="6114" y="5427"/>
                  <a:pt x="6090" y="5280"/>
                </a:cubicBezTo>
                <a:cubicBezTo>
                  <a:pt x="6062" y="5111"/>
                  <a:pt x="5571" y="4298"/>
                  <a:pt x="5964" y="4032"/>
                </a:cubicBezTo>
                <a:cubicBezTo>
                  <a:pt x="6356" y="3766"/>
                  <a:pt x="7099" y="2868"/>
                  <a:pt x="6748" y="2783"/>
                </a:cubicBezTo>
                <a:cubicBezTo>
                  <a:pt x="6399" y="2699"/>
                  <a:pt x="5402" y="2656"/>
                  <a:pt x="5191" y="1759"/>
                </a:cubicBezTo>
                <a:cubicBezTo>
                  <a:pt x="5006" y="976"/>
                  <a:pt x="5111" y="673"/>
                  <a:pt x="4695" y="673"/>
                </a:cubicBezTo>
                <a:cubicBezTo>
                  <a:pt x="4634" y="673"/>
                  <a:pt x="4562" y="680"/>
                  <a:pt x="4476" y="692"/>
                </a:cubicBezTo>
                <a:cubicBezTo>
                  <a:pt x="3802" y="790"/>
                  <a:pt x="3689" y="929"/>
                  <a:pt x="3689" y="929"/>
                </a:cubicBezTo>
                <a:cubicBezTo>
                  <a:pt x="3689" y="929"/>
                  <a:pt x="2651" y="522"/>
                  <a:pt x="2749" y="186"/>
                </a:cubicBezTo>
                <a:cubicBezTo>
                  <a:pt x="2788" y="53"/>
                  <a:pt x="2659" y="1"/>
                  <a:pt x="2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9" name="Google Shape;3469;p36"/>
          <p:cNvSpPr/>
          <p:nvPr/>
        </p:nvSpPr>
        <p:spPr>
          <a:xfrm>
            <a:off x="3865934" y="2613223"/>
            <a:ext cx="517290" cy="871488"/>
          </a:xfrm>
          <a:custGeom>
            <a:rect b="b" l="l" r="r" t="t"/>
            <a:pathLst>
              <a:path extrusionOk="0" h="14155" w="8402">
                <a:moveTo>
                  <a:pt x="2463" y="1"/>
                </a:moveTo>
                <a:cubicBezTo>
                  <a:pt x="2221" y="1"/>
                  <a:pt x="2466" y="663"/>
                  <a:pt x="2079" y="663"/>
                </a:cubicBezTo>
                <a:cubicBezTo>
                  <a:pt x="2042" y="663"/>
                  <a:pt x="2000" y="657"/>
                  <a:pt x="1950" y="644"/>
                </a:cubicBezTo>
                <a:cubicBezTo>
                  <a:pt x="1707" y="579"/>
                  <a:pt x="1251" y="475"/>
                  <a:pt x="802" y="377"/>
                </a:cubicBezTo>
                <a:cubicBezTo>
                  <a:pt x="286" y="1682"/>
                  <a:pt x="0" y="3108"/>
                  <a:pt x="0" y="4598"/>
                </a:cubicBezTo>
                <a:cubicBezTo>
                  <a:pt x="0" y="5176"/>
                  <a:pt x="42" y="5744"/>
                  <a:pt x="126" y="6297"/>
                </a:cubicBezTo>
                <a:cubicBezTo>
                  <a:pt x="309" y="6187"/>
                  <a:pt x="544" y="5900"/>
                  <a:pt x="690" y="5900"/>
                </a:cubicBezTo>
                <a:cubicBezTo>
                  <a:pt x="733" y="5900"/>
                  <a:pt x="769" y="5926"/>
                  <a:pt x="793" y="5989"/>
                </a:cubicBezTo>
                <a:cubicBezTo>
                  <a:pt x="948" y="6394"/>
                  <a:pt x="1050" y="7458"/>
                  <a:pt x="1490" y="7671"/>
                </a:cubicBezTo>
                <a:cubicBezTo>
                  <a:pt x="1930" y="7882"/>
                  <a:pt x="3432" y="8023"/>
                  <a:pt x="3459" y="8359"/>
                </a:cubicBezTo>
                <a:cubicBezTo>
                  <a:pt x="3483" y="8641"/>
                  <a:pt x="4050" y="8664"/>
                  <a:pt x="4234" y="8664"/>
                </a:cubicBezTo>
                <a:cubicBezTo>
                  <a:pt x="4270" y="8664"/>
                  <a:pt x="4291" y="8663"/>
                  <a:pt x="4291" y="8663"/>
                </a:cubicBezTo>
                <a:lnTo>
                  <a:pt x="4291" y="8663"/>
                </a:lnTo>
                <a:cubicBezTo>
                  <a:pt x="4291" y="8663"/>
                  <a:pt x="3633" y="9469"/>
                  <a:pt x="3646" y="9826"/>
                </a:cubicBezTo>
                <a:cubicBezTo>
                  <a:pt x="3657" y="10178"/>
                  <a:pt x="4039" y="11166"/>
                  <a:pt x="4266" y="11166"/>
                </a:cubicBezTo>
                <a:cubicBezTo>
                  <a:pt x="4269" y="11166"/>
                  <a:pt x="4272" y="11166"/>
                  <a:pt x="4275" y="11165"/>
                </a:cubicBezTo>
                <a:cubicBezTo>
                  <a:pt x="4421" y="11147"/>
                  <a:pt x="4701" y="11086"/>
                  <a:pt x="4868" y="11086"/>
                </a:cubicBezTo>
                <a:cubicBezTo>
                  <a:pt x="4956" y="11086"/>
                  <a:pt x="5013" y="11103"/>
                  <a:pt x="5003" y="11151"/>
                </a:cubicBezTo>
                <a:cubicBezTo>
                  <a:pt x="4976" y="11292"/>
                  <a:pt x="4528" y="13228"/>
                  <a:pt x="4464" y="13446"/>
                </a:cubicBezTo>
                <a:cubicBezTo>
                  <a:pt x="4442" y="13519"/>
                  <a:pt x="4456" y="13607"/>
                  <a:pt x="4485" y="13690"/>
                </a:cubicBezTo>
                <a:lnTo>
                  <a:pt x="4485" y="13692"/>
                </a:lnTo>
                <a:lnTo>
                  <a:pt x="4495" y="13699"/>
                </a:lnTo>
                <a:lnTo>
                  <a:pt x="5132" y="14154"/>
                </a:lnTo>
                <a:cubicBezTo>
                  <a:pt x="5204" y="13858"/>
                  <a:pt x="5300" y="13626"/>
                  <a:pt x="5431" y="13585"/>
                </a:cubicBezTo>
                <a:cubicBezTo>
                  <a:pt x="5835" y="13460"/>
                  <a:pt x="6424" y="12691"/>
                  <a:pt x="6592" y="12491"/>
                </a:cubicBezTo>
                <a:cubicBezTo>
                  <a:pt x="6759" y="12292"/>
                  <a:pt x="6623" y="11903"/>
                  <a:pt x="7023" y="11819"/>
                </a:cubicBezTo>
                <a:cubicBezTo>
                  <a:pt x="7422" y="11734"/>
                  <a:pt x="7601" y="11399"/>
                  <a:pt x="7653" y="11082"/>
                </a:cubicBezTo>
                <a:cubicBezTo>
                  <a:pt x="7706" y="10766"/>
                  <a:pt x="7812" y="10619"/>
                  <a:pt x="8107" y="10304"/>
                </a:cubicBezTo>
                <a:cubicBezTo>
                  <a:pt x="8401" y="9988"/>
                  <a:pt x="7202" y="9661"/>
                  <a:pt x="6931" y="9641"/>
                </a:cubicBezTo>
                <a:cubicBezTo>
                  <a:pt x="6657" y="9620"/>
                  <a:pt x="6531" y="9473"/>
                  <a:pt x="6700" y="9262"/>
                </a:cubicBezTo>
                <a:cubicBezTo>
                  <a:pt x="6869" y="9052"/>
                  <a:pt x="6268" y="8768"/>
                  <a:pt x="6142" y="8736"/>
                </a:cubicBezTo>
                <a:cubicBezTo>
                  <a:pt x="6015" y="8705"/>
                  <a:pt x="5163" y="8430"/>
                  <a:pt x="4994" y="8378"/>
                </a:cubicBezTo>
                <a:cubicBezTo>
                  <a:pt x="4861" y="8337"/>
                  <a:pt x="4319" y="8309"/>
                  <a:pt x="3996" y="8309"/>
                </a:cubicBezTo>
                <a:cubicBezTo>
                  <a:pt x="3909" y="8309"/>
                  <a:pt x="3838" y="8311"/>
                  <a:pt x="3795" y="8316"/>
                </a:cubicBezTo>
                <a:cubicBezTo>
                  <a:pt x="3792" y="8316"/>
                  <a:pt x="3789" y="8316"/>
                  <a:pt x="3786" y="8316"/>
                </a:cubicBezTo>
                <a:cubicBezTo>
                  <a:pt x="3589" y="8316"/>
                  <a:pt x="3385" y="7653"/>
                  <a:pt x="3385" y="7653"/>
                </a:cubicBezTo>
                <a:cubicBezTo>
                  <a:pt x="3385" y="7653"/>
                  <a:pt x="3302" y="7657"/>
                  <a:pt x="3182" y="7657"/>
                </a:cubicBezTo>
                <a:cubicBezTo>
                  <a:pt x="2859" y="7657"/>
                  <a:pt x="2267" y="7629"/>
                  <a:pt x="2259" y="7422"/>
                </a:cubicBezTo>
                <a:cubicBezTo>
                  <a:pt x="2249" y="7138"/>
                  <a:pt x="2262" y="6624"/>
                  <a:pt x="2262" y="6624"/>
                </a:cubicBezTo>
                <a:cubicBezTo>
                  <a:pt x="2262" y="6624"/>
                  <a:pt x="2681" y="6416"/>
                  <a:pt x="3032" y="6416"/>
                </a:cubicBezTo>
                <a:cubicBezTo>
                  <a:pt x="3181" y="6416"/>
                  <a:pt x="3317" y="6453"/>
                  <a:pt x="3405" y="6560"/>
                </a:cubicBezTo>
                <a:cubicBezTo>
                  <a:pt x="3473" y="6643"/>
                  <a:pt x="3540" y="6676"/>
                  <a:pt x="3603" y="6676"/>
                </a:cubicBezTo>
                <a:cubicBezTo>
                  <a:pt x="3812" y="6676"/>
                  <a:pt x="3987" y="6309"/>
                  <a:pt x="4067" y="6171"/>
                </a:cubicBezTo>
                <a:cubicBezTo>
                  <a:pt x="4173" y="5992"/>
                  <a:pt x="4163" y="5310"/>
                  <a:pt x="4589" y="5093"/>
                </a:cubicBezTo>
                <a:cubicBezTo>
                  <a:pt x="5015" y="4877"/>
                  <a:pt x="5264" y="4655"/>
                  <a:pt x="5355" y="4529"/>
                </a:cubicBezTo>
                <a:cubicBezTo>
                  <a:pt x="5444" y="4403"/>
                  <a:pt x="4488" y="4455"/>
                  <a:pt x="4730" y="4276"/>
                </a:cubicBezTo>
                <a:cubicBezTo>
                  <a:pt x="4972" y="4097"/>
                  <a:pt x="5592" y="4126"/>
                  <a:pt x="5719" y="4059"/>
                </a:cubicBezTo>
                <a:cubicBezTo>
                  <a:pt x="5846" y="3992"/>
                  <a:pt x="6528" y="3320"/>
                  <a:pt x="6234" y="3319"/>
                </a:cubicBezTo>
                <a:cubicBezTo>
                  <a:pt x="5940" y="3319"/>
                  <a:pt x="5444" y="3033"/>
                  <a:pt x="5109" y="2413"/>
                </a:cubicBezTo>
                <a:cubicBezTo>
                  <a:pt x="4859" y="1955"/>
                  <a:pt x="4541" y="1789"/>
                  <a:pt x="4328" y="1789"/>
                </a:cubicBezTo>
                <a:cubicBezTo>
                  <a:pt x="4253" y="1789"/>
                  <a:pt x="4191" y="1809"/>
                  <a:pt x="4150" y="1845"/>
                </a:cubicBezTo>
                <a:cubicBezTo>
                  <a:pt x="4002" y="1975"/>
                  <a:pt x="4345" y="3855"/>
                  <a:pt x="3966" y="3855"/>
                </a:cubicBezTo>
                <a:cubicBezTo>
                  <a:pt x="3946" y="3855"/>
                  <a:pt x="3923" y="3850"/>
                  <a:pt x="3898" y="3838"/>
                </a:cubicBezTo>
                <a:cubicBezTo>
                  <a:pt x="3413" y="3611"/>
                  <a:pt x="3782" y="3098"/>
                  <a:pt x="3382" y="2949"/>
                </a:cubicBezTo>
                <a:cubicBezTo>
                  <a:pt x="2982" y="2801"/>
                  <a:pt x="2561" y="2780"/>
                  <a:pt x="2476" y="2370"/>
                </a:cubicBezTo>
                <a:cubicBezTo>
                  <a:pt x="2392" y="1961"/>
                  <a:pt x="2434" y="1350"/>
                  <a:pt x="3328" y="1139"/>
                </a:cubicBezTo>
                <a:cubicBezTo>
                  <a:pt x="4222" y="928"/>
                  <a:pt x="3549" y="582"/>
                  <a:pt x="3275" y="550"/>
                </a:cubicBezTo>
                <a:cubicBezTo>
                  <a:pt x="3002" y="518"/>
                  <a:pt x="2819" y="70"/>
                  <a:pt x="2496" y="4"/>
                </a:cubicBezTo>
                <a:cubicBezTo>
                  <a:pt x="2484" y="2"/>
                  <a:pt x="2473" y="1"/>
                  <a:pt x="246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0" name="Google Shape;3470;p36"/>
          <p:cNvSpPr/>
          <p:nvPr/>
        </p:nvSpPr>
        <p:spPr>
          <a:xfrm>
            <a:off x="3991963" y="2197701"/>
            <a:ext cx="511687" cy="527387"/>
          </a:xfrm>
          <a:custGeom>
            <a:rect b="b" l="l" r="r" t="t"/>
            <a:pathLst>
              <a:path extrusionOk="0" h="8566" w="8311">
                <a:moveTo>
                  <a:pt x="7792" y="0"/>
                </a:moveTo>
                <a:cubicBezTo>
                  <a:pt x="4569" y="458"/>
                  <a:pt x="1779" y="2254"/>
                  <a:pt x="0" y="4810"/>
                </a:cubicBezTo>
                <a:cubicBezTo>
                  <a:pt x="198" y="4816"/>
                  <a:pt x="400" y="4821"/>
                  <a:pt x="599" y="4827"/>
                </a:cubicBezTo>
                <a:cubicBezTo>
                  <a:pt x="616" y="4827"/>
                  <a:pt x="633" y="4828"/>
                  <a:pt x="650" y="4828"/>
                </a:cubicBezTo>
                <a:cubicBezTo>
                  <a:pt x="1277" y="4828"/>
                  <a:pt x="1549" y="4486"/>
                  <a:pt x="2140" y="4486"/>
                </a:cubicBezTo>
                <a:cubicBezTo>
                  <a:pt x="2406" y="4486"/>
                  <a:pt x="2736" y="4555"/>
                  <a:pt x="3193" y="4755"/>
                </a:cubicBezTo>
                <a:cubicBezTo>
                  <a:pt x="4692" y="5412"/>
                  <a:pt x="4442" y="7632"/>
                  <a:pt x="4723" y="8390"/>
                </a:cubicBezTo>
                <a:cubicBezTo>
                  <a:pt x="4769" y="8513"/>
                  <a:pt x="4842" y="8565"/>
                  <a:pt x="4934" y="8565"/>
                </a:cubicBezTo>
                <a:cubicBezTo>
                  <a:pt x="5410" y="8565"/>
                  <a:pt x="6414" y="7175"/>
                  <a:pt x="7028" y="6852"/>
                </a:cubicBezTo>
                <a:cubicBezTo>
                  <a:pt x="7759" y="6464"/>
                  <a:pt x="7669" y="5331"/>
                  <a:pt x="7529" y="4434"/>
                </a:cubicBezTo>
                <a:cubicBezTo>
                  <a:pt x="7388" y="3537"/>
                  <a:pt x="7557" y="3228"/>
                  <a:pt x="8062" y="1741"/>
                </a:cubicBezTo>
                <a:cubicBezTo>
                  <a:pt x="8311" y="1010"/>
                  <a:pt x="8086" y="416"/>
                  <a:pt x="779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1" name="Google Shape;3471;p36"/>
          <p:cNvSpPr/>
          <p:nvPr/>
        </p:nvSpPr>
        <p:spPr>
          <a:xfrm>
            <a:off x="4049837" y="1912457"/>
            <a:ext cx="123197" cy="167156"/>
          </a:xfrm>
          <a:custGeom>
            <a:rect b="b" l="l" r="r" t="t"/>
            <a:pathLst>
              <a:path extrusionOk="0" h="2715" w="2001">
                <a:moveTo>
                  <a:pt x="943" y="0"/>
                </a:moveTo>
                <a:lnTo>
                  <a:pt x="1" y="437"/>
                </a:lnTo>
                <a:lnTo>
                  <a:pt x="1058" y="2715"/>
                </a:lnTo>
                <a:lnTo>
                  <a:pt x="2000" y="2278"/>
                </a:lnTo>
                <a:lnTo>
                  <a:pt x="943" y="0"/>
                </a:lnTo>
                <a:close/>
              </a:path>
            </a:pathLst>
          </a:custGeom>
          <a:solidFill>
            <a:srgbClr val="0C68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2" name="Google Shape;3472;p36"/>
          <p:cNvSpPr/>
          <p:nvPr/>
        </p:nvSpPr>
        <p:spPr>
          <a:xfrm>
            <a:off x="4049529" y="1912396"/>
            <a:ext cx="123135" cy="150902"/>
          </a:xfrm>
          <a:custGeom>
            <a:rect b="b" l="l" r="r" t="t"/>
            <a:pathLst>
              <a:path extrusionOk="0" h="2451" w="2000">
                <a:moveTo>
                  <a:pt x="943" y="0"/>
                </a:moveTo>
                <a:lnTo>
                  <a:pt x="1" y="437"/>
                </a:lnTo>
                <a:lnTo>
                  <a:pt x="396" y="1291"/>
                </a:lnTo>
                <a:lnTo>
                  <a:pt x="968" y="1026"/>
                </a:lnTo>
                <a:lnTo>
                  <a:pt x="1629" y="2451"/>
                </a:lnTo>
                <a:lnTo>
                  <a:pt x="2000" y="2278"/>
                </a:lnTo>
                <a:lnTo>
                  <a:pt x="1339" y="853"/>
                </a:lnTo>
                <a:lnTo>
                  <a:pt x="943" y="0"/>
                </a:lnTo>
                <a:close/>
              </a:path>
            </a:pathLst>
          </a:custGeom>
          <a:solidFill>
            <a:srgbClr val="06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3" name="Google Shape;3473;p36"/>
          <p:cNvSpPr/>
          <p:nvPr/>
        </p:nvSpPr>
        <p:spPr>
          <a:xfrm>
            <a:off x="3930826" y="1695246"/>
            <a:ext cx="334804" cy="330679"/>
          </a:xfrm>
          <a:custGeom>
            <a:rect b="b" l="l" r="r" t="t"/>
            <a:pathLst>
              <a:path extrusionOk="0" h="5371" w="5438">
                <a:moveTo>
                  <a:pt x="813" y="0"/>
                </a:moveTo>
                <a:lnTo>
                  <a:pt x="1" y="5370"/>
                </a:lnTo>
                <a:lnTo>
                  <a:pt x="2742" y="4098"/>
                </a:lnTo>
                <a:lnTo>
                  <a:pt x="5437" y="2849"/>
                </a:lnTo>
                <a:lnTo>
                  <a:pt x="813" y="0"/>
                </a:lnTo>
                <a:close/>
              </a:path>
            </a:pathLst>
          </a:custGeom>
          <a:solidFill>
            <a:srgbClr val="A4C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4" name="Google Shape;3474;p36"/>
          <p:cNvSpPr/>
          <p:nvPr/>
        </p:nvSpPr>
        <p:spPr>
          <a:xfrm>
            <a:off x="3930826" y="1695369"/>
            <a:ext cx="334866" cy="330617"/>
          </a:xfrm>
          <a:custGeom>
            <a:rect b="b" l="l" r="r" t="t"/>
            <a:pathLst>
              <a:path extrusionOk="0" h="5370" w="5439">
                <a:moveTo>
                  <a:pt x="813" y="0"/>
                </a:moveTo>
                <a:lnTo>
                  <a:pt x="813" y="0"/>
                </a:lnTo>
                <a:cubicBezTo>
                  <a:pt x="813" y="0"/>
                  <a:pt x="813" y="0"/>
                  <a:pt x="813" y="0"/>
                </a:cubicBezTo>
                <a:lnTo>
                  <a:pt x="813" y="1"/>
                </a:lnTo>
                <a:lnTo>
                  <a:pt x="813" y="1"/>
                </a:lnTo>
                <a:cubicBezTo>
                  <a:pt x="813" y="0"/>
                  <a:pt x="813" y="0"/>
                  <a:pt x="813" y="0"/>
                </a:cubicBezTo>
                <a:close/>
                <a:moveTo>
                  <a:pt x="813" y="1"/>
                </a:moveTo>
                <a:lnTo>
                  <a:pt x="813" y="1"/>
                </a:lnTo>
                <a:cubicBezTo>
                  <a:pt x="822" y="8"/>
                  <a:pt x="4020" y="3567"/>
                  <a:pt x="144" y="4424"/>
                </a:cubicBezTo>
                <a:lnTo>
                  <a:pt x="1" y="5369"/>
                </a:lnTo>
                <a:lnTo>
                  <a:pt x="2743" y="4098"/>
                </a:lnTo>
                <a:lnTo>
                  <a:pt x="5438" y="2848"/>
                </a:lnTo>
                <a:lnTo>
                  <a:pt x="81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5" name="Google Shape;3475;p36"/>
          <p:cNvSpPr/>
          <p:nvPr/>
        </p:nvSpPr>
        <p:spPr>
          <a:xfrm>
            <a:off x="3903306" y="1617363"/>
            <a:ext cx="277300" cy="273852"/>
          </a:xfrm>
          <a:custGeom>
            <a:rect b="b" l="l" r="r" t="t"/>
            <a:pathLst>
              <a:path extrusionOk="0" h="4448" w="4504">
                <a:moveTo>
                  <a:pt x="673" y="1"/>
                </a:moveTo>
                <a:lnTo>
                  <a:pt x="1" y="4448"/>
                </a:lnTo>
                <a:lnTo>
                  <a:pt x="2272" y="3396"/>
                </a:lnTo>
                <a:lnTo>
                  <a:pt x="4504" y="2360"/>
                </a:lnTo>
                <a:lnTo>
                  <a:pt x="673" y="1"/>
                </a:lnTo>
                <a:close/>
              </a:path>
            </a:pathLst>
          </a:custGeom>
          <a:solidFill>
            <a:srgbClr val="A4C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6" name="Google Shape;3476;p36"/>
          <p:cNvSpPr/>
          <p:nvPr/>
        </p:nvSpPr>
        <p:spPr>
          <a:xfrm>
            <a:off x="3903306" y="1617424"/>
            <a:ext cx="277238" cy="273914"/>
          </a:xfrm>
          <a:custGeom>
            <a:rect b="b" l="l" r="r" t="t"/>
            <a:pathLst>
              <a:path extrusionOk="0" h="4449" w="4503">
                <a:moveTo>
                  <a:pt x="672" y="1"/>
                </a:moveTo>
                <a:lnTo>
                  <a:pt x="672" y="1"/>
                </a:lnTo>
                <a:cubicBezTo>
                  <a:pt x="672" y="1"/>
                  <a:pt x="672" y="1"/>
                  <a:pt x="672" y="1"/>
                </a:cubicBezTo>
                <a:lnTo>
                  <a:pt x="672" y="1"/>
                </a:lnTo>
                <a:lnTo>
                  <a:pt x="672" y="1"/>
                </a:lnTo>
                <a:cubicBezTo>
                  <a:pt x="672" y="1"/>
                  <a:pt x="672" y="1"/>
                  <a:pt x="672" y="1"/>
                </a:cubicBezTo>
                <a:close/>
                <a:moveTo>
                  <a:pt x="672" y="1"/>
                </a:moveTo>
                <a:cubicBezTo>
                  <a:pt x="680" y="7"/>
                  <a:pt x="3329" y="2955"/>
                  <a:pt x="119" y="3666"/>
                </a:cubicBezTo>
                <a:lnTo>
                  <a:pt x="1" y="4449"/>
                </a:lnTo>
                <a:lnTo>
                  <a:pt x="2271" y="3396"/>
                </a:lnTo>
                <a:lnTo>
                  <a:pt x="4503" y="2360"/>
                </a:lnTo>
                <a:lnTo>
                  <a:pt x="6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7" name="Google Shape;3477;p36"/>
          <p:cNvSpPr/>
          <p:nvPr/>
        </p:nvSpPr>
        <p:spPr>
          <a:xfrm>
            <a:off x="3878802" y="1545451"/>
            <a:ext cx="217764" cy="215055"/>
          </a:xfrm>
          <a:custGeom>
            <a:rect b="b" l="l" r="r" t="t"/>
            <a:pathLst>
              <a:path extrusionOk="0" h="3493" w="3537">
                <a:moveTo>
                  <a:pt x="529" y="0"/>
                </a:moveTo>
                <a:lnTo>
                  <a:pt x="1" y="3492"/>
                </a:lnTo>
                <a:lnTo>
                  <a:pt x="1784" y="2666"/>
                </a:lnTo>
                <a:lnTo>
                  <a:pt x="3537" y="1853"/>
                </a:lnTo>
                <a:lnTo>
                  <a:pt x="529" y="0"/>
                </a:lnTo>
                <a:close/>
              </a:path>
            </a:pathLst>
          </a:custGeom>
          <a:solidFill>
            <a:srgbClr val="A4C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8" name="Google Shape;3478;p36"/>
          <p:cNvSpPr/>
          <p:nvPr/>
        </p:nvSpPr>
        <p:spPr>
          <a:xfrm>
            <a:off x="3878802" y="1545328"/>
            <a:ext cx="217703" cy="215117"/>
          </a:xfrm>
          <a:custGeom>
            <a:rect b="b" l="l" r="r" t="t"/>
            <a:pathLst>
              <a:path extrusionOk="0" h="3494" w="3536">
                <a:moveTo>
                  <a:pt x="529" y="0"/>
                </a:moveTo>
                <a:cubicBezTo>
                  <a:pt x="529" y="2"/>
                  <a:pt x="2618" y="2322"/>
                  <a:pt x="94" y="2880"/>
                </a:cubicBezTo>
                <a:lnTo>
                  <a:pt x="1" y="3493"/>
                </a:lnTo>
                <a:lnTo>
                  <a:pt x="1784" y="2666"/>
                </a:lnTo>
                <a:lnTo>
                  <a:pt x="3536" y="1852"/>
                </a:lnTo>
                <a:lnTo>
                  <a:pt x="52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9" name="Google Shape;3479;p36"/>
          <p:cNvSpPr/>
          <p:nvPr/>
        </p:nvSpPr>
        <p:spPr>
          <a:xfrm>
            <a:off x="4454090" y="1809885"/>
            <a:ext cx="74866" cy="156812"/>
          </a:xfrm>
          <a:custGeom>
            <a:rect b="b" l="l" r="r" t="t"/>
            <a:pathLst>
              <a:path extrusionOk="0" h="2547" w="1216">
                <a:moveTo>
                  <a:pt x="1021" y="1"/>
                </a:moveTo>
                <a:lnTo>
                  <a:pt x="1" y="81"/>
                </a:lnTo>
                <a:lnTo>
                  <a:pt x="195" y="2546"/>
                </a:lnTo>
                <a:lnTo>
                  <a:pt x="1215" y="2466"/>
                </a:lnTo>
                <a:lnTo>
                  <a:pt x="1021" y="1"/>
                </a:lnTo>
                <a:close/>
              </a:path>
            </a:pathLst>
          </a:custGeom>
          <a:solidFill>
            <a:srgbClr val="0C68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0" name="Google Shape;3480;p36"/>
          <p:cNvSpPr/>
          <p:nvPr/>
        </p:nvSpPr>
        <p:spPr>
          <a:xfrm>
            <a:off x="4453843" y="1809824"/>
            <a:ext cx="74866" cy="153857"/>
          </a:xfrm>
          <a:custGeom>
            <a:rect b="b" l="l" r="r" t="t"/>
            <a:pathLst>
              <a:path extrusionOk="0" h="2499" w="1216">
                <a:moveTo>
                  <a:pt x="1021" y="1"/>
                </a:moveTo>
                <a:lnTo>
                  <a:pt x="0" y="82"/>
                </a:lnTo>
                <a:lnTo>
                  <a:pt x="74" y="1004"/>
                </a:lnTo>
                <a:lnTo>
                  <a:pt x="692" y="956"/>
                </a:lnTo>
                <a:lnTo>
                  <a:pt x="815" y="2498"/>
                </a:lnTo>
                <a:lnTo>
                  <a:pt x="1216" y="2467"/>
                </a:lnTo>
                <a:lnTo>
                  <a:pt x="1093" y="925"/>
                </a:lnTo>
                <a:lnTo>
                  <a:pt x="1021" y="1"/>
                </a:lnTo>
                <a:close/>
              </a:path>
            </a:pathLst>
          </a:custGeom>
          <a:solidFill>
            <a:srgbClr val="06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1" name="Google Shape;3481;p36"/>
          <p:cNvSpPr/>
          <p:nvPr/>
        </p:nvSpPr>
        <p:spPr>
          <a:xfrm>
            <a:off x="4314701" y="1565954"/>
            <a:ext cx="362263" cy="288197"/>
          </a:xfrm>
          <a:custGeom>
            <a:rect b="b" l="l" r="r" t="t"/>
            <a:pathLst>
              <a:path extrusionOk="0" h="4681" w="5884">
                <a:moveTo>
                  <a:pt x="2589" y="1"/>
                </a:moveTo>
                <a:lnTo>
                  <a:pt x="0" y="4681"/>
                </a:lnTo>
                <a:lnTo>
                  <a:pt x="2966" y="4447"/>
                </a:lnTo>
                <a:lnTo>
                  <a:pt x="5884" y="4215"/>
                </a:lnTo>
                <a:lnTo>
                  <a:pt x="2589" y="1"/>
                </a:lnTo>
                <a:close/>
              </a:path>
            </a:pathLst>
          </a:custGeom>
          <a:solidFill>
            <a:srgbClr val="A4C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2" name="Google Shape;3482;p36"/>
          <p:cNvSpPr/>
          <p:nvPr/>
        </p:nvSpPr>
        <p:spPr>
          <a:xfrm>
            <a:off x="4314701" y="1565892"/>
            <a:ext cx="362263" cy="288259"/>
          </a:xfrm>
          <a:custGeom>
            <a:rect b="b" l="l" r="r" t="t"/>
            <a:pathLst>
              <a:path extrusionOk="0" h="4682" w="5884">
                <a:moveTo>
                  <a:pt x="2590" y="1"/>
                </a:moveTo>
                <a:cubicBezTo>
                  <a:pt x="2589" y="2"/>
                  <a:pt x="4137" y="3904"/>
                  <a:pt x="1072" y="3904"/>
                </a:cubicBezTo>
                <a:cubicBezTo>
                  <a:pt x="884" y="3904"/>
                  <a:pt x="679" y="3889"/>
                  <a:pt x="456" y="3858"/>
                </a:cubicBezTo>
                <a:lnTo>
                  <a:pt x="0" y="4682"/>
                </a:lnTo>
                <a:lnTo>
                  <a:pt x="2967" y="4447"/>
                </a:lnTo>
                <a:lnTo>
                  <a:pt x="5884" y="4214"/>
                </a:lnTo>
                <a:lnTo>
                  <a:pt x="259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3" name="Google Shape;3483;p36"/>
          <p:cNvSpPr/>
          <p:nvPr/>
        </p:nvSpPr>
        <p:spPr>
          <a:xfrm>
            <a:off x="4335387" y="1481667"/>
            <a:ext cx="300080" cy="238759"/>
          </a:xfrm>
          <a:custGeom>
            <a:rect b="b" l="l" r="r" t="t"/>
            <a:pathLst>
              <a:path extrusionOk="0" h="3878" w="4874">
                <a:moveTo>
                  <a:pt x="2145" y="1"/>
                </a:moveTo>
                <a:lnTo>
                  <a:pt x="1" y="3878"/>
                </a:lnTo>
                <a:lnTo>
                  <a:pt x="1" y="3878"/>
                </a:lnTo>
                <a:lnTo>
                  <a:pt x="2458" y="3682"/>
                </a:lnTo>
                <a:lnTo>
                  <a:pt x="4873" y="3492"/>
                </a:lnTo>
                <a:lnTo>
                  <a:pt x="2145" y="1"/>
                </a:lnTo>
                <a:close/>
              </a:path>
            </a:pathLst>
          </a:custGeom>
          <a:solidFill>
            <a:srgbClr val="A4C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4" name="Google Shape;3484;p36"/>
          <p:cNvSpPr/>
          <p:nvPr/>
        </p:nvSpPr>
        <p:spPr>
          <a:xfrm>
            <a:off x="4335387" y="1481606"/>
            <a:ext cx="300080" cy="238759"/>
          </a:xfrm>
          <a:custGeom>
            <a:rect b="b" l="l" r="r" t="t"/>
            <a:pathLst>
              <a:path extrusionOk="0" h="3878" w="4874">
                <a:moveTo>
                  <a:pt x="2145" y="1"/>
                </a:moveTo>
                <a:cubicBezTo>
                  <a:pt x="2145" y="2"/>
                  <a:pt x="3426" y="3234"/>
                  <a:pt x="888" y="3234"/>
                </a:cubicBezTo>
                <a:cubicBezTo>
                  <a:pt x="733" y="3234"/>
                  <a:pt x="563" y="3222"/>
                  <a:pt x="377" y="3196"/>
                </a:cubicBezTo>
                <a:lnTo>
                  <a:pt x="1" y="3878"/>
                </a:lnTo>
                <a:lnTo>
                  <a:pt x="2458" y="3683"/>
                </a:lnTo>
                <a:lnTo>
                  <a:pt x="4873" y="3491"/>
                </a:lnTo>
                <a:lnTo>
                  <a:pt x="214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5" name="Google Shape;3485;p36"/>
          <p:cNvSpPr/>
          <p:nvPr/>
        </p:nvSpPr>
        <p:spPr>
          <a:xfrm>
            <a:off x="4357613" y="1403845"/>
            <a:ext cx="235557" cy="187473"/>
          </a:xfrm>
          <a:custGeom>
            <a:rect b="b" l="l" r="r" t="t"/>
            <a:pathLst>
              <a:path extrusionOk="0" h="3045" w="3826">
                <a:moveTo>
                  <a:pt x="1683" y="0"/>
                </a:moveTo>
                <a:lnTo>
                  <a:pt x="0" y="3044"/>
                </a:lnTo>
                <a:lnTo>
                  <a:pt x="1929" y="2891"/>
                </a:lnTo>
                <a:lnTo>
                  <a:pt x="3826" y="2741"/>
                </a:lnTo>
                <a:lnTo>
                  <a:pt x="1683" y="0"/>
                </a:lnTo>
                <a:close/>
              </a:path>
            </a:pathLst>
          </a:custGeom>
          <a:solidFill>
            <a:srgbClr val="A4C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6" name="Google Shape;3486;p36"/>
          <p:cNvSpPr/>
          <p:nvPr/>
        </p:nvSpPr>
        <p:spPr>
          <a:xfrm>
            <a:off x="4357490" y="1403907"/>
            <a:ext cx="235680" cy="187411"/>
          </a:xfrm>
          <a:custGeom>
            <a:rect b="b" l="l" r="r" t="t"/>
            <a:pathLst>
              <a:path extrusionOk="0" h="3044" w="3828">
                <a:moveTo>
                  <a:pt x="1685" y="0"/>
                </a:moveTo>
                <a:lnTo>
                  <a:pt x="1685" y="0"/>
                </a:lnTo>
                <a:cubicBezTo>
                  <a:pt x="1685" y="0"/>
                  <a:pt x="1685" y="0"/>
                  <a:pt x="1685" y="0"/>
                </a:cubicBezTo>
                <a:lnTo>
                  <a:pt x="1685" y="0"/>
                </a:lnTo>
                <a:lnTo>
                  <a:pt x="1685" y="0"/>
                </a:lnTo>
                <a:cubicBezTo>
                  <a:pt x="1685" y="0"/>
                  <a:pt x="1685" y="0"/>
                  <a:pt x="1685" y="0"/>
                </a:cubicBezTo>
                <a:close/>
                <a:moveTo>
                  <a:pt x="1685" y="0"/>
                </a:moveTo>
                <a:cubicBezTo>
                  <a:pt x="1687" y="3"/>
                  <a:pt x="2691" y="2537"/>
                  <a:pt x="699" y="2537"/>
                </a:cubicBezTo>
                <a:cubicBezTo>
                  <a:pt x="577" y="2537"/>
                  <a:pt x="443" y="2527"/>
                  <a:pt x="298" y="2507"/>
                </a:cubicBezTo>
                <a:lnTo>
                  <a:pt x="1" y="3043"/>
                </a:lnTo>
                <a:lnTo>
                  <a:pt x="1931" y="2891"/>
                </a:lnTo>
                <a:lnTo>
                  <a:pt x="3828" y="2741"/>
                </a:lnTo>
                <a:lnTo>
                  <a:pt x="168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7" name="Google Shape;3487;p36"/>
          <p:cNvSpPr/>
          <p:nvPr/>
        </p:nvSpPr>
        <p:spPr>
          <a:xfrm>
            <a:off x="4782861" y="1827186"/>
            <a:ext cx="85517" cy="146838"/>
          </a:xfrm>
          <a:custGeom>
            <a:rect b="b" l="l" r="r" t="t"/>
            <a:pathLst>
              <a:path extrusionOk="0" h="2385" w="1389">
                <a:moveTo>
                  <a:pt x="485" y="0"/>
                </a:moveTo>
                <a:lnTo>
                  <a:pt x="1" y="2185"/>
                </a:lnTo>
                <a:lnTo>
                  <a:pt x="905" y="2384"/>
                </a:lnTo>
                <a:lnTo>
                  <a:pt x="1389" y="201"/>
                </a:lnTo>
                <a:lnTo>
                  <a:pt x="485" y="0"/>
                </a:lnTo>
                <a:close/>
              </a:path>
            </a:pathLst>
          </a:custGeom>
          <a:solidFill>
            <a:srgbClr val="0C68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8" name="Google Shape;3488;p36"/>
          <p:cNvSpPr/>
          <p:nvPr/>
        </p:nvSpPr>
        <p:spPr>
          <a:xfrm>
            <a:off x="4801885" y="1827186"/>
            <a:ext cx="66862" cy="146777"/>
          </a:xfrm>
          <a:custGeom>
            <a:rect b="b" l="l" r="r" t="t"/>
            <a:pathLst>
              <a:path extrusionOk="0" h="2384" w="1086">
                <a:moveTo>
                  <a:pt x="182" y="0"/>
                </a:moveTo>
                <a:lnTo>
                  <a:pt x="1" y="817"/>
                </a:lnTo>
                <a:lnTo>
                  <a:pt x="549" y="937"/>
                </a:lnTo>
                <a:lnTo>
                  <a:pt x="246" y="2305"/>
                </a:lnTo>
                <a:lnTo>
                  <a:pt x="601" y="2383"/>
                </a:lnTo>
                <a:lnTo>
                  <a:pt x="904" y="1017"/>
                </a:lnTo>
                <a:lnTo>
                  <a:pt x="1085" y="200"/>
                </a:lnTo>
                <a:lnTo>
                  <a:pt x="182" y="0"/>
                </a:lnTo>
                <a:close/>
              </a:path>
            </a:pathLst>
          </a:custGeom>
          <a:solidFill>
            <a:srgbClr val="06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9" name="Google Shape;3489;p36"/>
          <p:cNvSpPr/>
          <p:nvPr/>
        </p:nvSpPr>
        <p:spPr>
          <a:xfrm>
            <a:off x="4682259" y="1617240"/>
            <a:ext cx="320951" cy="278162"/>
          </a:xfrm>
          <a:custGeom>
            <a:rect b="b" l="l" r="r" t="t"/>
            <a:pathLst>
              <a:path extrusionOk="0" h="4518" w="5213">
                <a:moveTo>
                  <a:pt x="3479" y="1"/>
                </a:moveTo>
                <a:lnTo>
                  <a:pt x="1" y="3363"/>
                </a:lnTo>
                <a:lnTo>
                  <a:pt x="2629" y="3945"/>
                </a:lnTo>
                <a:lnTo>
                  <a:pt x="5213" y="4517"/>
                </a:lnTo>
                <a:lnTo>
                  <a:pt x="3479" y="1"/>
                </a:lnTo>
                <a:close/>
              </a:path>
            </a:pathLst>
          </a:custGeom>
          <a:solidFill>
            <a:srgbClr val="A4C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0" name="Google Shape;3490;p36"/>
          <p:cNvSpPr/>
          <p:nvPr/>
        </p:nvSpPr>
        <p:spPr>
          <a:xfrm>
            <a:off x="4682198" y="1617116"/>
            <a:ext cx="320890" cy="278224"/>
          </a:xfrm>
          <a:custGeom>
            <a:rect b="b" l="l" r="r" t="t"/>
            <a:pathLst>
              <a:path extrusionOk="0" h="4519" w="5212">
                <a:moveTo>
                  <a:pt x="3479" y="1"/>
                </a:moveTo>
                <a:lnTo>
                  <a:pt x="3479" y="1"/>
                </a:lnTo>
                <a:lnTo>
                  <a:pt x="3479" y="1"/>
                </a:lnTo>
                <a:cubicBezTo>
                  <a:pt x="3479" y="1"/>
                  <a:pt x="3479" y="1"/>
                  <a:pt x="3479" y="1"/>
                </a:cubicBezTo>
                <a:close/>
                <a:moveTo>
                  <a:pt x="3479" y="1"/>
                </a:moveTo>
                <a:cubicBezTo>
                  <a:pt x="3480" y="4"/>
                  <a:pt x="3729" y="3089"/>
                  <a:pt x="1823" y="3089"/>
                </a:cubicBezTo>
                <a:cubicBezTo>
                  <a:pt x="1490" y="3089"/>
                  <a:pt x="1091" y="2994"/>
                  <a:pt x="612" y="2773"/>
                </a:cubicBezTo>
                <a:lnTo>
                  <a:pt x="0" y="3363"/>
                </a:lnTo>
                <a:lnTo>
                  <a:pt x="2628" y="3945"/>
                </a:lnTo>
                <a:lnTo>
                  <a:pt x="5212" y="4518"/>
                </a:lnTo>
                <a:lnTo>
                  <a:pt x="5212" y="4518"/>
                </a:lnTo>
                <a:lnTo>
                  <a:pt x="347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1" name="Google Shape;3491;p36"/>
          <p:cNvSpPr/>
          <p:nvPr/>
        </p:nvSpPr>
        <p:spPr>
          <a:xfrm>
            <a:off x="4735577" y="1542619"/>
            <a:ext cx="265787" cy="230386"/>
          </a:xfrm>
          <a:custGeom>
            <a:rect b="b" l="l" r="r" t="t"/>
            <a:pathLst>
              <a:path extrusionOk="0" h="3742" w="4317">
                <a:moveTo>
                  <a:pt x="2881" y="0"/>
                </a:moveTo>
                <a:lnTo>
                  <a:pt x="0" y="2784"/>
                </a:lnTo>
                <a:lnTo>
                  <a:pt x="2177" y="3266"/>
                </a:lnTo>
                <a:lnTo>
                  <a:pt x="4317" y="3741"/>
                </a:lnTo>
                <a:lnTo>
                  <a:pt x="2881" y="0"/>
                </a:lnTo>
                <a:close/>
              </a:path>
            </a:pathLst>
          </a:custGeom>
          <a:solidFill>
            <a:srgbClr val="A4C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2" name="Google Shape;3492;p36"/>
          <p:cNvSpPr/>
          <p:nvPr/>
        </p:nvSpPr>
        <p:spPr>
          <a:xfrm>
            <a:off x="4735639" y="1542558"/>
            <a:ext cx="265787" cy="230447"/>
          </a:xfrm>
          <a:custGeom>
            <a:rect b="b" l="l" r="r" t="t"/>
            <a:pathLst>
              <a:path extrusionOk="0" h="3743" w="4317">
                <a:moveTo>
                  <a:pt x="2882" y="0"/>
                </a:moveTo>
                <a:cubicBezTo>
                  <a:pt x="2881" y="1"/>
                  <a:pt x="3087" y="2558"/>
                  <a:pt x="1510" y="2558"/>
                </a:cubicBezTo>
                <a:cubicBezTo>
                  <a:pt x="1234" y="2558"/>
                  <a:pt x="903" y="2479"/>
                  <a:pt x="507" y="2295"/>
                </a:cubicBezTo>
                <a:lnTo>
                  <a:pt x="0" y="2785"/>
                </a:lnTo>
                <a:lnTo>
                  <a:pt x="2178" y="3267"/>
                </a:lnTo>
                <a:lnTo>
                  <a:pt x="4317" y="3742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3" name="Google Shape;3493;p36"/>
          <p:cNvSpPr/>
          <p:nvPr/>
        </p:nvSpPr>
        <p:spPr>
          <a:xfrm>
            <a:off x="4788956" y="1473602"/>
            <a:ext cx="208714" cy="180947"/>
          </a:xfrm>
          <a:custGeom>
            <a:rect b="b" l="l" r="r" t="t"/>
            <a:pathLst>
              <a:path extrusionOk="0" h="2939" w="3390">
                <a:moveTo>
                  <a:pt x="2263" y="1"/>
                </a:moveTo>
                <a:lnTo>
                  <a:pt x="1" y="2187"/>
                </a:lnTo>
                <a:lnTo>
                  <a:pt x="1710" y="2566"/>
                </a:lnTo>
                <a:lnTo>
                  <a:pt x="3390" y="2938"/>
                </a:lnTo>
                <a:lnTo>
                  <a:pt x="2263" y="1"/>
                </a:lnTo>
                <a:close/>
              </a:path>
            </a:pathLst>
          </a:custGeom>
          <a:solidFill>
            <a:srgbClr val="A4C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4" name="Google Shape;3494;p36"/>
          <p:cNvSpPr/>
          <p:nvPr/>
        </p:nvSpPr>
        <p:spPr>
          <a:xfrm>
            <a:off x="4788956" y="1473540"/>
            <a:ext cx="208714" cy="181008"/>
          </a:xfrm>
          <a:custGeom>
            <a:rect b="b" l="l" r="r" t="t"/>
            <a:pathLst>
              <a:path extrusionOk="0" h="2940" w="3390">
                <a:moveTo>
                  <a:pt x="2263" y="1"/>
                </a:moveTo>
                <a:cubicBezTo>
                  <a:pt x="2263" y="2"/>
                  <a:pt x="2425" y="2009"/>
                  <a:pt x="1185" y="2009"/>
                </a:cubicBezTo>
                <a:cubicBezTo>
                  <a:pt x="968" y="2009"/>
                  <a:pt x="709" y="1948"/>
                  <a:pt x="398" y="1804"/>
                </a:cubicBezTo>
                <a:lnTo>
                  <a:pt x="1" y="2188"/>
                </a:lnTo>
                <a:lnTo>
                  <a:pt x="1710" y="2567"/>
                </a:lnTo>
                <a:lnTo>
                  <a:pt x="3390" y="2939"/>
                </a:lnTo>
                <a:lnTo>
                  <a:pt x="226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5" name="Google Shape;3495;p36"/>
          <p:cNvSpPr/>
          <p:nvPr/>
        </p:nvSpPr>
        <p:spPr>
          <a:xfrm>
            <a:off x="4268648" y="3784181"/>
            <a:ext cx="122088" cy="222382"/>
          </a:xfrm>
          <a:custGeom>
            <a:rect b="b" l="l" r="r" t="t"/>
            <a:pathLst>
              <a:path extrusionOk="0" h="3612" w="1983">
                <a:moveTo>
                  <a:pt x="1131" y="0"/>
                </a:moveTo>
                <a:lnTo>
                  <a:pt x="0" y="3328"/>
                </a:lnTo>
                <a:lnTo>
                  <a:pt x="858" y="3611"/>
                </a:lnTo>
                <a:lnTo>
                  <a:pt x="1982" y="300"/>
                </a:lnTo>
                <a:lnTo>
                  <a:pt x="1131" y="0"/>
                </a:lnTo>
                <a:close/>
              </a:path>
            </a:pathLst>
          </a:custGeom>
          <a:solidFill>
            <a:srgbClr val="0C68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6" name="Google Shape;3496;p36"/>
          <p:cNvSpPr/>
          <p:nvPr/>
        </p:nvSpPr>
        <p:spPr>
          <a:xfrm>
            <a:off x="4268648" y="3784181"/>
            <a:ext cx="90196" cy="222382"/>
          </a:xfrm>
          <a:custGeom>
            <a:rect b="b" l="l" r="r" t="t"/>
            <a:pathLst>
              <a:path extrusionOk="0" h="3612" w="1465">
                <a:moveTo>
                  <a:pt x="1129" y="0"/>
                </a:moveTo>
                <a:lnTo>
                  <a:pt x="257" y="2552"/>
                </a:lnTo>
                <a:lnTo>
                  <a:pt x="0" y="3328"/>
                </a:lnTo>
                <a:lnTo>
                  <a:pt x="858" y="3611"/>
                </a:lnTo>
                <a:lnTo>
                  <a:pt x="1113" y="2837"/>
                </a:lnTo>
                <a:lnTo>
                  <a:pt x="595" y="2664"/>
                </a:lnTo>
                <a:lnTo>
                  <a:pt x="1464" y="118"/>
                </a:lnTo>
                <a:lnTo>
                  <a:pt x="11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7" name="Google Shape;3497;p36"/>
          <p:cNvSpPr/>
          <p:nvPr/>
        </p:nvSpPr>
        <p:spPr>
          <a:xfrm>
            <a:off x="4097121" y="3971040"/>
            <a:ext cx="323106" cy="294416"/>
          </a:xfrm>
          <a:custGeom>
            <a:rect b="b" l="l" r="r" t="t"/>
            <a:pathLst>
              <a:path extrusionOk="0" h="4782" w="5248">
                <a:moveTo>
                  <a:pt x="2624" y="0"/>
                </a:moveTo>
                <a:cubicBezTo>
                  <a:pt x="2012" y="0"/>
                  <a:pt x="1400" y="233"/>
                  <a:pt x="933" y="700"/>
                </a:cubicBezTo>
                <a:cubicBezTo>
                  <a:pt x="0" y="1634"/>
                  <a:pt x="0" y="3147"/>
                  <a:pt x="933" y="4081"/>
                </a:cubicBezTo>
                <a:cubicBezTo>
                  <a:pt x="1400" y="4548"/>
                  <a:pt x="2012" y="4781"/>
                  <a:pt x="2624" y="4781"/>
                </a:cubicBezTo>
                <a:cubicBezTo>
                  <a:pt x="3235" y="4781"/>
                  <a:pt x="3847" y="4548"/>
                  <a:pt x="4314" y="4081"/>
                </a:cubicBezTo>
                <a:cubicBezTo>
                  <a:pt x="5247" y="3147"/>
                  <a:pt x="5247" y="1634"/>
                  <a:pt x="4314" y="700"/>
                </a:cubicBezTo>
                <a:cubicBezTo>
                  <a:pt x="3847" y="233"/>
                  <a:pt x="3235" y="0"/>
                  <a:pt x="262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8" name="Google Shape;3498;p36"/>
          <p:cNvSpPr/>
          <p:nvPr/>
        </p:nvSpPr>
        <p:spPr>
          <a:xfrm>
            <a:off x="4093488" y="3970978"/>
            <a:ext cx="310793" cy="293061"/>
          </a:xfrm>
          <a:custGeom>
            <a:rect b="b" l="l" r="r" t="t"/>
            <a:pathLst>
              <a:path extrusionOk="0" h="4760" w="5048">
                <a:moveTo>
                  <a:pt x="2683" y="0"/>
                </a:moveTo>
                <a:cubicBezTo>
                  <a:pt x="1679" y="0"/>
                  <a:pt x="745" y="637"/>
                  <a:pt x="413" y="1643"/>
                </a:cubicBezTo>
                <a:cubicBezTo>
                  <a:pt x="1" y="2899"/>
                  <a:pt x="682" y="4248"/>
                  <a:pt x="1937" y="4661"/>
                </a:cubicBezTo>
                <a:cubicBezTo>
                  <a:pt x="2079" y="4709"/>
                  <a:pt x="2222" y="4741"/>
                  <a:pt x="2365" y="4760"/>
                </a:cubicBezTo>
                <a:cubicBezTo>
                  <a:pt x="1501" y="4317"/>
                  <a:pt x="1063" y="3300"/>
                  <a:pt x="1377" y="2348"/>
                </a:cubicBezTo>
                <a:cubicBezTo>
                  <a:pt x="1654" y="1506"/>
                  <a:pt x="2438" y="971"/>
                  <a:pt x="3280" y="971"/>
                </a:cubicBezTo>
                <a:cubicBezTo>
                  <a:pt x="3488" y="971"/>
                  <a:pt x="3699" y="1004"/>
                  <a:pt x="3907" y="1072"/>
                </a:cubicBezTo>
                <a:cubicBezTo>
                  <a:pt x="4417" y="1240"/>
                  <a:pt x="4813" y="1592"/>
                  <a:pt x="5047" y="2030"/>
                </a:cubicBezTo>
                <a:cubicBezTo>
                  <a:pt x="4915" y="1170"/>
                  <a:pt x="4316" y="410"/>
                  <a:pt x="3432" y="121"/>
                </a:cubicBezTo>
                <a:cubicBezTo>
                  <a:pt x="3183" y="39"/>
                  <a:pt x="2931" y="0"/>
                  <a:pt x="268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9" name="Google Shape;3499;p36"/>
          <p:cNvSpPr/>
          <p:nvPr/>
        </p:nvSpPr>
        <p:spPr>
          <a:xfrm>
            <a:off x="4608932" y="3852029"/>
            <a:ext cx="79114" cy="248117"/>
          </a:xfrm>
          <a:custGeom>
            <a:rect b="b" l="l" r="r" t="t"/>
            <a:pathLst>
              <a:path extrusionOk="0" h="4030" w="1285">
                <a:moveTo>
                  <a:pt x="1022" y="0"/>
                </a:moveTo>
                <a:lnTo>
                  <a:pt x="1" y="58"/>
                </a:lnTo>
                <a:lnTo>
                  <a:pt x="265" y="4030"/>
                </a:lnTo>
                <a:lnTo>
                  <a:pt x="1285" y="3955"/>
                </a:lnTo>
                <a:lnTo>
                  <a:pt x="1022" y="0"/>
                </a:lnTo>
                <a:close/>
              </a:path>
            </a:pathLst>
          </a:custGeom>
          <a:solidFill>
            <a:srgbClr val="0C68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0" name="Google Shape;3500;p36"/>
          <p:cNvSpPr/>
          <p:nvPr/>
        </p:nvSpPr>
        <p:spPr>
          <a:xfrm>
            <a:off x="4608871" y="3854122"/>
            <a:ext cx="79176" cy="246024"/>
          </a:xfrm>
          <a:custGeom>
            <a:rect b="b" l="l" r="r" t="t"/>
            <a:pathLst>
              <a:path extrusionOk="0" h="3996" w="1286">
                <a:moveTo>
                  <a:pt x="402" y="0"/>
                </a:moveTo>
                <a:lnTo>
                  <a:pt x="1" y="24"/>
                </a:lnTo>
                <a:lnTo>
                  <a:pt x="196" y="3074"/>
                </a:lnTo>
                <a:lnTo>
                  <a:pt x="266" y="3996"/>
                </a:lnTo>
                <a:lnTo>
                  <a:pt x="1286" y="3921"/>
                </a:lnTo>
                <a:lnTo>
                  <a:pt x="1217" y="2997"/>
                </a:lnTo>
                <a:lnTo>
                  <a:pt x="598" y="3043"/>
                </a:lnTo>
                <a:lnTo>
                  <a:pt x="40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1" name="Google Shape;3501;p36"/>
          <p:cNvSpPr/>
          <p:nvPr/>
        </p:nvSpPr>
        <p:spPr>
          <a:xfrm>
            <a:off x="4487644" y="4072750"/>
            <a:ext cx="366327" cy="333757"/>
          </a:xfrm>
          <a:custGeom>
            <a:rect b="b" l="l" r="r" t="t"/>
            <a:pathLst>
              <a:path extrusionOk="0" h="5421" w="5950">
                <a:moveTo>
                  <a:pt x="2976" y="0"/>
                </a:moveTo>
                <a:cubicBezTo>
                  <a:pt x="2282" y="0"/>
                  <a:pt x="1588" y="265"/>
                  <a:pt x="1059" y="795"/>
                </a:cubicBezTo>
                <a:cubicBezTo>
                  <a:pt x="1" y="1853"/>
                  <a:pt x="1" y="3568"/>
                  <a:pt x="1059" y="4627"/>
                </a:cubicBezTo>
                <a:cubicBezTo>
                  <a:pt x="1588" y="5156"/>
                  <a:pt x="2282" y="5421"/>
                  <a:pt x="2976" y="5421"/>
                </a:cubicBezTo>
                <a:cubicBezTo>
                  <a:pt x="3669" y="5421"/>
                  <a:pt x="4363" y="5156"/>
                  <a:pt x="4892" y="4627"/>
                </a:cubicBezTo>
                <a:cubicBezTo>
                  <a:pt x="5950" y="3568"/>
                  <a:pt x="5950" y="1853"/>
                  <a:pt x="4892" y="795"/>
                </a:cubicBezTo>
                <a:cubicBezTo>
                  <a:pt x="4363" y="265"/>
                  <a:pt x="3669" y="0"/>
                  <a:pt x="297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2" name="Google Shape;3502;p36"/>
          <p:cNvSpPr/>
          <p:nvPr/>
        </p:nvSpPr>
        <p:spPr>
          <a:xfrm>
            <a:off x="4497618" y="4072750"/>
            <a:ext cx="315964" cy="333757"/>
          </a:xfrm>
          <a:custGeom>
            <a:rect b="b" l="l" r="r" t="t"/>
            <a:pathLst>
              <a:path extrusionOk="0" h="5421" w="5132">
                <a:moveTo>
                  <a:pt x="2818" y="1"/>
                </a:moveTo>
                <a:cubicBezTo>
                  <a:pt x="2750" y="1"/>
                  <a:pt x="2680" y="3"/>
                  <a:pt x="2611" y="9"/>
                </a:cubicBezTo>
                <a:cubicBezTo>
                  <a:pt x="1118" y="121"/>
                  <a:pt x="1" y="1424"/>
                  <a:pt x="114" y="2916"/>
                </a:cubicBezTo>
                <a:cubicBezTo>
                  <a:pt x="221" y="4338"/>
                  <a:pt x="1410" y="5420"/>
                  <a:pt x="2813" y="5420"/>
                </a:cubicBezTo>
                <a:cubicBezTo>
                  <a:pt x="2882" y="5420"/>
                  <a:pt x="2951" y="5417"/>
                  <a:pt x="3020" y="5412"/>
                </a:cubicBezTo>
                <a:cubicBezTo>
                  <a:pt x="3189" y="5400"/>
                  <a:pt x="3353" y="5370"/>
                  <a:pt x="3511" y="5329"/>
                </a:cubicBezTo>
                <a:cubicBezTo>
                  <a:pt x="2413" y="5242"/>
                  <a:pt x="1513" y="4368"/>
                  <a:pt x="1428" y="3236"/>
                </a:cubicBezTo>
                <a:cubicBezTo>
                  <a:pt x="1333" y="1985"/>
                  <a:pt x="2270" y="893"/>
                  <a:pt x="3521" y="798"/>
                </a:cubicBezTo>
                <a:cubicBezTo>
                  <a:pt x="3580" y="793"/>
                  <a:pt x="3637" y="791"/>
                  <a:pt x="3695" y="791"/>
                </a:cubicBezTo>
                <a:cubicBezTo>
                  <a:pt x="4235" y="791"/>
                  <a:pt x="4737" y="983"/>
                  <a:pt x="5132" y="1305"/>
                </a:cubicBezTo>
                <a:cubicBezTo>
                  <a:pt x="4652" y="517"/>
                  <a:pt x="3786" y="1"/>
                  <a:pt x="281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3" name="Google Shape;3503;p36"/>
          <p:cNvSpPr txBox="1"/>
          <p:nvPr/>
        </p:nvSpPr>
        <p:spPr>
          <a:xfrm>
            <a:off x="537559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04" name="Google Shape;3504;p36"/>
          <p:cNvSpPr txBox="1"/>
          <p:nvPr/>
        </p:nvSpPr>
        <p:spPr>
          <a:xfrm>
            <a:off x="6671085" y="15426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05" name="Google Shape;3505;p36"/>
          <p:cNvSpPr txBox="1"/>
          <p:nvPr/>
        </p:nvSpPr>
        <p:spPr>
          <a:xfrm>
            <a:off x="537559" y="15426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06" name="Google Shape;3506;p36"/>
          <p:cNvSpPr txBox="1"/>
          <p:nvPr/>
        </p:nvSpPr>
        <p:spPr>
          <a:xfrm>
            <a:off x="6671085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07" name="Google Shape;3507;p36"/>
          <p:cNvSpPr txBox="1"/>
          <p:nvPr/>
        </p:nvSpPr>
        <p:spPr>
          <a:xfrm>
            <a:off x="7288785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D</a:t>
            </a:r>
            <a:endParaRPr b="1" sz="3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08" name="Google Shape;3508;p36"/>
          <p:cNvSpPr txBox="1"/>
          <p:nvPr/>
        </p:nvSpPr>
        <p:spPr>
          <a:xfrm>
            <a:off x="7288785" y="9426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B</a:t>
            </a:r>
            <a:endParaRPr b="1" sz="3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09" name="Google Shape;3509;p36"/>
          <p:cNvSpPr txBox="1"/>
          <p:nvPr/>
        </p:nvSpPr>
        <p:spPr>
          <a:xfrm>
            <a:off x="537559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endParaRPr b="1" sz="360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10" name="Google Shape;3510;p36"/>
          <p:cNvSpPr txBox="1"/>
          <p:nvPr/>
        </p:nvSpPr>
        <p:spPr>
          <a:xfrm>
            <a:off x="537559" y="9426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b="1" sz="3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11" name="Google Shape;3511;p36"/>
          <p:cNvSpPr/>
          <p:nvPr/>
        </p:nvSpPr>
        <p:spPr>
          <a:xfrm>
            <a:off x="4562799" y="3257653"/>
            <a:ext cx="756685" cy="519481"/>
          </a:xfrm>
          <a:custGeom>
            <a:rect b="b" l="l" r="r" t="t"/>
            <a:pathLst>
              <a:path extrusionOk="0" h="7931" w="11552">
                <a:moveTo>
                  <a:pt x="9296" y="1"/>
                </a:moveTo>
                <a:cubicBezTo>
                  <a:pt x="8823" y="808"/>
                  <a:pt x="8248" y="1546"/>
                  <a:pt x="7587" y="2201"/>
                </a:cubicBezTo>
                <a:cubicBezTo>
                  <a:pt x="6925" y="2858"/>
                  <a:pt x="6175" y="3430"/>
                  <a:pt x="5362" y="3900"/>
                </a:cubicBezTo>
                <a:cubicBezTo>
                  <a:pt x="4557" y="4361"/>
                  <a:pt x="3690" y="4722"/>
                  <a:pt x="2774" y="4964"/>
                </a:cubicBezTo>
                <a:cubicBezTo>
                  <a:pt x="1889" y="5201"/>
                  <a:pt x="960" y="5325"/>
                  <a:pt x="0" y="5325"/>
                </a:cubicBezTo>
                <a:lnTo>
                  <a:pt x="0" y="7931"/>
                </a:lnTo>
                <a:cubicBezTo>
                  <a:pt x="1192" y="7931"/>
                  <a:pt x="2347" y="7774"/>
                  <a:pt x="3446" y="7483"/>
                </a:cubicBezTo>
                <a:cubicBezTo>
                  <a:pt x="4583" y="7180"/>
                  <a:pt x="5661" y="6731"/>
                  <a:pt x="6659" y="6161"/>
                </a:cubicBezTo>
                <a:cubicBezTo>
                  <a:pt x="7669" y="5578"/>
                  <a:pt x="8598" y="4868"/>
                  <a:pt x="9422" y="4052"/>
                </a:cubicBezTo>
                <a:cubicBezTo>
                  <a:pt x="10243" y="3236"/>
                  <a:pt x="10963" y="2310"/>
                  <a:pt x="11552" y="1305"/>
                </a:cubicBezTo>
                <a:lnTo>
                  <a:pt x="929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2" name="Google Shape;3512;p36"/>
          <p:cNvSpPr/>
          <p:nvPr/>
        </p:nvSpPr>
        <p:spPr>
          <a:xfrm>
            <a:off x="4562799" y="2024803"/>
            <a:ext cx="761270" cy="527275"/>
          </a:xfrm>
          <a:custGeom>
            <a:rect b="b" l="l" r="r" t="t"/>
            <a:pathLst>
              <a:path extrusionOk="0" h="8050" w="11622">
                <a:moveTo>
                  <a:pt x="0" y="0"/>
                </a:moveTo>
                <a:lnTo>
                  <a:pt x="0" y="2605"/>
                </a:lnTo>
                <a:cubicBezTo>
                  <a:pt x="970" y="2605"/>
                  <a:pt x="1911" y="2733"/>
                  <a:pt x="2804" y="2975"/>
                </a:cubicBezTo>
                <a:cubicBezTo>
                  <a:pt x="3730" y="3221"/>
                  <a:pt x="4604" y="3592"/>
                  <a:pt x="5413" y="4062"/>
                </a:cubicBezTo>
                <a:cubicBezTo>
                  <a:pt x="6234" y="4539"/>
                  <a:pt x="6984" y="5122"/>
                  <a:pt x="7647" y="5792"/>
                </a:cubicBezTo>
                <a:cubicBezTo>
                  <a:pt x="8311" y="6459"/>
                  <a:pt x="8887" y="7214"/>
                  <a:pt x="9357" y="8035"/>
                </a:cubicBezTo>
                <a:cubicBezTo>
                  <a:pt x="9361" y="8041"/>
                  <a:pt x="9362" y="8045"/>
                  <a:pt x="9366" y="8050"/>
                </a:cubicBezTo>
                <a:lnTo>
                  <a:pt x="11621" y="6748"/>
                </a:lnTo>
                <a:cubicBezTo>
                  <a:pt x="11621" y="6746"/>
                  <a:pt x="11619" y="6746"/>
                  <a:pt x="11619" y="6745"/>
                </a:cubicBezTo>
                <a:cubicBezTo>
                  <a:pt x="11035" y="5725"/>
                  <a:pt x="10319" y="4786"/>
                  <a:pt x="9495" y="3957"/>
                </a:cubicBezTo>
                <a:cubicBezTo>
                  <a:pt x="8672" y="3123"/>
                  <a:pt x="7741" y="2403"/>
                  <a:pt x="6721" y="1809"/>
                </a:cubicBezTo>
                <a:cubicBezTo>
                  <a:pt x="5717" y="1225"/>
                  <a:pt x="4629" y="768"/>
                  <a:pt x="3480" y="458"/>
                </a:cubicBezTo>
                <a:cubicBezTo>
                  <a:pt x="2373" y="160"/>
                  <a:pt x="1203" y="0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3" name="Google Shape;3513;p36"/>
          <p:cNvSpPr/>
          <p:nvPr/>
        </p:nvSpPr>
        <p:spPr>
          <a:xfrm flipH="1">
            <a:off x="3810641" y="3257653"/>
            <a:ext cx="756685" cy="519481"/>
          </a:xfrm>
          <a:custGeom>
            <a:rect b="b" l="l" r="r" t="t"/>
            <a:pathLst>
              <a:path extrusionOk="0" h="7931" w="11552">
                <a:moveTo>
                  <a:pt x="9296" y="1"/>
                </a:moveTo>
                <a:cubicBezTo>
                  <a:pt x="8823" y="808"/>
                  <a:pt x="8248" y="1546"/>
                  <a:pt x="7587" y="2201"/>
                </a:cubicBezTo>
                <a:cubicBezTo>
                  <a:pt x="6925" y="2858"/>
                  <a:pt x="6175" y="3430"/>
                  <a:pt x="5362" y="3900"/>
                </a:cubicBezTo>
                <a:cubicBezTo>
                  <a:pt x="4557" y="4361"/>
                  <a:pt x="3690" y="4722"/>
                  <a:pt x="2774" y="4964"/>
                </a:cubicBezTo>
                <a:cubicBezTo>
                  <a:pt x="1889" y="5201"/>
                  <a:pt x="960" y="5325"/>
                  <a:pt x="0" y="5325"/>
                </a:cubicBezTo>
                <a:lnTo>
                  <a:pt x="0" y="7931"/>
                </a:lnTo>
                <a:cubicBezTo>
                  <a:pt x="1192" y="7931"/>
                  <a:pt x="2347" y="7774"/>
                  <a:pt x="3446" y="7483"/>
                </a:cubicBezTo>
                <a:cubicBezTo>
                  <a:pt x="4583" y="7180"/>
                  <a:pt x="5661" y="6731"/>
                  <a:pt x="6659" y="6161"/>
                </a:cubicBezTo>
                <a:cubicBezTo>
                  <a:pt x="7669" y="5578"/>
                  <a:pt x="8598" y="4868"/>
                  <a:pt x="9422" y="4052"/>
                </a:cubicBezTo>
                <a:cubicBezTo>
                  <a:pt x="10243" y="3236"/>
                  <a:pt x="10963" y="2310"/>
                  <a:pt x="11552" y="1305"/>
                </a:cubicBezTo>
                <a:lnTo>
                  <a:pt x="9296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4" name="Google Shape;3514;p36"/>
          <p:cNvSpPr/>
          <p:nvPr/>
        </p:nvSpPr>
        <p:spPr>
          <a:xfrm flipH="1">
            <a:off x="3806056" y="2024803"/>
            <a:ext cx="761270" cy="527275"/>
          </a:xfrm>
          <a:custGeom>
            <a:rect b="b" l="l" r="r" t="t"/>
            <a:pathLst>
              <a:path extrusionOk="0" h="8050" w="11622">
                <a:moveTo>
                  <a:pt x="0" y="0"/>
                </a:moveTo>
                <a:lnTo>
                  <a:pt x="0" y="2605"/>
                </a:lnTo>
                <a:cubicBezTo>
                  <a:pt x="970" y="2605"/>
                  <a:pt x="1911" y="2733"/>
                  <a:pt x="2804" y="2975"/>
                </a:cubicBezTo>
                <a:cubicBezTo>
                  <a:pt x="3730" y="3221"/>
                  <a:pt x="4604" y="3592"/>
                  <a:pt x="5413" y="4062"/>
                </a:cubicBezTo>
                <a:cubicBezTo>
                  <a:pt x="6234" y="4539"/>
                  <a:pt x="6984" y="5122"/>
                  <a:pt x="7647" y="5792"/>
                </a:cubicBezTo>
                <a:cubicBezTo>
                  <a:pt x="8311" y="6459"/>
                  <a:pt x="8887" y="7214"/>
                  <a:pt x="9357" y="8035"/>
                </a:cubicBezTo>
                <a:cubicBezTo>
                  <a:pt x="9361" y="8041"/>
                  <a:pt x="9362" y="8045"/>
                  <a:pt x="9366" y="8050"/>
                </a:cubicBezTo>
                <a:lnTo>
                  <a:pt x="11621" y="6748"/>
                </a:lnTo>
                <a:cubicBezTo>
                  <a:pt x="11621" y="6746"/>
                  <a:pt x="11619" y="6746"/>
                  <a:pt x="11619" y="6745"/>
                </a:cubicBezTo>
                <a:cubicBezTo>
                  <a:pt x="11035" y="5725"/>
                  <a:pt x="10319" y="4786"/>
                  <a:pt x="9495" y="3957"/>
                </a:cubicBezTo>
                <a:cubicBezTo>
                  <a:pt x="8672" y="3123"/>
                  <a:pt x="7741" y="2403"/>
                  <a:pt x="6721" y="1809"/>
                </a:cubicBezTo>
                <a:cubicBezTo>
                  <a:pt x="5717" y="1225"/>
                  <a:pt x="4629" y="768"/>
                  <a:pt x="3480" y="458"/>
                </a:cubicBezTo>
                <a:cubicBezTo>
                  <a:pt x="2373" y="160"/>
                  <a:pt x="1203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5" name="Google Shape;3515;p36"/>
          <p:cNvSpPr/>
          <p:nvPr/>
        </p:nvSpPr>
        <p:spPr>
          <a:xfrm flipH="1">
            <a:off x="3432148" y="3545850"/>
            <a:ext cx="604352" cy="621331"/>
          </a:xfrm>
          <a:custGeom>
            <a:rect b="b" l="l" r="r" t="t"/>
            <a:pathLst>
              <a:path extrusionOk="0" h="11256" w="7073">
                <a:moveTo>
                  <a:pt x="0" y="1"/>
                </a:moveTo>
                <a:lnTo>
                  <a:pt x="6499" y="11256"/>
                </a:lnTo>
                <a:lnTo>
                  <a:pt x="7073" y="10924"/>
                </a:lnTo>
                <a:lnTo>
                  <a:pt x="76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6" name="Google Shape;3516;p36"/>
          <p:cNvSpPr/>
          <p:nvPr/>
        </p:nvSpPr>
        <p:spPr>
          <a:xfrm>
            <a:off x="4980862" y="3531250"/>
            <a:ext cx="740596" cy="621331"/>
          </a:xfrm>
          <a:custGeom>
            <a:rect b="b" l="l" r="r" t="t"/>
            <a:pathLst>
              <a:path extrusionOk="0" h="11256" w="7073">
                <a:moveTo>
                  <a:pt x="0" y="1"/>
                </a:moveTo>
                <a:lnTo>
                  <a:pt x="6499" y="11256"/>
                </a:lnTo>
                <a:lnTo>
                  <a:pt x="7073" y="10924"/>
                </a:lnTo>
                <a:lnTo>
                  <a:pt x="76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7" name="Google Shape;3517;p36"/>
          <p:cNvSpPr/>
          <p:nvPr/>
        </p:nvSpPr>
        <p:spPr>
          <a:xfrm flipH="1" rot="-9149285">
            <a:off x="5520304" y="3903952"/>
            <a:ext cx="810842" cy="810781"/>
          </a:xfrm>
          <a:custGeom>
            <a:rect b="b" l="l" r="r" t="t"/>
            <a:pathLst>
              <a:path extrusionOk="0" h="13169" w="13170">
                <a:moveTo>
                  <a:pt x="6585" y="1"/>
                </a:moveTo>
                <a:cubicBezTo>
                  <a:pt x="4839" y="1"/>
                  <a:pt x="3164" y="694"/>
                  <a:pt x="1929" y="1928"/>
                </a:cubicBezTo>
                <a:cubicBezTo>
                  <a:pt x="694" y="3163"/>
                  <a:pt x="1" y="4838"/>
                  <a:pt x="1" y="6585"/>
                </a:cubicBezTo>
                <a:cubicBezTo>
                  <a:pt x="1" y="8330"/>
                  <a:pt x="694" y="10005"/>
                  <a:pt x="1929" y="11240"/>
                </a:cubicBezTo>
                <a:cubicBezTo>
                  <a:pt x="3164" y="12474"/>
                  <a:pt x="4839" y="13168"/>
                  <a:pt x="6585" y="13168"/>
                </a:cubicBezTo>
                <a:cubicBezTo>
                  <a:pt x="8331" y="13168"/>
                  <a:pt x="10006" y="12474"/>
                  <a:pt x="11240" y="11240"/>
                </a:cubicBezTo>
                <a:cubicBezTo>
                  <a:pt x="12475" y="10005"/>
                  <a:pt x="13169" y="8330"/>
                  <a:pt x="13169" y="6585"/>
                </a:cubicBezTo>
                <a:cubicBezTo>
                  <a:pt x="13169" y="4838"/>
                  <a:pt x="12475" y="3163"/>
                  <a:pt x="11240" y="1928"/>
                </a:cubicBezTo>
                <a:cubicBezTo>
                  <a:pt x="10006" y="694"/>
                  <a:pt x="8331" y="1"/>
                  <a:pt x="658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8" name="Google Shape;3518;p36"/>
          <p:cNvSpPr/>
          <p:nvPr/>
        </p:nvSpPr>
        <p:spPr>
          <a:xfrm flipH="1" rot="-9149032">
            <a:off x="5562596" y="3946037"/>
            <a:ext cx="726764" cy="726764"/>
          </a:xfrm>
          <a:custGeom>
            <a:rect b="b" l="l" r="r" t="t"/>
            <a:pathLst>
              <a:path extrusionOk="0" h="11805" w="11805">
                <a:moveTo>
                  <a:pt x="5902" y="0"/>
                </a:moveTo>
                <a:cubicBezTo>
                  <a:pt x="4336" y="0"/>
                  <a:pt x="2835" y="622"/>
                  <a:pt x="1728" y="1728"/>
                </a:cubicBezTo>
                <a:cubicBezTo>
                  <a:pt x="621" y="2835"/>
                  <a:pt x="0" y="4337"/>
                  <a:pt x="0" y="5903"/>
                </a:cubicBezTo>
                <a:cubicBezTo>
                  <a:pt x="0" y="7467"/>
                  <a:pt x="621" y="8969"/>
                  <a:pt x="1728" y="10076"/>
                </a:cubicBezTo>
                <a:cubicBezTo>
                  <a:pt x="2835" y="11182"/>
                  <a:pt x="4336" y="11805"/>
                  <a:pt x="5902" y="11805"/>
                </a:cubicBezTo>
                <a:cubicBezTo>
                  <a:pt x="7467" y="11805"/>
                  <a:pt x="8969" y="11182"/>
                  <a:pt x="10075" y="10076"/>
                </a:cubicBezTo>
                <a:cubicBezTo>
                  <a:pt x="11183" y="8969"/>
                  <a:pt x="11805" y="7467"/>
                  <a:pt x="11805" y="5903"/>
                </a:cubicBezTo>
                <a:cubicBezTo>
                  <a:pt x="11805" y="4337"/>
                  <a:pt x="11183" y="2835"/>
                  <a:pt x="10075" y="1728"/>
                </a:cubicBezTo>
                <a:cubicBezTo>
                  <a:pt x="8969" y="622"/>
                  <a:pt x="7467" y="0"/>
                  <a:pt x="590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9" name="Google Shape;3519;p36"/>
          <p:cNvSpPr/>
          <p:nvPr/>
        </p:nvSpPr>
        <p:spPr>
          <a:xfrm rot="10800000">
            <a:off x="3432148" y="1650193"/>
            <a:ext cx="604352" cy="621331"/>
          </a:xfrm>
          <a:custGeom>
            <a:rect b="b" l="l" r="r" t="t"/>
            <a:pathLst>
              <a:path extrusionOk="0" h="11256" w="7073">
                <a:moveTo>
                  <a:pt x="0" y="1"/>
                </a:moveTo>
                <a:lnTo>
                  <a:pt x="6499" y="11256"/>
                </a:lnTo>
                <a:lnTo>
                  <a:pt x="7073" y="10924"/>
                </a:lnTo>
                <a:lnTo>
                  <a:pt x="76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0" name="Google Shape;3520;p36"/>
          <p:cNvSpPr/>
          <p:nvPr/>
        </p:nvSpPr>
        <p:spPr>
          <a:xfrm flipH="1" rot="1650715">
            <a:off x="2822465" y="1088041"/>
            <a:ext cx="810842" cy="810781"/>
          </a:xfrm>
          <a:custGeom>
            <a:rect b="b" l="l" r="r" t="t"/>
            <a:pathLst>
              <a:path extrusionOk="0" h="13169" w="13170">
                <a:moveTo>
                  <a:pt x="6585" y="1"/>
                </a:moveTo>
                <a:cubicBezTo>
                  <a:pt x="4839" y="1"/>
                  <a:pt x="3164" y="694"/>
                  <a:pt x="1929" y="1928"/>
                </a:cubicBezTo>
                <a:cubicBezTo>
                  <a:pt x="694" y="3163"/>
                  <a:pt x="1" y="4838"/>
                  <a:pt x="1" y="6585"/>
                </a:cubicBezTo>
                <a:cubicBezTo>
                  <a:pt x="1" y="8330"/>
                  <a:pt x="694" y="10005"/>
                  <a:pt x="1929" y="11240"/>
                </a:cubicBezTo>
                <a:cubicBezTo>
                  <a:pt x="3164" y="12474"/>
                  <a:pt x="4839" y="13168"/>
                  <a:pt x="6585" y="13168"/>
                </a:cubicBezTo>
                <a:cubicBezTo>
                  <a:pt x="8331" y="13168"/>
                  <a:pt x="10006" y="12474"/>
                  <a:pt x="11240" y="11240"/>
                </a:cubicBezTo>
                <a:cubicBezTo>
                  <a:pt x="12475" y="10005"/>
                  <a:pt x="13169" y="8330"/>
                  <a:pt x="13169" y="6585"/>
                </a:cubicBezTo>
                <a:cubicBezTo>
                  <a:pt x="13169" y="4838"/>
                  <a:pt x="12475" y="3163"/>
                  <a:pt x="11240" y="1928"/>
                </a:cubicBezTo>
                <a:cubicBezTo>
                  <a:pt x="10006" y="694"/>
                  <a:pt x="8331" y="1"/>
                  <a:pt x="658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1" name="Google Shape;3521;p36"/>
          <p:cNvSpPr/>
          <p:nvPr/>
        </p:nvSpPr>
        <p:spPr>
          <a:xfrm flipH="1" rot="1650968">
            <a:off x="2864251" y="1129973"/>
            <a:ext cx="726764" cy="726764"/>
          </a:xfrm>
          <a:custGeom>
            <a:rect b="b" l="l" r="r" t="t"/>
            <a:pathLst>
              <a:path extrusionOk="0" h="11805" w="11805">
                <a:moveTo>
                  <a:pt x="5902" y="0"/>
                </a:moveTo>
                <a:cubicBezTo>
                  <a:pt x="4336" y="0"/>
                  <a:pt x="2835" y="622"/>
                  <a:pt x="1728" y="1728"/>
                </a:cubicBezTo>
                <a:cubicBezTo>
                  <a:pt x="621" y="2835"/>
                  <a:pt x="0" y="4337"/>
                  <a:pt x="0" y="5903"/>
                </a:cubicBezTo>
                <a:cubicBezTo>
                  <a:pt x="0" y="7467"/>
                  <a:pt x="621" y="8969"/>
                  <a:pt x="1728" y="10076"/>
                </a:cubicBezTo>
                <a:cubicBezTo>
                  <a:pt x="2835" y="11182"/>
                  <a:pt x="4336" y="11805"/>
                  <a:pt x="5902" y="11805"/>
                </a:cubicBezTo>
                <a:cubicBezTo>
                  <a:pt x="7467" y="11805"/>
                  <a:pt x="8969" y="11182"/>
                  <a:pt x="10075" y="10076"/>
                </a:cubicBezTo>
                <a:cubicBezTo>
                  <a:pt x="11183" y="8969"/>
                  <a:pt x="11805" y="7467"/>
                  <a:pt x="11805" y="5903"/>
                </a:cubicBezTo>
                <a:cubicBezTo>
                  <a:pt x="11805" y="4337"/>
                  <a:pt x="11183" y="2835"/>
                  <a:pt x="10075" y="1728"/>
                </a:cubicBezTo>
                <a:cubicBezTo>
                  <a:pt x="8969" y="622"/>
                  <a:pt x="7467" y="0"/>
                  <a:pt x="590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2" name="Google Shape;3522;p36"/>
          <p:cNvSpPr/>
          <p:nvPr/>
        </p:nvSpPr>
        <p:spPr>
          <a:xfrm flipH="1" rot="10800000">
            <a:off x="4980862" y="1664792"/>
            <a:ext cx="740596" cy="621331"/>
          </a:xfrm>
          <a:custGeom>
            <a:rect b="b" l="l" r="r" t="t"/>
            <a:pathLst>
              <a:path extrusionOk="0" h="11256" w="7073">
                <a:moveTo>
                  <a:pt x="0" y="1"/>
                </a:moveTo>
                <a:lnTo>
                  <a:pt x="6499" y="11256"/>
                </a:lnTo>
                <a:lnTo>
                  <a:pt x="7073" y="10924"/>
                </a:lnTo>
                <a:lnTo>
                  <a:pt x="76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3" name="Google Shape;3523;p36"/>
          <p:cNvSpPr/>
          <p:nvPr/>
        </p:nvSpPr>
        <p:spPr>
          <a:xfrm rot="-1650715">
            <a:off x="5520304" y="1102641"/>
            <a:ext cx="810842" cy="810781"/>
          </a:xfrm>
          <a:custGeom>
            <a:rect b="b" l="l" r="r" t="t"/>
            <a:pathLst>
              <a:path extrusionOk="0" h="13169" w="13170">
                <a:moveTo>
                  <a:pt x="6585" y="1"/>
                </a:moveTo>
                <a:cubicBezTo>
                  <a:pt x="4839" y="1"/>
                  <a:pt x="3164" y="694"/>
                  <a:pt x="1929" y="1928"/>
                </a:cubicBezTo>
                <a:cubicBezTo>
                  <a:pt x="694" y="3163"/>
                  <a:pt x="1" y="4838"/>
                  <a:pt x="1" y="6585"/>
                </a:cubicBezTo>
                <a:cubicBezTo>
                  <a:pt x="1" y="8330"/>
                  <a:pt x="694" y="10005"/>
                  <a:pt x="1929" y="11240"/>
                </a:cubicBezTo>
                <a:cubicBezTo>
                  <a:pt x="3164" y="12474"/>
                  <a:pt x="4839" y="13168"/>
                  <a:pt x="6585" y="13168"/>
                </a:cubicBezTo>
                <a:cubicBezTo>
                  <a:pt x="8331" y="13168"/>
                  <a:pt x="10006" y="12474"/>
                  <a:pt x="11240" y="11240"/>
                </a:cubicBezTo>
                <a:cubicBezTo>
                  <a:pt x="12475" y="10005"/>
                  <a:pt x="13169" y="8330"/>
                  <a:pt x="13169" y="6585"/>
                </a:cubicBezTo>
                <a:cubicBezTo>
                  <a:pt x="13169" y="4838"/>
                  <a:pt x="12475" y="3163"/>
                  <a:pt x="11240" y="1928"/>
                </a:cubicBezTo>
                <a:cubicBezTo>
                  <a:pt x="10006" y="694"/>
                  <a:pt x="8331" y="1"/>
                  <a:pt x="658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4" name="Google Shape;3524;p36"/>
          <p:cNvSpPr/>
          <p:nvPr/>
        </p:nvSpPr>
        <p:spPr>
          <a:xfrm rot="-1650968">
            <a:off x="5562596" y="1144573"/>
            <a:ext cx="726764" cy="726764"/>
          </a:xfrm>
          <a:custGeom>
            <a:rect b="b" l="l" r="r" t="t"/>
            <a:pathLst>
              <a:path extrusionOk="0" h="11805" w="11805">
                <a:moveTo>
                  <a:pt x="5902" y="0"/>
                </a:moveTo>
                <a:cubicBezTo>
                  <a:pt x="4336" y="0"/>
                  <a:pt x="2835" y="622"/>
                  <a:pt x="1728" y="1728"/>
                </a:cubicBezTo>
                <a:cubicBezTo>
                  <a:pt x="621" y="2835"/>
                  <a:pt x="0" y="4337"/>
                  <a:pt x="0" y="5903"/>
                </a:cubicBezTo>
                <a:cubicBezTo>
                  <a:pt x="0" y="7467"/>
                  <a:pt x="621" y="8969"/>
                  <a:pt x="1728" y="10076"/>
                </a:cubicBezTo>
                <a:cubicBezTo>
                  <a:pt x="2835" y="11182"/>
                  <a:pt x="4336" y="11805"/>
                  <a:pt x="5902" y="11805"/>
                </a:cubicBezTo>
                <a:cubicBezTo>
                  <a:pt x="7467" y="11805"/>
                  <a:pt x="8969" y="11182"/>
                  <a:pt x="10075" y="10076"/>
                </a:cubicBezTo>
                <a:cubicBezTo>
                  <a:pt x="11183" y="8969"/>
                  <a:pt x="11805" y="7467"/>
                  <a:pt x="11805" y="5903"/>
                </a:cubicBezTo>
                <a:cubicBezTo>
                  <a:pt x="11805" y="4337"/>
                  <a:pt x="11183" y="2835"/>
                  <a:pt x="10075" y="1728"/>
                </a:cubicBezTo>
                <a:cubicBezTo>
                  <a:pt x="8969" y="622"/>
                  <a:pt x="7467" y="0"/>
                  <a:pt x="590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25" name="Google Shape;3525;p36"/>
          <p:cNvGrpSpPr/>
          <p:nvPr/>
        </p:nvGrpSpPr>
        <p:grpSpPr>
          <a:xfrm>
            <a:off x="3047825" y="1244288"/>
            <a:ext cx="344347" cy="498576"/>
            <a:chOff x="2616461" y="2611868"/>
            <a:chExt cx="344347" cy="498576"/>
          </a:xfrm>
        </p:grpSpPr>
        <p:sp>
          <p:nvSpPr>
            <p:cNvPr id="3526" name="Google Shape;3526;p36"/>
            <p:cNvSpPr/>
            <p:nvPr/>
          </p:nvSpPr>
          <p:spPr>
            <a:xfrm flipH="1">
              <a:off x="2685417" y="3005841"/>
              <a:ext cx="206313" cy="104603"/>
            </a:xfrm>
            <a:custGeom>
              <a:rect b="b" l="l" r="r" t="t"/>
              <a:pathLst>
                <a:path extrusionOk="0" h="1699" w="3351">
                  <a:moveTo>
                    <a:pt x="204" y="1"/>
                  </a:moveTo>
                  <a:cubicBezTo>
                    <a:pt x="79" y="77"/>
                    <a:pt x="1" y="213"/>
                    <a:pt x="1" y="359"/>
                  </a:cubicBezTo>
                  <a:cubicBezTo>
                    <a:pt x="1" y="494"/>
                    <a:pt x="66" y="619"/>
                    <a:pt x="174" y="697"/>
                  </a:cubicBezTo>
                  <a:lnTo>
                    <a:pt x="706" y="697"/>
                  </a:lnTo>
                  <a:cubicBezTo>
                    <a:pt x="844" y="697"/>
                    <a:pt x="955" y="808"/>
                    <a:pt x="955" y="946"/>
                  </a:cubicBezTo>
                  <a:cubicBezTo>
                    <a:pt x="955" y="1295"/>
                    <a:pt x="1188" y="1616"/>
                    <a:pt x="1530" y="1684"/>
                  </a:cubicBezTo>
                  <a:cubicBezTo>
                    <a:pt x="1580" y="1694"/>
                    <a:pt x="1629" y="1698"/>
                    <a:pt x="1677" y="1698"/>
                  </a:cubicBezTo>
                  <a:cubicBezTo>
                    <a:pt x="2075" y="1698"/>
                    <a:pt x="2397" y="1375"/>
                    <a:pt x="2397" y="978"/>
                  </a:cubicBezTo>
                  <a:lnTo>
                    <a:pt x="2397" y="947"/>
                  </a:lnTo>
                  <a:cubicBezTo>
                    <a:pt x="2397" y="809"/>
                    <a:pt x="2507" y="699"/>
                    <a:pt x="2646" y="699"/>
                  </a:cubicBezTo>
                  <a:lnTo>
                    <a:pt x="3178" y="699"/>
                  </a:lnTo>
                  <a:cubicBezTo>
                    <a:pt x="3285" y="620"/>
                    <a:pt x="3351" y="495"/>
                    <a:pt x="3351" y="361"/>
                  </a:cubicBezTo>
                  <a:cubicBezTo>
                    <a:pt x="3350" y="213"/>
                    <a:pt x="3272" y="77"/>
                    <a:pt x="3146" y="1"/>
                  </a:cubicBezTo>
                  <a:lnTo>
                    <a:pt x="1722" y="1"/>
                  </a:lnTo>
                  <a:cubicBezTo>
                    <a:pt x="1708" y="5"/>
                    <a:pt x="1696" y="6"/>
                    <a:pt x="1682" y="8"/>
                  </a:cubicBezTo>
                  <a:cubicBezTo>
                    <a:pt x="1663" y="8"/>
                    <a:pt x="1646" y="6"/>
                    <a:pt x="16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36"/>
            <p:cNvSpPr/>
            <p:nvPr/>
          </p:nvSpPr>
          <p:spPr>
            <a:xfrm flipH="1">
              <a:off x="2616461" y="2611868"/>
              <a:ext cx="344347" cy="373592"/>
            </a:xfrm>
            <a:custGeom>
              <a:rect b="b" l="l" r="r" t="t"/>
              <a:pathLst>
                <a:path extrusionOk="0" h="6068" w="5593">
                  <a:moveTo>
                    <a:pt x="3695" y="1829"/>
                  </a:moveTo>
                  <a:lnTo>
                    <a:pt x="2843" y="2875"/>
                  </a:lnTo>
                  <a:lnTo>
                    <a:pt x="4229" y="2875"/>
                  </a:lnTo>
                  <a:lnTo>
                    <a:pt x="1857" y="4980"/>
                  </a:lnTo>
                  <a:lnTo>
                    <a:pt x="2596" y="3530"/>
                  </a:lnTo>
                  <a:lnTo>
                    <a:pt x="1365" y="3530"/>
                  </a:lnTo>
                  <a:lnTo>
                    <a:pt x="2328" y="1829"/>
                  </a:lnTo>
                  <a:close/>
                  <a:moveTo>
                    <a:pt x="2797" y="1"/>
                  </a:moveTo>
                  <a:cubicBezTo>
                    <a:pt x="2217" y="1"/>
                    <a:pt x="1636" y="182"/>
                    <a:pt x="1153" y="544"/>
                  </a:cubicBezTo>
                  <a:cubicBezTo>
                    <a:pt x="1025" y="639"/>
                    <a:pt x="907" y="746"/>
                    <a:pt x="797" y="862"/>
                  </a:cubicBezTo>
                  <a:cubicBezTo>
                    <a:pt x="214" y="1478"/>
                    <a:pt x="0" y="2389"/>
                    <a:pt x="209" y="3361"/>
                  </a:cubicBezTo>
                  <a:cubicBezTo>
                    <a:pt x="334" y="3943"/>
                    <a:pt x="636" y="4391"/>
                    <a:pt x="957" y="4864"/>
                  </a:cubicBezTo>
                  <a:cubicBezTo>
                    <a:pt x="1076" y="5041"/>
                    <a:pt x="1199" y="5222"/>
                    <a:pt x="1315" y="5415"/>
                  </a:cubicBezTo>
                  <a:cubicBezTo>
                    <a:pt x="1384" y="5529"/>
                    <a:pt x="1421" y="5652"/>
                    <a:pt x="1442" y="5774"/>
                  </a:cubicBezTo>
                  <a:cubicBezTo>
                    <a:pt x="1471" y="5943"/>
                    <a:pt x="1616" y="6067"/>
                    <a:pt x="1787" y="6067"/>
                  </a:cubicBezTo>
                  <a:lnTo>
                    <a:pt x="3805" y="6067"/>
                  </a:lnTo>
                  <a:cubicBezTo>
                    <a:pt x="3976" y="6067"/>
                    <a:pt x="4123" y="5944"/>
                    <a:pt x="4150" y="5774"/>
                  </a:cubicBezTo>
                  <a:cubicBezTo>
                    <a:pt x="4171" y="5652"/>
                    <a:pt x="4208" y="5530"/>
                    <a:pt x="4277" y="5415"/>
                  </a:cubicBezTo>
                  <a:cubicBezTo>
                    <a:pt x="4392" y="5222"/>
                    <a:pt x="4517" y="5041"/>
                    <a:pt x="4635" y="4864"/>
                  </a:cubicBezTo>
                  <a:cubicBezTo>
                    <a:pt x="4957" y="4391"/>
                    <a:pt x="5259" y="3943"/>
                    <a:pt x="5383" y="3361"/>
                  </a:cubicBezTo>
                  <a:cubicBezTo>
                    <a:pt x="5593" y="2389"/>
                    <a:pt x="5378" y="1478"/>
                    <a:pt x="4796" y="862"/>
                  </a:cubicBezTo>
                  <a:cubicBezTo>
                    <a:pt x="4686" y="746"/>
                    <a:pt x="4568" y="639"/>
                    <a:pt x="4440" y="544"/>
                  </a:cubicBezTo>
                  <a:cubicBezTo>
                    <a:pt x="3957" y="182"/>
                    <a:pt x="3377" y="1"/>
                    <a:pt x="27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28" name="Google Shape;3528;p36"/>
          <p:cNvSpPr/>
          <p:nvPr/>
        </p:nvSpPr>
        <p:spPr>
          <a:xfrm rot="9149285">
            <a:off x="2822465" y="3918552"/>
            <a:ext cx="810842" cy="810781"/>
          </a:xfrm>
          <a:custGeom>
            <a:rect b="b" l="l" r="r" t="t"/>
            <a:pathLst>
              <a:path extrusionOk="0" h="13169" w="13170">
                <a:moveTo>
                  <a:pt x="6585" y="1"/>
                </a:moveTo>
                <a:cubicBezTo>
                  <a:pt x="4839" y="1"/>
                  <a:pt x="3164" y="694"/>
                  <a:pt x="1929" y="1928"/>
                </a:cubicBezTo>
                <a:cubicBezTo>
                  <a:pt x="694" y="3163"/>
                  <a:pt x="1" y="4838"/>
                  <a:pt x="1" y="6585"/>
                </a:cubicBezTo>
                <a:cubicBezTo>
                  <a:pt x="1" y="8330"/>
                  <a:pt x="694" y="10005"/>
                  <a:pt x="1929" y="11240"/>
                </a:cubicBezTo>
                <a:cubicBezTo>
                  <a:pt x="3164" y="12474"/>
                  <a:pt x="4839" y="13168"/>
                  <a:pt x="6585" y="13168"/>
                </a:cubicBezTo>
                <a:cubicBezTo>
                  <a:pt x="8331" y="13168"/>
                  <a:pt x="10006" y="12474"/>
                  <a:pt x="11240" y="11240"/>
                </a:cubicBezTo>
                <a:cubicBezTo>
                  <a:pt x="12475" y="10005"/>
                  <a:pt x="13169" y="8330"/>
                  <a:pt x="13169" y="6585"/>
                </a:cubicBezTo>
                <a:cubicBezTo>
                  <a:pt x="13169" y="4838"/>
                  <a:pt x="12475" y="3163"/>
                  <a:pt x="11240" y="1928"/>
                </a:cubicBezTo>
                <a:cubicBezTo>
                  <a:pt x="10006" y="694"/>
                  <a:pt x="8331" y="1"/>
                  <a:pt x="65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9" name="Google Shape;3529;p36"/>
          <p:cNvSpPr/>
          <p:nvPr/>
        </p:nvSpPr>
        <p:spPr>
          <a:xfrm rot="9149032">
            <a:off x="2864251" y="3960637"/>
            <a:ext cx="726764" cy="726764"/>
          </a:xfrm>
          <a:custGeom>
            <a:rect b="b" l="l" r="r" t="t"/>
            <a:pathLst>
              <a:path extrusionOk="0" h="11805" w="11805">
                <a:moveTo>
                  <a:pt x="5902" y="0"/>
                </a:moveTo>
                <a:cubicBezTo>
                  <a:pt x="4336" y="0"/>
                  <a:pt x="2835" y="622"/>
                  <a:pt x="1728" y="1728"/>
                </a:cubicBezTo>
                <a:cubicBezTo>
                  <a:pt x="621" y="2835"/>
                  <a:pt x="0" y="4337"/>
                  <a:pt x="0" y="5903"/>
                </a:cubicBezTo>
                <a:cubicBezTo>
                  <a:pt x="0" y="7467"/>
                  <a:pt x="621" y="8969"/>
                  <a:pt x="1728" y="10076"/>
                </a:cubicBezTo>
                <a:cubicBezTo>
                  <a:pt x="2835" y="11182"/>
                  <a:pt x="4336" y="11805"/>
                  <a:pt x="5902" y="11805"/>
                </a:cubicBezTo>
                <a:cubicBezTo>
                  <a:pt x="7467" y="11805"/>
                  <a:pt x="8969" y="11182"/>
                  <a:pt x="10075" y="10076"/>
                </a:cubicBezTo>
                <a:cubicBezTo>
                  <a:pt x="11183" y="8969"/>
                  <a:pt x="11805" y="7467"/>
                  <a:pt x="11805" y="5903"/>
                </a:cubicBezTo>
                <a:cubicBezTo>
                  <a:pt x="11805" y="4337"/>
                  <a:pt x="11183" y="2835"/>
                  <a:pt x="10075" y="1728"/>
                </a:cubicBezTo>
                <a:cubicBezTo>
                  <a:pt x="8969" y="622"/>
                  <a:pt x="7467" y="0"/>
                  <a:pt x="590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0" name="Google Shape;3530;p36"/>
          <p:cNvGrpSpPr/>
          <p:nvPr/>
        </p:nvGrpSpPr>
        <p:grpSpPr>
          <a:xfrm>
            <a:off x="2945902" y="4118060"/>
            <a:ext cx="548198" cy="382581"/>
            <a:chOff x="5006277" y="4112523"/>
            <a:chExt cx="548198" cy="382581"/>
          </a:xfrm>
        </p:grpSpPr>
        <p:sp>
          <p:nvSpPr>
            <p:cNvPr id="3531" name="Google Shape;3531;p36"/>
            <p:cNvSpPr/>
            <p:nvPr/>
          </p:nvSpPr>
          <p:spPr>
            <a:xfrm>
              <a:off x="5342375" y="4282450"/>
              <a:ext cx="212100" cy="212654"/>
            </a:xfrm>
            <a:custGeom>
              <a:rect b="b" l="l" r="r" t="t"/>
              <a:pathLst>
                <a:path extrusionOk="0" h="3454" w="3445">
                  <a:moveTo>
                    <a:pt x="1721" y="1"/>
                  </a:moveTo>
                  <a:lnTo>
                    <a:pt x="0" y="1509"/>
                  </a:lnTo>
                  <a:lnTo>
                    <a:pt x="399" y="1509"/>
                  </a:lnTo>
                  <a:lnTo>
                    <a:pt x="399" y="3453"/>
                  </a:lnTo>
                  <a:lnTo>
                    <a:pt x="1224" y="3453"/>
                  </a:lnTo>
                  <a:lnTo>
                    <a:pt x="1224" y="2819"/>
                  </a:lnTo>
                  <a:lnTo>
                    <a:pt x="2218" y="2819"/>
                  </a:lnTo>
                  <a:lnTo>
                    <a:pt x="2218" y="3453"/>
                  </a:lnTo>
                  <a:lnTo>
                    <a:pt x="2964" y="3453"/>
                  </a:lnTo>
                  <a:lnTo>
                    <a:pt x="2964" y="1509"/>
                  </a:lnTo>
                  <a:lnTo>
                    <a:pt x="3444" y="1509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36"/>
            <p:cNvSpPr/>
            <p:nvPr/>
          </p:nvSpPr>
          <p:spPr>
            <a:xfrm>
              <a:off x="5006277" y="4112523"/>
              <a:ext cx="344409" cy="380918"/>
            </a:xfrm>
            <a:custGeom>
              <a:rect b="b" l="l" r="r" t="t"/>
              <a:pathLst>
                <a:path extrusionOk="0" h="6187" w="5594">
                  <a:moveTo>
                    <a:pt x="5592" y="1624"/>
                  </a:moveTo>
                  <a:lnTo>
                    <a:pt x="5592" y="1624"/>
                  </a:lnTo>
                  <a:lnTo>
                    <a:pt x="5593" y="1624"/>
                  </a:lnTo>
                  <a:close/>
                  <a:moveTo>
                    <a:pt x="2983" y="2822"/>
                  </a:moveTo>
                  <a:lnTo>
                    <a:pt x="2983" y="3356"/>
                  </a:lnTo>
                  <a:lnTo>
                    <a:pt x="2370" y="3356"/>
                  </a:lnTo>
                  <a:lnTo>
                    <a:pt x="2370" y="2822"/>
                  </a:lnTo>
                  <a:close/>
                  <a:moveTo>
                    <a:pt x="4826" y="2822"/>
                  </a:moveTo>
                  <a:lnTo>
                    <a:pt x="4826" y="3356"/>
                  </a:lnTo>
                  <a:lnTo>
                    <a:pt x="4213" y="3356"/>
                  </a:lnTo>
                  <a:lnTo>
                    <a:pt x="4213" y="2822"/>
                  </a:lnTo>
                  <a:close/>
                  <a:moveTo>
                    <a:pt x="2983" y="3932"/>
                  </a:moveTo>
                  <a:lnTo>
                    <a:pt x="2983" y="4466"/>
                  </a:lnTo>
                  <a:lnTo>
                    <a:pt x="2370" y="4466"/>
                  </a:lnTo>
                  <a:lnTo>
                    <a:pt x="2370" y="3932"/>
                  </a:lnTo>
                  <a:close/>
                  <a:moveTo>
                    <a:pt x="4826" y="4933"/>
                  </a:moveTo>
                  <a:lnTo>
                    <a:pt x="4826" y="5466"/>
                  </a:lnTo>
                  <a:lnTo>
                    <a:pt x="4213" y="5466"/>
                  </a:lnTo>
                  <a:lnTo>
                    <a:pt x="4213" y="4933"/>
                  </a:lnTo>
                  <a:close/>
                  <a:moveTo>
                    <a:pt x="0" y="0"/>
                  </a:moveTo>
                  <a:lnTo>
                    <a:pt x="0" y="6186"/>
                  </a:lnTo>
                  <a:lnTo>
                    <a:pt x="5592" y="6186"/>
                  </a:lnTo>
                  <a:lnTo>
                    <a:pt x="5592" y="4503"/>
                  </a:lnTo>
                  <a:lnTo>
                    <a:pt x="4938" y="4503"/>
                  </a:lnTo>
                  <a:lnTo>
                    <a:pt x="5592" y="3796"/>
                  </a:lnTo>
                  <a:lnTo>
                    <a:pt x="5592" y="1624"/>
                  </a:lnTo>
                  <a:lnTo>
                    <a:pt x="3692" y="2318"/>
                  </a:lnTo>
                  <a:lnTo>
                    <a:pt x="3692" y="1624"/>
                  </a:lnTo>
                  <a:lnTo>
                    <a:pt x="1796" y="2314"/>
                  </a:lnTo>
                  <a:lnTo>
                    <a:pt x="179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3" name="Google Shape;3533;p36"/>
          <p:cNvGrpSpPr/>
          <p:nvPr/>
        </p:nvGrpSpPr>
        <p:grpSpPr>
          <a:xfrm>
            <a:off x="5715445" y="4062675"/>
            <a:ext cx="421061" cy="437963"/>
            <a:chOff x="6552770" y="5888850"/>
            <a:chExt cx="421061" cy="437963"/>
          </a:xfrm>
        </p:grpSpPr>
        <p:sp>
          <p:nvSpPr>
            <p:cNvPr id="3534" name="Google Shape;3534;p36"/>
            <p:cNvSpPr/>
            <p:nvPr/>
          </p:nvSpPr>
          <p:spPr>
            <a:xfrm>
              <a:off x="6552770" y="6016267"/>
              <a:ext cx="179161" cy="310546"/>
            </a:xfrm>
            <a:custGeom>
              <a:rect b="b" l="l" r="r" t="t"/>
              <a:pathLst>
                <a:path extrusionOk="0" h="5044" w="2910">
                  <a:moveTo>
                    <a:pt x="569" y="1"/>
                  </a:moveTo>
                  <a:cubicBezTo>
                    <a:pt x="255" y="1"/>
                    <a:pt x="1" y="255"/>
                    <a:pt x="1" y="568"/>
                  </a:cubicBezTo>
                  <a:lnTo>
                    <a:pt x="1" y="2169"/>
                  </a:lnTo>
                  <a:cubicBezTo>
                    <a:pt x="1" y="2315"/>
                    <a:pt x="119" y="2434"/>
                    <a:pt x="266" y="2434"/>
                  </a:cubicBezTo>
                  <a:cubicBezTo>
                    <a:pt x="411" y="2434"/>
                    <a:pt x="531" y="2315"/>
                    <a:pt x="531" y="2169"/>
                  </a:cubicBezTo>
                  <a:lnTo>
                    <a:pt x="531" y="663"/>
                  </a:lnTo>
                  <a:lnTo>
                    <a:pt x="613" y="663"/>
                  </a:lnTo>
                  <a:lnTo>
                    <a:pt x="613" y="4736"/>
                  </a:lnTo>
                  <a:cubicBezTo>
                    <a:pt x="613" y="4906"/>
                    <a:pt x="751" y="5044"/>
                    <a:pt x="921" y="5044"/>
                  </a:cubicBezTo>
                  <a:cubicBezTo>
                    <a:pt x="1090" y="5044"/>
                    <a:pt x="1229" y="4906"/>
                    <a:pt x="1229" y="4736"/>
                  </a:cubicBezTo>
                  <a:lnTo>
                    <a:pt x="1229" y="2975"/>
                  </a:lnTo>
                  <a:cubicBezTo>
                    <a:pt x="1229" y="2849"/>
                    <a:pt x="1330" y="2748"/>
                    <a:pt x="1455" y="2748"/>
                  </a:cubicBezTo>
                  <a:cubicBezTo>
                    <a:pt x="1580" y="2748"/>
                    <a:pt x="1682" y="2849"/>
                    <a:pt x="1682" y="2975"/>
                  </a:cubicBezTo>
                  <a:lnTo>
                    <a:pt x="1682" y="4736"/>
                  </a:lnTo>
                  <a:cubicBezTo>
                    <a:pt x="1682" y="4906"/>
                    <a:pt x="1820" y="5044"/>
                    <a:pt x="1990" y="5044"/>
                  </a:cubicBezTo>
                  <a:cubicBezTo>
                    <a:pt x="2160" y="5044"/>
                    <a:pt x="2298" y="4906"/>
                    <a:pt x="2298" y="4736"/>
                  </a:cubicBezTo>
                  <a:lnTo>
                    <a:pt x="2298" y="663"/>
                  </a:lnTo>
                  <a:lnTo>
                    <a:pt x="2380" y="663"/>
                  </a:lnTo>
                  <a:lnTo>
                    <a:pt x="2380" y="2169"/>
                  </a:lnTo>
                  <a:cubicBezTo>
                    <a:pt x="2380" y="2315"/>
                    <a:pt x="2498" y="2434"/>
                    <a:pt x="2645" y="2434"/>
                  </a:cubicBezTo>
                  <a:cubicBezTo>
                    <a:pt x="2790" y="2434"/>
                    <a:pt x="2910" y="2315"/>
                    <a:pt x="2910" y="2169"/>
                  </a:cubicBezTo>
                  <a:lnTo>
                    <a:pt x="2910" y="568"/>
                  </a:lnTo>
                  <a:cubicBezTo>
                    <a:pt x="2906" y="255"/>
                    <a:pt x="2651" y="1"/>
                    <a:pt x="2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36"/>
            <p:cNvSpPr/>
            <p:nvPr/>
          </p:nvSpPr>
          <p:spPr>
            <a:xfrm>
              <a:off x="6794669" y="6016267"/>
              <a:ext cx="179161" cy="310546"/>
            </a:xfrm>
            <a:custGeom>
              <a:rect b="b" l="l" r="r" t="t"/>
              <a:pathLst>
                <a:path extrusionOk="0" h="5044" w="2910">
                  <a:moveTo>
                    <a:pt x="569" y="1"/>
                  </a:moveTo>
                  <a:cubicBezTo>
                    <a:pt x="256" y="1"/>
                    <a:pt x="1" y="255"/>
                    <a:pt x="1" y="568"/>
                  </a:cubicBezTo>
                  <a:lnTo>
                    <a:pt x="1" y="2169"/>
                  </a:lnTo>
                  <a:cubicBezTo>
                    <a:pt x="1" y="2315"/>
                    <a:pt x="119" y="2434"/>
                    <a:pt x="266" y="2434"/>
                  </a:cubicBezTo>
                  <a:cubicBezTo>
                    <a:pt x="411" y="2434"/>
                    <a:pt x="531" y="2315"/>
                    <a:pt x="531" y="2169"/>
                  </a:cubicBezTo>
                  <a:lnTo>
                    <a:pt x="531" y="663"/>
                  </a:lnTo>
                  <a:lnTo>
                    <a:pt x="613" y="663"/>
                  </a:lnTo>
                  <a:lnTo>
                    <a:pt x="613" y="2260"/>
                  </a:lnTo>
                  <a:lnTo>
                    <a:pt x="214" y="3065"/>
                  </a:lnTo>
                  <a:lnTo>
                    <a:pt x="613" y="3065"/>
                  </a:lnTo>
                  <a:lnTo>
                    <a:pt x="613" y="4736"/>
                  </a:lnTo>
                  <a:cubicBezTo>
                    <a:pt x="613" y="4906"/>
                    <a:pt x="751" y="5044"/>
                    <a:pt x="921" y="5044"/>
                  </a:cubicBezTo>
                  <a:cubicBezTo>
                    <a:pt x="1090" y="5044"/>
                    <a:pt x="1229" y="4906"/>
                    <a:pt x="1229" y="4736"/>
                  </a:cubicBezTo>
                  <a:lnTo>
                    <a:pt x="1229" y="3065"/>
                  </a:lnTo>
                  <a:lnTo>
                    <a:pt x="1682" y="3065"/>
                  </a:lnTo>
                  <a:lnTo>
                    <a:pt x="1682" y="4736"/>
                  </a:lnTo>
                  <a:cubicBezTo>
                    <a:pt x="1682" y="4906"/>
                    <a:pt x="1820" y="5044"/>
                    <a:pt x="1990" y="5044"/>
                  </a:cubicBezTo>
                  <a:cubicBezTo>
                    <a:pt x="2160" y="5044"/>
                    <a:pt x="2298" y="4906"/>
                    <a:pt x="2298" y="4736"/>
                  </a:cubicBezTo>
                  <a:lnTo>
                    <a:pt x="2298" y="3065"/>
                  </a:lnTo>
                  <a:lnTo>
                    <a:pt x="2706" y="3065"/>
                  </a:lnTo>
                  <a:lnTo>
                    <a:pt x="2298" y="2240"/>
                  </a:lnTo>
                  <a:lnTo>
                    <a:pt x="2298" y="663"/>
                  </a:lnTo>
                  <a:lnTo>
                    <a:pt x="2380" y="663"/>
                  </a:lnTo>
                  <a:lnTo>
                    <a:pt x="2380" y="2169"/>
                  </a:lnTo>
                  <a:cubicBezTo>
                    <a:pt x="2380" y="2315"/>
                    <a:pt x="2498" y="2434"/>
                    <a:pt x="2645" y="2434"/>
                  </a:cubicBezTo>
                  <a:cubicBezTo>
                    <a:pt x="2790" y="2434"/>
                    <a:pt x="2910" y="2315"/>
                    <a:pt x="2910" y="2169"/>
                  </a:cubicBezTo>
                  <a:lnTo>
                    <a:pt x="2910" y="568"/>
                  </a:lnTo>
                  <a:cubicBezTo>
                    <a:pt x="2906" y="255"/>
                    <a:pt x="2651" y="1"/>
                    <a:pt x="2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36"/>
            <p:cNvSpPr/>
            <p:nvPr/>
          </p:nvSpPr>
          <p:spPr>
            <a:xfrm>
              <a:off x="6831900" y="5888850"/>
              <a:ext cx="104700" cy="104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36"/>
            <p:cNvSpPr/>
            <p:nvPr/>
          </p:nvSpPr>
          <p:spPr>
            <a:xfrm>
              <a:off x="6590000" y="5888850"/>
              <a:ext cx="104700" cy="104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8" name="Google Shape;3538;p36"/>
          <p:cNvGrpSpPr/>
          <p:nvPr/>
        </p:nvGrpSpPr>
        <p:grpSpPr>
          <a:xfrm>
            <a:off x="5700563" y="1310561"/>
            <a:ext cx="450120" cy="431786"/>
            <a:chOff x="5810664" y="2518391"/>
            <a:chExt cx="617703" cy="592542"/>
          </a:xfrm>
        </p:grpSpPr>
        <p:sp>
          <p:nvSpPr>
            <p:cNvPr id="3539" name="Google Shape;3539;p36"/>
            <p:cNvSpPr/>
            <p:nvPr/>
          </p:nvSpPr>
          <p:spPr>
            <a:xfrm>
              <a:off x="6070203" y="2655552"/>
              <a:ext cx="358164" cy="455381"/>
            </a:xfrm>
            <a:custGeom>
              <a:rect b="b" l="l" r="r" t="t"/>
              <a:pathLst>
                <a:path extrusionOk="0" h="7148" w="5622">
                  <a:moveTo>
                    <a:pt x="5622" y="1"/>
                  </a:moveTo>
                  <a:cubicBezTo>
                    <a:pt x="5258" y="96"/>
                    <a:pt x="4883" y="116"/>
                    <a:pt x="4505" y="116"/>
                  </a:cubicBezTo>
                  <a:cubicBezTo>
                    <a:pt x="4218" y="116"/>
                    <a:pt x="3930" y="104"/>
                    <a:pt x="3643" y="104"/>
                  </a:cubicBezTo>
                  <a:cubicBezTo>
                    <a:pt x="3276" y="104"/>
                    <a:pt x="2911" y="124"/>
                    <a:pt x="2556" y="212"/>
                  </a:cubicBezTo>
                  <a:cubicBezTo>
                    <a:pt x="1356" y="513"/>
                    <a:pt x="445" y="1622"/>
                    <a:pt x="230" y="2840"/>
                  </a:cubicBezTo>
                  <a:cubicBezTo>
                    <a:pt x="177" y="3143"/>
                    <a:pt x="149" y="3451"/>
                    <a:pt x="142" y="3760"/>
                  </a:cubicBezTo>
                  <a:cubicBezTo>
                    <a:pt x="136" y="4006"/>
                    <a:pt x="220" y="4416"/>
                    <a:pt x="90" y="4636"/>
                  </a:cubicBezTo>
                  <a:cubicBezTo>
                    <a:pt x="64" y="4679"/>
                    <a:pt x="28" y="4717"/>
                    <a:pt x="13" y="4764"/>
                  </a:cubicBezTo>
                  <a:cubicBezTo>
                    <a:pt x="1" y="4800"/>
                    <a:pt x="1" y="4841"/>
                    <a:pt x="3" y="4880"/>
                  </a:cubicBezTo>
                  <a:cubicBezTo>
                    <a:pt x="18" y="5371"/>
                    <a:pt x="84" y="5862"/>
                    <a:pt x="214" y="6336"/>
                  </a:cubicBezTo>
                  <a:cubicBezTo>
                    <a:pt x="277" y="6563"/>
                    <a:pt x="343" y="6822"/>
                    <a:pt x="461" y="7027"/>
                  </a:cubicBezTo>
                  <a:cubicBezTo>
                    <a:pt x="511" y="7112"/>
                    <a:pt x="560" y="7147"/>
                    <a:pt x="600" y="7147"/>
                  </a:cubicBezTo>
                  <a:cubicBezTo>
                    <a:pt x="678" y="7147"/>
                    <a:pt x="721" y="7015"/>
                    <a:pt x="659" y="6867"/>
                  </a:cubicBezTo>
                  <a:cubicBezTo>
                    <a:pt x="525" y="6550"/>
                    <a:pt x="471" y="6246"/>
                    <a:pt x="428" y="5901"/>
                  </a:cubicBezTo>
                  <a:cubicBezTo>
                    <a:pt x="393" y="5701"/>
                    <a:pt x="276" y="5286"/>
                    <a:pt x="378" y="5097"/>
                  </a:cubicBezTo>
                  <a:cubicBezTo>
                    <a:pt x="486" y="4899"/>
                    <a:pt x="637" y="4642"/>
                    <a:pt x="865" y="4569"/>
                  </a:cubicBezTo>
                  <a:cubicBezTo>
                    <a:pt x="960" y="4539"/>
                    <a:pt x="1066" y="4528"/>
                    <a:pt x="1176" y="4528"/>
                  </a:cubicBezTo>
                  <a:cubicBezTo>
                    <a:pt x="1418" y="4528"/>
                    <a:pt x="1680" y="4579"/>
                    <a:pt x="1897" y="4580"/>
                  </a:cubicBezTo>
                  <a:cubicBezTo>
                    <a:pt x="1905" y="4580"/>
                    <a:pt x="1914" y="4580"/>
                    <a:pt x="1923" y="4580"/>
                  </a:cubicBezTo>
                  <a:cubicBezTo>
                    <a:pt x="2523" y="4580"/>
                    <a:pt x="3056" y="4371"/>
                    <a:pt x="3570" y="4074"/>
                  </a:cubicBezTo>
                  <a:cubicBezTo>
                    <a:pt x="3755" y="3967"/>
                    <a:pt x="3935" y="3852"/>
                    <a:pt x="4090" y="3705"/>
                  </a:cubicBezTo>
                  <a:cubicBezTo>
                    <a:pt x="4332" y="3478"/>
                    <a:pt x="4506" y="3188"/>
                    <a:pt x="4659" y="2893"/>
                  </a:cubicBezTo>
                  <a:cubicBezTo>
                    <a:pt x="5132" y="1991"/>
                    <a:pt x="5459" y="1009"/>
                    <a:pt x="56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36"/>
            <p:cNvSpPr/>
            <p:nvPr/>
          </p:nvSpPr>
          <p:spPr>
            <a:xfrm>
              <a:off x="5810664" y="2712824"/>
              <a:ext cx="261838" cy="238011"/>
            </a:xfrm>
            <a:custGeom>
              <a:rect b="b" l="l" r="r" t="t"/>
              <a:pathLst>
                <a:path extrusionOk="0" h="3736" w="4110">
                  <a:moveTo>
                    <a:pt x="0" y="1"/>
                  </a:moveTo>
                  <a:lnTo>
                    <a:pt x="0" y="1"/>
                  </a:lnTo>
                  <a:cubicBezTo>
                    <a:pt x="117" y="752"/>
                    <a:pt x="353" y="1482"/>
                    <a:pt x="698" y="2160"/>
                  </a:cubicBezTo>
                  <a:cubicBezTo>
                    <a:pt x="811" y="2380"/>
                    <a:pt x="937" y="2597"/>
                    <a:pt x="1117" y="2769"/>
                  </a:cubicBezTo>
                  <a:cubicBezTo>
                    <a:pt x="1232" y="2878"/>
                    <a:pt x="1365" y="2967"/>
                    <a:pt x="1501" y="3047"/>
                  </a:cubicBezTo>
                  <a:cubicBezTo>
                    <a:pt x="1913" y="3290"/>
                    <a:pt x="2373" y="3475"/>
                    <a:pt x="2850" y="3480"/>
                  </a:cubicBezTo>
                  <a:cubicBezTo>
                    <a:pt x="2854" y="3480"/>
                    <a:pt x="2858" y="3480"/>
                    <a:pt x="2862" y="3480"/>
                  </a:cubicBezTo>
                  <a:cubicBezTo>
                    <a:pt x="3064" y="3480"/>
                    <a:pt x="3283" y="3455"/>
                    <a:pt x="3475" y="3392"/>
                  </a:cubicBezTo>
                  <a:cubicBezTo>
                    <a:pt x="3563" y="3361"/>
                    <a:pt x="3639" y="3329"/>
                    <a:pt x="3710" y="3329"/>
                  </a:cubicBezTo>
                  <a:cubicBezTo>
                    <a:pt x="3776" y="3329"/>
                    <a:pt x="3838" y="3356"/>
                    <a:pt x="3905" y="3439"/>
                  </a:cubicBezTo>
                  <a:cubicBezTo>
                    <a:pt x="3974" y="3523"/>
                    <a:pt x="4008" y="3630"/>
                    <a:pt x="4041" y="3736"/>
                  </a:cubicBezTo>
                  <a:cubicBezTo>
                    <a:pt x="4104" y="3705"/>
                    <a:pt x="4109" y="3617"/>
                    <a:pt x="4104" y="3546"/>
                  </a:cubicBezTo>
                  <a:cubicBezTo>
                    <a:pt x="4059" y="2810"/>
                    <a:pt x="4089" y="2052"/>
                    <a:pt x="3735" y="1383"/>
                  </a:cubicBezTo>
                  <a:cubicBezTo>
                    <a:pt x="3419" y="785"/>
                    <a:pt x="2916" y="392"/>
                    <a:pt x="2282" y="181"/>
                  </a:cubicBezTo>
                  <a:cubicBezTo>
                    <a:pt x="1990" y="105"/>
                    <a:pt x="1688" y="92"/>
                    <a:pt x="1385" y="92"/>
                  </a:cubicBezTo>
                  <a:cubicBezTo>
                    <a:pt x="1229" y="92"/>
                    <a:pt x="1072" y="95"/>
                    <a:pt x="916" y="95"/>
                  </a:cubicBezTo>
                  <a:cubicBezTo>
                    <a:pt x="606" y="95"/>
                    <a:pt x="298" y="82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36"/>
            <p:cNvSpPr/>
            <p:nvPr/>
          </p:nvSpPr>
          <p:spPr>
            <a:xfrm>
              <a:off x="6020448" y="2518391"/>
              <a:ext cx="123019" cy="314842"/>
            </a:xfrm>
            <a:custGeom>
              <a:rect b="b" l="l" r="r" t="t"/>
              <a:pathLst>
                <a:path extrusionOk="0" h="4942" w="1931">
                  <a:moveTo>
                    <a:pt x="1468" y="1"/>
                  </a:moveTo>
                  <a:cubicBezTo>
                    <a:pt x="1465" y="1"/>
                    <a:pt x="1463" y="2"/>
                    <a:pt x="1461" y="4"/>
                  </a:cubicBezTo>
                  <a:cubicBezTo>
                    <a:pt x="1240" y="219"/>
                    <a:pt x="1109" y="465"/>
                    <a:pt x="948" y="717"/>
                  </a:cubicBezTo>
                  <a:cubicBezTo>
                    <a:pt x="764" y="1007"/>
                    <a:pt x="543" y="1259"/>
                    <a:pt x="387" y="1569"/>
                  </a:cubicBezTo>
                  <a:cubicBezTo>
                    <a:pt x="154" y="2033"/>
                    <a:pt x="1" y="2639"/>
                    <a:pt x="108" y="3155"/>
                  </a:cubicBezTo>
                  <a:cubicBezTo>
                    <a:pt x="238" y="3777"/>
                    <a:pt x="575" y="4376"/>
                    <a:pt x="857" y="4939"/>
                  </a:cubicBezTo>
                  <a:lnTo>
                    <a:pt x="857" y="4939"/>
                  </a:lnTo>
                  <a:cubicBezTo>
                    <a:pt x="813" y="4849"/>
                    <a:pt x="877" y="4644"/>
                    <a:pt x="940" y="4485"/>
                  </a:cubicBezTo>
                  <a:cubicBezTo>
                    <a:pt x="970" y="4414"/>
                    <a:pt x="1000" y="4349"/>
                    <a:pt x="1020" y="4312"/>
                  </a:cubicBezTo>
                  <a:cubicBezTo>
                    <a:pt x="1152" y="4056"/>
                    <a:pt x="1337" y="3831"/>
                    <a:pt x="1475" y="3577"/>
                  </a:cubicBezTo>
                  <a:cubicBezTo>
                    <a:pt x="1931" y="2741"/>
                    <a:pt x="1866" y="1720"/>
                    <a:pt x="1666" y="791"/>
                  </a:cubicBezTo>
                  <a:cubicBezTo>
                    <a:pt x="1631" y="630"/>
                    <a:pt x="1597" y="471"/>
                    <a:pt x="1568" y="311"/>
                  </a:cubicBezTo>
                  <a:cubicBezTo>
                    <a:pt x="1565" y="288"/>
                    <a:pt x="1507" y="1"/>
                    <a:pt x="1468" y="1"/>
                  </a:cubicBezTo>
                  <a:close/>
                  <a:moveTo>
                    <a:pt x="857" y="4939"/>
                  </a:moveTo>
                  <a:cubicBezTo>
                    <a:pt x="858" y="4940"/>
                    <a:pt x="858" y="4941"/>
                    <a:pt x="858" y="4942"/>
                  </a:cubicBezTo>
                  <a:cubicBezTo>
                    <a:pt x="858" y="4941"/>
                    <a:pt x="858" y="4940"/>
                    <a:pt x="857" y="493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5" name="Shape 3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6" name="Google Shape;3546;p37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547" name="Google Shape;3547;p37"/>
          <p:cNvGrpSpPr/>
          <p:nvPr/>
        </p:nvGrpSpPr>
        <p:grpSpPr>
          <a:xfrm>
            <a:off x="1016266" y="2761823"/>
            <a:ext cx="561160" cy="487446"/>
            <a:chOff x="2560650" y="1722239"/>
            <a:chExt cx="623235" cy="541306"/>
          </a:xfrm>
        </p:grpSpPr>
        <p:sp>
          <p:nvSpPr>
            <p:cNvPr id="3548" name="Google Shape;3548;p37"/>
            <p:cNvSpPr/>
            <p:nvPr/>
          </p:nvSpPr>
          <p:spPr>
            <a:xfrm>
              <a:off x="2560650" y="1722239"/>
              <a:ext cx="623235" cy="284180"/>
            </a:xfrm>
            <a:custGeom>
              <a:rect b="b" l="l" r="r" t="t"/>
              <a:pathLst>
                <a:path extrusionOk="0" h="5158" w="11312">
                  <a:moveTo>
                    <a:pt x="5975" y="265"/>
                  </a:moveTo>
                  <a:cubicBezTo>
                    <a:pt x="6473" y="265"/>
                    <a:pt x="6972" y="376"/>
                    <a:pt x="7416" y="597"/>
                  </a:cubicBezTo>
                  <a:cubicBezTo>
                    <a:pt x="8310" y="1042"/>
                    <a:pt x="8978" y="1930"/>
                    <a:pt x="9157" y="2912"/>
                  </a:cubicBezTo>
                  <a:cubicBezTo>
                    <a:pt x="9165" y="2954"/>
                    <a:pt x="9192" y="2990"/>
                    <a:pt x="9229" y="3008"/>
                  </a:cubicBezTo>
                  <a:cubicBezTo>
                    <a:pt x="9248" y="3016"/>
                    <a:pt x="9267" y="3021"/>
                    <a:pt x="9287" y="3021"/>
                  </a:cubicBezTo>
                  <a:cubicBezTo>
                    <a:pt x="9309" y="3021"/>
                    <a:pt x="9330" y="3015"/>
                    <a:pt x="9350" y="3004"/>
                  </a:cubicBezTo>
                  <a:cubicBezTo>
                    <a:pt x="9498" y="2924"/>
                    <a:pt x="9666" y="2886"/>
                    <a:pt x="9835" y="2886"/>
                  </a:cubicBezTo>
                  <a:cubicBezTo>
                    <a:pt x="10173" y="2886"/>
                    <a:pt x="10517" y="3038"/>
                    <a:pt x="10715" y="3310"/>
                  </a:cubicBezTo>
                  <a:cubicBezTo>
                    <a:pt x="11000" y="3702"/>
                    <a:pt x="10820" y="4522"/>
                    <a:pt x="10475" y="4892"/>
                  </a:cubicBezTo>
                  <a:lnTo>
                    <a:pt x="643" y="4892"/>
                  </a:lnTo>
                  <a:cubicBezTo>
                    <a:pt x="417" y="4661"/>
                    <a:pt x="284" y="4328"/>
                    <a:pt x="275" y="3973"/>
                  </a:cubicBezTo>
                  <a:cubicBezTo>
                    <a:pt x="265" y="3598"/>
                    <a:pt x="397" y="3243"/>
                    <a:pt x="634" y="3000"/>
                  </a:cubicBezTo>
                  <a:cubicBezTo>
                    <a:pt x="872" y="2757"/>
                    <a:pt x="1222" y="2618"/>
                    <a:pt x="1598" y="2617"/>
                  </a:cubicBezTo>
                  <a:lnTo>
                    <a:pt x="1601" y="2617"/>
                  </a:lnTo>
                  <a:cubicBezTo>
                    <a:pt x="1975" y="2617"/>
                    <a:pt x="2326" y="2755"/>
                    <a:pt x="2563" y="2996"/>
                  </a:cubicBezTo>
                  <a:cubicBezTo>
                    <a:pt x="2590" y="3022"/>
                    <a:pt x="2624" y="3036"/>
                    <a:pt x="2659" y="3036"/>
                  </a:cubicBezTo>
                  <a:cubicBezTo>
                    <a:pt x="2672" y="3036"/>
                    <a:pt x="2685" y="3034"/>
                    <a:pt x="2697" y="3030"/>
                  </a:cubicBezTo>
                  <a:cubicBezTo>
                    <a:pt x="2746" y="3015"/>
                    <a:pt x="2779" y="2975"/>
                    <a:pt x="2789" y="2926"/>
                  </a:cubicBezTo>
                  <a:cubicBezTo>
                    <a:pt x="2963" y="1942"/>
                    <a:pt x="3626" y="1052"/>
                    <a:pt x="4519" y="603"/>
                  </a:cubicBezTo>
                  <a:cubicBezTo>
                    <a:pt x="4968" y="378"/>
                    <a:pt x="5471" y="265"/>
                    <a:pt x="5975" y="265"/>
                  </a:cubicBezTo>
                  <a:close/>
                  <a:moveTo>
                    <a:pt x="5976" y="1"/>
                  </a:moveTo>
                  <a:cubicBezTo>
                    <a:pt x="5432" y="1"/>
                    <a:pt x="4888" y="123"/>
                    <a:pt x="4403" y="367"/>
                  </a:cubicBezTo>
                  <a:cubicBezTo>
                    <a:pt x="3505" y="820"/>
                    <a:pt x="2822" y="1683"/>
                    <a:pt x="2578" y="2658"/>
                  </a:cubicBezTo>
                  <a:cubicBezTo>
                    <a:pt x="2308" y="2460"/>
                    <a:pt x="1964" y="2351"/>
                    <a:pt x="1604" y="2351"/>
                  </a:cubicBezTo>
                  <a:lnTo>
                    <a:pt x="1600" y="2351"/>
                  </a:lnTo>
                  <a:cubicBezTo>
                    <a:pt x="1153" y="2351"/>
                    <a:pt x="732" y="2519"/>
                    <a:pt x="445" y="2814"/>
                  </a:cubicBezTo>
                  <a:cubicBezTo>
                    <a:pt x="159" y="3107"/>
                    <a:pt x="0" y="3531"/>
                    <a:pt x="11" y="3978"/>
                  </a:cubicBezTo>
                  <a:cubicBezTo>
                    <a:pt x="21" y="4424"/>
                    <a:pt x="199" y="4841"/>
                    <a:pt x="499" y="5121"/>
                  </a:cubicBezTo>
                  <a:cubicBezTo>
                    <a:pt x="522" y="5144"/>
                    <a:pt x="556" y="5157"/>
                    <a:pt x="589" y="5157"/>
                  </a:cubicBezTo>
                  <a:lnTo>
                    <a:pt x="10529" y="5157"/>
                  </a:lnTo>
                  <a:cubicBezTo>
                    <a:pt x="10564" y="5157"/>
                    <a:pt x="10595" y="5144"/>
                    <a:pt x="10623" y="5121"/>
                  </a:cubicBezTo>
                  <a:cubicBezTo>
                    <a:pt x="11076" y="4690"/>
                    <a:pt x="11312" y="3677"/>
                    <a:pt x="10931" y="3154"/>
                  </a:cubicBezTo>
                  <a:cubicBezTo>
                    <a:pt x="10681" y="2810"/>
                    <a:pt x="10260" y="2619"/>
                    <a:pt x="9841" y="2619"/>
                  </a:cubicBezTo>
                  <a:cubicBezTo>
                    <a:pt x="9686" y="2619"/>
                    <a:pt x="9531" y="2645"/>
                    <a:pt x="9385" y="2700"/>
                  </a:cubicBezTo>
                  <a:cubicBezTo>
                    <a:pt x="9150" y="1704"/>
                    <a:pt x="8454" y="817"/>
                    <a:pt x="7536" y="361"/>
                  </a:cubicBezTo>
                  <a:cubicBezTo>
                    <a:pt x="7055" y="121"/>
                    <a:pt x="6515" y="1"/>
                    <a:pt x="59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37"/>
            <p:cNvSpPr/>
            <p:nvPr/>
          </p:nvSpPr>
          <p:spPr>
            <a:xfrm>
              <a:off x="2793479" y="2046856"/>
              <a:ext cx="147544" cy="216689"/>
            </a:xfrm>
            <a:custGeom>
              <a:rect b="b" l="l" r="r" t="t"/>
              <a:pathLst>
                <a:path extrusionOk="0" h="3933" w="2678">
                  <a:moveTo>
                    <a:pt x="1339" y="355"/>
                  </a:moveTo>
                  <a:cubicBezTo>
                    <a:pt x="1626" y="744"/>
                    <a:pt x="2413" y="1883"/>
                    <a:pt x="2414" y="2684"/>
                  </a:cubicBezTo>
                  <a:cubicBezTo>
                    <a:pt x="2414" y="3000"/>
                    <a:pt x="2286" y="3254"/>
                    <a:pt x="2034" y="3441"/>
                  </a:cubicBezTo>
                  <a:cubicBezTo>
                    <a:pt x="1830" y="3592"/>
                    <a:pt x="1585" y="3667"/>
                    <a:pt x="1340" y="3667"/>
                  </a:cubicBezTo>
                  <a:cubicBezTo>
                    <a:pt x="1095" y="3667"/>
                    <a:pt x="850" y="3592"/>
                    <a:pt x="647" y="3441"/>
                  </a:cubicBezTo>
                  <a:cubicBezTo>
                    <a:pt x="394" y="3254"/>
                    <a:pt x="266" y="3000"/>
                    <a:pt x="266" y="2684"/>
                  </a:cubicBezTo>
                  <a:cubicBezTo>
                    <a:pt x="266" y="1883"/>
                    <a:pt x="1052" y="744"/>
                    <a:pt x="1339" y="355"/>
                  </a:cubicBezTo>
                  <a:close/>
                  <a:moveTo>
                    <a:pt x="1340" y="1"/>
                  </a:moveTo>
                  <a:cubicBezTo>
                    <a:pt x="1312" y="1"/>
                    <a:pt x="1285" y="9"/>
                    <a:pt x="1263" y="24"/>
                  </a:cubicBezTo>
                  <a:cubicBezTo>
                    <a:pt x="1250" y="34"/>
                    <a:pt x="1240" y="44"/>
                    <a:pt x="1231" y="56"/>
                  </a:cubicBezTo>
                  <a:cubicBezTo>
                    <a:pt x="1143" y="169"/>
                    <a:pt x="0" y="1636"/>
                    <a:pt x="0" y="2683"/>
                  </a:cubicBezTo>
                  <a:cubicBezTo>
                    <a:pt x="0" y="3082"/>
                    <a:pt x="169" y="3417"/>
                    <a:pt x="488" y="3653"/>
                  </a:cubicBezTo>
                  <a:cubicBezTo>
                    <a:pt x="739" y="3839"/>
                    <a:pt x="1039" y="3932"/>
                    <a:pt x="1339" y="3932"/>
                  </a:cubicBezTo>
                  <a:cubicBezTo>
                    <a:pt x="1640" y="3932"/>
                    <a:pt x="1941" y="3840"/>
                    <a:pt x="2190" y="3652"/>
                  </a:cubicBezTo>
                  <a:cubicBezTo>
                    <a:pt x="2509" y="3415"/>
                    <a:pt x="2678" y="3080"/>
                    <a:pt x="2678" y="2681"/>
                  </a:cubicBezTo>
                  <a:cubicBezTo>
                    <a:pt x="2678" y="1646"/>
                    <a:pt x="1560" y="201"/>
                    <a:pt x="1450" y="60"/>
                  </a:cubicBezTo>
                  <a:cubicBezTo>
                    <a:pt x="1433" y="35"/>
                    <a:pt x="1406" y="14"/>
                    <a:pt x="1374" y="5"/>
                  </a:cubicBezTo>
                  <a:cubicBezTo>
                    <a:pt x="1363" y="2"/>
                    <a:pt x="1351" y="1"/>
                    <a:pt x="13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37"/>
            <p:cNvSpPr/>
            <p:nvPr/>
          </p:nvSpPr>
          <p:spPr>
            <a:xfrm>
              <a:off x="2666927" y="2046966"/>
              <a:ext cx="99391" cy="143302"/>
            </a:xfrm>
            <a:custGeom>
              <a:rect b="b" l="l" r="r" t="t"/>
              <a:pathLst>
                <a:path extrusionOk="0" h="2601" w="1804">
                  <a:moveTo>
                    <a:pt x="902" y="353"/>
                  </a:moveTo>
                  <a:cubicBezTo>
                    <a:pt x="1165" y="717"/>
                    <a:pt x="1538" y="1337"/>
                    <a:pt x="1538" y="1757"/>
                  </a:cubicBezTo>
                  <a:cubicBezTo>
                    <a:pt x="1538" y="1945"/>
                    <a:pt x="1465" y="2089"/>
                    <a:pt x="1315" y="2201"/>
                  </a:cubicBezTo>
                  <a:cubicBezTo>
                    <a:pt x="1194" y="2291"/>
                    <a:pt x="1048" y="2336"/>
                    <a:pt x="902" y="2336"/>
                  </a:cubicBezTo>
                  <a:cubicBezTo>
                    <a:pt x="756" y="2336"/>
                    <a:pt x="610" y="2291"/>
                    <a:pt x="488" y="2201"/>
                  </a:cubicBezTo>
                  <a:cubicBezTo>
                    <a:pt x="338" y="2090"/>
                    <a:pt x="265" y="1945"/>
                    <a:pt x="265" y="1757"/>
                  </a:cubicBezTo>
                  <a:cubicBezTo>
                    <a:pt x="265" y="1336"/>
                    <a:pt x="637" y="717"/>
                    <a:pt x="902" y="353"/>
                  </a:cubicBezTo>
                  <a:close/>
                  <a:moveTo>
                    <a:pt x="902" y="0"/>
                  </a:moveTo>
                  <a:cubicBezTo>
                    <a:pt x="885" y="0"/>
                    <a:pt x="868" y="3"/>
                    <a:pt x="851" y="10"/>
                  </a:cubicBezTo>
                  <a:cubicBezTo>
                    <a:pt x="828" y="20"/>
                    <a:pt x="808" y="36"/>
                    <a:pt x="795" y="54"/>
                  </a:cubicBezTo>
                  <a:cubicBezTo>
                    <a:pt x="700" y="174"/>
                    <a:pt x="0" y="1086"/>
                    <a:pt x="0" y="1757"/>
                  </a:cubicBezTo>
                  <a:cubicBezTo>
                    <a:pt x="0" y="2027"/>
                    <a:pt x="115" y="2254"/>
                    <a:pt x="331" y="2415"/>
                  </a:cubicBezTo>
                  <a:cubicBezTo>
                    <a:pt x="499" y="2538"/>
                    <a:pt x="700" y="2601"/>
                    <a:pt x="902" y="2601"/>
                  </a:cubicBezTo>
                  <a:cubicBezTo>
                    <a:pt x="1103" y="2601"/>
                    <a:pt x="1305" y="2538"/>
                    <a:pt x="1473" y="2415"/>
                  </a:cubicBezTo>
                  <a:cubicBezTo>
                    <a:pt x="1689" y="2254"/>
                    <a:pt x="1804" y="2027"/>
                    <a:pt x="1804" y="1757"/>
                  </a:cubicBezTo>
                  <a:cubicBezTo>
                    <a:pt x="1804" y="1077"/>
                    <a:pt x="1089" y="154"/>
                    <a:pt x="1007" y="51"/>
                  </a:cubicBezTo>
                  <a:cubicBezTo>
                    <a:pt x="1003" y="46"/>
                    <a:pt x="999" y="42"/>
                    <a:pt x="996" y="38"/>
                  </a:cubicBezTo>
                  <a:cubicBezTo>
                    <a:pt x="970" y="13"/>
                    <a:pt x="936" y="0"/>
                    <a:pt x="9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37"/>
            <p:cNvSpPr/>
            <p:nvPr/>
          </p:nvSpPr>
          <p:spPr>
            <a:xfrm>
              <a:off x="2968184" y="2046966"/>
              <a:ext cx="99446" cy="143302"/>
            </a:xfrm>
            <a:custGeom>
              <a:rect b="b" l="l" r="r" t="t"/>
              <a:pathLst>
                <a:path extrusionOk="0" h="2601" w="1805">
                  <a:moveTo>
                    <a:pt x="903" y="353"/>
                  </a:moveTo>
                  <a:cubicBezTo>
                    <a:pt x="1166" y="717"/>
                    <a:pt x="1539" y="1337"/>
                    <a:pt x="1540" y="1757"/>
                  </a:cubicBezTo>
                  <a:cubicBezTo>
                    <a:pt x="1540" y="1945"/>
                    <a:pt x="1467" y="2089"/>
                    <a:pt x="1318" y="2201"/>
                  </a:cubicBezTo>
                  <a:cubicBezTo>
                    <a:pt x="1196" y="2291"/>
                    <a:pt x="1050" y="2336"/>
                    <a:pt x="904" y="2336"/>
                  </a:cubicBezTo>
                  <a:cubicBezTo>
                    <a:pt x="758" y="2336"/>
                    <a:pt x="612" y="2291"/>
                    <a:pt x="490" y="2201"/>
                  </a:cubicBezTo>
                  <a:cubicBezTo>
                    <a:pt x="341" y="2090"/>
                    <a:pt x="267" y="1945"/>
                    <a:pt x="267" y="1757"/>
                  </a:cubicBezTo>
                  <a:cubicBezTo>
                    <a:pt x="267" y="1336"/>
                    <a:pt x="638" y="717"/>
                    <a:pt x="903" y="353"/>
                  </a:cubicBezTo>
                  <a:close/>
                  <a:moveTo>
                    <a:pt x="903" y="0"/>
                  </a:moveTo>
                  <a:cubicBezTo>
                    <a:pt x="886" y="0"/>
                    <a:pt x="869" y="3"/>
                    <a:pt x="852" y="10"/>
                  </a:cubicBezTo>
                  <a:cubicBezTo>
                    <a:pt x="829" y="20"/>
                    <a:pt x="809" y="36"/>
                    <a:pt x="795" y="54"/>
                  </a:cubicBezTo>
                  <a:cubicBezTo>
                    <a:pt x="701" y="174"/>
                    <a:pt x="1" y="1086"/>
                    <a:pt x="1" y="1757"/>
                  </a:cubicBezTo>
                  <a:cubicBezTo>
                    <a:pt x="1" y="2027"/>
                    <a:pt x="115" y="2254"/>
                    <a:pt x="331" y="2415"/>
                  </a:cubicBezTo>
                  <a:cubicBezTo>
                    <a:pt x="500" y="2538"/>
                    <a:pt x="701" y="2601"/>
                    <a:pt x="903" y="2601"/>
                  </a:cubicBezTo>
                  <a:cubicBezTo>
                    <a:pt x="1105" y="2601"/>
                    <a:pt x="1306" y="2538"/>
                    <a:pt x="1474" y="2415"/>
                  </a:cubicBezTo>
                  <a:cubicBezTo>
                    <a:pt x="1691" y="2254"/>
                    <a:pt x="1805" y="2027"/>
                    <a:pt x="1805" y="1757"/>
                  </a:cubicBezTo>
                  <a:cubicBezTo>
                    <a:pt x="1805" y="1077"/>
                    <a:pt x="1090" y="154"/>
                    <a:pt x="1008" y="51"/>
                  </a:cubicBezTo>
                  <a:cubicBezTo>
                    <a:pt x="1004" y="46"/>
                    <a:pt x="1001" y="42"/>
                    <a:pt x="997" y="38"/>
                  </a:cubicBezTo>
                  <a:cubicBezTo>
                    <a:pt x="971" y="13"/>
                    <a:pt x="937" y="0"/>
                    <a:pt x="9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52" name="Google Shape;3552;p37"/>
          <p:cNvGrpSpPr/>
          <p:nvPr/>
        </p:nvGrpSpPr>
        <p:grpSpPr>
          <a:xfrm>
            <a:off x="2618706" y="2698724"/>
            <a:ext cx="613699" cy="613644"/>
            <a:chOff x="2599656" y="2470124"/>
            <a:chExt cx="613699" cy="613644"/>
          </a:xfrm>
        </p:grpSpPr>
        <p:sp>
          <p:nvSpPr>
            <p:cNvPr id="3553" name="Google Shape;3553;p37"/>
            <p:cNvSpPr/>
            <p:nvPr/>
          </p:nvSpPr>
          <p:spPr>
            <a:xfrm>
              <a:off x="2766812" y="2637336"/>
              <a:ext cx="279332" cy="279387"/>
            </a:xfrm>
            <a:custGeom>
              <a:rect b="b" l="l" r="r" t="t"/>
              <a:pathLst>
                <a:path extrusionOk="0" h="5071" w="5070">
                  <a:moveTo>
                    <a:pt x="2534" y="264"/>
                  </a:moveTo>
                  <a:cubicBezTo>
                    <a:pt x="3787" y="264"/>
                    <a:pt x="4806" y="1283"/>
                    <a:pt x="4805" y="2535"/>
                  </a:cubicBezTo>
                  <a:cubicBezTo>
                    <a:pt x="4805" y="3786"/>
                    <a:pt x="3787" y="4804"/>
                    <a:pt x="2534" y="4804"/>
                  </a:cubicBezTo>
                  <a:cubicBezTo>
                    <a:pt x="1282" y="4804"/>
                    <a:pt x="264" y="3786"/>
                    <a:pt x="264" y="2535"/>
                  </a:cubicBezTo>
                  <a:cubicBezTo>
                    <a:pt x="264" y="1282"/>
                    <a:pt x="1282" y="264"/>
                    <a:pt x="2534" y="264"/>
                  </a:cubicBezTo>
                  <a:close/>
                  <a:moveTo>
                    <a:pt x="2534" y="0"/>
                  </a:moveTo>
                  <a:cubicBezTo>
                    <a:pt x="1137" y="0"/>
                    <a:pt x="0" y="1138"/>
                    <a:pt x="0" y="2536"/>
                  </a:cubicBezTo>
                  <a:cubicBezTo>
                    <a:pt x="0" y="3933"/>
                    <a:pt x="1137" y="5070"/>
                    <a:pt x="2534" y="5070"/>
                  </a:cubicBezTo>
                  <a:cubicBezTo>
                    <a:pt x="3933" y="5070"/>
                    <a:pt x="5070" y="3933"/>
                    <a:pt x="5070" y="2536"/>
                  </a:cubicBezTo>
                  <a:cubicBezTo>
                    <a:pt x="5070" y="1138"/>
                    <a:pt x="3932" y="0"/>
                    <a:pt x="25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37"/>
            <p:cNvSpPr/>
            <p:nvPr/>
          </p:nvSpPr>
          <p:spPr>
            <a:xfrm>
              <a:off x="2899149" y="2470124"/>
              <a:ext cx="14655" cy="119611"/>
            </a:xfrm>
            <a:custGeom>
              <a:rect b="b" l="l" r="r" t="t"/>
              <a:pathLst>
                <a:path extrusionOk="0" h="2171" w="266">
                  <a:moveTo>
                    <a:pt x="0" y="0"/>
                  </a:moveTo>
                  <a:lnTo>
                    <a:pt x="0" y="2171"/>
                  </a:lnTo>
                  <a:lnTo>
                    <a:pt x="265" y="2171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37"/>
            <p:cNvSpPr/>
            <p:nvPr/>
          </p:nvSpPr>
          <p:spPr>
            <a:xfrm>
              <a:off x="2899149" y="2964157"/>
              <a:ext cx="14655" cy="119611"/>
            </a:xfrm>
            <a:custGeom>
              <a:rect b="b" l="l" r="r" t="t"/>
              <a:pathLst>
                <a:path extrusionOk="0" h="2171" w="266">
                  <a:moveTo>
                    <a:pt x="0" y="1"/>
                  </a:moveTo>
                  <a:lnTo>
                    <a:pt x="0" y="2171"/>
                  </a:lnTo>
                  <a:lnTo>
                    <a:pt x="265" y="2171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37"/>
            <p:cNvSpPr/>
            <p:nvPr/>
          </p:nvSpPr>
          <p:spPr>
            <a:xfrm>
              <a:off x="2684336" y="2554804"/>
              <a:ext cx="94929" cy="94929"/>
            </a:xfrm>
            <a:custGeom>
              <a:rect b="b" l="l" r="r" t="t"/>
              <a:pathLst>
                <a:path extrusionOk="0" h="1723" w="1723">
                  <a:moveTo>
                    <a:pt x="187" y="0"/>
                  </a:moveTo>
                  <a:lnTo>
                    <a:pt x="0" y="188"/>
                  </a:lnTo>
                  <a:lnTo>
                    <a:pt x="1535" y="1722"/>
                  </a:lnTo>
                  <a:lnTo>
                    <a:pt x="1722" y="1535"/>
                  </a:lnTo>
                  <a:lnTo>
                    <a:pt x="1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37"/>
            <p:cNvSpPr/>
            <p:nvPr/>
          </p:nvSpPr>
          <p:spPr>
            <a:xfrm>
              <a:off x="3033690" y="2904159"/>
              <a:ext cx="94874" cy="94929"/>
            </a:xfrm>
            <a:custGeom>
              <a:rect b="b" l="l" r="r" t="t"/>
              <a:pathLst>
                <a:path extrusionOk="0" h="1723" w="1722">
                  <a:moveTo>
                    <a:pt x="187" y="0"/>
                  </a:moveTo>
                  <a:lnTo>
                    <a:pt x="1" y="187"/>
                  </a:lnTo>
                  <a:lnTo>
                    <a:pt x="1535" y="1722"/>
                  </a:lnTo>
                  <a:lnTo>
                    <a:pt x="1722" y="1535"/>
                  </a:lnTo>
                  <a:lnTo>
                    <a:pt x="1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37"/>
            <p:cNvSpPr/>
            <p:nvPr/>
          </p:nvSpPr>
          <p:spPr>
            <a:xfrm>
              <a:off x="2599656" y="2769673"/>
              <a:ext cx="119611" cy="14655"/>
            </a:xfrm>
            <a:custGeom>
              <a:rect b="b" l="l" r="r" t="t"/>
              <a:pathLst>
                <a:path extrusionOk="0" h="266" w="2171">
                  <a:moveTo>
                    <a:pt x="0" y="1"/>
                  </a:moveTo>
                  <a:lnTo>
                    <a:pt x="0" y="266"/>
                  </a:lnTo>
                  <a:lnTo>
                    <a:pt x="2170" y="266"/>
                  </a:lnTo>
                  <a:lnTo>
                    <a:pt x="21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37"/>
            <p:cNvSpPr/>
            <p:nvPr/>
          </p:nvSpPr>
          <p:spPr>
            <a:xfrm>
              <a:off x="3093633" y="2769673"/>
              <a:ext cx="119721" cy="14655"/>
            </a:xfrm>
            <a:custGeom>
              <a:rect b="b" l="l" r="r" t="t"/>
              <a:pathLst>
                <a:path extrusionOk="0" h="266" w="2173">
                  <a:moveTo>
                    <a:pt x="0" y="1"/>
                  </a:moveTo>
                  <a:lnTo>
                    <a:pt x="0" y="266"/>
                  </a:lnTo>
                  <a:lnTo>
                    <a:pt x="2173" y="266"/>
                  </a:lnTo>
                  <a:lnTo>
                    <a:pt x="21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37"/>
            <p:cNvSpPr/>
            <p:nvPr/>
          </p:nvSpPr>
          <p:spPr>
            <a:xfrm>
              <a:off x="2684336" y="2904214"/>
              <a:ext cx="94929" cy="94929"/>
            </a:xfrm>
            <a:custGeom>
              <a:rect b="b" l="l" r="r" t="t"/>
              <a:pathLst>
                <a:path extrusionOk="0" h="1723" w="1723">
                  <a:moveTo>
                    <a:pt x="1535" y="0"/>
                  </a:moveTo>
                  <a:lnTo>
                    <a:pt x="0" y="1535"/>
                  </a:lnTo>
                  <a:lnTo>
                    <a:pt x="187" y="1722"/>
                  </a:lnTo>
                  <a:lnTo>
                    <a:pt x="1722" y="187"/>
                  </a:lnTo>
                  <a:lnTo>
                    <a:pt x="15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37"/>
            <p:cNvSpPr/>
            <p:nvPr/>
          </p:nvSpPr>
          <p:spPr>
            <a:xfrm>
              <a:off x="3033690" y="2554860"/>
              <a:ext cx="94874" cy="94929"/>
            </a:xfrm>
            <a:custGeom>
              <a:rect b="b" l="l" r="r" t="t"/>
              <a:pathLst>
                <a:path extrusionOk="0" h="1723" w="1722">
                  <a:moveTo>
                    <a:pt x="1535" y="0"/>
                  </a:moveTo>
                  <a:lnTo>
                    <a:pt x="1" y="1535"/>
                  </a:lnTo>
                  <a:lnTo>
                    <a:pt x="187" y="1722"/>
                  </a:lnTo>
                  <a:lnTo>
                    <a:pt x="1722" y="188"/>
                  </a:lnTo>
                  <a:lnTo>
                    <a:pt x="15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62" name="Google Shape;3562;p37"/>
          <p:cNvGrpSpPr/>
          <p:nvPr/>
        </p:nvGrpSpPr>
        <p:grpSpPr>
          <a:xfrm>
            <a:off x="4394122" y="2744883"/>
            <a:ext cx="337364" cy="521326"/>
            <a:chOff x="5303202" y="1581560"/>
            <a:chExt cx="386000" cy="596483"/>
          </a:xfrm>
        </p:grpSpPr>
        <p:sp>
          <p:nvSpPr>
            <p:cNvPr id="3563" name="Google Shape;3563;p37"/>
            <p:cNvSpPr/>
            <p:nvPr/>
          </p:nvSpPr>
          <p:spPr>
            <a:xfrm>
              <a:off x="5303202" y="1581560"/>
              <a:ext cx="386000" cy="499227"/>
            </a:xfrm>
            <a:custGeom>
              <a:rect b="b" l="l" r="r" t="t"/>
              <a:pathLst>
                <a:path extrusionOk="0" h="6909" w="5342">
                  <a:moveTo>
                    <a:pt x="2512" y="266"/>
                  </a:moveTo>
                  <a:cubicBezTo>
                    <a:pt x="3157" y="266"/>
                    <a:pt x="3683" y="789"/>
                    <a:pt x="3683" y="1435"/>
                  </a:cubicBezTo>
                  <a:cubicBezTo>
                    <a:pt x="3683" y="1520"/>
                    <a:pt x="3673" y="1608"/>
                    <a:pt x="3653" y="1695"/>
                  </a:cubicBezTo>
                  <a:cubicBezTo>
                    <a:pt x="3643" y="1742"/>
                    <a:pt x="3658" y="1791"/>
                    <a:pt x="3694" y="1823"/>
                  </a:cubicBezTo>
                  <a:cubicBezTo>
                    <a:pt x="3719" y="1845"/>
                    <a:pt x="3750" y="1856"/>
                    <a:pt x="3783" y="1856"/>
                  </a:cubicBezTo>
                  <a:cubicBezTo>
                    <a:pt x="3797" y="1856"/>
                    <a:pt x="3812" y="1854"/>
                    <a:pt x="3826" y="1849"/>
                  </a:cubicBezTo>
                  <a:cubicBezTo>
                    <a:pt x="3934" y="1812"/>
                    <a:pt x="4036" y="1793"/>
                    <a:pt x="4133" y="1793"/>
                  </a:cubicBezTo>
                  <a:cubicBezTo>
                    <a:pt x="4653" y="1793"/>
                    <a:pt x="5077" y="2218"/>
                    <a:pt x="5077" y="2739"/>
                  </a:cubicBezTo>
                  <a:cubicBezTo>
                    <a:pt x="5077" y="3045"/>
                    <a:pt x="4927" y="3333"/>
                    <a:pt x="4673" y="3511"/>
                  </a:cubicBezTo>
                  <a:cubicBezTo>
                    <a:pt x="4625" y="3546"/>
                    <a:pt x="4605" y="3607"/>
                    <a:pt x="4625" y="3664"/>
                  </a:cubicBezTo>
                  <a:cubicBezTo>
                    <a:pt x="4710" y="3905"/>
                    <a:pt x="4753" y="4155"/>
                    <a:pt x="4753" y="4404"/>
                  </a:cubicBezTo>
                  <a:cubicBezTo>
                    <a:pt x="4753" y="5638"/>
                    <a:pt x="3747" y="6643"/>
                    <a:pt x="2513" y="6643"/>
                  </a:cubicBezTo>
                  <a:cubicBezTo>
                    <a:pt x="1279" y="6643"/>
                    <a:pt x="273" y="5639"/>
                    <a:pt x="273" y="4404"/>
                  </a:cubicBezTo>
                  <a:cubicBezTo>
                    <a:pt x="273" y="3977"/>
                    <a:pt x="395" y="3561"/>
                    <a:pt x="626" y="3199"/>
                  </a:cubicBezTo>
                  <a:cubicBezTo>
                    <a:pt x="662" y="3143"/>
                    <a:pt x="651" y="3070"/>
                    <a:pt x="601" y="3026"/>
                  </a:cubicBezTo>
                  <a:cubicBezTo>
                    <a:pt x="388" y="2845"/>
                    <a:pt x="265" y="2584"/>
                    <a:pt x="265" y="2310"/>
                  </a:cubicBezTo>
                  <a:cubicBezTo>
                    <a:pt x="265" y="1790"/>
                    <a:pt x="690" y="1365"/>
                    <a:pt x="1200" y="1365"/>
                  </a:cubicBezTo>
                  <a:cubicBezTo>
                    <a:pt x="1205" y="1365"/>
                    <a:pt x="1218" y="1366"/>
                    <a:pt x="1222" y="1368"/>
                  </a:cubicBezTo>
                  <a:cubicBezTo>
                    <a:pt x="1288" y="1368"/>
                    <a:pt x="1347" y="1321"/>
                    <a:pt x="1357" y="1255"/>
                  </a:cubicBezTo>
                  <a:cubicBezTo>
                    <a:pt x="1445" y="682"/>
                    <a:pt x="1931" y="266"/>
                    <a:pt x="2512" y="266"/>
                  </a:cubicBezTo>
                  <a:close/>
                  <a:moveTo>
                    <a:pt x="2513" y="1"/>
                  </a:moveTo>
                  <a:cubicBezTo>
                    <a:pt x="1839" y="1"/>
                    <a:pt x="1269" y="460"/>
                    <a:pt x="1117" y="1106"/>
                  </a:cubicBezTo>
                  <a:cubicBezTo>
                    <a:pt x="494" y="1153"/>
                    <a:pt x="0" y="1675"/>
                    <a:pt x="0" y="2312"/>
                  </a:cubicBezTo>
                  <a:cubicBezTo>
                    <a:pt x="0" y="2625"/>
                    <a:pt x="126" y="2926"/>
                    <a:pt x="347" y="3152"/>
                  </a:cubicBezTo>
                  <a:cubicBezTo>
                    <a:pt x="126" y="3533"/>
                    <a:pt x="9" y="3964"/>
                    <a:pt x="9" y="4404"/>
                  </a:cubicBezTo>
                  <a:cubicBezTo>
                    <a:pt x="9" y="5784"/>
                    <a:pt x="1132" y="6908"/>
                    <a:pt x="2513" y="6908"/>
                  </a:cubicBezTo>
                  <a:cubicBezTo>
                    <a:pt x="3894" y="6908"/>
                    <a:pt x="5018" y="5784"/>
                    <a:pt x="5017" y="4405"/>
                  </a:cubicBezTo>
                  <a:cubicBezTo>
                    <a:pt x="5017" y="4157"/>
                    <a:pt x="4978" y="3910"/>
                    <a:pt x="4904" y="3669"/>
                  </a:cubicBezTo>
                  <a:cubicBezTo>
                    <a:pt x="5178" y="3438"/>
                    <a:pt x="5341" y="3098"/>
                    <a:pt x="5341" y="2739"/>
                  </a:cubicBezTo>
                  <a:cubicBezTo>
                    <a:pt x="5341" y="2071"/>
                    <a:pt x="4799" y="1529"/>
                    <a:pt x="4132" y="1529"/>
                  </a:cubicBezTo>
                  <a:cubicBezTo>
                    <a:pt x="4070" y="1529"/>
                    <a:pt x="4007" y="1534"/>
                    <a:pt x="3943" y="1546"/>
                  </a:cubicBezTo>
                  <a:cubicBezTo>
                    <a:pt x="3948" y="1509"/>
                    <a:pt x="3949" y="1471"/>
                    <a:pt x="3949" y="1435"/>
                  </a:cubicBezTo>
                  <a:cubicBezTo>
                    <a:pt x="3949" y="645"/>
                    <a:pt x="3305" y="1"/>
                    <a:pt x="25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37"/>
            <p:cNvSpPr/>
            <p:nvPr/>
          </p:nvSpPr>
          <p:spPr>
            <a:xfrm>
              <a:off x="5475174" y="1974638"/>
              <a:ext cx="19220" cy="203405"/>
            </a:xfrm>
            <a:custGeom>
              <a:rect b="b" l="l" r="r" t="t"/>
              <a:pathLst>
                <a:path extrusionOk="0" h="2815" w="266">
                  <a:moveTo>
                    <a:pt x="0" y="1"/>
                  </a:moveTo>
                  <a:lnTo>
                    <a:pt x="0" y="2815"/>
                  </a:lnTo>
                  <a:lnTo>
                    <a:pt x="265" y="2815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37"/>
            <p:cNvSpPr/>
            <p:nvPr/>
          </p:nvSpPr>
          <p:spPr>
            <a:xfrm>
              <a:off x="5430808" y="1965100"/>
              <a:ext cx="107880" cy="19220"/>
            </a:xfrm>
            <a:custGeom>
              <a:rect b="b" l="l" r="r" t="t"/>
              <a:pathLst>
                <a:path extrusionOk="0" h="266" w="1493">
                  <a:moveTo>
                    <a:pt x="0" y="1"/>
                  </a:moveTo>
                  <a:lnTo>
                    <a:pt x="0" y="266"/>
                  </a:lnTo>
                  <a:lnTo>
                    <a:pt x="1493" y="266"/>
                  </a:lnTo>
                  <a:lnTo>
                    <a:pt x="14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66" name="Google Shape;3566;p37"/>
          <p:cNvGrpSpPr/>
          <p:nvPr/>
        </p:nvGrpSpPr>
        <p:grpSpPr>
          <a:xfrm>
            <a:off x="7499123" y="2792724"/>
            <a:ext cx="659869" cy="425644"/>
            <a:chOff x="9961981" y="1579115"/>
            <a:chExt cx="796559" cy="513814"/>
          </a:xfrm>
        </p:grpSpPr>
        <p:sp>
          <p:nvSpPr>
            <p:cNvPr id="3567" name="Google Shape;3567;p37"/>
            <p:cNvSpPr/>
            <p:nvPr/>
          </p:nvSpPr>
          <p:spPr>
            <a:xfrm flipH="1">
              <a:off x="10240374" y="1579115"/>
              <a:ext cx="239718" cy="413433"/>
            </a:xfrm>
            <a:custGeom>
              <a:rect b="b" l="l" r="r" t="t"/>
              <a:pathLst>
                <a:path extrusionOk="0" h="7504" w="4351">
                  <a:moveTo>
                    <a:pt x="2176" y="302"/>
                  </a:moveTo>
                  <a:cubicBezTo>
                    <a:pt x="3424" y="1300"/>
                    <a:pt x="4084" y="2491"/>
                    <a:pt x="4083" y="3750"/>
                  </a:cubicBezTo>
                  <a:cubicBezTo>
                    <a:pt x="4083" y="4915"/>
                    <a:pt x="3511" y="6034"/>
                    <a:pt x="2431" y="6986"/>
                  </a:cubicBezTo>
                  <a:cubicBezTo>
                    <a:pt x="2346" y="7061"/>
                    <a:pt x="2260" y="7133"/>
                    <a:pt x="2175" y="7202"/>
                  </a:cubicBezTo>
                  <a:cubicBezTo>
                    <a:pt x="2089" y="7134"/>
                    <a:pt x="2003" y="7061"/>
                    <a:pt x="1919" y="6986"/>
                  </a:cubicBezTo>
                  <a:cubicBezTo>
                    <a:pt x="837" y="6033"/>
                    <a:pt x="264" y="4914"/>
                    <a:pt x="264" y="3751"/>
                  </a:cubicBezTo>
                  <a:cubicBezTo>
                    <a:pt x="264" y="2493"/>
                    <a:pt x="925" y="1302"/>
                    <a:pt x="2176" y="302"/>
                  </a:cubicBezTo>
                  <a:close/>
                  <a:moveTo>
                    <a:pt x="2177" y="0"/>
                  </a:moveTo>
                  <a:cubicBezTo>
                    <a:pt x="2148" y="0"/>
                    <a:pt x="2119" y="10"/>
                    <a:pt x="2095" y="28"/>
                  </a:cubicBezTo>
                  <a:cubicBezTo>
                    <a:pt x="745" y="1078"/>
                    <a:pt x="1" y="2401"/>
                    <a:pt x="1" y="3751"/>
                  </a:cubicBezTo>
                  <a:cubicBezTo>
                    <a:pt x="1" y="4991"/>
                    <a:pt x="604" y="6180"/>
                    <a:pt x="1745" y="7184"/>
                  </a:cubicBezTo>
                  <a:cubicBezTo>
                    <a:pt x="1860" y="7286"/>
                    <a:pt x="1978" y="7385"/>
                    <a:pt x="2095" y="7476"/>
                  </a:cubicBezTo>
                  <a:cubicBezTo>
                    <a:pt x="2119" y="7495"/>
                    <a:pt x="2147" y="7503"/>
                    <a:pt x="2176" y="7503"/>
                  </a:cubicBezTo>
                  <a:cubicBezTo>
                    <a:pt x="2204" y="7503"/>
                    <a:pt x="2233" y="7495"/>
                    <a:pt x="2258" y="7477"/>
                  </a:cubicBezTo>
                  <a:cubicBezTo>
                    <a:pt x="2376" y="7387"/>
                    <a:pt x="2493" y="7287"/>
                    <a:pt x="2608" y="7185"/>
                  </a:cubicBezTo>
                  <a:cubicBezTo>
                    <a:pt x="3748" y="6182"/>
                    <a:pt x="4350" y="4995"/>
                    <a:pt x="4350" y="3751"/>
                  </a:cubicBezTo>
                  <a:cubicBezTo>
                    <a:pt x="4350" y="2399"/>
                    <a:pt x="3608" y="1076"/>
                    <a:pt x="2258" y="28"/>
                  </a:cubicBezTo>
                  <a:cubicBezTo>
                    <a:pt x="2234" y="10"/>
                    <a:pt x="2206" y="0"/>
                    <a:pt x="21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37"/>
            <p:cNvSpPr/>
            <p:nvPr/>
          </p:nvSpPr>
          <p:spPr>
            <a:xfrm flipH="1">
              <a:off x="10352879" y="1673161"/>
              <a:ext cx="14655" cy="312058"/>
            </a:xfrm>
            <a:custGeom>
              <a:rect b="b" l="l" r="r" t="t"/>
              <a:pathLst>
                <a:path extrusionOk="0" h="5664" w="266">
                  <a:moveTo>
                    <a:pt x="0" y="0"/>
                  </a:moveTo>
                  <a:lnTo>
                    <a:pt x="0" y="5663"/>
                  </a:lnTo>
                  <a:lnTo>
                    <a:pt x="265" y="5663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37"/>
            <p:cNvSpPr/>
            <p:nvPr/>
          </p:nvSpPr>
          <p:spPr>
            <a:xfrm flipH="1">
              <a:off x="10355028" y="1722967"/>
              <a:ext cx="72064" cy="72064"/>
            </a:xfrm>
            <a:custGeom>
              <a:rect b="b" l="l" r="r" t="t"/>
              <a:pathLst>
                <a:path extrusionOk="0" h="1308" w="1308">
                  <a:moveTo>
                    <a:pt x="188" y="1"/>
                  </a:moveTo>
                  <a:lnTo>
                    <a:pt x="1" y="188"/>
                  </a:lnTo>
                  <a:lnTo>
                    <a:pt x="1120" y="1307"/>
                  </a:lnTo>
                  <a:lnTo>
                    <a:pt x="1307" y="1120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37"/>
            <p:cNvSpPr/>
            <p:nvPr/>
          </p:nvSpPr>
          <p:spPr>
            <a:xfrm flipH="1">
              <a:off x="10355083" y="1857122"/>
              <a:ext cx="57795" cy="57795"/>
            </a:xfrm>
            <a:custGeom>
              <a:rect b="b" l="l" r="r" t="t"/>
              <a:pathLst>
                <a:path extrusionOk="0" h="1049" w="1049">
                  <a:moveTo>
                    <a:pt x="188" y="1"/>
                  </a:moveTo>
                  <a:lnTo>
                    <a:pt x="0" y="188"/>
                  </a:lnTo>
                  <a:lnTo>
                    <a:pt x="861" y="1048"/>
                  </a:lnTo>
                  <a:lnTo>
                    <a:pt x="1048" y="861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37"/>
            <p:cNvSpPr/>
            <p:nvPr/>
          </p:nvSpPr>
          <p:spPr>
            <a:xfrm flipH="1">
              <a:off x="10309740" y="1697072"/>
              <a:ext cx="55701" cy="55701"/>
            </a:xfrm>
            <a:custGeom>
              <a:rect b="b" l="l" r="r" t="t"/>
              <a:pathLst>
                <a:path extrusionOk="0" h="1011" w="1011">
                  <a:moveTo>
                    <a:pt x="824" y="1"/>
                  </a:moveTo>
                  <a:lnTo>
                    <a:pt x="1" y="824"/>
                  </a:lnTo>
                  <a:lnTo>
                    <a:pt x="188" y="1011"/>
                  </a:lnTo>
                  <a:lnTo>
                    <a:pt x="1011" y="188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37"/>
            <p:cNvSpPr/>
            <p:nvPr/>
          </p:nvSpPr>
          <p:spPr>
            <a:xfrm flipH="1">
              <a:off x="10293377" y="1800430"/>
              <a:ext cx="72064" cy="72119"/>
            </a:xfrm>
            <a:custGeom>
              <a:rect b="b" l="l" r="r" t="t"/>
              <a:pathLst>
                <a:path extrusionOk="0" h="1309" w="1308">
                  <a:moveTo>
                    <a:pt x="1120" y="0"/>
                  </a:moveTo>
                  <a:lnTo>
                    <a:pt x="1" y="1121"/>
                  </a:lnTo>
                  <a:lnTo>
                    <a:pt x="188" y="1308"/>
                  </a:lnTo>
                  <a:lnTo>
                    <a:pt x="1308" y="188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37"/>
            <p:cNvSpPr/>
            <p:nvPr/>
          </p:nvSpPr>
          <p:spPr>
            <a:xfrm flipH="1">
              <a:off x="10442681" y="1790292"/>
              <a:ext cx="315860" cy="302637"/>
            </a:xfrm>
            <a:custGeom>
              <a:rect b="b" l="l" r="r" t="t"/>
              <a:pathLst>
                <a:path extrusionOk="0" h="5493" w="5733">
                  <a:moveTo>
                    <a:pt x="1208" y="264"/>
                  </a:moveTo>
                  <a:cubicBezTo>
                    <a:pt x="2463" y="264"/>
                    <a:pt x="3505" y="649"/>
                    <a:pt x="4253" y="1396"/>
                  </a:cubicBezTo>
                  <a:cubicBezTo>
                    <a:pt x="5076" y="2219"/>
                    <a:pt x="5464" y="3414"/>
                    <a:pt x="5372" y="4851"/>
                  </a:cubicBezTo>
                  <a:cubicBezTo>
                    <a:pt x="5365" y="4964"/>
                    <a:pt x="5357" y="5075"/>
                    <a:pt x="5343" y="5186"/>
                  </a:cubicBezTo>
                  <a:cubicBezTo>
                    <a:pt x="5235" y="5197"/>
                    <a:pt x="5123" y="5207"/>
                    <a:pt x="5010" y="5213"/>
                  </a:cubicBezTo>
                  <a:cubicBezTo>
                    <a:pt x="4871" y="5222"/>
                    <a:pt x="4735" y="5226"/>
                    <a:pt x="4602" y="5226"/>
                  </a:cubicBezTo>
                  <a:cubicBezTo>
                    <a:pt x="3343" y="5226"/>
                    <a:pt x="2295" y="4841"/>
                    <a:pt x="1551" y="4097"/>
                  </a:cubicBezTo>
                  <a:cubicBezTo>
                    <a:pt x="661" y="3207"/>
                    <a:pt x="287" y="1898"/>
                    <a:pt x="464" y="306"/>
                  </a:cubicBezTo>
                  <a:cubicBezTo>
                    <a:pt x="719" y="278"/>
                    <a:pt x="968" y="264"/>
                    <a:pt x="1208" y="264"/>
                  </a:cubicBezTo>
                  <a:close/>
                  <a:moveTo>
                    <a:pt x="1184" y="0"/>
                  </a:moveTo>
                  <a:cubicBezTo>
                    <a:pt x="906" y="0"/>
                    <a:pt x="620" y="19"/>
                    <a:pt x="328" y="55"/>
                  </a:cubicBezTo>
                  <a:cubicBezTo>
                    <a:pt x="267" y="63"/>
                    <a:pt x="220" y="111"/>
                    <a:pt x="212" y="170"/>
                  </a:cubicBezTo>
                  <a:cubicBezTo>
                    <a:pt x="0" y="1869"/>
                    <a:pt x="407" y="3330"/>
                    <a:pt x="1363" y="4285"/>
                  </a:cubicBezTo>
                  <a:cubicBezTo>
                    <a:pt x="2157" y="5079"/>
                    <a:pt x="3270" y="5493"/>
                    <a:pt x="4599" y="5493"/>
                  </a:cubicBezTo>
                  <a:cubicBezTo>
                    <a:pt x="4739" y="5493"/>
                    <a:pt x="4882" y="5489"/>
                    <a:pt x="5025" y="5479"/>
                  </a:cubicBezTo>
                  <a:cubicBezTo>
                    <a:pt x="5180" y="5470"/>
                    <a:pt x="5332" y="5457"/>
                    <a:pt x="5479" y="5437"/>
                  </a:cubicBezTo>
                  <a:cubicBezTo>
                    <a:pt x="5539" y="5429"/>
                    <a:pt x="5587" y="5382"/>
                    <a:pt x="5594" y="5322"/>
                  </a:cubicBezTo>
                  <a:cubicBezTo>
                    <a:pt x="5613" y="5172"/>
                    <a:pt x="5628" y="5020"/>
                    <a:pt x="5636" y="4869"/>
                  </a:cubicBezTo>
                  <a:cubicBezTo>
                    <a:pt x="5732" y="3354"/>
                    <a:pt x="5318" y="2088"/>
                    <a:pt x="4439" y="1209"/>
                  </a:cubicBezTo>
                  <a:cubicBezTo>
                    <a:pt x="3648" y="417"/>
                    <a:pt x="2511" y="0"/>
                    <a:pt x="11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37"/>
            <p:cNvSpPr/>
            <p:nvPr/>
          </p:nvSpPr>
          <p:spPr>
            <a:xfrm flipH="1">
              <a:off x="10452433" y="1856792"/>
              <a:ext cx="231013" cy="231013"/>
            </a:xfrm>
            <a:custGeom>
              <a:rect b="b" l="l" r="r" t="t"/>
              <a:pathLst>
                <a:path extrusionOk="0" h="4193" w="4193">
                  <a:moveTo>
                    <a:pt x="187" y="1"/>
                  </a:moveTo>
                  <a:lnTo>
                    <a:pt x="0" y="188"/>
                  </a:lnTo>
                  <a:lnTo>
                    <a:pt x="4005" y="4193"/>
                  </a:lnTo>
                  <a:lnTo>
                    <a:pt x="4192" y="4005"/>
                  </a:lnTo>
                  <a:lnTo>
                    <a:pt x="1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37"/>
            <p:cNvSpPr/>
            <p:nvPr/>
          </p:nvSpPr>
          <p:spPr>
            <a:xfrm flipH="1">
              <a:off x="10595680" y="1937119"/>
              <a:ext cx="87270" cy="14655"/>
            </a:xfrm>
            <a:custGeom>
              <a:rect b="b" l="l" r="r" t="t"/>
              <a:pathLst>
                <a:path extrusionOk="0" h="266" w="1584">
                  <a:moveTo>
                    <a:pt x="0" y="1"/>
                  </a:moveTo>
                  <a:lnTo>
                    <a:pt x="0" y="266"/>
                  </a:lnTo>
                  <a:lnTo>
                    <a:pt x="1583" y="266"/>
                  </a:lnTo>
                  <a:lnTo>
                    <a:pt x="158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37"/>
            <p:cNvSpPr/>
            <p:nvPr/>
          </p:nvSpPr>
          <p:spPr>
            <a:xfrm flipH="1">
              <a:off x="10510945" y="2021745"/>
              <a:ext cx="67106" cy="14655"/>
            </a:xfrm>
            <a:custGeom>
              <a:rect b="b" l="l" r="r" t="t"/>
              <a:pathLst>
                <a:path extrusionOk="0" h="266" w="1218">
                  <a:moveTo>
                    <a:pt x="1" y="0"/>
                  </a:moveTo>
                  <a:lnTo>
                    <a:pt x="1" y="265"/>
                  </a:lnTo>
                  <a:lnTo>
                    <a:pt x="1217" y="265"/>
                  </a:lnTo>
                  <a:lnTo>
                    <a:pt x="12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37"/>
            <p:cNvSpPr/>
            <p:nvPr/>
          </p:nvSpPr>
          <p:spPr>
            <a:xfrm flipH="1">
              <a:off x="10618270" y="1850456"/>
              <a:ext cx="14600" cy="64186"/>
            </a:xfrm>
            <a:custGeom>
              <a:rect b="b" l="l" r="r" t="t"/>
              <a:pathLst>
                <a:path extrusionOk="0" h="1165" w="265">
                  <a:moveTo>
                    <a:pt x="1" y="1"/>
                  </a:moveTo>
                  <a:lnTo>
                    <a:pt x="1" y="1164"/>
                  </a:lnTo>
                  <a:lnTo>
                    <a:pt x="265" y="1164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37"/>
            <p:cNvSpPr/>
            <p:nvPr/>
          </p:nvSpPr>
          <p:spPr>
            <a:xfrm flipH="1">
              <a:off x="10533644" y="1911996"/>
              <a:ext cx="14600" cy="87270"/>
            </a:xfrm>
            <a:custGeom>
              <a:rect b="b" l="l" r="r" t="t"/>
              <a:pathLst>
                <a:path extrusionOk="0" h="1584" w="265">
                  <a:moveTo>
                    <a:pt x="1" y="0"/>
                  </a:moveTo>
                  <a:lnTo>
                    <a:pt x="1" y="1583"/>
                  </a:lnTo>
                  <a:lnTo>
                    <a:pt x="265" y="1583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37"/>
            <p:cNvSpPr/>
            <p:nvPr/>
          </p:nvSpPr>
          <p:spPr>
            <a:xfrm flipH="1">
              <a:off x="9961981" y="1790182"/>
              <a:ext cx="315805" cy="302747"/>
            </a:xfrm>
            <a:custGeom>
              <a:rect b="b" l="l" r="r" t="t"/>
              <a:pathLst>
                <a:path extrusionOk="0" h="5495" w="5732">
                  <a:moveTo>
                    <a:pt x="4520" y="266"/>
                  </a:moveTo>
                  <a:cubicBezTo>
                    <a:pt x="4762" y="266"/>
                    <a:pt x="5012" y="280"/>
                    <a:pt x="5269" y="309"/>
                  </a:cubicBezTo>
                  <a:cubicBezTo>
                    <a:pt x="5447" y="1897"/>
                    <a:pt x="5072" y="3206"/>
                    <a:pt x="4180" y="4097"/>
                  </a:cubicBezTo>
                  <a:cubicBezTo>
                    <a:pt x="3435" y="4841"/>
                    <a:pt x="2390" y="5230"/>
                    <a:pt x="1133" y="5230"/>
                  </a:cubicBezTo>
                  <a:cubicBezTo>
                    <a:pt x="999" y="5230"/>
                    <a:pt x="863" y="5225"/>
                    <a:pt x="724" y="5216"/>
                  </a:cubicBezTo>
                  <a:cubicBezTo>
                    <a:pt x="611" y="5210"/>
                    <a:pt x="498" y="5200"/>
                    <a:pt x="391" y="5189"/>
                  </a:cubicBezTo>
                  <a:cubicBezTo>
                    <a:pt x="379" y="5078"/>
                    <a:pt x="368" y="4968"/>
                    <a:pt x="362" y="4854"/>
                  </a:cubicBezTo>
                  <a:cubicBezTo>
                    <a:pt x="270" y="3415"/>
                    <a:pt x="657" y="2218"/>
                    <a:pt x="1479" y="1396"/>
                  </a:cubicBezTo>
                  <a:cubicBezTo>
                    <a:pt x="2225" y="650"/>
                    <a:pt x="3265" y="266"/>
                    <a:pt x="4520" y="266"/>
                  </a:cubicBezTo>
                  <a:close/>
                  <a:moveTo>
                    <a:pt x="4547" y="0"/>
                  </a:moveTo>
                  <a:cubicBezTo>
                    <a:pt x="3217" y="0"/>
                    <a:pt x="2081" y="417"/>
                    <a:pt x="1291" y="1206"/>
                  </a:cubicBezTo>
                  <a:cubicBezTo>
                    <a:pt x="412" y="2084"/>
                    <a:pt x="0" y="3352"/>
                    <a:pt x="96" y="4868"/>
                  </a:cubicBezTo>
                  <a:cubicBezTo>
                    <a:pt x="105" y="5022"/>
                    <a:pt x="120" y="5175"/>
                    <a:pt x="138" y="5323"/>
                  </a:cubicBezTo>
                  <a:cubicBezTo>
                    <a:pt x="146" y="5383"/>
                    <a:pt x="193" y="5430"/>
                    <a:pt x="254" y="5437"/>
                  </a:cubicBezTo>
                  <a:cubicBezTo>
                    <a:pt x="398" y="5457"/>
                    <a:pt x="552" y="5471"/>
                    <a:pt x="708" y="5480"/>
                  </a:cubicBezTo>
                  <a:cubicBezTo>
                    <a:pt x="852" y="5490"/>
                    <a:pt x="993" y="5495"/>
                    <a:pt x="1133" y="5495"/>
                  </a:cubicBezTo>
                  <a:cubicBezTo>
                    <a:pt x="2460" y="5495"/>
                    <a:pt x="3573" y="5079"/>
                    <a:pt x="4366" y="4283"/>
                  </a:cubicBezTo>
                  <a:cubicBezTo>
                    <a:pt x="5323" y="3327"/>
                    <a:pt x="5732" y="1865"/>
                    <a:pt x="5519" y="171"/>
                  </a:cubicBezTo>
                  <a:cubicBezTo>
                    <a:pt x="5512" y="111"/>
                    <a:pt x="5464" y="64"/>
                    <a:pt x="5404" y="55"/>
                  </a:cubicBezTo>
                  <a:cubicBezTo>
                    <a:pt x="5111" y="19"/>
                    <a:pt x="4825" y="0"/>
                    <a:pt x="45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37"/>
            <p:cNvSpPr/>
            <p:nvPr/>
          </p:nvSpPr>
          <p:spPr>
            <a:xfrm flipH="1">
              <a:off x="10037021" y="1856792"/>
              <a:ext cx="231013" cy="231013"/>
            </a:xfrm>
            <a:custGeom>
              <a:rect b="b" l="l" r="r" t="t"/>
              <a:pathLst>
                <a:path extrusionOk="0" h="4193" w="4193">
                  <a:moveTo>
                    <a:pt x="4005" y="1"/>
                  </a:moveTo>
                  <a:lnTo>
                    <a:pt x="0" y="4005"/>
                  </a:lnTo>
                  <a:lnTo>
                    <a:pt x="187" y="4193"/>
                  </a:lnTo>
                  <a:lnTo>
                    <a:pt x="4192" y="188"/>
                  </a:lnTo>
                  <a:lnTo>
                    <a:pt x="40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37"/>
            <p:cNvSpPr/>
            <p:nvPr/>
          </p:nvSpPr>
          <p:spPr>
            <a:xfrm flipH="1">
              <a:off x="10117406" y="1857177"/>
              <a:ext cx="14600" cy="87326"/>
            </a:xfrm>
            <a:custGeom>
              <a:rect b="b" l="l" r="r" t="t"/>
              <a:pathLst>
                <a:path extrusionOk="0" h="1585" w="265">
                  <a:moveTo>
                    <a:pt x="1" y="1"/>
                  </a:moveTo>
                  <a:lnTo>
                    <a:pt x="1" y="1585"/>
                  </a:lnTo>
                  <a:lnTo>
                    <a:pt x="265" y="1585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37"/>
            <p:cNvSpPr/>
            <p:nvPr/>
          </p:nvSpPr>
          <p:spPr>
            <a:xfrm flipH="1">
              <a:off x="10202031" y="1962077"/>
              <a:ext cx="14655" cy="67051"/>
            </a:xfrm>
            <a:custGeom>
              <a:rect b="b" l="l" r="r" t="t"/>
              <a:pathLst>
                <a:path extrusionOk="0" h="1217" w="266">
                  <a:moveTo>
                    <a:pt x="0" y="1"/>
                  </a:moveTo>
                  <a:lnTo>
                    <a:pt x="0" y="1216"/>
                  </a:lnTo>
                  <a:lnTo>
                    <a:pt x="265" y="1216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37"/>
            <p:cNvSpPr/>
            <p:nvPr/>
          </p:nvSpPr>
          <p:spPr>
            <a:xfrm flipH="1">
              <a:off x="10030686" y="1907258"/>
              <a:ext cx="64186" cy="14655"/>
            </a:xfrm>
            <a:custGeom>
              <a:rect b="b" l="l" r="r" t="t"/>
              <a:pathLst>
                <a:path extrusionOk="0" h="266" w="1165">
                  <a:moveTo>
                    <a:pt x="0" y="0"/>
                  </a:moveTo>
                  <a:lnTo>
                    <a:pt x="0" y="265"/>
                  </a:lnTo>
                  <a:lnTo>
                    <a:pt x="1165" y="265"/>
                  </a:lnTo>
                  <a:lnTo>
                    <a:pt x="11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37"/>
            <p:cNvSpPr/>
            <p:nvPr/>
          </p:nvSpPr>
          <p:spPr>
            <a:xfrm flipH="1">
              <a:off x="10092172" y="1991883"/>
              <a:ext cx="87326" cy="14655"/>
            </a:xfrm>
            <a:custGeom>
              <a:rect b="b" l="l" r="r" t="t"/>
              <a:pathLst>
                <a:path extrusionOk="0" h="266" w="1585">
                  <a:moveTo>
                    <a:pt x="0" y="0"/>
                  </a:moveTo>
                  <a:lnTo>
                    <a:pt x="0" y="265"/>
                  </a:lnTo>
                  <a:lnTo>
                    <a:pt x="1584" y="265"/>
                  </a:lnTo>
                  <a:lnTo>
                    <a:pt x="158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5" name="Google Shape;3585;p37"/>
          <p:cNvGrpSpPr/>
          <p:nvPr/>
        </p:nvGrpSpPr>
        <p:grpSpPr>
          <a:xfrm>
            <a:off x="5864542" y="2826468"/>
            <a:ext cx="662512" cy="358156"/>
            <a:chOff x="9169559" y="1863513"/>
            <a:chExt cx="400648" cy="216578"/>
          </a:xfrm>
        </p:grpSpPr>
        <p:sp>
          <p:nvSpPr>
            <p:cNvPr id="3586" name="Google Shape;3586;p37"/>
            <p:cNvSpPr/>
            <p:nvPr/>
          </p:nvSpPr>
          <p:spPr>
            <a:xfrm flipH="1">
              <a:off x="9296166" y="1863513"/>
              <a:ext cx="147489" cy="216578"/>
            </a:xfrm>
            <a:custGeom>
              <a:rect b="b" l="l" r="r" t="t"/>
              <a:pathLst>
                <a:path extrusionOk="0" h="3931" w="2677">
                  <a:moveTo>
                    <a:pt x="1338" y="353"/>
                  </a:moveTo>
                  <a:cubicBezTo>
                    <a:pt x="1627" y="741"/>
                    <a:pt x="2413" y="1877"/>
                    <a:pt x="2413" y="2682"/>
                  </a:cubicBezTo>
                  <a:cubicBezTo>
                    <a:pt x="2413" y="2998"/>
                    <a:pt x="2285" y="3252"/>
                    <a:pt x="2033" y="3439"/>
                  </a:cubicBezTo>
                  <a:cubicBezTo>
                    <a:pt x="1829" y="3590"/>
                    <a:pt x="1585" y="3666"/>
                    <a:pt x="1340" y="3666"/>
                  </a:cubicBezTo>
                  <a:cubicBezTo>
                    <a:pt x="1095" y="3666"/>
                    <a:pt x="850" y="3590"/>
                    <a:pt x="646" y="3439"/>
                  </a:cubicBezTo>
                  <a:cubicBezTo>
                    <a:pt x="394" y="3253"/>
                    <a:pt x="266" y="2998"/>
                    <a:pt x="266" y="2682"/>
                  </a:cubicBezTo>
                  <a:cubicBezTo>
                    <a:pt x="266" y="1877"/>
                    <a:pt x="1052" y="741"/>
                    <a:pt x="1338" y="353"/>
                  </a:cubicBezTo>
                  <a:close/>
                  <a:moveTo>
                    <a:pt x="1338" y="0"/>
                  </a:moveTo>
                  <a:cubicBezTo>
                    <a:pt x="1324" y="0"/>
                    <a:pt x="1309" y="3"/>
                    <a:pt x="1294" y="7"/>
                  </a:cubicBezTo>
                  <a:cubicBezTo>
                    <a:pt x="1291" y="10"/>
                    <a:pt x="1289" y="10"/>
                    <a:pt x="1286" y="11"/>
                  </a:cubicBezTo>
                  <a:cubicBezTo>
                    <a:pt x="1264" y="20"/>
                    <a:pt x="1244" y="36"/>
                    <a:pt x="1230" y="56"/>
                  </a:cubicBezTo>
                  <a:cubicBezTo>
                    <a:pt x="1141" y="169"/>
                    <a:pt x="0" y="1628"/>
                    <a:pt x="0" y="2681"/>
                  </a:cubicBezTo>
                  <a:cubicBezTo>
                    <a:pt x="0" y="3080"/>
                    <a:pt x="169" y="3417"/>
                    <a:pt x="487" y="3652"/>
                  </a:cubicBezTo>
                  <a:cubicBezTo>
                    <a:pt x="738" y="3838"/>
                    <a:pt x="1039" y="3930"/>
                    <a:pt x="1338" y="3930"/>
                  </a:cubicBezTo>
                  <a:cubicBezTo>
                    <a:pt x="1639" y="3930"/>
                    <a:pt x="1940" y="3838"/>
                    <a:pt x="2190" y="3652"/>
                  </a:cubicBezTo>
                  <a:cubicBezTo>
                    <a:pt x="2508" y="3415"/>
                    <a:pt x="2677" y="3080"/>
                    <a:pt x="2677" y="2681"/>
                  </a:cubicBezTo>
                  <a:cubicBezTo>
                    <a:pt x="2677" y="1637"/>
                    <a:pt x="1553" y="194"/>
                    <a:pt x="1448" y="59"/>
                  </a:cubicBezTo>
                  <a:cubicBezTo>
                    <a:pt x="1434" y="37"/>
                    <a:pt x="1413" y="21"/>
                    <a:pt x="1389" y="11"/>
                  </a:cubicBezTo>
                  <a:cubicBezTo>
                    <a:pt x="1372" y="3"/>
                    <a:pt x="1355" y="0"/>
                    <a:pt x="13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37"/>
            <p:cNvSpPr/>
            <p:nvPr/>
          </p:nvSpPr>
          <p:spPr>
            <a:xfrm flipH="1">
              <a:off x="9470926" y="1863513"/>
              <a:ext cx="99281" cy="143357"/>
            </a:xfrm>
            <a:custGeom>
              <a:rect b="b" l="l" r="r" t="t"/>
              <a:pathLst>
                <a:path extrusionOk="0" h="2602" w="1802">
                  <a:moveTo>
                    <a:pt x="901" y="353"/>
                  </a:moveTo>
                  <a:cubicBezTo>
                    <a:pt x="1143" y="687"/>
                    <a:pt x="1538" y="1324"/>
                    <a:pt x="1538" y="1757"/>
                  </a:cubicBezTo>
                  <a:cubicBezTo>
                    <a:pt x="1538" y="1945"/>
                    <a:pt x="1465" y="2090"/>
                    <a:pt x="1316" y="2201"/>
                  </a:cubicBezTo>
                  <a:cubicBezTo>
                    <a:pt x="1194" y="2291"/>
                    <a:pt x="1048" y="2336"/>
                    <a:pt x="902" y="2336"/>
                  </a:cubicBezTo>
                  <a:cubicBezTo>
                    <a:pt x="756" y="2336"/>
                    <a:pt x="610" y="2291"/>
                    <a:pt x="488" y="2201"/>
                  </a:cubicBezTo>
                  <a:cubicBezTo>
                    <a:pt x="339" y="2092"/>
                    <a:pt x="266" y="1945"/>
                    <a:pt x="266" y="1757"/>
                  </a:cubicBezTo>
                  <a:cubicBezTo>
                    <a:pt x="266" y="1324"/>
                    <a:pt x="660" y="687"/>
                    <a:pt x="901" y="353"/>
                  </a:cubicBezTo>
                  <a:close/>
                  <a:moveTo>
                    <a:pt x="902" y="1"/>
                  </a:moveTo>
                  <a:cubicBezTo>
                    <a:pt x="877" y="1"/>
                    <a:pt x="852" y="8"/>
                    <a:pt x="831" y="21"/>
                  </a:cubicBezTo>
                  <a:cubicBezTo>
                    <a:pt x="817" y="30"/>
                    <a:pt x="804" y="41"/>
                    <a:pt x="794" y="56"/>
                  </a:cubicBezTo>
                  <a:cubicBezTo>
                    <a:pt x="730" y="135"/>
                    <a:pt x="0" y="1071"/>
                    <a:pt x="0" y="1757"/>
                  </a:cubicBezTo>
                  <a:cubicBezTo>
                    <a:pt x="0" y="2028"/>
                    <a:pt x="114" y="2254"/>
                    <a:pt x="330" y="2415"/>
                  </a:cubicBezTo>
                  <a:cubicBezTo>
                    <a:pt x="498" y="2539"/>
                    <a:pt x="699" y="2601"/>
                    <a:pt x="901" y="2601"/>
                  </a:cubicBezTo>
                  <a:cubicBezTo>
                    <a:pt x="1103" y="2601"/>
                    <a:pt x="1306" y="2540"/>
                    <a:pt x="1471" y="2415"/>
                  </a:cubicBezTo>
                  <a:cubicBezTo>
                    <a:pt x="1688" y="2254"/>
                    <a:pt x="1802" y="2027"/>
                    <a:pt x="1802" y="1757"/>
                  </a:cubicBezTo>
                  <a:cubicBezTo>
                    <a:pt x="1802" y="1078"/>
                    <a:pt x="1088" y="156"/>
                    <a:pt x="1010" y="58"/>
                  </a:cubicBezTo>
                  <a:cubicBezTo>
                    <a:pt x="996" y="37"/>
                    <a:pt x="975" y="21"/>
                    <a:pt x="952" y="11"/>
                  </a:cubicBezTo>
                  <a:cubicBezTo>
                    <a:pt x="936" y="4"/>
                    <a:pt x="919" y="1"/>
                    <a:pt x="9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37"/>
            <p:cNvSpPr/>
            <p:nvPr/>
          </p:nvSpPr>
          <p:spPr>
            <a:xfrm flipH="1">
              <a:off x="9169559" y="1863789"/>
              <a:ext cx="99391" cy="143082"/>
            </a:xfrm>
            <a:custGeom>
              <a:rect b="b" l="l" r="r" t="t"/>
              <a:pathLst>
                <a:path extrusionOk="0" h="2597" w="1804">
                  <a:moveTo>
                    <a:pt x="902" y="348"/>
                  </a:moveTo>
                  <a:cubicBezTo>
                    <a:pt x="1144" y="682"/>
                    <a:pt x="1539" y="1319"/>
                    <a:pt x="1538" y="1752"/>
                  </a:cubicBezTo>
                  <a:cubicBezTo>
                    <a:pt x="1538" y="1940"/>
                    <a:pt x="1465" y="2085"/>
                    <a:pt x="1315" y="2196"/>
                  </a:cubicBezTo>
                  <a:cubicBezTo>
                    <a:pt x="1194" y="2286"/>
                    <a:pt x="1048" y="2331"/>
                    <a:pt x="902" y="2331"/>
                  </a:cubicBezTo>
                  <a:cubicBezTo>
                    <a:pt x="756" y="2331"/>
                    <a:pt x="610" y="2286"/>
                    <a:pt x="488" y="2196"/>
                  </a:cubicBezTo>
                  <a:cubicBezTo>
                    <a:pt x="338" y="2087"/>
                    <a:pt x="265" y="1940"/>
                    <a:pt x="265" y="1752"/>
                  </a:cubicBezTo>
                  <a:cubicBezTo>
                    <a:pt x="265" y="1319"/>
                    <a:pt x="661" y="682"/>
                    <a:pt x="902" y="348"/>
                  </a:cubicBezTo>
                  <a:close/>
                  <a:moveTo>
                    <a:pt x="902" y="1"/>
                  </a:moveTo>
                  <a:cubicBezTo>
                    <a:pt x="861" y="1"/>
                    <a:pt x="819" y="17"/>
                    <a:pt x="795" y="51"/>
                  </a:cubicBezTo>
                  <a:cubicBezTo>
                    <a:pt x="728" y="133"/>
                    <a:pt x="1" y="1067"/>
                    <a:pt x="1" y="1752"/>
                  </a:cubicBezTo>
                  <a:cubicBezTo>
                    <a:pt x="1" y="2023"/>
                    <a:pt x="115" y="2249"/>
                    <a:pt x="330" y="2410"/>
                  </a:cubicBezTo>
                  <a:cubicBezTo>
                    <a:pt x="499" y="2534"/>
                    <a:pt x="700" y="2596"/>
                    <a:pt x="902" y="2596"/>
                  </a:cubicBezTo>
                  <a:cubicBezTo>
                    <a:pt x="1104" y="2596"/>
                    <a:pt x="1307" y="2535"/>
                    <a:pt x="1474" y="2410"/>
                  </a:cubicBezTo>
                  <a:cubicBezTo>
                    <a:pt x="1690" y="2249"/>
                    <a:pt x="1804" y="2022"/>
                    <a:pt x="1804" y="1752"/>
                  </a:cubicBezTo>
                  <a:cubicBezTo>
                    <a:pt x="1804" y="1070"/>
                    <a:pt x="1083" y="143"/>
                    <a:pt x="1011" y="52"/>
                  </a:cubicBezTo>
                  <a:cubicBezTo>
                    <a:pt x="987" y="18"/>
                    <a:pt x="945" y="1"/>
                    <a:pt x="9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89" name="Google Shape;3589;p37"/>
          <p:cNvSpPr/>
          <p:nvPr/>
        </p:nvSpPr>
        <p:spPr>
          <a:xfrm>
            <a:off x="822400" y="2531156"/>
            <a:ext cx="948893" cy="948779"/>
          </a:xfrm>
          <a:custGeom>
            <a:rect b="b" l="l" r="r" t="t"/>
            <a:pathLst>
              <a:path extrusionOk="0" h="10930" w="10931">
                <a:moveTo>
                  <a:pt x="5466" y="265"/>
                </a:moveTo>
                <a:cubicBezTo>
                  <a:pt x="8333" y="265"/>
                  <a:pt x="10666" y="2598"/>
                  <a:pt x="10666" y="5465"/>
                </a:cubicBezTo>
                <a:cubicBezTo>
                  <a:pt x="10666" y="8333"/>
                  <a:pt x="8333" y="10666"/>
                  <a:pt x="5466" y="10666"/>
                </a:cubicBezTo>
                <a:cubicBezTo>
                  <a:pt x="2598" y="10666"/>
                  <a:pt x="265" y="8333"/>
                  <a:pt x="265" y="5465"/>
                </a:cubicBezTo>
                <a:cubicBezTo>
                  <a:pt x="265" y="2598"/>
                  <a:pt x="2598" y="265"/>
                  <a:pt x="5466" y="265"/>
                </a:cubicBezTo>
                <a:close/>
                <a:moveTo>
                  <a:pt x="5466" y="0"/>
                </a:moveTo>
                <a:cubicBezTo>
                  <a:pt x="2452" y="0"/>
                  <a:pt x="1" y="2452"/>
                  <a:pt x="1" y="5465"/>
                </a:cubicBezTo>
                <a:cubicBezTo>
                  <a:pt x="1" y="8478"/>
                  <a:pt x="2452" y="10930"/>
                  <a:pt x="5466" y="10930"/>
                </a:cubicBezTo>
                <a:cubicBezTo>
                  <a:pt x="8479" y="10930"/>
                  <a:pt x="10931" y="8478"/>
                  <a:pt x="10931" y="5465"/>
                </a:cubicBezTo>
                <a:cubicBezTo>
                  <a:pt x="10931" y="2452"/>
                  <a:pt x="8479" y="0"/>
                  <a:pt x="546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0" name="Google Shape;3590;p37"/>
          <p:cNvSpPr/>
          <p:nvPr/>
        </p:nvSpPr>
        <p:spPr>
          <a:xfrm>
            <a:off x="2455460" y="2531156"/>
            <a:ext cx="948893" cy="948779"/>
          </a:xfrm>
          <a:custGeom>
            <a:rect b="b" l="l" r="r" t="t"/>
            <a:pathLst>
              <a:path extrusionOk="0" h="10930" w="10931">
                <a:moveTo>
                  <a:pt x="5466" y="265"/>
                </a:moveTo>
                <a:cubicBezTo>
                  <a:pt x="8333" y="265"/>
                  <a:pt x="10666" y="2598"/>
                  <a:pt x="10666" y="5465"/>
                </a:cubicBezTo>
                <a:cubicBezTo>
                  <a:pt x="10666" y="8333"/>
                  <a:pt x="8333" y="10666"/>
                  <a:pt x="5466" y="10666"/>
                </a:cubicBezTo>
                <a:cubicBezTo>
                  <a:pt x="2598" y="10666"/>
                  <a:pt x="265" y="8333"/>
                  <a:pt x="265" y="5465"/>
                </a:cubicBezTo>
                <a:cubicBezTo>
                  <a:pt x="265" y="2598"/>
                  <a:pt x="2598" y="265"/>
                  <a:pt x="5466" y="265"/>
                </a:cubicBezTo>
                <a:close/>
                <a:moveTo>
                  <a:pt x="5466" y="0"/>
                </a:moveTo>
                <a:cubicBezTo>
                  <a:pt x="2452" y="0"/>
                  <a:pt x="1" y="2452"/>
                  <a:pt x="1" y="5465"/>
                </a:cubicBezTo>
                <a:cubicBezTo>
                  <a:pt x="1" y="8478"/>
                  <a:pt x="2452" y="10930"/>
                  <a:pt x="5466" y="10930"/>
                </a:cubicBezTo>
                <a:cubicBezTo>
                  <a:pt x="8479" y="10930"/>
                  <a:pt x="10931" y="8478"/>
                  <a:pt x="10931" y="5465"/>
                </a:cubicBezTo>
                <a:cubicBezTo>
                  <a:pt x="10931" y="2452"/>
                  <a:pt x="8479" y="0"/>
                  <a:pt x="546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1" name="Google Shape;3591;p37"/>
          <p:cNvSpPr/>
          <p:nvPr/>
        </p:nvSpPr>
        <p:spPr>
          <a:xfrm>
            <a:off x="4088520" y="2531156"/>
            <a:ext cx="948893" cy="948779"/>
          </a:xfrm>
          <a:custGeom>
            <a:rect b="b" l="l" r="r" t="t"/>
            <a:pathLst>
              <a:path extrusionOk="0" h="10930" w="10931">
                <a:moveTo>
                  <a:pt x="5466" y="265"/>
                </a:moveTo>
                <a:cubicBezTo>
                  <a:pt x="8333" y="265"/>
                  <a:pt x="10666" y="2598"/>
                  <a:pt x="10666" y="5465"/>
                </a:cubicBezTo>
                <a:cubicBezTo>
                  <a:pt x="10666" y="8333"/>
                  <a:pt x="8333" y="10666"/>
                  <a:pt x="5466" y="10666"/>
                </a:cubicBezTo>
                <a:cubicBezTo>
                  <a:pt x="2598" y="10666"/>
                  <a:pt x="265" y="8333"/>
                  <a:pt x="265" y="5465"/>
                </a:cubicBezTo>
                <a:cubicBezTo>
                  <a:pt x="265" y="2598"/>
                  <a:pt x="2598" y="265"/>
                  <a:pt x="5466" y="265"/>
                </a:cubicBezTo>
                <a:close/>
                <a:moveTo>
                  <a:pt x="5466" y="0"/>
                </a:moveTo>
                <a:cubicBezTo>
                  <a:pt x="2452" y="0"/>
                  <a:pt x="1" y="2452"/>
                  <a:pt x="1" y="5465"/>
                </a:cubicBezTo>
                <a:cubicBezTo>
                  <a:pt x="1" y="8478"/>
                  <a:pt x="2452" y="10930"/>
                  <a:pt x="5466" y="10930"/>
                </a:cubicBezTo>
                <a:cubicBezTo>
                  <a:pt x="8479" y="10930"/>
                  <a:pt x="10931" y="8478"/>
                  <a:pt x="10931" y="5465"/>
                </a:cubicBezTo>
                <a:cubicBezTo>
                  <a:pt x="10931" y="2452"/>
                  <a:pt x="8479" y="0"/>
                  <a:pt x="54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2" name="Google Shape;3592;p37"/>
          <p:cNvSpPr/>
          <p:nvPr/>
        </p:nvSpPr>
        <p:spPr>
          <a:xfrm>
            <a:off x="5721580" y="2531156"/>
            <a:ext cx="948893" cy="948779"/>
          </a:xfrm>
          <a:custGeom>
            <a:rect b="b" l="l" r="r" t="t"/>
            <a:pathLst>
              <a:path extrusionOk="0" h="10930" w="10931">
                <a:moveTo>
                  <a:pt x="5466" y="265"/>
                </a:moveTo>
                <a:cubicBezTo>
                  <a:pt x="8333" y="265"/>
                  <a:pt x="10666" y="2598"/>
                  <a:pt x="10666" y="5465"/>
                </a:cubicBezTo>
                <a:cubicBezTo>
                  <a:pt x="10666" y="8333"/>
                  <a:pt x="8333" y="10666"/>
                  <a:pt x="5466" y="10666"/>
                </a:cubicBezTo>
                <a:cubicBezTo>
                  <a:pt x="2598" y="10666"/>
                  <a:pt x="265" y="8333"/>
                  <a:pt x="265" y="5465"/>
                </a:cubicBezTo>
                <a:cubicBezTo>
                  <a:pt x="265" y="2598"/>
                  <a:pt x="2598" y="265"/>
                  <a:pt x="5466" y="265"/>
                </a:cubicBezTo>
                <a:close/>
                <a:moveTo>
                  <a:pt x="5466" y="0"/>
                </a:moveTo>
                <a:cubicBezTo>
                  <a:pt x="2452" y="0"/>
                  <a:pt x="1" y="2452"/>
                  <a:pt x="1" y="5465"/>
                </a:cubicBezTo>
                <a:cubicBezTo>
                  <a:pt x="1" y="8478"/>
                  <a:pt x="2452" y="10930"/>
                  <a:pt x="5466" y="10930"/>
                </a:cubicBezTo>
                <a:cubicBezTo>
                  <a:pt x="8479" y="10930"/>
                  <a:pt x="10931" y="8478"/>
                  <a:pt x="10931" y="5465"/>
                </a:cubicBezTo>
                <a:cubicBezTo>
                  <a:pt x="10931" y="2452"/>
                  <a:pt x="8479" y="0"/>
                  <a:pt x="546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3" name="Google Shape;3593;p37"/>
          <p:cNvSpPr/>
          <p:nvPr/>
        </p:nvSpPr>
        <p:spPr>
          <a:xfrm>
            <a:off x="7354639" y="2531156"/>
            <a:ext cx="948893" cy="948779"/>
          </a:xfrm>
          <a:custGeom>
            <a:rect b="b" l="l" r="r" t="t"/>
            <a:pathLst>
              <a:path extrusionOk="0" h="10930" w="10931">
                <a:moveTo>
                  <a:pt x="5466" y="265"/>
                </a:moveTo>
                <a:cubicBezTo>
                  <a:pt x="8333" y="265"/>
                  <a:pt x="10666" y="2598"/>
                  <a:pt x="10666" y="5465"/>
                </a:cubicBezTo>
                <a:cubicBezTo>
                  <a:pt x="10666" y="8333"/>
                  <a:pt x="8333" y="10666"/>
                  <a:pt x="5466" y="10666"/>
                </a:cubicBezTo>
                <a:cubicBezTo>
                  <a:pt x="2598" y="10666"/>
                  <a:pt x="265" y="8333"/>
                  <a:pt x="265" y="5465"/>
                </a:cubicBezTo>
                <a:cubicBezTo>
                  <a:pt x="265" y="2598"/>
                  <a:pt x="2598" y="265"/>
                  <a:pt x="5466" y="265"/>
                </a:cubicBezTo>
                <a:close/>
                <a:moveTo>
                  <a:pt x="5466" y="0"/>
                </a:moveTo>
                <a:cubicBezTo>
                  <a:pt x="2452" y="0"/>
                  <a:pt x="1" y="2452"/>
                  <a:pt x="1" y="5465"/>
                </a:cubicBezTo>
                <a:cubicBezTo>
                  <a:pt x="1" y="8478"/>
                  <a:pt x="2452" y="10930"/>
                  <a:pt x="5466" y="10930"/>
                </a:cubicBezTo>
                <a:cubicBezTo>
                  <a:pt x="8479" y="10930"/>
                  <a:pt x="10931" y="8478"/>
                  <a:pt x="10931" y="5465"/>
                </a:cubicBezTo>
                <a:cubicBezTo>
                  <a:pt x="10931" y="2452"/>
                  <a:pt x="8479" y="0"/>
                  <a:pt x="546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4" name="Google Shape;3594;p37"/>
          <p:cNvSpPr/>
          <p:nvPr/>
        </p:nvSpPr>
        <p:spPr>
          <a:xfrm rot="-5400000">
            <a:off x="5938040" y="2009136"/>
            <a:ext cx="506974" cy="1205254"/>
          </a:xfrm>
          <a:custGeom>
            <a:rect b="b" l="l" r="r" t="t"/>
            <a:pathLst>
              <a:path extrusionOk="0" h="15139" w="6830">
                <a:moveTo>
                  <a:pt x="29" y="1"/>
                </a:moveTo>
                <a:lnTo>
                  <a:pt x="0" y="264"/>
                </a:lnTo>
                <a:cubicBezTo>
                  <a:pt x="174" y="283"/>
                  <a:pt x="348" y="308"/>
                  <a:pt x="520" y="338"/>
                </a:cubicBezTo>
                <a:lnTo>
                  <a:pt x="566" y="77"/>
                </a:lnTo>
                <a:cubicBezTo>
                  <a:pt x="389" y="46"/>
                  <a:pt x="209" y="20"/>
                  <a:pt x="29" y="1"/>
                </a:cubicBezTo>
                <a:close/>
                <a:moveTo>
                  <a:pt x="1098" y="191"/>
                </a:moveTo>
                <a:lnTo>
                  <a:pt x="1033" y="448"/>
                </a:lnTo>
                <a:cubicBezTo>
                  <a:pt x="1201" y="492"/>
                  <a:pt x="1370" y="540"/>
                  <a:pt x="1535" y="595"/>
                </a:cubicBezTo>
                <a:lnTo>
                  <a:pt x="1620" y="343"/>
                </a:lnTo>
                <a:cubicBezTo>
                  <a:pt x="1448" y="287"/>
                  <a:pt x="1273" y="236"/>
                  <a:pt x="1098" y="191"/>
                </a:cubicBezTo>
                <a:close/>
                <a:moveTo>
                  <a:pt x="2128" y="535"/>
                </a:moveTo>
                <a:lnTo>
                  <a:pt x="2027" y="779"/>
                </a:lnTo>
                <a:cubicBezTo>
                  <a:pt x="2189" y="846"/>
                  <a:pt x="2348" y="918"/>
                  <a:pt x="2505" y="997"/>
                </a:cubicBezTo>
                <a:lnTo>
                  <a:pt x="2624" y="762"/>
                </a:lnTo>
                <a:cubicBezTo>
                  <a:pt x="2461" y="680"/>
                  <a:pt x="2295" y="604"/>
                  <a:pt x="2128" y="535"/>
                </a:cubicBezTo>
                <a:close/>
                <a:moveTo>
                  <a:pt x="3100" y="1021"/>
                </a:moveTo>
                <a:lnTo>
                  <a:pt x="2965" y="1249"/>
                </a:lnTo>
                <a:cubicBezTo>
                  <a:pt x="3116" y="1338"/>
                  <a:pt x="3264" y="1433"/>
                  <a:pt x="3406" y="1532"/>
                </a:cubicBezTo>
                <a:lnTo>
                  <a:pt x="3557" y="1315"/>
                </a:lnTo>
                <a:cubicBezTo>
                  <a:pt x="3410" y="1213"/>
                  <a:pt x="3257" y="1113"/>
                  <a:pt x="3100" y="1021"/>
                </a:cubicBezTo>
                <a:close/>
                <a:moveTo>
                  <a:pt x="3992" y="1642"/>
                </a:moveTo>
                <a:lnTo>
                  <a:pt x="3826" y="1847"/>
                </a:lnTo>
                <a:cubicBezTo>
                  <a:pt x="3961" y="1957"/>
                  <a:pt x="4096" y="2074"/>
                  <a:pt x="4222" y="2191"/>
                </a:cubicBezTo>
                <a:lnTo>
                  <a:pt x="4403" y="1997"/>
                </a:lnTo>
                <a:cubicBezTo>
                  <a:pt x="4271" y="1874"/>
                  <a:pt x="4133" y="1755"/>
                  <a:pt x="3992" y="1642"/>
                </a:cubicBezTo>
                <a:close/>
                <a:moveTo>
                  <a:pt x="4788" y="2381"/>
                </a:moveTo>
                <a:lnTo>
                  <a:pt x="4593" y="2561"/>
                </a:lnTo>
                <a:cubicBezTo>
                  <a:pt x="4712" y="2688"/>
                  <a:pt x="4829" y="2822"/>
                  <a:pt x="4937" y="2958"/>
                </a:cubicBezTo>
                <a:lnTo>
                  <a:pt x="5143" y="2791"/>
                </a:lnTo>
                <a:cubicBezTo>
                  <a:pt x="5030" y="2651"/>
                  <a:pt x="4911" y="2512"/>
                  <a:pt x="4788" y="2381"/>
                </a:cubicBezTo>
                <a:close/>
                <a:moveTo>
                  <a:pt x="5469" y="3225"/>
                </a:moveTo>
                <a:lnTo>
                  <a:pt x="5252" y="3376"/>
                </a:lnTo>
                <a:cubicBezTo>
                  <a:pt x="5351" y="3519"/>
                  <a:pt x="5448" y="3668"/>
                  <a:pt x="5536" y="3817"/>
                </a:cubicBezTo>
                <a:lnTo>
                  <a:pt x="5764" y="3681"/>
                </a:lnTo>
                <a:cubicBezTo>
                  <a:pt x="5672" y="3526"/>
                  <a:pt x="5572" y="3373"/>
                  <a:pt x="5469" y="3225"/>
                </a:cubicBezTo>
                <a:close/>
                <a:moveTo>
                  <a:pt x="6023" y="4159"/>
                </a:moveTo>
                <a:lnTo>
                  <a:pt x="5786" y="4277"/>
                </a:lnTo>
                <a:cubicBezTo>
                  <a:pt x="5864" y="4432"/>
                  <a:pt x="5939" y="4592"/>
                  <a:pt x="6005" y="4753"/>
                </a:cubicBezTo>
                <a:lnTo>
                  <a:pt x="6250" y="4652"/>
                </a:lnTo>
                <a:cubicBezTo>
                  <a:pt x="6180" y="4486"/>
                  <a:pt x="6103" y="4319"/>
                  <a:pt x="6023" y="4159"/>
                </a:cubicBezTo>
                <a:close/>
                <a:moveTo>
                  <a:pt x="6441" y="5159"/>
                </a:moveTo>
                <a:lnTo>
                  <a:pt x="6189" y="5244"/>
                </a:lnTo>
                <a:cubicBezTo>
                  <a:pt x="6245" y="5410"/>
                  <a:pt x="6294" y="5579"/>
                  <a:pt x="6337" y="5747"/>
                </a:cubicBezTo>
                <a:lnTo>
                  <a:pt x="6595" y="5681"/>
                </a:lnTo>
                <a:cubicBezTo>
                  <a:pt x="6550" y="5506"/>
                  <a:pt x="6498" y="5331"/>
                  <a:pt x="6441" y="5159"/>
                </a:cubicBezTo>
                <a:close/>
                <a:moveTo>
                  <a:pt x="6708" y="6211"/>
                </a:moveTo>
                <a:lnTo>
                  <a:pt x="6447" y="6258"/>
                </a:lnTo>
                <a:cubicBezTo>
                  <a:pt x="6478" y="6430"/>
                  <a:pt x="6503" y="6605"/>
                  <a:pt x="6522" y="6778"/>
                </a:cubicBezTo>
                <a:lnTo>
                  <a:pt x="6785" y="6748"/>
                </a:lnTo>
                <a:cubicBezTo>
                  <a:pt x="6767" y="6569"/>
                  <a:pt x="6741" y="6389"/>
                  <a:pt x="6708" y="6211"/>
                </a:cubicBezTo>
                <a:close/>
                <a:moveTo>
                  <a:pt x="6824" y="7293"/>
                </a:moveTo>
                <a:lnTo>
                  <a:pt x="6559" y="7302"/>
                </a:lnTo>
                <a:cubicBezTo>
                  <a:pt x="6563" y="7390"/>
                  <a:pt x="6564" y="7481"/>
                  <a:pt x="6564" y="7570"/>
                </a:cubicBezTo>
                <a:cubicBezTo>
                  <a:pt x="6564" y="7655"/>
                  <a:pt x="6563" y="7741"/>
                  <a:pt x="6560" y="7825"/>
                </a:cubicBezTo>
                <a:lnTo>
                  <a:pt x="6825" y="7834"/>
                </a:lnTo>
                <a:cubicBezTo>
                  <a:pt x="6829" y="7747"/>
                  <a:pt x="6830" y="7659"/>
                  <a:pt x="6829" y="7572"/>
                </a:cubicBezTo>
                <a:cubicBezTo>
                  <a:pt x="6829" y="7478"/>
                  <a:pt x="6827" y="7385"/>
                  <a:pt x="6824" y="7293"/>
                </a:cubicBezTo>
                <a:close/>
                <a:moveTo>
                  <a:pt x="6523" y="8349"/>
                </a:moveTo>
                <a:cubicBezTo>
                  <a:pt x="6505" y="8521"/>
                  <a:pt x="6481" y="8697"/>
                  <a:pt x="6450" y="8868"/>
                </a:cubicBezTo>
                <a:lnTo>
                  <a:pt x="6711" y="8914"/>
                </a:lnTo>
                <a:cubicBezTo>
                  <a:pt x="6743" y="8736"/>
                  <a:pt x="6769" y="8554"/>
                  <a:pt x="6786" y="8376"/>
                </a:cubicBezTo>
                <a:lnTo>
                  <a:pt x="6523" y="8349"/>
                </a:lnTo>
                <a:close/>
                <a:moveTo>
                  <a:pt x="6340" y="9380"/>
                </a:moveTo>
                <a:cubicBezTo>
                  <a:pt x="6297" y="9548"/>
                  <a:pt x="6248" y="9718"/>
                  <a:pt x="6194" y="9884"/>
                </a:cubicBezTo>
                <a:lnTo>
                  <a:pt x="6445" y="9966"/>
                </a:lnTo>
                <a:cubicBezTo>
                  <a:pt x="6502" y="9795"/>
                  <a:pt x="6553" y="9620"/>
                  <a:pt x="6597" y="9446"/>
                </a:cubicBezTo>
                <a:lnTo>
                  <a:pt x="6340" y="9380"/>
                </a:lnTo>
                <a:close/>
                <a:moveTo>
                  <a:pt x="6010" y="10375"/>
                </a:moveTo>
                <a:cubicBezTo>
                  <a:pt x="5944" y="10535"/>
                  <a:pt x="5871" y="10695"/>
                  <a:pt x="5792" y="10851"/>
                </a:cubicBezTo>
                <a:lnTo>
                  <a:pt x="6030" y="10970"/>
                </a:lnTo>
                <a:cubicBezTo>
                  <a:pt x="6110" y="10810"/>
                  <a:pt x="6186" y="10643"/>
                  <a:pt x="6255" y="10475"/>
                </a:cubicBezTo>
                <a:lnTo>
                  <a:pt x="6010" y="10375"/>
                </a:lnTo>
                <a:close/>
                <a:moveTo>
                  <a:pt x="5542" y="11313"/>
                </a:moveTo>
                <a:cubicBezTo>
                  <a:pt x="5453" y="11462"/>
                  <a:pt x="5358" y="11611"/>
                  <a:pt x="5258" y="11754"/>
                </a:cubicBezTo>
                <a:lnTo>
                  <a:pt x="5475" y="11905"/>
                </a:lnTo>
                <a:cubicBezTo>
                  <a:pt x="5578" y="11757"/>
                  <a:pt x="5678" y="11604"/>
                  <a:pt x="5770" y="11449"/>
                </a:cubicBezTo>
                <a:lnTo>
                  <a:pt x="5542" y="11313"/>
                </a:lnTo>
                <a:close/>
                <a:moveTo>
                  <a:pt x="4942" y="12173"/>
                </a:moveTo>
                <a:cubicBezTo>
                  <a:pt x="4834" y="12310"/>
                  <a:pt x="4718" y="12443"/>
                  <a:pt x="4599" y="12570"/>
                </a:cubicBezTo>
                <a:lnTo>
                  <a:pt x="4794" y="12751"/>
                </a:lnTo>
                <a:cubicBezTo>
                  <a:pt x="4917" y="12619"/>
                  <a:pt x="5037" y="12480"/>
                  <a:pt x="5150" y="12340"/>
                </a:cubicBezTo>
                <a:lnTo>
                  <a:pt x="4942" y="12173"/>
                </a:lnTo>
                <a:close/>
                <a:moveTo>
                  <a:pt x="4230" y="12943"/>
                </a:moveTo>
                <a:cubicBezTo>
                  <a:pt x="4103" y="13062"/>
                  <a:pt x="3969" y="13178"/>
                  <a:pt x="3835" y="13287"/>
                </a:cubicBezTo>
                <a:lnTo>
                  <a:pt x="4001" y="13492"/>
                </a:lnTo>
                <a:cubicBezTo>
                  <a:pt x="4140" y="13379"/>
                  <a:pt x="4278" y="13260"/>
                  <a:pt x="4410" y="13137"/>
                </a:cubicBezTo>
                <a:lnTo>
                  <a:pt x="4230" y="12943"/>
                </a:lnTo>
                <a:close/>
                <a:moveTo>
                  <a:pt x="3416" y="13601"/>
                </a:moveTo>
                <a:cubicBezTo>
                  <a:pt x="3273" y="13700"/>
                  <a:pt x="3125" y="13795"/>
                  <a:pt x="2976" y="13885"/>
                </a:cubicBezTo>
                <a:lnTo>
                  <a:pt x="3111" y="14112"/>
                </a:lnTo>
                <a:cubicBezTo>
                  <a:pt x="3265" y="14020"/>
                  <a:pt x="3419" y="13921"/>
                  <a:pt x="3567" y="13819"/>
                </a:cubicBezTo>
                <a:lnTo>
                  <a:pt x="3416" y="13601"/>
                </a:lnTo>
                <a:close/>
                <a:moveTo>
                  <a:pt x="2515" y="14137"/>
                </a:moveTo>
                <a:cubicBezTo>
                  <a:pt x="2359" y="14215"/>
                  <a:pt x="2199" y="14289"/>
                  <a:pt x="2039" y="14356"/>
                </a:cubicBezTo>
                <a:lnTo>
                  <a:pt x="2142" y="14600"/>
                </a:lnTo>
                <a:cubicBezTo>
                  <a:pt x="2307" y="14531"/>
                  <a:pt x="2472" y="14455"/>
                  <a:pt x="2634" y="14373"/>
                </a:cubicBezTo>
                <a:lnTo>
                  <a:pt x="2515" y="14137"/>
                </a:lnTo>
                <a:close/>
                <a:moveTo>
                  <a:pt x="1549" y="14539"/>
                </a:moveTo>
                <a:cubicBezTo>
                  <a:pt x="1385" y="14593"/>
                  <a:pt x="1216" y="14643"/>
                  <a:pt x="1047" y="14687"/>
                </a:cubicBezTo>
                <a:lnTo>
                  <a:pt x="1111" y="14944"/>
                </a:lnTo>
                <a:cubicBezTo>
                  <a:pt x="1287" y="14899"/>
                  <a:pt x="1462" y="14848"/>
                  <a:pt x="1633" y="14791"/>
                </a:cubicBezTo>
                <a:lnTo>
                  <a:pt x="1549" y="14539"/>
                </a:lnTo>
                <a:close/>
                <a:moveTo>
                  <a:pt x="534" y="14801"/>
                </a:moveTo>
                <a:cubicBezTo>
                  <a:pt x="363" y="14832"/>
                  <a:pt x="189" y="14856"/>
                  <a:pt x="16" y="14875"/>
                </a:cubicBezTo>
                <a:lnTo>
                  <a:pt x="44" y="15139"/>
                </a:lnTo>
                <a:cubicBezTo>
                  <a:pt x="223" y="15118"/>
                  <a:pt x="404" y="15093"/>
                  <a:pt x="582" y="15062"/>
                </a:cubicBezTo>
                <a:lnTo>
                  <a:pt x="534" y="1480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5" name="Google Shape;3595;p37"/>
          <p:cNvSpPr/>
          <p:nvPr/>
        </p:nvSpPr>
        <p:spPr>
          <a:xfrm rot="-5400000">
            <a:off x="2670965" y="2009136"/>
            <a:ext cx="506974" cy="1205254"/>
          </a:xfrm>
          <a:custGeom>
            <a:rect b="b" l="l" r="r" t="t"/>
            <a:pathLst>
              <a:path extrusionOk="0" h="15139" w="6830">
                <a:moveTo>
                  <a:pt x="29" y="1"/>
                </a:moveTo>
                <a:lnTo>
                  <a:pt x="0" y="264"/>
                </a:lnTo>
                <a:cubicBezTo>
                  <a:pt x="174" y="283"/>
                  <a:pt x="348" y="308"/>
                  <a:pt x="520" y="338"/>
                </a:cubicBezTo>
                <a:lnTo>
                  <a:pt x="566" y="77"/>
                </a:lnTo>
                <a:cubicBezTo>
                  <a:pt x="389" y="46"/>
                  <a:pt x="209" y="20"/>
                  <a:pt x="29" y="1"/>
                </a:cubicBezTo>
                <a:close/>
                <a:moveTo>
                  <a:pt x="1098" y="191"/>
                </a:moveTo>
                <a:lnTo>
                  <a:pt x="1033" y="448"/>
                </a:lnTo>
                <a:cubicBezTo>
                  <a:pt x="1201" y="492"/>
                  <a:pt x="1370" y="540"/>
                  <a:pt x="1535" y="595"/>
                </a:cubicBezTo>
                <a:lnTo>
                  <a:pt x="1620" y="343"/>
                </a:lnTo>
                <a:cubicBezTo>
                  <a:pt x="1448" y="287"/>
                  <a:pt x="1273" y="236"/>
                  <a:pt x="1098" y="191"/>
                </a:cubicBezTo>
                <a:close/>
                <a:moveTo>
                  <a:pt x="2128" y="535"/>
                </a:moveTo>
                <a:lnTo>
                  <a:pt x="2027" y="779"/>
                </a:lnTo>
                <a:cubicBezTo>
                  <a:pt x="2189" y="846"/>
                  <a:pt x="2348" y="918"/>
                  <a:pt x="2505" y="997"/>
                </a:cubicBezTo>
                <a:lnTo>
                  <a:pt x="2624" y="762"/>
                </a:lnTo>
                <a:cubicBezTo>
                  <a:pt x="2461" y="680"/>
                  <a:pt x="2295" y="604"/>
                  <a:pt x="2128" y="535"/>
                </a:cubicBezTo>
                <a:close/>
                <a:moveTo>
                  <a:pt x="3100" y="1021"/>
                </a:moveTo>
                <a:lnTo>
                  <a:pt x="2965" y="1249"/>
                </a:lnTo>
                <a:cubicBezTo>
                  <a:pt x="3116" y="1338"/>
                  <a:pt x="3264" y="1433"/>
                  <a:pt x="3406" y="1532"/>
                </a:cubicBezTo>
                <a:lnTo>
                  <a:pt x="3557" y="1315"/>
                </a:lnTo>
                <a:cubicBezTo>
                  <a:pt x="3410" y="1213"/>
                  <a:pt x="3257" y="1113"/>
                  <a:pt x="3100" y="1021"/>
                </a:cubicBezTo>
                <a:close/>
                <a:moveTo>
                  <a:pt x="3992" y="1642"/>
                </a:moveTo>
                <a:lnTo>
                  <a:pt x="3826" y="1847"/>
                </a:lnTo>
                <a:cubicBezTo>
                  <a:pt x="3961" y="1957"/>
                  <a:pt x="4096" y="2074"/>
                  <a:pt x="4222" y="2191"/>
                </a:cubicBezTo>
                <a:lnTo>
                  <a:pt x="4403" y="1997"/>
                </a:lnTo>
                <a:cubicBezTo>
                  <a:pt x="4271" y="1874"/>
                  <a:pt x="4133" y="1755"/>
                  <a:pt x="3992" y="1642"/>
                </a:cubicBezTo>
                <a:close/>
                <a:moveTo>
                  <a:pt x="4788" y="2381"/>
                </a:moveTo>
                <a:lnTo>
                  <a:pt x="4593" y="2561"/>
                </a:lnTo>
                <a:cubicBezTo>
                  <a:pt x="4712" y="2688"/>
                  <a:pt x="4829" y="2822"/>
                  <a:pt x="4937" y="2958"/>
                </a:cubicBezTo>
                <a:lnTo>
                  <a:pt x="5143" y="2791"/>
                </a:lnTo>
                <a:cubicBezTo>
                  <a:pt x="5030" y="2651"/>
                  <a:pt x="4911" y="2512"/>
                  <a:pt x="4788" y="2381"/>
                </a:cubicBezTo>
                <a:close/>
                <a:moveTo>
                  <a:pt x="5469" y="3225"/>
                </a:moveTo>
                <a:lnTo>
                  <a:pt x="5252" y="3376"/>
                </a:lnTo>
                <a:cubicBezTo>
                  <a:pt x="5351" y="3519"/>
                  <a:pt x="5448" y="3668"/>
                  <a:pt x="5536" y="3817"/>
                </a:cubicBezTo>
                <a:lnTo>
                  <a:pt x="5764" y="3681"/>
                </a:lnTo>
                <a:cubicBezTo>
                  <a:pt x="5672" y="3526"/>
                  <a:pt x="5572" y="3373"/>
                  <a:pt x="5469" y="3225"/>
                </a:cubicBezTo>
                <a:close/>
                <a:moveTo>
                  <a:pt x="6023" y="4159"/>
                </a:moveTo>
                <a:lnTo>
                  <a:pt x="5786" y="4277"/>
                </a:lnTo>
                <a:cubicBezTo>
                  <a:pt x="5864" y="4432"/>
                  <a:pt x="5939" y="4592"/>
                  <a:pt x="6005" y="4753"/>
                </a:cubicBezTo>
                <a:lnTo>
                  <a:pt x="6250" y="4652"/>
                </a:lnTo>
                <a:cubicBezTo>
                  <a:pt x="6180" y="4486"/>
                  <a:pt x="6103" y="4319"/>
                  <a:pt x="6023" y="4159"/>
                </a:cubicBezTo>
                <a:close/>
                <a:moveTo>
                  <a:pt x="6441" y="5159"/>
                </a:moveTo>
                <a:lnTo>
                  <a:pt x="6189" y="5244"/>
                </a:lnTo>
                <a:cubicBezTo>
                  <a:pt x="6245" y="5410"/>
                  <a:pt x="6294" y="5579"/>
                  <a:pt x="6337" y="5747"/>
                </a:cubicBezTo>
                <a:lnTo>
                  <a:pt x="6595" y="5681"/>
                </a:lnTo>
                <a:cubicBezTo>
                  <a:pt x="6550" y="5506"/>
                  <a:pt x="6498" y="5331"/>
                  <a:pt x="6441" y="5159"/>
                </a:cubicBezTo>
                <a:close/>
                <a:moveTo>
                  <a:pt x="6708" y="6211"/>
                </a:moveTo>
                <a:lnTo>
                  <a:pt x="6447" y="6258"/>
                </a:lnTo>
                <a:cubicBezTo>
                  <a:pt x="6478" y="6430"/>
                  <a:pt x="6503" y="6605"/>
                  <a:pt x="6522" y="6778"/>
                </a:cubicBezTo>
                <a:lnTo>
                  <a:pt x="6785" y="6748"/>
                </a:lnTo>
                <a:cubicBezTo>
                  <a:pt x="6767" y="6569"/>
                  <a:pt x="6741" y="6389"/>
                  <a:pt x="6708" y="6211"/>
                </a:cubicBezTo>
                <a:close/>
                <a:moveTo>
                  <a:pt x="6824" y="7293"/>
                </a:moveTo>
                <a:lnTo>
                  <a:pt x="6559" y="7302"/>
                </a:lnTo>
                <a:cubicBezTo>
                  <a:pt x="6563" y="7390"/>
                  <a:pt x="6564" y="7481"/>
                  <a:pt x="6564" y="7570"/>
                </a:cubicBezTo>
                <a:cubicBezTo>
                  <a:pt x="6564" y="7655"/>
                  <a:pt x="6563" y="7741"/>
                  <a:pt x="6560" y="7825"/>
                </a:cubicBezTo>
                <a:lnTo>
                  <a:pt x="6825" y="7834"/>
                </a:lnTo>
                <a:cubicBezTo>
                  <a:pt x="6829" y="7747"/>
                  <a:pt x="6830" y="7659"/>
                  <a:pt x="6829" y="7572"/>
                </a:cubicBezTo>
                <a:cubicBezTo>
                  <a:pt x="6829" y="7478"/>
                  <a:pt x="6827" y="7385"/>
                  <a:pt x="6824" y="7293"/>
                </a:cubicBezTo>
                <a:close/>
                <a:moveTo>
                  <a:pt x="6523" y="8349"/>
                </a:moveTo>
                <a:cubicBezTo>
                  <a:pt x="6505" y="8521"/>
                  <a:pt x="6481" y="8697"/>
                  <a:pt x="6450" y="8868"/>
                </a:cubicBezTo>
                <a:lnTo>
                  <a:pt x="6711" y="8914"/>
                </a:lnTo>
                <a:cubicBezTo>
                  <a:pt x="6743" y="8736"/>
                  <a:pt x="6769" y="8554"/>
                  <a:pt x="6786" y="8376"/>
                </a:cubicBezTo>
                <a:lnTo>
                  <a:pt x="6523" y="8349"/>
                </a:lnTo>
                <a:close/>
                <a:moveTo>
                  <a:pt x="6340" y="9380"/>
                </a:moveTo>
                <a:cubicBezTo>
                  <a:pt x="6297" y="9548"/>
                  <a:pt x="6248" y="9718"/>
                  <a:pt x="6194" y="9884"/>
                </a:cubicBezTo>
                <a:lnTo>
                  <a:pt x="6445" y="9966"/>
                </a:lnTo>
                <a:cubicBezTo>
                  <a:pt x="6502" y="9795"/>
                  <a:pt x="6553" y="9620"/>
                  <a:pt x="6597" y="9446"/>
                </a:cubicBezTo>
                <a:lnTo>
                  <a:pt x="6340" y="9380"/>
                </a:lnTo>
                <a:close/>
                <a:moveTo>
                  <a:pt x="6010" y="10375"/>
                </a:moveTo>
                <a:cubicBezTo>
                  <a:pt x="5944" y="10535"/>
                  <a:pt x="5871" y="10695"/>
                  <a:pt x="5792" y="10851"/>
                </a:cubicBezTo>
                <a:lnTo>
                  <a:pt x="6030" y="10970"/>
                </a:lnTo>
                <a:cubicBezTo>
                  <a:pt x="6110" y="10810"/>
                  <a:pt x="6186" y="10643"/>
                  <a:pt x="6255" y="10475"/>
                </a:cubicBezTo>
                <a:lnTo>
                  <a:pt x="6010" y="10375"/>
                </a:lnTo>
                <a:close/>
                <a:moveTo>
                  <a:pt x="5542" y="11313"/>
                </a:moveTo>
                <a:cubicBezTo>
                  <a:pt x="5453" y="11462"/>
                  <a:pt x="5358" y="11611"/>
                  <a:pt x="5258" y="11754"/>
                </a:cubicBezTo>
                <a:lnTo>
                  <a:pt x="5475" y="11905"/>
                </a:lnTo>
                <a:cubicBezTo>
                  <a:pt x="5578" y="11757"/>
                  <a:pt x="5678" y="11604"/>
                  <a:pt x="5770" y="11449"/>
                </a:cubicBezTo>
                <a:lnTo>
                  <a:pt x="5542" y="11313"/>
                </a:lnTo>
                <a:close/>
                <a:moveTo>
                  <a:pt x="4942" y="12173"/>
                </a:moveTo>
                <a:cubicBezTo>
                  <a:pt x="4834" y="12310"/>
                  <a:pt x="4718" y="12443"/>
                  <a:pt x="4599" y="12570"/>
                </a:cubicBezTo>
                <a:lnTo>
                  <a:pt x="4794" y="12751"/>
                </a:lnTo>
                <a:cubicBezTo>
                  <a:pt x="4917" y="12619"/>
                  <a:pt x="5037" y="12480"/>
                  <a:pt x="5150" y="12340"/>
                </a:cubicBezTo>
                <a:lnTo>
                  <a:pt x="4942" y="12173"/>
                </a:lnTo>
                <a:close/>
                <a:moveTo>
                  <a:pt x="4230" y="12943"/>
                </a:moveTo>
                <a:cubicBezTo>
                  <a:pt x="4103" y="13062"/>
                  <a:pt x="3969" y="13178"/>
                  <a:pt x="3835" y="13287"/>
                </a:cubicBezTo>
                <a:lnTo>
                  <a:pt x="4001" y="13492"/>
                </a:lnTo>
                <a:cubicBezTo>
                  <a:pt x="4140" y="13379"/>
                  <a:pt x="4278" y="13260"/>
                  <a:pt x="4410" y="13137"/>
                </a:cubicBezTo>
                <a:lnTo>
                  <a:pt x="4230" y="12943"/>
                </a:lnTo>
                <a:close/>
                <a:moveTo>
                  <a:pt x="3416" y="13601"/>
                </a:moveTo>
                <a:cubicBezTo>
                  <a:pt x="3273" y="13700"/>
                  <a:pt x="3125" y="13795"/>
                  <a:pt x="2976" y="13885"/>
                </a:cubicBezTo>
                <a:lnTo>
                  <a:pt x="3111" y="14112"/>
                </a:lnTo>
                <a:cubicBezTo>
                  <a:pt x="3265" y="14020"/>
                  <a:pt x="3419" y="13921"/>
                  <a:pt x="3567" y="13819"/>
                </a:cubicBezTo>
                <a:lnTo>
                  <a:pt x="3416" y="13601"/>
                </a:lnTo>
                <a:close/>
                <a:moveTo>
                  <a:pt x="2515" y="14137"/>
                </a:moveTo>
                <a:cubicBezTo>
                  <a:pt x="2359" y="14215"/>
                  <a:pt x="2199" y="14289"/>
                  <a:pt x="2039" y="14356"/>
                </a:cubicBezTo>
                <a:lnTo>
                  <a:pt x="2142" y="14600"/>
                </a:lnTo>
                <a:cubicBezTo>
                  <a:pt x="2307" y="14531"/>
                  <a:pt x="2472" y="14455"/>
                  <a:pt x="2634" y="14373"/>
                </a:cubicBezTo>
                <a:lnTo>
                  <a:pt x="2515" y="14137"/>
                </a:lnTo>
                <a:close/>
                <a:moveTo>
                  <a:pt x="1549" y="14539"/>
                </a:moveTo>
                <a:cubicBezTo>
                  <a:pt x="1385" y="14593"/>
                  <a:pt x="1216" y="14643"/>
                  <a:pt x="1047" y="14687"/>
                </a:cubicBezTo>
                <a:lnTo>
                  <a:pt x="1111" y="14944"/>
                </a:lnTo>
                <a:cubicBezTo>
                  <a:pt x="1287" y="14899"/>
                  <a:pt x="1462" y="14848"/>
                  <a:pt x="1633" y="14791"/>
                </a:cubicBezTo>
                <a:lnTo>
                  <a:pt x="1549" y="14539"/>
                </a:lnTo>
                <a:close/>
                <a:moveTo>
                  <a:pt x="534" y="14801"/>
                </a:moveTo>
                <a:cubicBezTo>
                  <a:pt x="363" y="14832"/>
                  <a:pt x="189" y="14856"/>
                  <a:pt x="16" y="14875"/>
                </a:cubicBezTo>
                <a:lnTo>
                  <a:pt x="44" y="15139"/>
                </a:lnTo>
                <a:cubicBezTo>
                  <a:pt x="223" y="15118"/>
                  <a:pt x="404" y="15093"/>
                  <a:pt x="582" y="15062"/>
                </a:cubicBezTo>
                <a:lnTo>
                  <a:pt x="534" y="148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6" name="Google Shape;3596;p37"/>
          <p:cNvSpPr/>
          <p:nvPr/>
        </p:nvSpPr>
        <p:spPr>
          <a:xfrm flipH="1" rot="-5400000">
            <a:off x="7566815" y="2828286"/>
            <a:ext cx="506974" cy="1205254"/>
          </a:xfrm>
          <a:custGeom>
            <a:rect b="b" l="l" r="r" t="t"/>
            <a:pathLst>
              <a:path extrusionOk="0" h="15139" w="6830">
                <a:moveTo>
                  <a:pt x="29" y="1"/>
                </a:moveTo>
                <a:lnTo>
                  <a:pt x="0" y="264"/>
                </a:lnTo>
                <a:cubicBezTo>
                  <a:pt x="174" y="283"/>
                  <a:pt x="348" y="308"/>
                  <a:pt x="520" y="338"/>
                </a:cubicBezTo>
                <a:lnTo>
                  <a:pt x="566" y="77"/>
                </a:lnTo>
                <a:cubicBezTo>
                  <a:pt x="389" y="46"/>
                  <a:pt x="209" y="20"/>
                  <a:pt x="29" y="1"/>
                </a:cubicBezTo>
                <a:close/>
                <a:moveTo>
                  <a:pt x="1098" y="191"/>
                </a:moveTo>
                <a:lnTo>
                  <a:pt x="1033" y="448"/>
                </a:lnTo>
                <a:cubicBezTo>
                  <a:pt x="1201" y="492"/>
                  <a:pt x="1370" y="540"/>
                  <a:pt x="1535" y="595"/>
                </a:cubicBezTo>
                <a:lnTo>
                  <a:pt x="1620" y="343"/>
                </a:lnTo>
                <a:cubicBezTo>
                  <a:pt x="1448" y="287"/>
                  <a:pt x="1273" y="236"/>
                  <a:pt x="1098" y="191"/>
                </a:cubicBezTo>
                <a:close/>
                <a:moveTo>
                  <a:pt x="2128" y="535"/>
                </a:moveTo>
                <a:lnTo>
                  <a:pt x="2027" y="779"/>
                </a:lnTo>
                <a:cubicBezTo>
                  <a:pt x="2189" y="846"/>
                  <a:pt x="2348" y="918"/>
                  <a:pt x="2505" y="997"/>
                </a:cubicBezTo>
                <a:lnTo>
                  <a:pt x="2624" y="762"/>
                </a:lnTo>
                <a:cubicBezTo>
                  <a:pt x="2461" y="680"/>
                  <a:pt x="2295" y="604"/>
                  <a:pt x="2128" y="535"/>
                </a:cubicBezTo>
                <a:close/>
                <a:moveTo>
                  <a:pt x="3100" y="1021"/>
                </a:moveTo>
                <a:lnTo>
                  <a:pt x="2965" y="1249"/>
                </a:lnTo>
                <a:cubicBezTo>
                  <a:pt x="3116" y="1338"/>
                  <a:pt x="3264" y="1433"/>
                  <a:pt x="3406" y="1532"/>
                </a:cubicBezTo>
                <a:lnTo>
                  <a:pt x="3557" y="1315"/>
                </a:lnTo>
                <a:cubicBezTo>
                  <a:pt x="3410" y="1213"/>
                  <a:pt x="3257" y="1113"/>
                  <a:pt x="3100" y="1021"/>
                </a:cubicBezTo>
                <a:close/>
                <a:moveTo>
                  <a:pt x="3992" y="1642"/>
                </a:moveTo>
                <a:lnTo>
                  <a:pt x="3826" y="1847"/>
                </a:lnTo>
                <a:cubicBezTo>
                  <a:pt x="3961" y="1957"/>
                  <a:pt x="4096" y="2074"/>
                  <a:pt x="4222" y="2191"/>
                </a:cubicBezTo>
                <a:lnTo>
                  <a:pt x="4403" y="1997"/>
                </a:lnTo>
                <a:cubicBezTo>
                  <a:pt x="4271" y="1874"/>
                  <a:pt x="4133" y="1755"/>
                  <a:pt x="3992" y="1642"/>
                </a:cubicBezTo>
                <a:close/>
                <a:moveTo>
                  <a:pt x="4788" y="2381"/>
                </a:moveTo>
                <a:lnTo>
                  <a:pt x="4593" y="2561"/>
                </a:lnTo>
                <a:cubicBezTo>
                  <a:pt x="4712" y="2688"/>
                  <a:pt x="4829" y="2822"/>
                  <a:pt x="4937" y="2958"/>
                </a:cubicBezTo>
                <a:lnTo>
                  <a:pt x="5143" y="2791"/>
                </a:lnTo>
                <a:cubicBezTo>
                  <a:pt x="5030" y="2651"/>
                  <a:pt x="4911" y="2512"/>
                  <a:pt x="4788" y="2381"/>
                </a:cubicBezTo>
                <a:close/>
                <a:moveTo>
                  <a:pt x="5469" y="3225"/>
                </a:moveTo>
                <a:lnTo>
                  <a:pt x="5252" y="3376"/>
                </a:lnTo>
                <a:cubicBezTo>
                  <a:pt x="5351" y="3519"/>
                  <a:pt x="5448" y="3668"/>
                  <a:pt x="5536" y="3817"/>
                </a:cubicBezTo>
                <a:lnTo>
                  <a:pt x="5764" y="3681"/>
                </a:lnTo>
                <a:cubicBezTo>
                  <a:pt x="5672" y="3526"/>
                  <a:pt x="5572" y="3373"/>
                  <a:pt x="5469" y="3225"/>
                </a:cubicBezTo>
                <a:close/>
                <a:moveTo>
                  <a:pt x="6023" y="4159"/>
                </a:moveTo>
                <a:lnTo>
                  <a:pt x="5786" y="4277"/>
                </a:lnTo>
                <a:cubicBezTo>
                  <a:pt x="5864" y="4432"/>
                  <a:pt x="5939" y="4592"/>
                  <a:pt x="6005" y="4753"/>
                </a:cubicBezTo>
                <a:lnTo>
                  <a:pt x="6250" y="4652"/>
                </a:lnTo>
                <a:cubicBezTo>
                  <a:pt x="6180" y="4486"/>
                  <a:pt x="6103" y="4319"/>
                  <a:pt x="6023" y="4159"/>
                </a:cubicBezTo>
                <a:close/>
                <a:moveTo>
                  <a:pt x="6441" y="5159"/>
                </a:moveTo>
                <a:lnTo>
                  <a:pt x="6189" y="5244"/>
                </a:lnTo>
                <a:cubicBezTo>
                  <a:pt x="6245" y="5410"/>
                  <a:pt x="6294" y="5579"/>
                  <a:pt x="6337" y="5747"/>
                </a:cubicBezTo>
                <a:lnTo>
                  <a:pt x="6595" y="5681"/>
                </a:lnTo>
                <a:cubicBezTo>
                  <a:pt x="6550" y="5506"/>
                  <a:pt x="6498" y="5331"/>
                  <a:pt x="6441" y="5159"/>
                </a:cubicBezTo>
                <a:close/>
                <a:moveTo>
                  <a:pt x="6708" y="6211"/>
                </a:moveTo>
                <a:lnTo>
                  <a:pt x="6447" y="6258"/>
                </a:lnTo>
                <a:cubicBezTo>
                  <a:pt x="6478" y="6430"/>
                  <a:pt x="6503" y="6605"/>
                  <a:pt x="6522" y="6778"/>
                </a:cubicBezTo>
                <a:lnTo>
                  <a:pt x="6785" y="6748"/>
                </a:lnTo>
                <a:cubicBezTo>
                  <a:pt x="6767" y="6569"/>
                  <a:pt x="6741" y="6389"/>
                  <a:pt x="6708" y="6211"/>
                </a:cubicBezTo>
                <a:close/>
                <a:moveTo>
                  <a:pt x="6824" y="7293"/>
                </a:moveTo>
                <a:lnTo>
                  <a:pt x="6559" y="7302"/>
                </a:lnTo>
                <a:cubicBezTo>
                  <a:pt x="6563" y="7390"/>
                  <a:pt x="6564" y="7481"/>
                  <a:pt x="6564" y="7570"/>
                </a:cubicBezTo>
                <a:cubicBezTo>
                  <a:pt x="6564" y="7655"/>
                  <a:pt x="6563" y="7741"/>
                  <a:pt x="6560" y="7825"/>
                </a:cubicBezTo>
                <a:lnTo>
                  <a:pt x="6825" y="7834"/>
                </a:lnTo>
                <a:cubicBezTo>
                  <a:pt x="6829" y="7747"/>
                  <a:pt x="6830" y="7659"/>
                  <a:pt x="6829" y="7572"/>
                </a:cubicBezTo>
                <a:cubicBezTo>
                  <a:pt x="6829" y="7478"/>
                  <a:pt x="6827" y="7385"/>
                  <a:pt x="6824" y="7293"/>
                </a:cubicBezTo>
                <a:close/>
                <a:moveTo>
                  <a:pt x="6523" y="8349"/>
                </a:moveTo>
                <a:cubicBezTo>
                  <a:pt x="6505" y="8521"/>
                  <a:pt x="6481" y="8697"/>
                  <a:pt x="6450" y="8868"/>
                </a:cubicBezTo>
                <a:lnTo>
                  <a:pt x="6711" y="8914"/>
                </a:lnTo>
                <a:cubicBezTo>
                  <a:pt x="6743" y="8736"/>
                  <a:pt x="6769" y="8554"/>
                  <a:pt x="6786" y="8376"/>
                </a:cubicBezTo>
                <a:lnTo>
                  <a:pt x="6523" y="8349"/>
                </a:lnTo>
                <a:close/>
                <a:moveTo>
                  <a:pt x="6340" y="9380"/>
                </a:moveTo>
                <a:cubicBezTo>
                  <a:pt x="6297" y="9548"/>
                  <a:pt x="6248" y="9718"/>
                  <a:pt x="6194" y="9884"/>
                </a:cubicBezTo>
                <a:lnTo>
                  <a:pt x="6445" y="9966"/>
                </a:lnTo>
                <a:cubicBezTo>
                  <a:pt x="6502" y="9795"/>
                  <a:pt x="6553" y="9620"/>
                  <a:pt x="6597" y="9446"/>
                </a:cubicBezTo>
                <a:lnTo>
                  <a:pt x="6340" y="9380"/>
                </a:lnTo>
                <a:close/>
                <a:moveTo>
                  <a:pt x="6010" y="10375"/>
                </a:moveTo>
                <a:cubicBezTo>
                  <a:pt x="5944" y="10535"/>
                  <a:pt x="5871" y="10695"/>
                  <a:pt x="5792" y="10851"/>
                </a:cubicBezTo>
                <a:lnTo>
                  <a:pt x="6030" y="10970"/>
                </a:lnTo>
                <a:cubicBezTo>
                  <a:pt x="6110" y="10810"/>
                  <a:pt x="6186" y="10643"/>
                  <a:pt x="6255" y="10475"/>
                </a:cubicBezTo>
                <a:lnTo>
                  <a:pt x="6010" y="10375"/>
                </a:lnTo>
                <a:close/>
                <a:moveTo>
                  <a:pt x="5542" y="11313"/>
                </a:moveTo>
                <a:cubicBezTo>
                  <a:pt x="5453" y="11462"/>
                  <a:pt x="5358" y="11611"/>
                  <a:pt x="5258" y="11754"/>
                </a:cubicBezTo>
                <a:lnTo>
                  <a:pt x="5475" y="11905"/>
                </a:lnTo>
                <a:cubicBezTo>
                  <a:pt x="5578" y="11757"/>
                  <a:pt x="5678" y="11604"/>
                  <a:pt x="5770" y="11449"/>
                </a:cubicBezTo>
                <a:lnTo>
                  <a:pt x="5542" y="11313"/>
                </a:lnTo>
                <a:close/>
                <a:moveTo>
                  <a:pt x="4942" y="12173"/>
                </a:moveTo>
                <a:cubicBezTo>
                  <a:pt x="4834" y="12310"/>
                  <a:pt x="4718" y="12443"/>
                  <a:pt x="4599" y="12570"/>
                </a:cubicBezTo>
                <a:lnTo>
                  <a:pt x="4794" y="12751"/>
                </a:lnTo>
                <a:cubicBezTo>
                  <a:pt x="4917" y="12619"/>
                  <a:pt x="5037" y="12480"/>
                  <a:pt x="5150" y="12340"/>
                </a:cubicBezTo>
                <a:lnTo>
                  <a:pt x="4942" y="12173"/>
                </a:lnTo>
                <a:close/>
                <a:moveTo>
                  <a:pt x="4230" y="12943"/>
                </a:moveTo>
                <a:cubicBezTo>
                  <a:pt x="4103" y="13062"/>
                  <a:pt x="3969" y="13178"/>
                  <a:pt x="3835" y="13287"/>
                </a:cubicBezTo>
                <a:lnTo>
                  <a:pt x="4001" y="13492"/>
                </a:lnTo>
                <a:cubicBezTo>
                  <a:pt x="4140" y="13379"/>
                  <a:pt x="4278" y="13260"/>
                  <a:pt x="4410" y="13137"/>
                </a:cubicBezTo>
                <a:lnTo>
                  <a:pt x="4230" y="12943"/>
                </a:lnTo>
                <a:close/>
                <a:moveTo>
                  <a:pt x="3416" y="13601"/>
                </a:moveTo>
                <a:cubicBezTo>
                  <a:pt x="3273" y="13700"/>
                  <a:pt x="3125" y="13795"/>
                  <a:pt x="2976" y="13885"/>
                </a:cubicBezTo>
                <a:lnTo>
                  <a:pt x="3111" y="14112"/>
                </a:lnTo>
                <a:cubicBezTo>
                  <a:pt x="3265" y="14020"/>
                  <a:pt x="3419" y="13921"/>
                  <a:pt x="3567" y="13819"/>
                </a:cubicBezTo>
                <a:lnTo>
                  <a:pt x="3416" y="13601"/>
                </a:lnTo>
                <a:close/>
                <a:moveTo>
                  <a:pt x="2515" y="14137"/>
                </a:moveTo>
                <a:cubicBezTo>
                  <a:pt x="2359" y="14215"/>
                  <a:pt x="2199" y="14289"/>
                  <a:pt x="2039" y="14356"/>
                </a:cubicBezTo>
                <a:lnTo>
                  <a:pt x="2142" y="14600"/>
                </a:lnTo>
                <a:cubicBezTo>
                  <a:pt x="2307" y="14531"/>
                  <a:pt x="2472" y="14455"/>
                  <a:pt x="2634" y="14373"/>
                </a:cubicBezTo>
                <a:lnTo>
                  <a:pt x="2515" y="14137"/>
                </a:lnTo>
                <a:close/>
                <a:moveTo>
                  <a:pt x="1549" y="14539"/>
                </a:moveTo>
                <a:cubicBezTo>
                  <a:pt x="1385" y="14593"/>
                  <a:pt x="1216" y="14643"/>
                  <a:pt x="1047" y="14687"/>
                </a:cubicBezTo>
                <a:lnTo>
                  <a:pt x="1111" y="14944"/>
                </a:lnTo>
                <a:cubicBezTo>
                  <a:pt x="1287" y="14899"/>
                  <a:pt x="1462" y="14848"/>
                  <a:pt x="1633" y="14791"/>
                </a:cubicBezTo>
                <a:lnTo>
                  <a:pt x="1549" y="14539"/>
                </a:lnTo>
                <a:close/>
                <a:moveTo>
                  <a:pt x="534" y="14801"/>
                </a:moveTo>
                <a:cubicBezTo>
                  <a:pt x="363" y="14832"/>
                  <a:pt x="189" y="14856"/>
                  <a:pt x="16" y="14875"/>
                </a:cubicBezTo>
                <a:lnTo>
                  <a:pt x="44" y="15139"/>
                </a:lnTo>
                <a:cubicBezTo>
                  <a:pt x="223" y="15118"/>
                  <a:pt x="404" y="15093"/>
                  <a:pt x="582" y="15062"/>
                </a:cubicBezTo>
                <a:lnTo>
                  <a:pt x="534" y="1480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7" name="Google Shape;3597;p37"/>
          <p:cNvSpPr/>
          <p:nvPr/>
        </p:nvSpPr>
        <p:spPr>
          <a:xfrm flipH="1" rot="-5400000">
            <a:off x="4299740" y="2828286"/>
            <a:ext cx="506974" cy="1205254"/>
          </a:xfrm>
          <a:custGeom>
            <a:rect b="b" l="l" r="r" t="t"/>
            <a:pathLst>
              <a:path extrusionOk="0" h="15139" w="6830">
                <a:moveTo>
                  <a:pt x="29" y="1"/>
                </a:moveTo>
                <a:lnTo>
                  <a:pt x="0" y="264"/>
                </a:lnTo>
                <a:cubicBezTo>
                  <a:pt x="174" y="283"/>
                  <a:pt x="348" y="308"/>
                  <a:pt x="520" y="338"/>
                </a:cubicBezTo>
                <a:lnTo>
                  <a:pt x="566" y="77"/>
                </a:lnTo>
                <a:cubicBezTo>
                  <a:pt x="389" y="46"/>
                  <a:pt x="209" y="20"/>
                  <a:pt x="29" y="1"/>
                </a:cubicBezTo>
                <a:close/>
                <a:moveTo>
                  <a:pt x="1098" y="191"/>
                </a:moveTo>
                <a:lnTo>
                  <a:pt x="1033" y="448"/>
                </a:lnTo>
                <a:cubicBezTo>
                  <a:pt x="1201" y="492"/>
                  <a:pt x="1370" y="540"/>
                  <a:pt x="1535" y="595"/>
                </a:cubicBezTo>
                <a:lnTo>
                  <a:pt x="1620" y="343"/>
                </a:lnTo>
                <a:cubicBezTo>
                  <a:pt x="1448" y="287"/>
                  <a:pt x="1273" y="236"/>
                  <a:pt x="1098" y="191"/>
                </a:cubicBezTo>
                <a:close/>
                <a:moveTo>
                  <a:pt x="2128" y="535"/>
                </a:moveTo>
                <a:lnTo>
                  <a:pt x="2027" y="779"/>
                </a:lnTo>
                <a:cubicBezTo>
                  <a:pt x="2189" y="846"/>
                  <a:pt x="2348" y="918"/>
                  <a:pt x="2505" y="997"/>
                </a:cubicBezTo>
                <a:lnTo>
                  <a:pt x="2624" y="762"/>
                </a:lnTo>
                <a:cubicBezTo>
                  <a:pt x="2461" y="680"/>
                  <a:pt x="2295" y="604"/>
                  <a:pt x="2128" y="535"/>
                </a:cubicBezTo>
                <a:close/>
                <a:moveTo>
                  <a:pt x="3100" y="1021"/>
                </a:moveTo>
                <a:lnTo>
                  <a:pt x="2965" y="1249"/>
                </a:lnTo>
                <a:cubicBezTo>
                  <a:pt x="3116" y="1338"/>
                  <a:pt x="3264" y="1433"/>
                  <a:pt x="3406" y="1532"/>
                </a:cubicBezTo>
                <a:lnTo>
                  <a:pt x="3557" y="1315"/>
                </a:lnTo>
                <a:cubicBezTo>
                  <a:pt x="3410" y="1213"/>
                  <a:pt x="3257" y="1113"/>
                  <a:pt x="3100" y="1021"/>
                </a:cubicBezTo>
                <a:close/>
                <a:moveTo>
                  <a:pt x="3992" y="1642"/>
                </a:moveTo>
                <a:lnTo>
                  <a:pt x="3826" y="1847"/>
                </a:lnTo>
                <a:cubicBezTo>
                  <a:pt x="3961" y="1957"/>
                  <a:pt x="4096" y="2074"/>
                  <a:pt x="4222" y="2191"/>
                </a:cubicBezTo>
                <a:lnTo>
                  <a:pt x="4403" y="1997"/>
                </a:lnTo>
                <a:cubicBezTo>
                  <a:pt x="4271" y="1874"/>
                  <a:pt x="4133" y="1755"/>
                  <a:pt x="3992" y="1642"/>
                </a:cubicBezTo>
                <a:close/>
                <a:moveTo>
                  <a:pt x="4788" y="2381"/>
                </a:moveTo>
                <a:lnTo>
                  <a:pt x="4593" y="2561"/>
                </a:lnTo>
                <a:cubicBezTo>
                  <a:pt x="4712" y="2688"/>
                  <a:pt x="4829" y="2822"/>
                  <a:pt x="4937" y="2958"/>
                </a:cubicBezTo>
                <a:lnTo>
                  <a:pt x="5143" y="2791"/>
                </a:lnTo>
                <a:cubicBezTo>
                  <a:pt x="5030" y="2651"/>
                  <a:pt x="4911" y="2512"/>
                  <a:pt x="4788" y="2381"/>
                </a:cubicBezTo>
                <a:close/>
                <a:moveTo>
                  <a:pt x="5469" y="3225"/>
                </a:moveTo>
                <a:lnTo>
                  <a:pt x="5252" y="3376"/>
                </a:lnTo>
                <a:cubicBezTo>
                  <a:pt x="5351" y="3519"/>
                  <a:pt x="5448" y="3668"/>
                  <a:pt x="5536" y="3817"/>
                </a:cubicBezTo>
                <a:lnTo>
                  <a:pt x="5764" y="3681"/>
                </a:lnTo>
                <a:cubicBezTo>
                  <a:pt x="5672" y="3526"/>
                  <a:pt x="5572" y="3373"/>
                  <a:pt x="5469" y="3225"/>
                </a:cubicBezTo>
                <a:close/>
                <a:moveTo>
                  <a:pt x="6023" y="4159"/>
                </a:moveTo>
                <a:lnTo>
                  <a:pt x="5786" y="4277"/>
                </a:lnTo>
                <a:cubicBezTo>
                  <a:pt x="5864" y="4432"/>
                  <a:pt x="5939" y="4592"/>
                  <a:pt x="6005" y="4753"/>
                </a:cubicBezTo>
                <a:lnTo>
                  <a:pt x="6250" y="4652"/>
                </a:lnTo>
                <a:cubicBezTo>
                  <a:pt x="6180" y="4486"/>
                  <a:pt x="6103" y="4319"/>
                  <a:pt x="6023" y="4159"/>
                </a:cubicBezTo>
                <a:close/>
                <a:moveTo>
                  <a:pt x="6441" y="5159"/>
                </a:moveTo>
                <a:lnTo>
                  <a:pt x="6189" y="5244"/>
                </a:lnTo>
                <a:cubicBezTo>
                  <a:pt x="6245" y="5410"/>
                  <a:pt x="6294" y="5579"/>
                  <a:pt x="6337" y="5747"/>
                </a:cubicBezTo>
                <a:lnTo>
                  <a:pt x="6595" y="5681"/>
                </a:lnTo>
                <a:cubicBezTo>
                  <a:pt x="6550" y="5506"/>
                  <a:pt x="6498" y="5331"/>
                  <a:pt x="6441" y="5159"/>
                </a:cubicBezTo>
                <a:close/>
                <a:moveTo>
                  <a:pt x="6708" y="6211"/>
                </a:moveTo>
                <a:lnTo>
                  <a:pt x="6447" y="6258"/>
                </a:lnTo>
                <a:cubicBezTo>
                  <a:pt x="6478" y="6430"/>
                  <a:pt x="6503" y="6605"/>
                  <a:pt x="6522" y="6778"/>
                </a:cubicBezTo>
                <a:lnTo>
                  <a:pt x="6785" y="6748"/>
                </a:lnTo>
                <a:cubicBezTo>
                  <a:pt x="6767" y="6569"/>
                  <a:pt x="6741" y="6389"/>
                  <a:pt x="6708" y="6211"/>
                </a:cubicBezTo>
                <a:close/>
                <a:moveTo>
                  <a:pt x="6824" y="7293"/>
                </a:moveTo>
                <a:lnTo>
                  <a:pt x="6559" y="7302"/>
                </a:lnTo>
                <a:cubicBezTo>
                  <a:pt x="6563" y="7390"/>
                  <a:pt x="6564" y="7481"/>
                  <a:pt x="6564" y="7570"/>
                </a:cubicBezTo>
                <a:cubicBezTo>
                  <a:pt x="6564" y="7655"/>
                  <a:pt x="6563" y="7741"/>
                  <a:pt x="6560" y="7825"/>
                </a:cubicBezTo>
                <a:lnTo>
                  <a:pt x="6825" y="7834"/>
                </a:lnTo>
                <a:cubicBezTo>
                  <a:pt x="6829" y="7747"/>
                  <a:pt x="6830" y="7659"/>
                  <a:pt x="6829" y="7572"/>
                </a:cubicBezTo>
                <a:cubicBezTo>
                  <a:pt x="6829" y="7478"/>
                  <a:pt x="6827" y="7385"/>
                  <a:pt x="6824" y="7293"/>
                </a:cubicBezTo>
                <a:close/>
                <a:moveTo>
                  <a:pt x="6523" y="8349"/>
                </a:moveTo>
                <a:cubicBezTo>
                  <a:pt x="6505" y="8521"/>
                  <a:pt x="6481" y="8697"/>
                  <a:pt x="6450" y="8868"/>
                </a:cubicBezTo>
                <a:lnTo>
                  <a:pt x="6711" y="8914"/>
                </a:lnTo>
                <a:cubicBezTo>
                  <a:pt x="6743" y="8736"/>
                  <a:pt x="6769" y="8554"/>
                  <a:pt x="6786" y="8376"/>
                </a:cubicBezTo>
                <a:lnTo>
                  <a:pt x="6523" y="8349"/>
                </a:lnTo>
                <a:close/>
                <a:moveTo>
                  <a:pt x="6340" y="9380"/>
                </a:moveTo>
                <a:cubicBezTo>
                  <a:pt x="6297" y="9548"/>
                  <a:pt x="6248" y="9718"/>
                  <a:pt x="6194" y="9884"/>
                </a:cubicBezTo>
                <a:lnTo>
                  <a:pt x="6445" y="9966"/>
                </a:lnTo>
                <a:cubicBezTo>
                  <a:pt x="6502" y="9795"/>
                  <a:pt x="6553" y="9620"/>
                  <a:pt x="6597" y="9446"/>
                </a:cubicBezTo>
                <a:lnTo>
                  <a:pt x="6340" y="9380"/>
                </a:lnTo>
                <a:close/>
                <a:moveTo>
                  <a:pt x="6010" y="10375"/>
                </a:moveTo>
                <a:cubicBezTo>
                  <a:pt x="5944" y="10535"/>
                  <a:pt x="5871" y="10695"/>
                  <a:pt x="5792" y="10851"/>
                </a:cubicBezTo>
                <a:lnTo>
                  <a:pt x="6030" y="10970"/>
                </a:lnTo>
                <a:cubicBezTo>
                  <a:pt x="6110" y="10810"/>
                  <a:pt x="6186" y="10643"/>
                  <a:pt x="6255" y="10475"/>
                </a:cubicBezTo>
                <a:lnTo>
                  <a:pt x="6010" y="10375"/>
                </a:lnTo>
                <a:close/>
                <a:moveTo>
                  <a:pt x="5542" y="11313"/>
                </a:moveTo>
                <a:cubicBezTo>
                  <a:pt x="5453" y="11462"/>
                  <a:pt x="5358" y="11611"/>
                  <a:pt x="5258" y="11754"/>
                </a:cubicBezTo>
                <a:lnTo>
                  <a:pt x="5475" y="11905"/>
                </a:lnTo>
                <a:cubicBezTo>
                  <a:pt x="5578" y="11757"/>
                  <a:pt x="5678" y="11604"/>
                  <a:pt x="5770" y="11449"/>
                </a:cubicBezTo>
                <a:lnTo>
                  <a:pt x="5542" y="11313"/>
                </a:lnTo>
                <a:close/>
                <a:moveTo>
                  <a:pt x="4942" y="12173"/>
                </a:moveTo>
                <a:cubicBezTo>
                  <a:pt x="4834" y="12310"/>
                  <a:pt x="4718" y="12443"/>
                  <a:pt x="4599" y="12570"/>
                </a:cubicBezTo>
                <a:lnTo>
                  <a:pt x="4794" y="12751"/>
                </a:lnTo>
                <a:cubicBezTo>
                  <a:pt x="4917" y="12619"/>
                  <a:pt x="5037" y="12480"/>
                  <a:pt x="5150" y="12340"/>
                </a:cubicBezTo>
                <a:lnTo>
                  <a:pt x="4942" y="12173"/>
                </a:lnTo>
                <a:close/>
                <a:moveTo>
                  <a:pt x="4230" y="12943"/>
                </a:moveTo>
                <a:cubicBezTo>
                  <a:pt x="4103" y="13062"/>
                  <a:pt x="3969" y="13178"/>
                  <a:pt x="3835" y="13287"/>
                </a:cubicBezTo>
                <a:lnTo>
                  <a:pt x="4001" y="13492"/>
                </a:lnTo>
                <a:cubicBezTo>
                  <a:pt x="4140" y="13379"/>
                  <a:pt x="4278" y="13260"/>
                  <a:pt x="4410" y="13137"/>
                </a:cubicBezTo>
                <a:lnTo>
                  <a:pt x="4230" y="12943"/>
                </a:lnTo>
                <a:close/>
                <a:moveTo>
                  <a:pt x="3416" y="13601"/>
                </a:moveTo>
                <a:cubicBezTo>
                  <a:pt x="3273" y="13700"/>
                  <a:pt x="3125" y="13795"/>
                  <a:pt x="2976" y="13885"/>
                </a:cubicBezTo>
                <a:lnTo>
                  <a:pt x="3111" y="14112"/>
                </a:lnTo>
                <a:cubicBezTo>
                  <a:pt x="3265" y="14020"/>
                  <a:pt x="3419" y="13921"/>
                  <a:pt x="3567" y="13819"/>
                </a:cubicBezTo>
                <a:lnTo>
                  <a:pt x="3416" y="13601"/>
                </a:lnTo>
                <a:close/>
                <a:moveTo>
                  <a:pt x="2515" y="14137"/>
                </a:moveTo>
                <a:cubicBezTo>
                  <a:pt x="2359" y="14215"/>
                  <a:pt x="2199" y="14289"/>
                  <a:pt x="2039" y="14356"/>
                </a:cubicBezTo>
                <a:lnTo>
                  <a:pt x="2142" y="14600"/>
                </a:lnTo>
                <a:cubicBezTo>
                  <a:pt x="2307" y="14531"/>
                  <a:pt x="2472" y="14455"/>
                  <a:pt x="2634" y="14373"/>
                </a:cubicBezTo>
                <a:lnTo>
                  <a:pt x="2515" y="14137"/>
                </a:lnTo>
                <a:close/>
                <a:moveTo>
                  <a:pt x="1549" y="14539"/>
                </a:moveTo>
                <a:cubicBezTo>
                  <a:pt x="1385" y="14593"/>
                  <a:pt x="1216" y="14643"/>
                  <a:pt x="1047" y="14687"/>
                </a:cubicBezTo>
                <a:lnTo>
                  <a:pt x="1111" y="14944"/>
                </a:lnTo>
                <a:cubicBezTo>
                  <a:pt x="1287" y="14899"/>
                  <a:pt x="1462" y="14848"/>
                  <a:pt x="1633" y="14791"/>
                </a:cubicBezTo>
                <a:lnTo>
                  <a:pt x="1549" y="14539"/>
                </a:lnTo>
                <a:close/>
                <a:moveTo>
                  <a:pt x="534" y="14801"/>
                </a:moveTo>
                <a:cubicBezTo>
                  <a:pt x="363" y="14832"/>
                  <a:pt x="189" y="14856"/>
                  <a:pt x="16" y="14875"/>
                </a:cubicBezTo>
                <a:lnTo>
                  <a:pt x="44" y="15139"/>
                </a:lnTo>
                <a:cubicBezTo>
                  <a:pt x="223" y="15118"/>
                  <a:pt x="404" y="15093"/>
                  <a:pt x="582" y="15062"/>
                </a:cubicBezTo>
                <a:lnTo>
                  <a:pt x="534" y="1480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8" name="Google Shape;3598;p37"/>
          <p:cNvSpPr/>
          <p:nvPr/>
        </p:nvSpPr>
        <p:spPr>
          <a:xfrm flipH="1" rot="-5400000">
            <a:off x="1032665" y="2828286"/>
            <a:ext cx="506974" cy="1205254"/>
          </a:xfrm>
          <a:custGeom>
            <a:rect b="b" l="l" r="r" t="t"/>
            <a:pathLst>
              <a:path extrusionOk="0" h="15139" w="6830">
                <a:moveTo>
                  <a:pt x="29" y="1"/>
                </a:moveTo>
                <a:lnTo>
                  <a:pt x="0" y="264"/>
                </a:lnTo>
                <a:cubicBezTo>
                  <a:pt x="174" y="283"/>
                  <a:pt x="348" y="308"/>
                  <a:pt x="520" y="338"/>
                </a:cubicBezTo>
                <a:lnTo>
                  <a:pt x="566" y="77"/>
                </a:lnTo>
                <a:cubicBezTo>
                  <a:pt x="389" y="46"/>
                  <a:pt x="209" y="20"/>
                  <a:pt x="29" y="1"/>
                </a:cubicBezTo>
                <a:close/>
                <a:moveTo>
                  <a:pt x="1098" y="191"/>
                </a:moveTo>
                <a:lnTo>
                  <a:pt x="1033" y="448"/>
                </a:lnTo>
                <a:cubicBezTo>
                  <a:pt x="1201" y="492"/>
                  <a:pt x="1370" y="540"/>
                  <a:pt x="1535" y="595"/>
                </a:cubicBezTo>
                <a:lnTo>
                  <a:pt x="1620" y="343"/>
                </a:lnTo>
                <a:cubicBezTo>
                  <a:pt x="1448" y="287"/>
                  <a:pt x="1273" y="236"/>
                  <a:pt x="1098" y="191"/>
                </a:cubicBezTo>
                <a:close/>
                <a:moveTo>
                  <a:pt x="2128" y="535"/>
                </a:moveTo>
                <a:lnTo>
                  <a:pt x="2027" y="779"/>
                </a:lnTo>
                <a:cubicBezTo>
                  <a:pt x="2189" y="846"/>
                  <a:pt x="2348" y="918"/>
                  <a:pt x="2505" y="997"/>
                </a:cubicBezTo>
                <a:lnTo>
                  <a:pt x="2624" y="762"/>
                </a:lnTo>
                <a:cubicBezTo>
                  <a:pt x="2461" y="680"/>
                  <a:pt x="2295" y="604"/>
                  <a:pt x="2128" y="535"/>
                </a:cubicBezTo>
                <a:close/>
                <a:moveTo>
                  <a:pt x="3100" y="1021"/>
                </a:moveTo>
                <a:lnTo>
                  <a:pt x="2965" y="1249"/>
                </a:lnTo>
                <a:cubicBezTo>
                  <a:pt x="3116" y="1338"/>
                  <a:pt x="3264" y="1433"/>
                  <a:pt x="3406" y="1532"/>
                </a:cubicBezTo>
                <a:lnTo>
                  <a:pt x="3557" y="1315"/>
                </a:lnTo>
                <a:cubicBezTo>
                  <a:pt x="3410" y="1213"/>
                  <a:pt x="3257" y="1113"/>
                  <a:pt x="3100" y="1021"/>
                </a:cubicBezTo>
                <a:close/>
                <a:moveTo>
                  <a:pt x="3992" y="1642"/>
                </a:moveTo>
                <a:lnTo>
                  <a:pt x="3826" y="1847"/>
                </a:lnTo>
                <a:cubicBezTo>
                  <a:pt x="3961" y="1957"/>
                  <a:pt x="4096" y="2074"/>
                  <a:pt x="4222" y="2191"/>
                </a:cubicBezTo>
                <a:lnTo>
                  <a:pt x="4403" y="1997"/>
                </a:lnTo>
                <a:cubicBezTo>
                  <a:pt x="4271" y="1874"/>
                  <a:pt x="4133" y="1755"/>
                  <a:pt x="3992" y="1642"/>
                </a:cubicBezTo>
                <a:close/>
                <a:moveTo>
                  <a:pt x="4788" y="2381"/>
                </a:moveTo>
                <a:lnTo>
                  <a:pt x="4593" y="2561"/>
                </a:lnTo>
                <a:cubicBezTo>
                  <a:pt x="4712" y="2688"/>
                  <a:pt x="4829" y="2822"/>
                  <a:pt x="4937" y="2958"/>
                </a:cubicBezTo>
                <a:lnTo>
                  <a:pt x="5143" y="2791"/>
                </a:lnTo>
                <a:cubicBezTo>
                  <a:pt x="5030" y="2651"/>
                  <a:pt x="4911" y="2512"/>
                  <a:pt x="4788" y="2381"/>
                </a:cubicBezTo>
                <a:close/>
                <a:moveTo>
                  <a:pt x="5469" y="3225"/>
                </a:moveTo>
                <a:lnTo>
                  <a:pt x="5252" y="3376"/>
                </a:lnTo>
                <a:cubicBezTo>
                  <a:pt x="5351" y="3519"/>
                  <a:pt x="5448" y="3668"/>
                  <a:pt x="5536" y="3817"/>
                </a:cubicBezTo>
                <a:lnTo>
                  <a:pt x="5764" y="3681"/>
                </a:lnTo>
                <a:cubicBezTo>
                  <a:pt x="5672" y="3526"/>
                  <a:pt x="5572" y="3373"/>
                  <a:pt x="5469" y="3225"/>
                </a:cubicBezTo>
                <a:close/>
                <a:moveTo>
                  <a:pt x="6023" y="4159"/>
                </a:moveTo>
                <a:lnTo>
                  <a:pt x="5786" y="4277"/>
                </a:lnTo>
                <a:cubicBezTo>
                  <a:pt x="5864" y="4432"/>
                  <a:pt x="5939" y="4592"/>
                  <a:pt x="6005" y="4753"/>
                </a:cubicBezTo>
                <a:lnTo>
                  <a:pt x="6250" y="4652"/>
                </a:lnTo>
                <a:cubicBezTo>
                  <a:pt x="6180" y="4486"/>
                  <a:pt x="6103" y="4319"/>
                  <a:pt x="6023" y="4159"/>
                </a:cubicBezTo>
                <a:close/>
                <a:moveTo>
                  <a:pt x="6441" y="5159"/>
                </a:moveTo>
                <a:lnTo>
                  <a:pt x="6189" y="5244"/>
                </a:lnTo>
                <a:cubicBezTo>
                  <a:pt x="6245" y="5410"/>
                  <a:pt x="6294" y="5579"/>
                  <a:pt x="6337" y="5747"/>
                </a:cubicBezTo>
                <a:lnTo>
                  <a:pt x="6595" y="5681"/>
                </a:lnTo>
                <a:cubicBezTo>
                  <a:pt x="6550" y="5506"/>
                  <a:pt x="6498" y="5331"/>
                  <a:pt x="6441" y="5159"/>
                </a:cubicBezTo>
                <a:close/>
                <a:moveTo>
                  <a:pt x="6708" y="6211"/>
                </a:moveTo>
                <a:lnTo>
                  <a:pt x="6447" y="6258"/>
                </a:lnTo>
                <a:cubicBezTo>
                  <a:pt x="6478" y="6430"/>
                  <a:pt x="6503" y="6605"/>
                  <a:pt x="6522" y="6778"/>
                </a:cubicBezTo>
                <a:lnTo>
                  <a:pt x="6785" y="6748"/>
                </a:lnTo>
                <a:cubicBezTo>
                  <a:pt x="6767" y="6569"/>
                  <a:pt x="6741" y="6389"/>
                  <a:pt x="6708" y="6211"/>
                </a:cubicBezTo>
                <a:close/>
                <a:moveTo>
                  <a:pt x="6824" y="7293"/>
                </a:moveTo>
                <a:lnTo>
                  <a:pt x="6559" y="7302"/>
                </a:lnTo>
                <a:cubicBezTo>
                  <a:pt x="6563" y="7390"/>
                  <a:pt x="6564" y="7481"/>
                  <a:pt x="6564" y="7570"/>
                </a:cubicBezTo>
                <a:cubicBezTo>
                  <a:pt x="6564" y="7655"/>
                  <a:pt x="6563" y="7741"/>
                  <a:pt x="6560" y="7825"/>
                </a:cubicBezTo>
                <a:lnTo>
                  <a:pt x="6825" y="7834"/>
                </a:lnTo>
                <a:cubicBezTo>
                  <a:pt x="6829" y="7747"/>
                  <a:pt x="6830" y="7659"/>
                  <a:pt x="6829" y="7572"/>
                </a:cubicBezTo>
                <a:cubicBezTo>
                  <a:pt x="6829" y="7478"/>
                  <a:pt x="6827" y="7385"/>
                  <a:pt x="6824" y="7293"/>
                </a:cubicBezTo>
                <a:close/>
                <a:moveTo>
                  <a:pt x="6523" y="8349"/>
                </a:moveTo>
                <a:cubicBezTo>
                  <a:pt x="6505" y="8521"/>
                  <a:pt x="6481" y="8697"/>
                  <a:pt x="6450" y="8868"/>
                </a:cubicBezTo>
                <a:lnTo>
                  <a:pt x="6711" y="8914"/>
                </a:lnTo>
                <a:cubicBezTo>
                  <a:pt x="6743" y="8736"/>
                  <a:pt x="6769" y="8554"/>
                  <a:pt x="6786" y="8376"/>
                </a:cubicBezTo>
                <a:lnTo>
                  <a:pt x="6523" y="8349"/>
                </a:lnTo>
                <a:close/>
                <a:moveTo>
                  <a:pt x="6340" y="9380"/>
                </a:moveTo>
                <a:cubicBezTo>
                  <a:pt x="6297" y="9548"/>
                  <a:pt x="6248" y="9718"/>
                  <a:pt x="6194" y="9884"/>
                </a:cubicBezTo>
                <a:lnTo>
                  <a:pt x="6445" y="9966"/>
                </a:lnTo>
                <a:cubicBezTo>
                  <a:pt x="6502" y="9795"/>
                  <a:pt x="6553" y="9620"/>
                  <a:pt x="6597" y="9446"/>
                </a:cubicBezTo>
                <a:lnTo>
                  <a:pt x="6340" y="9380"/>
                </a:lnTo>
                <a:close/>
                <a:moveTo>
                  <a:pt x="6010" y="10375"/>
                </a:moveTo>
                <a:cubicBezTo>
                  <a:pt x="5944" y="10535"/>
                  <a:pt x="5871" y="10695"/>
                  <a:pt x="5792" y="10851"/>
                </a:cubicBezTo>
                <a:lnTo>
                  <a:pt x="6030" y="10970"/>
                </a:lnTo>
                <a:cubicBezTo>
                  <a:pt x="6110" y="10810"/>
                  <a:pt x="6186" y="10643"/>
                  <a:pt x="6255" y="10475"/>
                </a:cubicBezTo>
                <a:lnTo>
                  <a:pt x="6010" y="10375"/>
                </a:lnTo>
                <a:close/>
                <a:moveTo>
                  <a:pt x="5542" y="11313"/>
                </a:moveTo>
                <a:cubicBezTo>
                  <a:pt x="5453" y="11462"/>
                  <a:pt x="5358" y="11611"/>
                  <a:pt x="5258" y="11754"/>
                </a:cubicBezTo>
                <a:lnTo>
                  <a:pt x="5475" y="11905"/>
                </a:lnTo>
                <a:cubicBezTo>
                  <a:pt x="5578" y="11757"/>
                  <a:pt x="5678" y="11604"/>
                  <a:pt x="5770" y="11449"/>
                </a:cubicBezTo>
                <a:lnTo>
                  <a:pt x="5542" y="11313"/>
                </a:lnTo>
                <a:close/>
                <a:moveTo>
                  <a:pt x="4942" y="12173"/>
                </a:moveTo>
                <a:cubicBezTo>
                  <a:pt x="4834" y="12310"/>
                  <a:pt x="4718" y="12443"/>
                  <a:pt x="4599" y="12570"/>
                </a:cubicBezTo>
                <a:lnTo>
                  <a:pt x="4794" y="12751"/>
                </a:lnTo>
                <a:cubicBezTo>
                  <a:pt x="4917" y="12619"/>
                  <a:pt x="5037" y="12480"/>
                  <a:pt x="5150" y="12340"/>
                </a:cubicBezTo>
                <a:lnTo>
                  <a:pt x="4942" y="12173"/>
                </a:lnTo>
                <a:close/>
                <a:moveTo>
                  <a:pt x="4230" y="12943"/>
                </a:moveTo>
                <a:cubicBezTo>
                  <a:pt x="4103" y="13062"/>
                  <a:pt x="3969" y="13178"/>
                  <a:pt x="3835" y="13287"/>
                </a:cubicBezTo>
                <a:lnTo>
                  <a:pt x="4001" y="13492"/>
                </a:lnTo>
                <a:cubicBezTo>
                  <a:pt x="4140" y="13379"/>
                  <a:pt x="4278" y="13260"/>
                  <a:pt x="4410" y="13137"/>
                </a:cubicBezTo>
                <a:lnTo>
                  <a:pt x="4230" y="12943"/>
                </a:lnTo>
                <a:close/>
                <a:moveTo>
                  <a:pt x="3416" y="13601"/>
                </a:moveTo>
                <a:cubicBezTo>
                  <a:pt x="3273" y="13700"/>
                  <a:pt x="3125" y="13795"/>
                  <a:pt x="2976" y="13885"/>
                </a:cubicBezTo>
                <a:lnTo>
                  <a:pt x="3111" y="14112"/>
                </a:lnTo>
                <a:cubicBezTo>
                  <a:pt x="3265" y="14020"/>
                  <a:pt x="3419" y="13921"/>
                  <a:pt x="3567" y="13819"/>
                </a:cubicBezTo>
                <a:lnTo>
                  <a:pt x="3416" y="13601"/>
                </a:lnTo>
                <a:close/>
                <a:moveTo>
                  <a:pt x="2515" y="14137"/>
                </a:moveTo>
                <a:cubicBezTo>
                  <a:pt x="2359" y="14215"/>
                  <a:pt x="2199" y="14289"/>
                  <a:pt x="2039" y="14356"/>
                </a:cubicBezTo>
                <a:lnTo>
                  <a:pt x="2142" y="14600"/>
                </a:lnTo>
                <a:cubicBezTo>
                  <a:pt x="2307" y="14531"/>
                  <a:pt x="2472" y="14455"/>
                  <a:pt x="2634" y="14373"/>
                </a:cubicBezTo>
                <a:lnTo>
                  <a:pt x="2515" y="14137"/>
                </a:lnTo>
                <a:close/>
                <a:moveTo>
                  <a:pt x="1549" y="14539"/>
                </a:moveTo>
                <a:cubicBezTo>
                  <a:pt x="1385" y="14593"/>
                  <a:pt x="1216" y="14643"/>
                  <a:pt x="1047" y="14687"/>
                </a:cubicBezTo>
                <a:lnTo>
                  <a:pt x="1111" y="14944"/>
                </a:lnTo>
                <a:cubicBezTo>
                  <a:pt x="1287" y="14899"/>
                  <a:pt x="1462" y="14848"/>
                  <a:pt x="1633" y="14791"/>
                </a:cubicBezTo>
                <a:lnTo>
                  <a:pt x="1549" y="14539"/>
                </a:lnTo>
                <a:close/>
                <a:moveTo>
                  <a:pt x="534" y="14801"/>
                </a:moveTo>
                <a:cubicBezTo>
                  <a:pt x="363" y="14832"/>
                  <a:pt x="189" y="14856"/>
                  <a:pt x="16" y="14875"/>
                </a:cubicBezTo>
                <a:lnTo>
                  <a:pt x="44" y="15139"/>
                </a:lnTo>
                <a:cubicBezTo>
                  <a:pt x="223" y="15118"/>
                  <a:pt x="404" y="15093"/>
                  <a:pt x="582" y="15062"/>
                </a:cubicBezTo>
                <a:lnTo>
                  <a:pt x="534" y="1480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9" name="Google Shape;3599;p37"/>
          <p:cNvSpPr txBox="1"/>
          <p:nvPr/>
        </p:nvSpPr>
        <p:spPr>
          <a:xfrm>
            <a:off x="666108" y="133574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 sz="160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00" name="Google Shape;3600;p37"/>
          <p:cNvSpPr txBox="1"/>
          <p:nvPr/>
        </p:nvSpPr>
        <p:spPr>
          <a:xfrm>
            <a:off x="2264020" y="3715691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6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01" name="Google Shape;3601;p37"/>
          <p:cNvSpPr txBox="1"/>
          <p:nvPr/>
        </p:nvSpPr>
        <p:spPr>
          <a:xfrm>
            <a:off x="498251" y="1704744"/>
            <a:ext cx="1648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It is the closest planet to the Sun 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02" name="Google Shape;3602;p37"/>
          <p:cNvSpPr txBox="1"/>
          <p:nvPr/>
        </p:nvSpPr>
        <p:spPr>
          <a:xfrm>
            <a:off x="2092574" y="4084711"/>
            <a:ext cx="1648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03" name="Google Shape;3603;p37"/>
          <p:cNvSpPr txBox="1"/>
          <p:nvPr/>
        </p:nvSpPr>
        <p:spPr>
          <a:xfrm>
            <a:off x="3926883" y="1338394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 sz="1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04" name="Google Shape;3604;p37"/>
          <p:cNvSpPr txBox="1"/>
          <p:nvPr/>
        </p:nvSpPr>
        <p:spPr>
          <a:xfrm>
            <a:off x="3749501" y="1704744"/>
            <a:ext cx="1648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05" name="Google Shape;3605;p37"/>
          <p:cNvSpPr txBox="1"/>
          <p:nvPr/>
        </p:nvSpPr>
        <p:spPr>
          <a:xfrm>
            <a:off x="5522108" y="371571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06" name="Google Shape;3606;p37"/>
          <p:cNvSpPr txBox="1"/>
          <p:nvPr/>
        </p:nvSpPr>
        <p:spPr>
          <a:xfrm>
            <a:off x="5373301" y="4084700"/>
            <a:ext cx="1648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the ringed and a gas giant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07" name="Google Shape;3607;p37"/>
          <p:cNvSpPr txBox="1"/>
          <p:nvPr/>
        </p:nvSpPr>
        <p:spPr>
          <a:xfrm>
            <a:off x="6995675" y="1704733"/>
            <a:ext cx="1648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Mars is cold and full of iron oxide dust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08" name="Google Shape;3608;p37"/>
          <p:cNvSpPr txBox="1"/>
          <p:nvPr/>
        </p:nvSpPr>
        <p:spPr>
          <a:xfrm>
            <a:off x="7149945" y="133572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09" name="Google Shape;3609;p37"/>
          <p:cNvSpPr txBox="1"/>
          <p:nvPr/>
        </p:nvSpPr>
        <p:spPr>
          <a:xfrm>
            <a:off x="3746964" y="1709069"/>
            <a:ext cx="1648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 and the biggest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3" name="Shape 3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" name="Google Shape;3614;p38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615" name="Google Shape;3615;p38"/>
          <p:cNvGrpSpPr/>
          <p:nvPr/>
        </p:nvGrpSpPr>
        <p:grpSpPr>
          <a:xfrm>
            <a:off x="2418876" y="2353644"/>
            <a:ext cx="683072" cy="775956"/>
            <a:chOff x="2418876" y="2353644"/>
            <a:chExt cx="683072" cy="775956"/>
          </a:xfrm>
        </p:grpSpPr>
        <p:sp>
          <p:nvSpPr>
            <p:cNvPr id="3616" name="Google Shape;3616;p38"/>
            <p:cNvSpPr/>
            <p:nvPr/>
          </p:nvSpPr>
          <p:spPr>
            <a:xfrm>
              <a:off x="2442065" y="2492908"/>
              <a:ext cx="636693" cy="636693"/>
            </a:xfrm>
            <a:custGeom>
              <a:rect b="b" l="l" r="r" t="t"/>
              <a:pathLst>
                <a:path extrusionOk="0" h="9994" w="9994">
                  <a:moveTo>
                    <a:pt x="4997" y="1"/>
                  </a:moveTo>
                  <a:cubicBezTo>
                    <a:pt x="4878" y="1"/>
                    <a:pt x="4761" y="5"/>
                    <a:pt x="4644" y="14"/>
                  </a:cubicBezTo>
                  <a:cubicBezTo>
                    <a:pt x="2050" y="195"/>
                    <a:pt x="1" y="2357"/>
                    <a:pt x="1" y="4998"/>
                  </a:cubicBezTo>
                  <a:cubicBezTo>
                    <a:pt x="1" y="5506"/>
                    <a:pt x="77" y="5998"/>
                    <a:pt x="219" y="6461"/>
                  </a:cubicBezTo>
                  <a:cubicBezTo>
                    <a:pt x="239" y="6530"/>
                    <a:pt x="262" y="6598"/>
                    <a:pt x="286" y="6666"/>
                  </a:cubicBezTo>
                  <a:cubicBezTo>
                    <a:pt x="665" y="7736"/>
                    <a:pt x="1398" y="8639"/>
                    <a:pt x="2344" y="9233"/>
                  </a:cubicBezTo>
                  <a:cubicBezTo>
                    <a:pt x="2487" y="9322"/>
                    <a:pt x="2636" y="9405"/>
                    <a:pt x="2789" y="9481"/>
                  </a:cubicBezTo>
                  <a:cubicBezTo>
                    <a:pt x="3278" y="9721"/>
                    <a:pt x="3811" y="9885"/>
                    <a:pt x="4373" y="9955"/>
                  </a:cubicBezTo>
                  <a:cubicBezTo>
                    <a:pt x="4579" y="9981"/>
                    <a:pt x="4787" y="9993"/>
                    <a:pt x="4998" y="9993"/>
                  </a:cubicBezTo>
                  <a:cubicBezTo>
                    <a:pt x="5025" y="9993"/>
                    <a:pt x="5053" y="9993"/>
                    <a:pt x="5081" y="9992"/>
                  </a:cubicBezTo>
                  <a:cubicBezTo>
                    <a:pt x="5715" y="9982"/>
                    <a:pt x="6322" y="9853"/>
                    <a:pt x="6878" y="9627"/>
                  </a:cubicBezTo>
                  <a:cubicBezTo>
                    <a:pt x="7034" y="9563"/>
                    <a:pt x="7185" y="9494"/>
                    <a:pt x="7332" y="9415"/>
                  </a:cubicBezTo>
                  <a:cubicBezTo>
                    <a:pt x="8371" y="8867"/>
                    <a:pt x="9190" y="7961"/>
                    <a:pt x="9633" y="6864"/>
                  </a:cubicBezTo>
                  <a:cubicBezTo>
                    <a:pt x="9663" y="6790"/>
                    <a:pt x="9691" y="6716"/>
                    <a:pt x="9716" y="6640"/>
                  </a:cubicBezTo>
                  <a:cubicBezTo>
                    <a:pt x="9896" y="6124"/>
                    <a:pt x="9993" y="5572"/>
                    <a:pt x="9993" y="4997"/>
                  </a:cubicBezTo>
                  <a:cubicBezTo>
                    <a:pt x="9993" y="2300"/>
                    <a:pt x="7858" y="104"/>
                    <a:pt x="5187" y="5"/>
                  </a:cubicBezTo>
                  <a:cubicBezTo>
                    <a:pt x="5124" y="2"/>
                    <a:pt x="5061" y="1"/>
                    <a:pt x="4997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38"/>
            <p:cNvSpPr/>
            <p:nvPr/>
          </p:nvSpPr>
          <p:spPr>
            <a:xfrm>
              <a:off x="2627387" y="2835078"/>
              <a:ext cx="185007" cy="114546"/>
            </a:xfrm>
            <a:custGeom>
              <a:rect b="b" l="l" r="r" t="t"/>
              <a:pathLst>
                <a:path extrusionOk="0" h="1798" w="2904">
                  <a:moveTo>
                    <a:pt x="345" y="0"/>
                  </a:moveTo>
                  <a:cubicBezTo>
                    <a:pt x="339" y="0"/>
                    <a:pt x="333" y="0"/>
                    <a:pt x="327" y="0"/>
                  </a:cubicBezTo>
                  <a:lnTo>
                    <a:pt x="103" y="8"/>
                  </a:lnTo>
                  <a:cubicBezTo>
                    <a:pt x="92" y="8"/>
                    <a:pt x="82" y="10"/>
                    <a:pt x="71" y="13"/>
                  </a:cubicBezTo>
                  <a:cubicBezTo>
                    <a:pt x="77" y="42"/>
                    <a:pt x="71" y="73"/>
                    <a:pt x="54" y="101"/>
                  </a:cubicBezTo>
                  <a:cubicBezTo>
                    <a:pt x="42" y="124"/>
                    <a:pt x="22" y="141"/>
                    <a:pt x="1" y="151"/>
                  </a:cubicBezTo>
                  <a:cubicBezTo>
                    <a:pt x="2" y="156"/>
                    <a:pt x="5" y="161"/>
                    <a:pt x="7" y="166"/>
                  </a:cubicBezTo>
                  <a:lnTo>
                    <a:pt x="107" y="368"/>
                  </a:lnTo>
                  <a:cubicBezTo>
                    <a:pt x="165" y="483"/>
                    <a:pt x="261" y="577"/>
                    <a:pt x="375" y="631"/>
                  </a:cubicBezTo>
                  <a:lnTo>
                    <a:pt x="2811" y="1792"/>
                  </a:lnTo>
                  <a:cubicBezTo>
                    <a:pt x="2818" y="1796"/>
                    <a:pt x="2826" y="1797"/>
                    <a:pt x="2833" y="1797"/>
                  </a:cubicBezTo>
                  <a:cubicBezTo>
                    <a:pt x="2877" y="1797"/>
                    <a:pt x="2904" y="1738"/>
                    <a:pt x="2862" y="1708"/>
                  </a:cubicBezTo>
                  <a:lnTo>
                    <a:pt x="687" y="112"/>
                  </a:lnTo>
                  <a:cubicBezTo>
                    <a:pt x="589" y="40"/>
                    <a:pt x="468" y="0"/>
                    <a:pt x="345" y="0"/>
                  </a:cubicBezTo>
                  <a:close/>
                </a:path>
              </a:pathLst>
            </a:custGeom>
            <a:solidFill>
              <a:srgbClr val="B9BB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38"/>
            <p:cNvSpPr/>
            <p:nvPr/>
          </p:nvSpPr>
          <p:spPr>
            <a:xfrm>
              <a:off x="2591393" y="2844316"/>
              <a:ext cx="28414" cy="252537"/>
            </a:xfrm>
            <a:custGeom>
              <a:rect b="b" l="l" r="r" t="t"/>
              <a:pathLst>
                <a:path extrusionOk="0" h="3964" w="446">
                  <a:moveTo>
                    <a:pt x="100" y="1"/>
                  </a:moveTo>
                  <a:lnTo>
                    <a:pt x="99" y="32"/>
                  </a:lnTo>
                  <a:lnTo>
                    <a:pt x="90" y="349"/>
                  </a:lnTo>
                  <a:lnTo>
                    <a:pt x="90" y="351"/>
                  </a:lnTo>
                  <a:lnTo>
                    <a:pt x="87" y="419"/>
                  </a:lnTo>
                  <a:lnTo>
                    <a:pt x="0" y="3715"/>
                  </a:lnTo>
                  <a:cubicBezTo>
                    <a:pt x="143" y="3805"/>
                    <a:pt x="292" y="3888"/>
                    <a:pt x="445" y="3963"/>
                  </a:cubicBezTo>
                  <a:lnTo>
                    <a:pt x="352" y="328"/>
                  </a:lnTo>
                  <a:lnTo>
                    <a:pt x="346" y="117"/>
                  </a:lnTo>
                  <a:lnTo>
                    <a:pt x="346" y="108"/>
                  </a:lnTo>
                  <a:lnTo>
                    <a:pt x="345" y="76"/>
                  </a:lnTo>
                  <a:lnTo>
                    <a:pt x="345" y="71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rgbClr val="9092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38"/>
            <p:cNvSpPr/>
            <p:nvPr/>
          </p:nvSpPr>
          <p:spPr>
            <a:xfrm>
              <a:off x="2596936" y="2844316"/>
              <a:ext cx="16755" cy="26693"/>
            </a:xfrm>
            <a:custGeom>
              <a:rect b="b" l="l" r="r" t="t"/>
              <a:pathLst>
                <a:path extrusionOk="0" h="419" w="263">
                  <a:moveTo>
                    <a:pt x="12" y="1"/>
                  </a:moveTo>
                  <a:lnTo>
                    <a:pt x="0" y="418"/>
                  </a:lnTo>
                  <a:cubicBezTo>
                    <a:pt x="51" y="377"/>
                    <a:pt x="95" y="328"/>
                    <a:pt x="130" y="273"/>
                  </a:cubicBezTo>
                  <a:lnTo>
                    <a:pt x="152" y="237"/>
                  </a:lnTo>
                  <a:cubicBezTo>
                    <a:pt x="181" y="276"/>
                    <a:pt x="218" y="308"/>
                    <a:pt x="263" y="327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rgbClr val="838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38"/>
            <p:cNvSpPr/>
            <p:nvPr/>
          </p:nvSpPr>
          <p:spPr>
            <a:xfrm>
              <a:off x="2576295" y="2817304"/>
              <a:ext cx="36887" cy="31854"/>
            </a:xfrm>
            <a:custGeom>
              <a:rect b="b" l="l" r="r" t="t"/>
              <a:pathLst>
                <a:path extrusionOk="0" h="500" w="579">
                  <a:moveTo>
                    <a:pt x="579" y="0"/>
                  </a:moveTo>
                  <a:lnTo>
                    <a:pt x="148" y="76"/>
                  </a:lnTo>
                  <a:cubicBezTo>
                    <a:pt x="62" y="90"/>
                    <a:pt x="1" y="164"/>
                    <a:pt x="1" y="250"/>
                  </a:cubicBezTo>
                  <a:cubicBezTo>
                    <a:pt x="1" y="336"/>
                    <a:pt x="63" y="408"/>
                    <a:pt x="148" y="424"/>
                  </a:cubicBezTo>
                  <a:lnTo>
                    <a:pt x="579" y="499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777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38"/>
            <p:cNvSpPr/>
            <p:nvPr/>
          </p:nvSpPr>
          <p:spPr>
            <a:xfrm>
              <a:off x="2599866" y="2815647"/>
              <a:ext cx="24081" cy="36250"/>
            </a:xfrm>
            <a:custGeom>
              <a:rect b="b" l="l" r="r" t="t"/>
              <a:pathLst>
                <a:path extrusionOk="0" h="569" w="378">
                  <a:moveTo>
                    <a:pt x="285" y="0"/>
                  </a:moveTo>
                  <a:cubicBezTo>
                    <a:pt x="127" y="0"/>
                    <a:pt x="0" y="128"/>
                    <a:pt x="0" y="285"/>
                  </a:cubicBezTo>
                  <a:cubicBezTo>
                    <a:pt x="0" y="442"/>
                    <a:pt x="128" y="568"/>
                    <a:pt x="285" y="568"/>
                  </a:cubicBezTo>
                  <a:lnTo>
                    <a:pt x="378" y="568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rgbClr val="9092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38"/>
            <p:cNvSpPr/>
            <p:nvPr/>
          </p:nvSpPr>
          <p:spPr>
            <a:xfrm>
              <a:off x="2593750" y="2608918"/>
              <a:ext cx="40327" cy="210298"/>
            </a:xfrm>
            <a:custGeom>
              <a:rect b="b" l="l" r="r" t="t"/>
              <a:pathLst>
                <a:path extrusionOk="0" h="3301" w="633">
                  <a:moveTo>
                    <a:pt x="316" y="1"/>
                  </a:moveTo>
                  <a:cubicBezTo>
                    <a:pt x="292" y="1"/>
                    <a:pt x="269" y="16"/>
                    <a:pt x="267" y="46"/>
                  </a:cubicBezTo>
                  <a:lnTo>
                    <a:pt x="12" y="2732"/>
                  </a:lnTo>
                  <a:cubicBezTo>
                    <a:pt x="1" y="2861"/>
                    <a:pt x="32" y="2990"/>
                    <a:pt x="101" y="3099"/>
                  </a:cubicBezTo>
                  <a:lnTo>
                    <a:pt x="223" y="3286"/>
                  </a:lnTo>
                  <a:cubicBezTo>
                    <a:pt x="225" y="3292"/>
                    <a:pt x="229" y="3297"/>
                    <a:pt x="233" y="3301"/>
                  </a:cubicBezTo>
                  <a:cubicBezTo>
                    <a:pt x="259" y="3273"/>
                    <a:pt x="295" y="3255"/>
                    <a:pt x="335" y="3255"/>
                  </a:cubicBezTo>
                  <a:cubicBezTo>
                    <a:pt x="365" y="3255"/>
                    <a:pt x="392" y="3264"/>
                    <a:pt x="413" y="3279"/>
                  </a:cubicBezTo>
                  <a:lnTo>
                    <a:pt x="530" y="3099"/>
                  </a:lnTo>
                  <a:cubicBezTo>
                    <a:pt x="600" y="2990"/>
                    <a:pt x="632" y="2861"/>
                    <a:pt x="620" y="2732"/>
                  </a:cubicBezTo>
                  <a:lnTo>
                    <a:pt x="365" y="46"/>
                  </a:lnTo>
                  <a:cubicBezTo>
                    <a:pt x="363" y="16"/>
                    <a:pt x="339" y="1"/>
                    <a:pt x="316" y="1"/>
                  </a:cubicBezTo>
                  <a:close/>
                </a:path>
              </a:pathLst>
            </a:custGeom>
            <a:solidFill>
              <a:srgbClr val="B9BB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38"/>
            <p:cNvSpPr/>
            <p:nvPr/>
          </p:nvSpPr>
          <p:spPr>
            <a:xfrm>
              <a:off x="2418876" y="2832402"/>
              <a:ext cx="192460" cy="98110"/>
            </a:xfrm>
            <a:custGeom>
              <a:rect b="b" l="l" r="r" t="t"/>
              <a:pathLst>
                <a:path extrusionOk="0" h="1540" w="3021">
                  <a:moveTo>
                    <a:pt x="2663" y="1"/>
                  </a:moveTo>
                  <a:cubicBezTo>
                    <a:pt x="2560" y="1"/>
                    <a:pt x="2460" y="28"/>
                    <a:pt x="2372" y="80"/>
                  </a:cubicBezTo>
                  <a:lnTo>
                    <a:pt x="46" y="1446"/>
                  </a:lnTo>
                  <a:cubicBezTo>
                    <a:pt x="0" y="1473"/>
                    <a:pt x="24" y="1540"/>
                    <a:pt x="70" y="1540"/>
                  </a:cubicBezTo>
                  <a:cubicBezTo>
                    <a:pt x="75" y="1540"/>
                    <a:pt x="81" y="1539"/>
                    <a:pt x="88" y="1536"/>
                  </a:cubicBezTo>
                  <a:lnTo>
                    <a:pt x="2629" y="629"/>
                  </a:lnTo>
                  <a:cubicBezTo>
                    <a:pt x="2752" y="586"/>
                    <a:pt x="2855" y="503"/>
                    <a:pt x="2925" y="392"/>
                  </a:cubicBezTo>
                  <a:lnTo>
                    <a:pt x="3020" y="242"/>
                  </a:lnTo>
                  <a:cubicBezTo>
                    <a:pt x="2959" y="228"/>
                    <a:pt x="2913" y="172"/>
                    <a:pt x="2913" y="109"/>
                  </a:cubicBezTo>
                  <a:cubicBezTo>
                    <a:pt x="2913" y="80"/>
                    <a:pt x="2922" y="54"/>
                    <a:pt x="2936" y="32"/>
                  </a:cubicBezTo>
                  <a:lnTo>
                    <a:pt x="2743" y="7"/>
                  </a:lnTo>
                  <a:cubicBezTo>
                    <a:pt x="2716" y="3"/>
                    <a:pt x="2689" y="1"/>
                    <a:pt x="2663" y="1"/>
                  </a:cubicBezTo>
                  <a:close/>
                </a:path>
              </a:pathLst>
            </a:custGeom>
            <a:solidFill>
              <a:srgbClr val="B9BB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38"/>
            <p:cNvSpPr/>
            <p:nvPr/>
          </p:nvSpPr>
          <p:spPr>
            <a:xfrm>
              <a:off x="2613181" y="2815584"/>
              <a:ext cx="28859" cy="36250"/>
            </a:xfrm>
            <a:custGeom>
              <a:rect b="b" l="l" r="r" t="t"/>
              <a:pathLst>
                <a:path extrusionOk="0" h="569" w="453">
                  <a:moveTo>
                    <a:pt x="168" y="0"/>
                  </a:moveTo>
                  <a:cubicBezTo>
                    <a:pt x="10" y="0"/>
                    <a:pt x="1" y="128"/>
                    <a:pt x="1" y="285"/>
                  </a:cubicBezTo>
                  <a:cubicBezTo>
                    <a:pt x="1" y="440"/>
                    <a:pt x="10" y="568"/>
                    <a:pt x="168" y="568"/>
                  </a:cubicBezTo>
                  <a:cubicBezTo>
                    <a:pt x="324" y="568"/>
                    <a:pt x="452" y="441"/>
                    <a:pt x="452" y="285"/>
                  </a:cubicBezTo>
                  <a:cubicBezTo>
                    <a:pt x="452" y="127"/>
                    <a:pt x="326" y="0"/>
                    <a:pt x="168" y="0"/>
                  </a:cubicBez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38"/>
            <p:cNvSpPr/>
            <p:nvPr/>
          </p:nvSpPr>
          <p:spPr>
            <a:xfrm>
              <a:off x="2916869" y="2835078"/>
              <a:ext cx="185007" cy="114546"/>
            </a:xfrm>
            <a:custGeom>
              <a:rect b="b" l="l" r="r" t="t"/>
              <a:pathLst>
                <a:path extrusionOk="0" h="1798" w="2904">
                  <a:moveTo>
                    <a:pt x="345" y="0"/>
                  </a:moveTo>
                  <a:cubicBezTo>
                    <a:pt x="339" y="0"/>
                    <a:pt x="333" y="0"/>
                    <a:pt x="327" y="0"/>
                  </a:cubicBezTo>
                  <a:lnTo>
                    <a:pt x="103" y="8"/>
                  </a:lnTo>
                  <a:cubicBezTo>
                    <a:pt x="92" y="8"/>
                    <a:pt x="82" y="10"/>
                    <a:pt x="71" y="13"/>
                  </a:cubicBezTo>
                  <a:cubicBezTo>
                    <a:pt x="77" y="42"/>
                    <a:pt x="71" y="73"/>
                    <a:pt x="55" y="101"/>
                  </a:cubicBezTo>
                  <a:cubicBezTo>
                    <a:pt x="42" y="124"/>
                    <a:pt x="22" y="141"/>
                    <a:pt x="1" y="151"/>
                  </a:cubicBezTo>
                  <a:cubicBezTo>
                    <a:pt x="2" y="156"/>
                    <a:pt x="5" y="161"/>
                    <a:pt x="7" y="166"/>
                  </a:cubicBezTo>
                  <a:lnTo>
                    <a:pt x="107" y="368"/>
                  </a:lnTo>
                  <a:cubicBezTo>
                    <a:pt x="165" y="483"/>
                    <a:pt x="261" y="577"/>
                    <a:pt x="375" y="631"/>
                  </a:cubicBezTo>
                  <a:lnTo>
                    <a:pt x="2811" y="1792"/>
                  </a:lnTo>
                  <a:cubicBezTo>
                    <a:pt x="2818" y="1796"/>
                    <a:pt x="2826" y="1797"/>
                    <a:pt x="2833" y="1797"/>
                  </a:cubicBezTo>
                  <a:cubicBezTo>
                    <a:pt x="2877" y="1797"/>
                    <a:pt x="2904" y="1738"/>
                    <a:pt x="2862" y="1708"/>
                  </a:cubicBezTo>
                  <a:lnTo>
                    <a:pt x="687" y="112"/>
                  </a:lnTo>
                  <a:cubicBezTo>
                    <a:pt x="589" y="40"/>
                    <a:pt x="468" y="0"/>
                    <a:pt x="345" y="0"/>
                  </a:cubicBezTo>
                  <a:close/>
                </a:path>
              </a:pathLst>
            </a:custGeom>
            <a:solidFill>
              <a:srgbClr val="B9BB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38"/>
            <p:cNvSpPr/>
            <p:nvPr/>
          </p:nvSpPr>
          <p:spPr>
            <a:xfrm>
              <a:off x="2880110" y="2844252"/>
              <a:ext cx="29051" cy="261838"/>
            </a:xfrm>
            <a:custGeom>
              <a:rect b="b" l="l" r="r" t="t"/>
              <a:pathLst>
                <a:path extrusionOk="0" h="4110" w="456">
                  <a:moveTo>
                    <a:pt x="112" y="1"/>
                  </a:moveTo>
                  <a:lnTo>
                    <a:pt x="111" y="32"/>
                  </a:lnTo>
                  <a:lnTo>
                    <a:pt x="102" y="349"/>
                  </a:lnTo>
                  <a:lnTo>
                    <a:pt x="100" y="419"/>
                  </a:lnTo>
                  <a:lnTo>
                    <a:pt x="1" y="4110"/>
                  </a:lnTo>
                  <a:cubicBezTo>
                    <a:pt x="157" y="4047"/>
                    <a:pt x="308" y="3977"/>
                    <a:pt x="455" y="3899"/>
                  </a:cubicBezTo>
                  <a:lnTo>
                    <a:pt x="362" y="327"/>
                  </a:lnTo>
                  <a:lnTo>
                    <a:pt x="357" y="115"/>
                  </a:lnTo>
                  <a:lnTo>
                    <a:pt x="357" y="108"/>
                  </a:lnTo>
                  <a:lnTo>
                    <a:pt x="356" y="51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rgbClr val="9092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38"/>
            <p:cNvSpPr/>
            <p:nvPr/>
          </p:nvSpPr>
          <p:spPr>
            <a:xfrm>
              <a:off x="2886353" y="2844316"/>
              <a:ext cx="16819" cy="26693"/>
            </a:xfrm>
            <a:custGeom>
              <a:rect b="b" l="l" r="r" t="t"/>
              <a:pathLst>
                <a:path extrusionOk="0" h="419" w="264">
                  <a:moveTo>
                    <a:pt x="13" y="1"/>
                  </a:moveTo>
                  <a:lnTo>
                    <a:pt x="1" y="418"/>
                  </a:lnTo>
                  <a:cubicBezTo>
                    <a:pt x="52" y="377"/>
                    <a:pt x="96" y="328"/>
                    <a:pt x="131" y="273"/>
                  </a:cubicBezTo>
                  <a:lnTo>
                    <a:pt x="153" y="237"/>
                  </a:lnTo>
                  <a:cubicBezTo>
                    <a:pt x="182" y="276"/>
                    <a:pt x="219" y="308"/>
                    <a:pt x="264" y="327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838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38"/>
            <p:cNvSpPr/>
            <p:nvPr/>
          </p:nvSpPr>
          <p:spPr>
            <a:xfrm>
              <a:off x="2865776" y="2817304"/>
              <a:ext cx="36887" cy="31854"/>
            </a:xfrm>
            <a:custGeom>
              <a:rect b="b" l="l" r="r" t="t"/>
              <a:pathLst>
                <a:path extrusionOk="0" h="500" w="579">
                  <a:moveTo>
                    <a:pt x="579" y="0"/>
                  </a:moveTo>
                  <a:lnTo>
                    <a:pt x="148" y="76"/>
                  </a:lnTo>
                  <a:cubicBezTo>
                    <a:pt x="62" y="90"/>
                    <a:pt x="1" y="164"/>
                    <a:pt x="1" y="250"/>
                  </a:cubicBezTo>
                  <a:cubicBezTo>
                    <a:pt x="1" y="336"/>
                    <a:pt x="64" y="408"/>
                    <a:pt x="148" y="424"/>
                  </a:cubicBezTo>
                  <a:lnTo>
                    <a:pt x="579" y="499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777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38"/>
            <p:cNvSpPr/>
            <p:nvPr/>
          </p:nvSpPr>
          <p:spPr>
            <a:xfrm>
              <a:off x="2889411" y="2815647"/>
              <a:ext cx="24018" cy="36250"/>
            </a:xfrm>
            <a:custGeom>
              <a:rect b="b" l="l" r="r" t="t"/>
              <a:pathLst>
                <a:path extrusionOk="0" h="569" w="377">
                  <a:moveTo>
                    <a:pt x="283" y="0"/>
                  </a:moveTo>
                  <a:cubicBezTo>
                    <a:pt x="126" y="0"/>
                    <a:pt x="0" y="128"/>
                    <a:pt x="0" y="285"/>
                  </a:cubicBezTo>
                  <a:cubicBezTo>
                    <a:pt x="0" y="442"/>
                    <a:pt x="128" y="568"/>
                    <a:pt x="283" y="568"/>
                  </a:cubicBezTo>
                  <a:lnTo>
                    <a:pt x="377" y="568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9092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38"/>
            <p:cNvSpPr/>
            <p:nvPr/>
          </p:nvSpPr>
          <p:spPr>
            <a:xfrm>
              <a:off x="2883232" y="2608918"/>
              <a:ext cx="40327" cy="210298"/>
            </a:xfrm>
            <a:custGeom>
              <a:rect b="b" l="l" r="r" t="t"/>
              <a:pathLst>
                <a:path extrusionOk="0" h="3301" w="633">
                  <a:moveTo>
                    <a:pt x="316" y="1"/>
                  </a:moveTo>
                  <a:cubicBezTo>
                    <a:pt x="293" y="1"/>
                    <a:pt x="269" y="16"/>
                    <a:pt x="267" y="46"/>
                  </a:cubicBezTo>
                  <a:lnTo>
                    <a:pt x="12" y="2732"/>
                  </a:lnTo>
                  <a:cubicBezTo>
                    <a:pt x="1" y="2861"/>
                    <a:pt x="32" y="2990"/>
                    <a:pt x="101" y="3099"/>
                  </a:cubicBezTo>
                  <a:lnTo>
                    <a:pt x="223" y="3286"/>
                  </a:lnTo>
                  <a:cubicBezTo>
                    <a:pt x="226" y="3292"/>
                    <a:pt x="229" y="3297"/>
                    <a:pt x="233" y="3301"/>
                  </a:cubicBezTo>
                  <a:cubicBezTo>
                    <a:pt x="259" y="3273"/>
                    <a:pt x="295" y="3255"/>
                    <a:pt x="335" y="3255"/>
                  </a:cubicBezTo>
                  <a:cubicBezTo>
                    <a:pt x="365" y="3255"/>
                    <a:pt x="392" y="3264"/>
                    <a:pt x="413" y="3279"/>
                  </a:cubicBezTo>
                  <a:lnTo>
                    <a:pt x="530" y="3099"/>
                  </a:lnTo>
                  <a:cubicBezTo>
                    <a:pt x="600" y="2990"/>
                    <a:pt x="632" y="2861"/>
                    <a:pt x="620" y="2732"/>
                  </a:cubicBezTo>
                  <a:lnTo>
                    <a:pt x="365" y="46"/>
                  </a:lnTo>
                  <a:cubicBezTo>
                    <a:pt x="363" y="16"/>
                    <a:pt x="339" y="1"/>
                    <a:pt x="316" y="1"/>
                  </a:cubicBezTo>
                  <a:close/>
                </a:path>
              </a:pathLst>
            </a:custGeom>
            <a:solidFill>
              <a:srgbClr val="B9BB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38"/>
            <p:cNvSpPr/>
            <p:nvPr/>
          </p:nvSpPr>
          <p:spPr>
            <a:xfrm>
              <a:off x="2708294" y="2832402"/>
              <a:ext cx="192460" cy="98110"/>
            </a:xfrm>
            <a:custGeom>
              <a:rect b="b" l="l" r="r" t="t"/>
              <a:pathLst>
                <a:path extrusionOk="0" h="1540" w="3021">
                  <a:moveTo>
                    <a:pt x="2662" y="1"/>
                  </a:moveTo>
                  <a:cubicBezTo>
                    <a:pt x="2560" y="1"/>
                    <a:pt x="2460" y="28"/>
                    <a:pt x="2371" y="80"/>
                  </a:cubicBezTo>
                  <a:lnTo>
                    <a:pt x="46" y="1446"/>
                  </a:lnTo>
                  <a:cubicBezTo>
                    <a:pt x="0" y="1473"/>
                    <a:pt x="24" y="1540"/>
                    <a:pt x="70" y="1540"/>
                  </a:cubicBezTo>
                  <a:cubicBezTo>
                    <a:pt x="75" y="1540"/>
                    <a:pt x="81" y="1539"/>
                    <a:pt x="88" y="1536"/>
                  </a:cubicBezTo>
                  <a:lnTo>
                    <a:pt x="2629" y="629"/>
                  </a:lnTo>
                  <a:cubicBezTo>
                    <a:pt x="2752" y="586"/>
                    <a:pt x="2855" y="503"/>
                    <a:pt x="2924" y="392"/>
                  </a:cubicBezTo>
                  <a:lnTo>
                    <a:pt x="3020" y="242"/>
                  </a:lnTo>
                  <a:cubicBezTo>
                    <a:pt x="2961" y="228"/>
                    <a:pt x="2915" y="172"/>
                    <a:pt x="2913" y="109"/>
                  </a:cubicBezTo>
                  <a:cubicBezTo>
                    <a:pt x="2913" y="80"/>
                    <a:pt x="2922" y="54"/>
                    <a:pt x="2936" y="32"/>
                  </a:cubicBezTo>
                  <a:lnTo>
                    <a:pt x="2743" y="7"/>
                  </a:lnTo>
                  <a:cubicBezTo>
                    <a:pt x="2716" y="3"/>
                    <a:pt x="2689" y="1"/>
                    <a:pt x="2662" y="1"/>
                  </a:cubicBezTo>
                  <a:close/>
                </a:path>
              </a:pathLst>
            </a:custGeom>
            <a:solidFill>
              <a:srgbClr val="B9BB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38"/>
            <p:cNvSpPr/>
            <p:nvPr/>
          </p:nvSpPr>
          <p:spPr>
            <a:xfrm>
              <a:off x="2902789" y="2815584"/>
              <a:ext cx="28796" cy="36250"/>
            </a:xfrm>
            <a:custGeom>
              <a:rect b="b" l="l" r="r" t="t"/>
              <a:pathLst>
                <a:path extrusionOk="0" h="569" w="452">
                  <a:moveTo>
                    <a:pt x="167" y="0"/>
                  </a:moveTo>
                  <a:cubicBezTo>
                    <a:pt x="10" y="0"/>
                    <a:pt x="1" y="128"/>
                    <a:pt x="1" y="285"/>
                  </a:cubicBezTo>
                  <a:cubicBezTo>
                    <a:pt x="1" y="440"/>
                    <a:pt x="10" y="568"/>
                    <a:pt x="167" y="568"/>
                  </a:cubicBezTo>
                  <a:cubicBezTo>
                    <a:pt x="323" y="568"/>
                    <a:pt x="451" y="441"/>
                    <a:pt x="451" y="285"/>
                  </a:cubicBezTo>
                  <a:cubicBezTo>
                    <a:pt x="451" y="127"/>
                    <a:pt x="324" y="0"/>
                    <a:pt x="167" y="0"/>
                  </a:cubicBez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38"/>
            <p:cNvSpPr/>
            <p:nvPr/>
          </p:nvSpPr>
          <p:spPr>
            <a:xfrm>
              <a:off x="2418940" y="2608918"/>
              <a:ext cx="683008" cy="497173"/>
            </a:xfrm>
            <a:custGeom>
              <a:rect b="b" l="l" r="r" t="t"/>
              <a:pathLst>
                <a:path extrusionOk="0" h="7804" w="10721">
                  <a:moveTo>
                    <a:pt x="7604" y="1"/>
                  </a:moveTo>
                  <a:cubicBezTo>
                    <a:pt x="7581" y="1"/>
                    <a:pt x="7558" y="16"/>
                    <a:pt x="7555" y="46"/>
                  </a:cubicBezTo>
                  <a:lnTo>
                    <a:pt x="7388" y="1811"/>
                  </a:lnTo>
                  <a:lnTo>
                    <a:pt x="7322" y="2518"/>
                  </a:lnTo>
                  <a:lnTo>
                    <a:pt x="7301" y="2733"/>
                  </a:lnTo>
                  <a:cubicBezTo>
                    <a:pt x="7289" y="2862"/>
                    <a:pt x="7321" y="2991"/>
                    <a:pt x="7391" y="3100"/>
                  </a:cubicBezTo>
                  <a:lnTo>
                    <a:pt x="7506" y="3280"/>
                  </a:lnTo>
                  <a:lnTo>
                    <a:pt x="7510" y="3286"/>
                  </a:lnTo>
                  <a:lnTo>
                    <a:pt x="7490" y="3290"/>
                  </a:lnTo>
                  <a:lnTo>
                    <a:pt x="7162" y="3348"/>
                  </a:lnTo>
                  <a:cubicBezTo>
                    <a:pt x="7077" y="3362"/>
                    <a:pt x="7016" y="3436"/>
                    <a:pt x="7016" y="3522"/>
                  </a:cubicBezTo>
                  <a:cubicBezTo>
                    <a:pt x="7016" y="3528"/>
                    <a:pt x="7018" y="3536"/>
                    <a:pt x="7019" y="3542"/>
                  </a:cubicBezTo>
                  <a:lnTo>
                    <a:pt x="7019" y="3544"/>
                  </a:lnTo>
                  <a:lnTo>
                    <a:pt x="7018" y="3544"/>
                  </a:lnTo>
                  <a:cubicBezTo>
                    <a:pt x="7002" y="3548"/>
                    <a:pt x="6987" y="3555"/>
                    <a:pt x="6972" y="3562"/>
                  </a:cubicBezTo>
                  <a:cubicBezTo>
                    <a:pt x="6952" y="3570"/>
                    <a:pt x="6934" y="3578"/>
                    <a:pt x="6916" y="3590"/>
                  </a:cubicBezTo>
                  <a:lnTo>
                    <a:pt x="5348" y="4511"/>
                  </a:lnTo>
                  <a:lnTo>
                    <a:pt x="5219" y="4588"/>
                  </a:lnTo>
                  <a:lnTo>
                    <a:pt x="4838" y="4308"/>
                  </a:lnTo>
                  <a:lnTo>
                    <a:pt x="4838" y="4307"/>
                  </a:lnTo>
                  <a:lnTo>
                    <a:pt x="3961" y="3663"/>
                  </a:lnTo>
                  <a:cubicBezTo>
                    <a:pt x="3863" y="3591"/>
                    <a:pt x="3745" y="3551"/>
                    <a:pt x="3623" y="3551"/>
                  </a:cubicBezTo>
                  <a:cubicBezTo>
                    <a:pt x="3616" y="3551"/>
                    <a:pt x="3609" y="3551"/>
                    <a:pt x="3601" y="3551"/>
                  </a:cubicBezTo>
                  <a:lnTo>
                    <a:pt x="3503" y="3555"/>
                  </a:lnTo>
                  <a:lnTo>
                    <a:pt x="3501" y="3555"/>
                  </a:lnTo>
                  <a:cubicBezTo>
                    <a:pt x="3503" y="3551"/>
                    <a:pt x="3503" y="3546"/>
                    <a:pt x="3504" y="3542"/>
                  </a:cubicBezTo>
                  <a:cubicBezTo>
                    <a:pt x="3505" y="3539"/>
                    <a:pt x="3505" y="3535"/>
                    <a:pt x="3505" y="3530"/>
                  </a:cubicBezTo>
                  <a:cubicBezTo>
                    <a:pt x="3505" y="3372"/>
                    <a:pt x="3378" y="3245"/>
                    <a:pt x="3222" y="3245"/>
                  </a:cubicBezTo>
                  <a:cubicBezTo>
                    <a:pt x="3212" y="3245"/>
                    <a:pt x="3207" y="3246"/>
                    <a:pt x="3199" y="3249"/>
                  </a:cubicBezTo>
                  <a:lnTo>
                    <a:pt x="3183" y="3249"/>
                  </a:lnTo>
                  <a:lnTo>
                    <a:pt x="3278" y="3100"/>
                  </a:lnTo>
                  <a:cubicBezTo>
                    <a:pt x="3348" y="2991"/>
                    <a:pt x="3380" y="2862"/>
                    <a:pt x="3367" y="2733"/>
                  </a:cubicBezTo>
                  <a:lnTo>
                    <a:pt x="3331" y="2355"/>
                  </a:lnTo>
                  <a:lnTo>
                    <a:pt x="3270" y="1705"/>
                  </a:lnTo>
                  <a:lnTo>
                    <a:pt x="3114" y="47"/>
                  </a:lnTo>
                  <a:cubicBezTo>
                    <a:pt x="3112" y="17"/>
                    <a:pt x="3088" y="2"/>
                    <a:pt x="3065" y="2"/>
                  </a:cubicBezTo>
                  <a:cubicBezTo>
                    <a:pt x="3041" y="2"/>
                    <a:pt x="3018" y="17"/>
                    <a:pt x="3015" y="47"/>
                  </a:cubicBezTo>
                  <a:lnTo>
                    <a:pt x="2834" y="1960"/>
                  </a:lnTo>
                  <a:lnTo>
                    <a:pt x="2778" y="2553"/>
                  </a:lnTo>
                  <a:lnTo>
                    <a:pt x="2761" y="2733"/>
                  </a:lnTo>
                  <a:cubicBezTo>
                    <a:pt x="2749" y="2862"/>
                    <a:pt x="2780" y="2991"/>
                    <a:pt x="2850" y="3100"/>
                  </a:cubicBezTo>
                  <a:lnTo>
                    <a:pt x="2966" y="3280"/>
                  </a:lnTo>
                  <a:lnTo>
                    <a:pt x="2969" y="3286"/>
                  </a:lnTo>
                  <a:lnTo>
                    <a:pt x="2951" y="3290"/>
                  </a:lnTo>
                  <a:lnTo>
                    <a:pt x="2621" y="3348"/>
                  </a:lnTo>
                  <a:cubicBezTo>
                    <a:pt x="2536" y="3362"/>
                    <a:pt x="2475" y="3436"/>
                    <a:pt x="2475" y="3522"/>
                  </a:cubicBezTo>
                  <a:lnTo>
                    <a:pt x="2475" y="3533"/>
                  </a:lnTo>
                  <a:cubicBezTo>
                    <a:pt x="2475" y="3537"/>
                    <a:pt x="2475" y="3540"/>
                    <a:pt x="2476" y="3543"/>
                  </a:cubicBezTo>
                  <a:lnTo>
                    <a:pt x="2476" y="3545"/>
                  </a:lnTo>
                  <a:lnTo>
                    <a:pt x="2475" y="3545"/>
                  </a:lnTo>
                  <a:cubicBezTo>
                    <a:pt x="2456" y="3551"/>
                    <a:pt x="2440" y="3558"/>
                    <a:pt x="2424" y="3566"/>
                  </a:cubicBezTo>
                  <a:cubicBezTo>
                    <a:pt x="2414" y="3569"/>
                    <a:pt x="2406" y="3573"/>
                    <a:pt x="2398" y="3578"/>
                  </a:cubicBezTo>
                  <a:cubicBezTo>
                    <a:pt x="2390" y="3582"/>
                    <a:pt x="2383" y="3587"/>
                    <a:pt x="2373" y="3592"/>
                  </a:cubicBezTo>
                  <a:lnTo>
                    <a:pt x="584" y="4642"/>
                  </a:lnTo>
                  <a:lnTo>
                    <a:pt x="47" y="4958"/>
                  </a:lnTo>
                  <a:cubicBezTo>
                    <a:pt x="0" y="4986"/>
                    <a:pt x="24" y="5052"/>
                    <a:pt x="70" y="5052"/>
                  </a:cubicBezTo>
                  <a:cubicBezTo>
                    <a:pt x="75" y="5052"/>
                    <a:pt x="81" y="5051"/>
                    <a:pt x="88" y="5048"/>
                  </a:cubicBezTo>
                  <a:lnTo>
                    <a:pt x="650" y="4847"/>
                  </a:lnTo>
                  <a:lnTo>
                    <a:pt x="2629" y="4141"/>
                  </a:lnTo>
                  <a:cubicBezTo>
                    <a:pt x="2691" y="4119"/>
                    <a:pt x="2747" y="4088"/>
                    <a:pt x="2797" y="4048"/>
                  </a:cubicBezTo>
                  <a:lnTo>
                    <a:pt x="2797" y="4048"/>
                  </a:lnTo>
                  <a:lnTo>
                    <a:pt x="2794" y="4116"/>
                  </a:lnTo>
                  <a:lnTo>
                    <a:pt x="2707" y="7413"/>
                  </a:lnTo>
                  <a:cubicBezTo>
                    <a:pt x="2850" y="7502"/>
                    <a:pt x="2999" y="7586"/>
                    <a:pt x="3152" y="7661"/>
                  </a:cubicBezTo>
                  <a:lnTo>
                    <a:pt x="3056" y="4025"/>
                  </a:lnTo>
                  <a:lnTo>
                    <a:pt x="3050" y="3813"/>
                  </a:lnTo>
                  <a:lnTo>
                    <a:pt x="3050" y="3804"/>
                  </a:lnTo>
                  <a:cubicBezTo>
                    <a:pt x="3073" y="3809"/>
                    <a:pt x="3097" y="3814"/>
                    <a:pt x="3122" y="3814"/>
                  </a:cubicBezTo>
                  <a:lnTo>
                    <a:pt x="3218" y="3814"/>
                  </a:lnTo>
                  <a:cubicBezTo>
                    <a:pt x="3227" y="3814"/>
                    <a:pt x="3235" y="3814"/>
                    <a:pt x="3244" y="3813"/>
                  </a:cubicBezTo>
                  <a:cubicBezTo>
                    <a:pt x="3253" y="3813"/>
                    <a:pt x="3261" y="3812"/>
                    <a:pt x="3270" y="3809"/>
                  </a:cubicBezTo>
                  <a:cubicBezTo>
                    <a:pt x="3278" y="3808"/>
                    <a:pt x="3286" y="3806"/>
                    <a:pt x="3294" y="3803"/>
                  </a:cubicBezTo>
                  <a:cubicBezTo>
                    <a:pt x="3304" y="3801"/>
                    <a:pt x="3311" y="3798"/>
                    <a:pt x="3319" y="3794"/>
                  </a:cubicBezTo>
                  <a:lnTo>
                    <a:pt x="3319" y="3796"/>
                  </a:lnTo>
                  <a:lnTo>
                    <a:pt x="3320" y="3796"/>
                  </a:lnTo>
                  <a:lnTo>
                    <a:pt x="3380" y="3919"/>
                  </a:lnTo>
                  <a:cubicBezTo>
                    <a:pt x="3439" y="4033"/>
                    <a:pt x="3534" y="4127"/>
                    <a:pt x="3649" y="4184"/>
                  </a:cubicBezTo>
                  <a:lnTo>
                    <a:pt x="4825" y="4743"/>
                  </a:lnTo>
                  <a:lnTo>
                    <a:pt x="4825" y="4744"/>
                  </a:lnTo>
                  <a:lnTo>
                    <a:pt x="4895" y="4776"/>
                  </a:lnTo>
                  <a:lnTo>
                    <a:pt x="4824" y="4818"/>
                  </a:lnTo>
                  <a:lnTo>
                    <a:pt x="4591" y="4954"/>
                  </a:lnTo>
                  <a:cubicBezTo>
                    <a:pt x="4544" y="4981"/>
                    <a:pt x="4568" y="5048"/>
                    <a:pt x="4614" y="5048"/>
                  </a:cubicBezTo>
                  <a:cubicBezTo>
                    <a:pt x="4619" y="5048"/>
                    <a:pt x="4625" y="5047"/>
                    <a:pt x="4632" y="5044"/>
                  </a:cubicBezTo>
                  <a:lnTo>
                    <a:pt x="4819" y="4978"/>
                  </a:lnTo>
                  <a:lnTo>
                    <a:pt x="5102" y="4876"/>
                  </a:lnTo>
                  <a:lnTo>
                    <a:pt x="5360" y="4999"/>
                  </a:lnTo>
                  <a:lnTo>
                    <a:pt x="5360" y="5000"/>
                  </a:lnTo>
                  <a:lnTo>
                    <a:pt x="6084" y="5345"/>
                  </a:lnTo>
                  <a:cubicBezTo>
                    <a:pt x="6091" y="5349"/>
                    <a:pt x="6099" y="5350"/>
                    <a:pt x="6106" y="5350"/>
                  </a:cubicBezTo>
                  <a:cubicBezTo>
                    <a:pt x="6150" y="5350"/>
                    <a:pt x="6177" y="5291"/>
                    <a:pt x="6135" y="5260"/>
                  </a:cubicBezTo>
                  <a:lnTo>
                    <a:pt x="5447" y="4754"/>
                  </a:lnTo>
                  <a:lnTo>
                    <a:pt x="7173" y="4137"/>
                  </a:lnTo>
                  <a:cubicBezTo>
                    <a:pt x="7235" y="4115"/>
                    <a:pt x="7291" y="4083"/>
                    <a:pt x="7341" y="4044"/>
                  </a:cubicBezTo>
                  <a:lnTo>
                    <a:pt x="7341" y="4044"/>
                  </a:lnTo>
                  <a:lnTo>
                    <a:pt x="7340" y="4113"/>
                  </a:lnTo>
                  <a:lnTo>
                    <a:pt x="7241" y="7804"/>
                  </a:lnTo>
                  <a:cubicBezTo>
                    <a:pt x="7397" y="7741"/>
                    <a:pt x="7548" y="7671"/>
                    <a:pt x="7695" y="7593"/>
                  </a:cubicBezTo>
                  <a:lnTo>
                    <a:pt x="7601" y="4022"/>
                  </a:lnTo>
                  <a:lnTo>
                    <a:pt x="7594" y="3811"/>
                  </a:lnTo>
                  <a:lnTo>
                    <a:pt x="7594" y="3803"/>
                  </a:lnTo>
                  <a:cubicBezTo>
                    <a:pt x="7617" y="3808"/>
                    <a:pt x="7642" y="3813"/>
                    <a:pt x="7667" y="3813"/>
                  </a:cubicBezTo>
                  <a:lnTo>
                    <a:pt x="7761" y="3813"/>
                  </a:lnTo>
                  <a:cubicBezTo>
                    <a:pt x="7770" y="3813"/>
                    <a:pt x="7778" y="3813"/>
                    <a:pt x="7787" y="3812"/>
                  </a:cubicBezTo>
                  <a:cubicBezTo>
                    <a:pt x="7796" y="3812"/>
                    <a:pt x="7804" y="3811"/>
                    <a:pt x="7813" y="3808"/>
                  </a:cubicBezTo>
                  <a:cubicBezTo>
                    <a:pt x="7822" y="3807"/>
                    <a:pt x="7829" y="3804"/>
                    <a:pt x="7838" y="3802"/>
                  </a:cubicBezTo>
                  <a:cubicBezTo>
                    <a:pt x="7847" y="3799"/>
                    <a:pt x="7855" y="3797"/>
                    <a:pt x="7863" y="3793"/>
                  </a:cubicBezTo>
                  <a:lnTo>
                    <a:pt x="7863" y="3794"/>
                  </a:lnTo>
                  <a:lnTo>
                    <a:pt x="7923" y="3917"/>
                  </a:lnTo>
                  <a:cubicBezTo>
                    <a:pt x="7982" y="4032"/>
                    <a:pt x="8077" y="4125"/>
                    <a:pt x="8193" y="4182"/>
                  </a:cubicBezTo>
                  <a:lnTo>
                    <a:pt x="9995" y="5041"/>
                  </a:lnTo>
                  <a:lnTo>
                    <a:pt x="10629" y="5343"/>
                  </a:lnTo>
                  <a:cubicBezTo>
                    <a:pt x="10636" y="5347"/>
                    <a:pt x="10644" y="5348"/>
                    <a:pt x="10651" y="5348"/>
                  </a:cubicBezTo>
                  <a:cubicBezTo>
                    <a:pt x="10693" y="5348"/>
                    <a:pt x="10721" y="5290"/>
                    <a:pt x="10679" y="5259"/>
                  </a:cubicBezTo>
                  <a:lnTo>
                    <a:pt x="10079" y="4818"/>
                  </a:lnTo>
                  <a:lnTo>
                    <a:pt x="8504" y="3662"/>
                  </a:lnTo>
                  <a:cubicBezTo>
                    <a:pt x="8406" y="3590"/>
                    <a:pt x="8287" y="3550"/>
                    <a:pt x="8165" y="3550"/>
                  </a:cubicBezTo>
                  <a:cubicBezTo>
                    <a:pt x="8158" y="3550"/>
                    <a:pt x="8151" y="3550"/>
                    <a:pt x="8143" y="3550"/>
                  </a:cubicBezTo>
                  <a:lnTo>
                    <a:pt x="8044" y="3554"/>
                  </a:lnTo>
                  <a:lnTo>
                    <a:pt x="8043" y="3554"/>
                  </a:lnTo>
                  <a:cubicBezTo>
                    <a:pt x="8043" y="3545"/>
                    <a:pt x="8046" y="3537"/>
                    <a:pt x="8046" y="3529"/>
                  </a:cubicBezTo>
                  <a:cubicBezTo>
                    <a:pt x="8046" y="3371"/>
                    <a:pt x="7918" y="3244"/>
                    <a:pt x="7761" y="3244"/>
                  </a:cubicBezTo>
                  <a:cubicBezTo>
                    <a:pt x="7752" y="3244"/>
                    <a:pt x="7746" y="3245"/>
                    <a:pt x="7739" y="3248"/>
                  </a:cubicBezTo>
                  <a:lnTo>
                    <a:pt x="7722" y="3248"/>
                  </a:lnTo>
                  <a:lnTo>
                    <a:pt x="7818" y="3099"/>
                  </a:lnTo>
                  <a:cubicBezTo>
                    <a:pt x="7877" y="3008"/>
                    <a:pt x="7908" y="2903"/>
                    <a:pt x="7910" y="2797"/>
                  </a:cubicBezTo>
                  <a:cubicBezTo>
                    <a:pt x="7910" y="2775"/>
                    <a:pt x="7910" y="2753"/>
                    <a:pt x="7908" y="2732"/>
                  </a:cubicBezTo>
                  <a:lnTo>
                    <a:pt x="7853" y="2151"/>
                  </a:lnTo>
                  <a:lnTo>
                    <a:pt x="7653" y="46"/>
                  </a:lnTo>
                  <a:cubicBezTo>
                    <a:pt x="7651" y="16"/>
                    <a:pt x="7628" y="1"/>
                    <a:pt x="760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4" name="Google Shape;3634;p38"/>
            <p:cNvSpPr/>
            <p:nvPr/>
          </p:nvSpPr>
          <p:spPr>
            <a:xfrm>
              <a:off x="2774612" y="2675237"/>
              <a:ext cx="263112" cy="163027"/>
            </a:xfrm>
            <a:custGeom>
              <a:rect b="b" l="l" r="r" t="t"/>
              <a:pathLst>
                <a:path extrusionOk="0" h="2559" w="4130">
                  <a:moveTo>
                    <a:pt x="495" y="1"/>
                  </a:moveTo>
                  <a:cubicBezTo>
                    <a:pt x="485" y="1"/>
                    <a:pt x="474" y="1"/>
                    <a:pt x="464" y="2"/>
                  </a:cubicBezTo>
                  <a:lnTo>
                    <a:pt x="146" y="12"/>
                  </a:lnTo>
                  <a:cubicBezTo>
                    <a:pt x="130" y="12"/>
                    <a:pt x="115" y="14"/>
                    <a:pt x="100" y="19"/>
                  </a:cubicBezTo>
                  <a:cubicBezTo>
                    <a:pt x="108" y="60"/>
                    <a:pt x="100" y="105"/>
                    <a:pt x="77" y="145"/>
                  </a:cubicBezTo>
                  <a:cubicBezTo>
                    <a:pt x="59" y="177"/>
                    <a:pt x="31" y="199"/>
                    <a:pt x="0" y="214"/>
                  </a:cubicBezTo>
                  <a:cubicBezTo>
                    <a:pt x="3" y="223"/>
                    <a:pt x="6" y="230"/>
                    <a:pt x="9" y="238"/>
                  </a:cubicBezTo>
                  <a:lnTo>
                    <a:pt x="151" y="523"/>
                  </a:lnTo>
                  <a:cubicBezTo>
                    <a:pt x="232" y="689"/>
                    <a:pt x="367" y="821"/>
                    <a:pt x="535" y="900"/>
                  </a:cubicBezTo>
                  <a:lnTo>
                    <a:pt x="3999" y="2551"/>
                  </a:lnTo>
                  <a:cubicBezTo>
                    <a:pt x="4010" y="2557"/>
                    <a:pt x="4021" y="2559"/>
                    <a:pt x="4031" y="2559"/>
                  </a:cubicBezTo>
                  <a:cubicBezTo>
                    <a:pt x="4091" y="2559"/>
                    <a:pt x="4129" y="2475"/>
                    <a:pt x="4070" y="2432"/>
                  </a:cubicBezTo>
                  <a:lnTo>
                    <a:pt x="976" y="160"/>
                  </a:lnTo>
                  <a:cubicBezTo>
                    <a:pt x="836" y="57"/>
                    <a:pt x="668" y="1"/>
                    <a:pt x="495" y="1"/>
                  </a:cubicBezTo>
                  <a:close/>
                </a:path>
              </a:pathLst>
            </a:custGeom>
            <a:solidFill>
              <a:srgbClr val="B9BB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5" name="Google Shape;3635;p38"/>
            <p:cNvSpPr/>
            <p:nvPr/>
          </p:nvSpPr>
          <p:spPr>
            <a:xfrm>
              <a:off x="2720653" y="2688425"/>
              <a:ext cx="45169" cy="441111"/>
            </a:xfrm>
            <a:custGeom>
              <a:rect b="b" l="l" r="r" t="t"/>
              <a:pathLst>
                <a:path extrusionOk="0" h="6924" w="709">
                  <a:moveTo>
                    <a:pt x="183" y="0"/>
                  </a:moveTo>
                  <a:lnTo>
                    <a:pt x="181" y="46"/>
                  </a:lnTo>
                  <a:lnTo>
                    <a:pt x="169" y="496"/>
                  </a:lnTo>
                  <a:lnTo>
                    <a:pt x="166" y="595"/>
                  </a:lnTo>
                  <a:lnTo>
                    <a:pt x="101" y="3056"/>
                  </a:lnTo>
                  <a:lnTo>
                    <a:pt x="101" y="3059"/>
                  </a:lnTo>
                  <a:lnTo>
                    <a:pt x="89" y="3495"/>
                  </a:lnTo>
                  <a:lnTo>
                    <a:pt x="89" y="3496"/>
                  </a:lnTo>
                  <a:lnTo>
                    <a:pt x="87" y="3571"/>
                  </a:lnTo>
                  <a:lnTo>
                    <a:pt x="83" y="3730"/>
                  </a:lnTo>
                  <a:lnTo>
                    <a:pt x="0" y="6885"/>
                  </a:lnTo>
                  <a:cubicBezTo>
                    <a:pt x="206" y="6911"/>
                    <a:pt x="414" y="6923"/>
                    <a:pt x="625" y="6923"/>
                  </a:cubicBezTo>
                  <a:cubicBezTo>
                    <a:pt x="652" y="6923"/>
                    <a:pt x="680" y="6923"/>
                    <a:pt x="708" y="6922"/>
                  </a:cubicBezTo>
                  <a:lnTo>
                    <a:pt x="626" y="3750"/>
                  </a:lnTo>
                  <a:lnTo>
                    <a:pt x="626" y="3748"/>
                  </a:lnTo>
                  <a:lnTo>
                    <a:pt x="621" y="3536"/>
                  </a:lnTo>
                  <a:lnTo>
                    <a:pt x="618" y="3435"/>
                  </a:lnTo>
                  <a:lnTo>
                    <a:pt x="613" y="3259"/>
                  </a:lnTo>
                  <a:lnTo>
                    <a:pt x="539" y="464"/>
                  </a:lnTo>
                  <a:lnTo>
                    <a:pt x="532" y="164"/>
                  </a:lnTo>
                  <a:lnTo>
                    <a:pt x="529" y="73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6" name="Google Shape;3636;p38"/>
            <p:cNvSpPr/>
            <p:nvPr/>
          </p:nvSpPr>
          <p:spPr>
            <a:xfrm>
              <a:off x="2731165" y="2688488"/>
              <a:ext cx="23827" cy="37842"/>
            </a:xfrm>
            <a:custGeom>
              <a:rect b="b" l="l" r="r" t="t"/>
              <a:pathLst>
                <a:path extrusionOk="0" h="594" w="374">
                  <a:moveTo>
                    <a:pt x="16" y="0"/>
                  </a:moveTo>
                  <a:lnTo>
                    <a:pt x="1" y="594"/>
                  </a:lnTo>
                  <a:cubicBezTo>
                    <a:pt x="72" y="537"/>
                    <a:pt x="134" y="467"/>
                    <a:pt x="184" y="389"/>
                  </a:cubicBezTo>
                  <a:lnTo>
                    <a:pt x="216" y="338"/>
                  </a:lnTo>
                  <a:cubicBezTo>
                    <a:pt x="257" y="393"/>
                    <a:pt x="311" y="436"/>
                    <a:pt x="373" y="465"/>
                  </a:cubicBezTo>
                  <a:lnTo>
                    <a:pt x="361" y="0"/>
                  </a:lnTo>
                  <a:close/>
                </a:path>
              </a:pathLst>
            </a:custGeom>
            <a:solidFill>
              <a:srgbClr val="838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7" name="Google Shape;3637;p38"/>
            <p:cNvSpPr/>
            <p:nvPr/>
          </p:nvSpPr>
          <p:spPr>
            <a:xfrm>
              <a:off x="2701860" y="2649754"/>
              <a:ext cx="52431" cy="45551"/>
            </a:xfrm>
            <a:custGeom>
              <a:rect b="b" l="l" r="r" t="t"/>
              <a:pathLst>
                <a:path extrusionOk="0" h="715" w="823">
                  <a:moveTo>
                    <a:pt x="823" y="0"/>
                  </a:moveTo>
                  <a:lnTo>
                    <a:pt x="209" y="110"/>
                  </a:lnTo>
                  <a:cubicBezTo>
                    <a:pt x="89" y="130"/>
                    <a:pt x="0" y="235"/>
                    <a:pt x="0" y="358"/>
                  </a:cubicBezTo>
                  <a:cubicBezTo>
                    <a:pt x="0" y="480"/>
                    <a:pt x="89" y="584"/>
                    <a:pt x="209" y="605"/>
                  </a:cubicBezTo>
                  <a:lnTo>
                    <a:pt x="823" y="715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rgbClr val="777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8" name="Google Shape;3638;p38"/>
            <p:cNvSpPr/>
            <p:nvPr/>
          </p:nvSpPr>
          <p:spPr>
            <a:xfrm>
              <a:off x="2735369" y="2647779"/>
              <a:ext cx="34211" cy="51476"/>
            </a:xfrm>
            <a:custGeom>
              <a:rect b="b" l="l" r="r" t="t"/>
              <a:pathLst>
                <a:path extrusionOk="0" h="808" w="537">
                  <a:moveTo>
                    <a:pt x="403" y="1"/>
                  </a:moveTo>
                  <a:cubicBezTo>
                    <a:pt x="180" y="1"/>
                    <a:pt x="0" y="182"/>
                    <a:pt x="0" y="404"/>
                  </a:cubicBezTo>
                  <a:cubicBezTo>
                    <a:pt x="0" y="627"/>
                    <a:pt x="180" y="807"/>
                    <a:pt x="403" y="807"/>
                  </a:cubicBezTo>
                  <a:lnTo>
                    <a:pt x="536" y="807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rgbClr val="9092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9" name="Google Shape;3639;p38"/>
            <p:cNvSpPr/>
            <p:nvPr/>
          </p:nvSpPr>
          <p:spPr>
            <a:xfrm>
              <a:off x="2726642" y="2353644"/>
              <a:ext cx="57273" cy="299043"/>
            </a:xfrm>
            <a:custGeom>
              <a:rect b="b" l="l" r="r" t="t"/>
              <a:pathLst>
                <a:path extrusionOk="0" h="4694" w="899">
                  <a:moveTo>
                    <a:pt x="449" y="1"/>
                  </a:moveTo>
                  <a:cubicBezTo>
                    <a:pt x="416" y="1"/>
                    <a:pt x="383" y="22"/>
                    <a:pt x="379" y="65"/>
                  </a:cubicBezTo>
                  <a:lnTo>
                    <a:pt x="19" y="3885"/>
                  </a:lnTo>
                  <a:cubicBezTo>
                    <a:pt x="0" y="4068"/>
                    <a:pt x="45" y="4252"/>
                    <a:pt x="145" y="4407"/>
                  </a:cubicBezTo>
                  <a:lnTo>
                    <a:pt x="317" y="4674"/>
                  </a:lnTo>
                  <a:lnTo>
                    <a:pt x="333" y="4693"/>
                  </a:lnTo>
                  <a:cubicBezTo>
                    <a:pt x="369" y="4654"/>
                    <a:pt x="422" y="4628"/>
                    <a:pt x="479" y="4628"/>
                  </a:cubicBezTo>
                  <a:cubicBezTo>
                    <a:pt x="520" y="4628"/>
                    <a:pt x="557" y="4641"/>
                    <a:pt x="588" y="4663"/>
                  </a:cubicBezTo>
                  <a:lnTo>
                    <a:pt x="754" y="4407"/>
                  </a:lnTo>
                  <a:cubicBezTo>
                    <a:pt x="853" y="4252"/>
                    <a:pt x="899" y="4068"/>
                    <a:pt x="880" y="3885"/>
                  </a:cubicBezTo>
                  <a:lnTo>
                    <a:pt x="520" y="65"/>
                  </a:lnTo>
                  <a:cubicBezTo>
                    <a:pt x="515" y="22"/>
                    <a:pt x="482" y="1"/>
                    <a:pt x="449" y="1"/>
                  </a:cubicBezTo>
                  <a:close/>
                </a:path>
              </a:pathLst>
            </a:custGeom>
            <a:solidFill>
              <a:srgbClr val="B9BB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38"/>
            <p:cNvSpPr/>
            <p:nvPr/>
          </p:nvSpPr>
          <p:spPr>
            <a:xfrm>
              <a:off x="2477932" y="2671478"/>
              <a:ext cx="273624" cy="139456"/>
            </a:xfrm>
            <a:custGeom>
              <a:rect b="b" l="l" r="r" t="t"/>
              <a:pathLst>
                <a:path extrusionOk="0" h="2189" w="4295">
                  <a:moveTo>
                    <a:pt x="3793" y="0"/>
                  </a:moveTo>
                  <a:cubicBezTo>
                    <a:pt x="3646" y="0"/>
                    <a:pt x="3502" y="39"/>
                    <a:pt x="3375" y="114"/>
                  </a:cubicBezTo>
                  <a:lnTo>
                    <a:pt x="66" y="2058"/>
                  </a:lnTo>
                  <a:cubicBezTo>
                    <a:pt x="0" y="2095"/>
                    <a:pt x="35" y="2189"/>
                    <a:pt x="101" y="2189"/>
                  </a:cubicBezTo>
                  <a:cubicBezTo>
                    <a:pt x="109" y="2189"/>
                    <a:pt x="117" y="2188"/>
                    <a:pt x="126" y="2185"/>
                  </a:cubicBezTo>
                  <a:lnTo>
                    <a:pt x="3739" y="895"/>
                  </a:lnTo>
                  <a:cubicBezTo>
                    <a:pt x="3913" y="832"/>
                    <a:pt x="4061" y="715"/>
                    <a:pt x="4159" y="559"/>
                  </a:cubicBezTo>
                  <a:lnTo>
                    <a:pt x="4295" y="344"/>
                  </a:lnTo>
                  <a:cubicBezTo>
                    <a:pt x="4208" y="324"/>
                    <a:pt x="4143" y="247"/>
                    <a:pt x="4144" y="154"/>
                  </a:cubicBezTo>
                  <a:cubicBezTo>
                    <a:pt x="4144" y="113"/>
                    <a:pt x="4157" y="75"/>
                    <a:pt x="4177" y="44"/>
                  </a:cubicBezTo>
                  <a:lnTo>
                    <a:pt x="3902" y="7"/>
                  </a:lnTo>
                  <a:cubicBezTo>
                    <a:pt x="3866" y="2"/>
                    <a:pt x="3829" y="0"/>
                    <a:pt x="3793" y="0"/>
                  </a:cubicBezTo>
                  <a:close/>
                </a:path>
              </a:pathLst>
            </a:custGeom>
            <a:solidFill>
              <a:srgbClr val="B9BB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1" name="Google Shape;3641;p38"/>
            <p:cNvSpPr/>
            <p:nvPr/>
          </p:nvSpPr>
          <p:spPr>
            <a:xfrm>
              <a:off x="2754545" y="2647525"/>
              <a:ext cx="40773" cy="51667"/>
            </a:xfrm>
            <a:custGeom>
              <a:rect b="b" l="l" r="r" t="t"/>
              <a:pathLst>
                <a:path extrusionOk="0" h="811" w="640">
                  <a:moveTo>
                    <a:pt x="235" y="1"/>
                  </a:moveTo>
                  <a:cubicBezTo>
                    <a:pt x="11" y="1"/>
                    <a:pt x="0" y="182"/>
                    <a:pt x="0" y="406"/>
                  </a:cubicBezTo>
                  <a:cubicBezTo>
                    <a:pt x="0" y="628"/>
                    <a:pt x="11" y="810"/>
                    <a:pt x="235" y="810"/>
                  </a:cubicBezTo>
                  <a:cubicBezTo>
                    <a:pt x="457" y="810"/>
                    <a:pt x="640" y="629"/>
                    <a:pt x="640" y="406"/>
                  </a:cubicBezTo>
                  <a:cubicBezTo>
                    <a:pt x="640" y="182"/>
                    <a:pt x="457" y="1"/>
                    <a:pt x="235" y="1"/>
                  </a:cubicBez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42" name="Google Shape;3642;p38"/>
          <p:cNvGrpSpPr/>
          <p:nvPr/>
        </p:nvGrpSpPr>
        <p:grpSpPr>
          <a:xfrm>
            <a:off x="3541063" y="2492908"/>
            <a:ext cx="659874" cy="636820"/>
            <a:chOff x="3541063" y="2492908"/>
            <a:chExt cx="659874" cy="636820"/>
          </a:xfrm>
        </p:grpSpPr>
        <p:sp>
          <p:nvSpPr>
            <p:cNvPr id="3643" name="Google Shape;3643;p38"/>
            <p:cNvSpPr/>
            <p:nvPr/>
          </p:nvSpPr>
          <p:spPr>
            <a:xfrm>
              <a:off x="3553040" y="2492908"/>
              <a:ext cx="636629" cy="636820"/>
            </a:xfrm>
            <a:custGeom>
              <a:rect b="b" l="l" r="r" t="t"/>
              <a:pathLst>
                <a:path extrusionOk="0" h="9996" w="9993">
                  <a:moveTo>
                    <a:pt x="4995" y="1"/>
                  </a:moveTo>
                  <a:cubicBezTo>
                    <a:pt x="2237" y="1"/>
                    <a:pt x="0" y="2237"/>
                    <a:pt x="0" y="4996"/>
                  </a:cubicBezTo>
                  <a:cubicBezTo>
                    <a:pt x="0" y="5255"/>
                    <a:pt x="20" y="5510"/>
                    <a:pt x="57" y="5756"/>
                  </a:cubicBezTo>
                  <a:lnTo>
                    <a:pt x="57" y="5757"/>
                  </a:lnTo>
                  <a:cubicBezTo>
                    <a:pt x="62" y="5788"/>
                    <a:pt x="67" y="5817"/>
                    <a:pt x="72" y="5847"/>
                  </a:cubicBezTo>
                  <a:lnTo>
                    <a:pt x="72" y="5849"/>
                  </a:lnTo>
                  <a:cubicBezTo>
                    <a:pt x="84" y="5924"/>
                    <a:pt x="98" y="5998"/>
                    <a:pt x="115" y="6070"/>
                  </a:cubicBezTo>
                  <a:lnTo>
                    <a:pt x="115" y="6072"/>
                  </a:lnTo>
                  <a:cubicBezTo>
                    <a:pt x="171" y="6324"/>
                    <a:pt x="244" y="6569"/>
                    <a:pt x="336" y="6804"/>
                  </a:cubicBezTo>
                  <a:cubicBezTo>
                    <a:pt x="352" y="6841"/>
                    <a:pt x="365" y="6878"/>
                    <a:pt x="381" y="6913"/>
                  </a:cubicBezTo>
                  <a:cubicBezTo>
                    <a:pt x="519" y="7248"/>
                    <a:pt x="692" y="7562"/>
                    <a:pt x="896" y="7854"/>
                  </a:cubicBezTo>
                  <a:cubicBezTo>
                    <a:pt x="934" y="7909"/>
                    <a:pt x="973" y="7962"/>
                    <a:pt x="1014" y="8016"/>
                  </a:cubicBezTo>
                  <a:cubicBezTo>
                    <a:pt x="1071" y="8093"/>
                    <a:pt x="1133" y="8169"/>
                    <a:pt x="1196" y="8241"/>
                  </a:cubicBezTo>
                  <a:cubicBezTo>
                    <a:pt x="1228" y="8279"/>
                    <a:pt x="1261" y="8318"/>
                    <a:pt x="1295" y="8355"/>
                  </a:cubicBezTo>
                  <a:cubicBezTo>
                    <a:pt x="1485" y="8564"/>
                    <a:pt x="1690" y="8757"/>
                    <a:pt x="1913" y="8931"/>
                  </a:cubicBezTo>
                  <a:cubicBezTo>
                    <a:pt x="2650" y="9510"/>
                    <a:pt x="3557" y="9886"/>
                    <a:pt x="4545" y="9975"/>
                  </a:cubicBezTo>
                  <a:cubicBezTo>
                    <a:pt x="4693" y="9988"/>
                    <a:pt x="4843" y="9995"/>
                    <a:pt x="4995" y="9995"/>
                  </a:cubicBezTo>
                  <a:cubicBezTo>
                    <a:pt x="5201" y="9995"/>
                    <a:pt x="5406" y="9982"/>
                    <a:pt x="5605" y="9957"/>
                  </a:cubicBezTo>
                  <a:cubicBezTo>
                    <a:pt x="6528" y="9845"/>
                    <a:pt x="7374" y="9482"/>
                    <a:pt x="8070" y="8937"/>
                  </a:cubicBezTo>
                  <a:cubicBezTo>
                    <a:pt x="8292" y="8763"/>
                    <a:pt x="8499" y="8571"/>
                    <a:pt x="8688" y="8364"/>
                  </a:cubicBezTo>
                  <a:cubicBezTo>
                    <a:pt x="8725" y="8323"/>
                    <a:pt x="8762" y="8282"/>
                    <a:pt x="8796" y="8240"/>
                  </a:cubicBezTo>
                  <a:cubicBezTo>
                    <a:pt x="8860" y="8167"/>
                    <a:pt x="8921" y="8092"/>
                    <a:pt x="8979" y="8015"/>
                  </a:cubicBezTo>
                  <a:cubicBezTo>
                    <a:pt x="9020" y="7961"/>
                    <a:pt x="9059" y="7908"/>
                    <a:pt x="9096" y="7853"/>
                  </a:cubicBezTo>
                  <a:cubicBezTo>
                    <a:pt x="9300" y="7560"/>
                    <a:pt x="9474" y="7245"/>
                    <a:pt x="9612" y="6912"/>
                  </a:cubicBezTo>
                  <a:cubicBezTo>
                    <a:pt x="9627" y="6875"/>
                    <a:pt x="9643" y="6840"/>
                    <a:pt x="9656" y="6803"/>
                  </a:cubicBezTo>
                  <a:cubicBezTo>
                    <a:pt x="9745" y="6575"/>
                    <a:pt x="9815" y="6339"/>
                    <a:pt x="9870" y="6098"/>
                  </a:cubicBezTo>
                  <a:lnTo>
                    <a:pt x="9870" y="6097"/>
                  </a:lnTo>
                  <a:cubicBezTo>
                    <a:pt x="9886" y="6025"/>
                    <a:pt x="9902" y="5955"/>
                    <a:pt x="9915" y="5882"/>
                  </a:cubicBezTo>
                  <a:lnTo>
                    <a:pt x="9915" y="5879"/>
                  </a:lnTo>
                  <a:cubicBezTo>
                    <a:pt x="9920" y="5851"/>
                    <a:pt x="9925" y="5822"/>
                    <a:pt x="9930" y="5792"/>
                  </a:cubicBezTo>
                  <a:lnTo>
                    <a:pt x="9930" y="5791"/>
                  </a:lnTo>
                  <a:cubicBezTo>
                    <a:pt x="9971" y="5532"/>
                    <a:pt x="9993" y="5266"/>
                    <a:pt x="9993" y="4997"/>
                  </a:cubicBezTo>
                  <a:cubicBezTo>
                    <a:pt x="9993" y="2236"/>
                    <a:pt x="7755" y="1"/>
                    <a:pt x="4995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4" name="Google Shape;3644;p38"/>
            <p:cNvSpPr/>
            <p:nvPr/>
          </p:nvSpPr>
          <p:spPr>
            <a:xfrm>
              <a:off x="3635539" y="2888911"/>
              <a:ext cx="39435" cy="172775"/>
            </a:xfrm>
            <a:custGeom>
              <a:rect b="b" l="l" r="r" t="t"/>
              <a:pathLst>
                <a:path extrusionOk="0" h="2712" w="619">
                  <a:moveTo>
                    <a:pt x="0" y="1"/>
                  </a:moveTo>
                  <a:lnTo>
                    <a:pt x="0" y="2137"/>
                  </a:lnTo>
                  <a:cubicBezTo>
                    <a:pt x="190" y="2345"/>
                    <a:pt x="395" y="2538"/>
                    <a:pt x="618" y="2712"/>
                  </a:cubicBezTo>
                  <a:lnTo>
                    <a:pt x="618" y="1"/>
                  </a:lnTo>
                  <a:close/>
                </a:path>
              </a:pathLst>
            </a:custGeom>
            <a:solidFill>
              <a:srgbClr val="2A65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5" name="Google Shape;3645;p38"/>
            <p:cNvSpPr/>
            <p:nvPr/>
          </p:nvSpPr>
          <p:spPr>
            <a:xfrm>
              <a:off x="3541063" y="2827943"/>
              <a:ext cx="228264" cy="189848"/>
            </a:xfrm>
            <a:custGeom>
              <a:rect b="b" l="l" r="r" t="t"/>
              <a:pathLst>
                <a:path extrusionOk="0" h="2980" w="3583">
                  <a:moveTo>
                    <a:pt x="323" y="1"/>
                  </a:moveTo>
                  <a:lnTo>
                    <a:pt x="25" y="2753"/>
                  </a:lnTo>
                  <a:lnTo>
                    <a:pt x="1" y="2753"/>
                  </a:lnTo>
                  <a:lnTo>
                    <a:pt x="1" y="2979"/>
                  </a:lnTo>
                  <a:lnTo>
                    <a:pt x="3582" y="2979"/>
                  </a:lnTo>
                  <a:lnTo>
                    <a:pt x="3582" y="2753"/>
                  </a:lnTo>
                  <a:lnTo>
                    <a:pt x="3559" y="2753"/>
                  </a:lnTo>
                  <a:lnTo>
                    <a:pt x="3260" y="1"/>
                  </a:lnTo>
                  <a:close/>
                </a:path>
              </a:pathLst>
            </a:custGeom>
            <a:solidFill>
              <a:srgbClr val="3576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38"/>
            <p:cNvSpPr/>
            <p:nvPr/>
          </p:nvSpPr>
          <p:spPr>
            <a:xfrm>
              <a:off x="3541063" y="2813609"/>
              <a:ext cx="228264" cy="189785"/>
            </a:xfrm>
            <a:custGeom>
              <a:rect b="b" l="l" r="r" t="t"/>
              <a:pathLst>
                <a:path extrusionOk="0" h="2979" w="3583">
                  <a:moveTo>
                    <a:pt x="323" y="1"/>
                  </a:moveTo>
                  <a:lnTo>
                    <a:pt x="1" y="2978"/>
                  </a:lnTo>
                  <a:lnTo>
                    <a:pt x="3582" y="2978"/>
                  </a:lnTo>
                  <a:lnTo>
                    <a:pt x="3260" y="1"/>
                  </a:lnTo>
                  <a:close/>
                </a:path>
              </a:pathLst>
            </a:custGeom>
            <a:solidFill>
              <a:srgbClr val="438D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7" name="Google Shape;3647;p38"/>
            <p:cNvSpPr/>
            <p:nvPr/>
          </p:nvSpPr>
          <p:spPr>
            <a:xfrm>
              <a:off x="3561640" y="2820744"/>
              <a:ext cx="57592" cy="46634"/>
            </a:xfrm>
            <a:custGeom>
              <a:rect b="b" l="l" r="r" t="t"/>
              <a:pathLst>
                <a:path extrusionOk="0" h="732" w="904">
                  <a:moveTo>
                    <a:pt x="75" y="0"/>
                  </a:moveTo>
                  <a:lnTo>
                    <a:pt x="0" y="732"/>
                  </a:lnTo>
                  <a:lnTo>
                    <a:pt x="874" y="732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6AC0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8" name="Google Shape;3648;p38"/>
            <p:cNvSpPr/>
            <p:nvPr/>
          </p:nvSpPr>
          <p:spPr>
            <a:xfrm>
              <a:off x="3627321" y="2820744"/>
              <a:ext cx="55744" cy="46634"/>
            </a:xfrm>
            <a:custGeom>
              <a:rect b="b" l="l" r="r" t="t"/>
              <a:pathLst>
                <a:path extrusionOk="0" h="732" w="875">
                  <a:moveTo>
                    <a:pt x="23" y="0"/>
                  </a:moveTo>
                  <a:lnTo>
                    <a:pt x="1" y="732"/>
                  </a:lnTo>
                  <a:lnTo>
                    <a:pt x="874" y="732"/>
                  </a:lnTo>
                  <a:lnTo>
                    <a:pt x="852" y="0"/>
                  </a:lnTo>
                  <a:close/>
                </a:path>
              </a:pathLst>
            </a:custGeom>
            <a:solidFill>
              <a:srgbClr val="6AC0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9" name="Google Shape;3649;p38"/>
            <p:cNvSpPr/>
            <p:nvPr/>
          </p:nvSpPr>
          <p:spPr>
            <a:xfrm>
              <a:off x="3691219" y="2820744"/>
              <a:ext cx="57528" cy="46634"/>
            </a:xfrm>
            <a:custGeom>
              <a:rect b="b" l="l" r="r" t="t"/>
              <a:pathLst>
                <a:path extrusionOk="0" h="732" w="903">
                  <a:moveTo>
                    <a:pt x="0" y="0"/>
                  </a:moveTo>
                  <a:lnTo>
                    <a:pt x="29" y="732"/>
                  </a:lnTo>
                  <a:lnTo>
                    <a:pt x="903" y="732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rgbClr val="6AC0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0" name="Google Shape;3650;p38"/>
            <p:cNvSpPr/>
            <p:nvPr/>
          </p:nvSpPr>
          <p:spPr>
            <a:xfrm>
              <a:off x="3555652" y="2873557"/>
              <a:ext cx="61350" cy="52622"/>
            </a:xfrm>
            <a:custGeom>
              <a:rect b="b" l="l" r="r" t="t"/>
              <a:pathLst>
                <a:path extrusionOk="0" h="826" w="963">
                  <a:moveTo>
                    <a:pt x="84" y="0"/>
                  </a:moveTo>
                  <a:lnTo>
                    <a:pt x="0" y="826"/>
                  </a:lnTo>
                  <a:lnTo>
                    <a:pt x="929" y="826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rgbClr val="6AC0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1" name="Google Shape;3651;p38"/>
            <p:cNvSpPr/>
            <p:nvPr/>
          </p:nvSpPr>
          <p:spPr>
            <a:xfrm>
              <a:off x="3625601" y="2873557"/>
              <a:ext cx="59184" cy="52622"/>
            </a:xfrm>
            <a:custGeom>
              <a:rect b="b" l="l" r="r" t="t"/>
              <a:pathLst>
                <a:path extrusionOk="0" h="826" w="929">
                  <a:moveTo>
                    <a:pt x="24" y="0"/>
                  </a:moveTo>
                  <a:lnTo>
                    <a:pt x="1" y="826"/>
                  </a:lnTo>
                  <a:lnTo>
                    <a:pt x="929" y="826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6AC0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2" name="Google Shape;3652;p38"/>
            <p:cNvSpPr/>
            <p:nvPr/>
          </p:nvSpPr>
          <p:spPr>
            <a:xfrm>
              <a:off x="3693321" y="2873557"/>
              <a:ext cx="61478" cy="52622"/>
            </a:xfrm>
            <a:custGeom>
              <a:rect b="b" l="l" r="r" t="t"/>
              <a:pathLst>
                <a:path extrusionOk="0" h="826" w="965">
                  <a:moveTo>
                    <a:pt x="0" y="0"/>
                  </a:moveTo>
                  <a:lnTo>
                    <a:pt x="35" y="826"/>
                  </a:lnTo>
                  <a:lnTo>
                    <a:pt x="965" y="826"/>
                  </a:lnTo>
                  <a:lnTo>
                    <a:pt x="880" y="0"/>
                  </a:lnTo>
                  <a:close/>
                </a:path>
              </a:pathLst>
            </a:custGeom>
            <a:solidFill>
              <a:srgbClr val="6AC0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3" name="Google Shape;3653;p38"/>
            <p:cNvSpPr/>
            <p:nvPr/>
          </p:nvSpPr>
          <p:spPr>
            <a:xfrm>
              <a:off x="3548835" y="2933187"/>
              <a:ext cx="65810" cy="59885"/>
            </a:xfrm>
            <a:custGeom>
              <a:rect b="b" l="l" r="r" t="t"/>
              <a:pathLst>
                <a:path extrusionOk="0" h="940" w="1033">
                  <a:moveTo>
                    <a:pt x="96" y="0"/>
                  </a:moveTo>
                  <a:lnTo>
                    <a:pt x="1" y="940"/>
                  </a:lnTo>
                  <a:lnTo>
                    <a:pt x="993" y="940"/>
                  </a:lnTo>
                  <a:lnTo>
                    <a:pt x="1032" y="0"/>
                  </a:lnTo>
                  <a:close/>
                </a:path>
              </a:pathLst>
            </a:custGeom>
            <a:solidFill>
              <a:srgbClr val="6AC0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4" name="Google Shape;3654;p38"/>
            <p:cNvSpPr/>
            <p:nvPr/>
          </p:nvSpPr>
          <p:spPr>
            <a:xfrm>
              <a:off x="3623563" y="2933187"/>
              <a:ext cx="63262" cy="59885"/>
            </a:xfrm>
            <a:custGeom>
              <a:rect b="b" l="l" r="r" t="t"/>
              <a:pathLst>
                <a:path extrusionOk="0" h="940" w="993">
                  <a:moveTo>
                    <a:pt x="29" y="0"/>
                  </a:moveTo>
                  <a:lnTo>
                    <a:pt x="0" y="940"/>
                  </a:lnTo>
                  <a:lnTo>
                    <a:pt x="993" y="940"/>
                  </a:lnTo>
                  <a:lnTo>
                    <a:pt x="965" y="0"/>
                  </a:lnTo>
                  <a:close/>
                </a:path>
              </a:pathLst>
            </a:custGeom>
            <a:solidFill>
              <a:srgbClr val="6AC0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38"/>
            <p:cNvSpPr/>
            <p:nvPr/>
          </p:nvSpPr>
          <p:spPr>
            <a:xfrm>
              <a:off x="3695806" y="2933187"/>
              <a:ext cx="65746" cy="59885"/>
            </a:xfrm>
            <a:custGeom>
              <a:rect b="b" l="l" r="r" t="t"/>
              <a:pathLst>
                <a:path extrusionOk="0" h="940" w="1032">
                  <a:moveTo>
                    <a:pt x="1" y="0"/>
                  </a:moveTo>
                  <a:lnTo>
                    <a:pt x="40" y="940"/>
                  </a:lnTo>
                  <a:lnTo>
                    <a:pt x="1031" y="94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rgbClr val="6AC0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6" name="Google Shape;3656;p38"/>
            <p:cNvSpPr/>
            <p:nvPr/>
          </p:nvSpPr>
          <p:spPr>
            <a:xfrm>
              <a:off x="4067150" y="2888911"/>
              <a:ext cx="39371" cy="173221"/>
            </a:xfrm>
            <a:custGeom>
              <a:rect b="b" l="l" r="r" t="t"/>
              <a:pathLst>
                <a:path extrusionOk="0" h="2719" w="618">
                  <a:moveTo>
                    <a:pt x="0" y="1"/>
                  </a:moveTo>
                  <a:lnTo>
                    <a:pt x="0" y="2718"/>
                  </a:lnTo>
                  <a:cubicBezTo>
                    <a:pt x="222" y="2544"/>
                    <a:pt x="429" y="2353"/>
                    <a:pt x="618" y="2145"/>
                  </a:cubicBezTo>
                  <a:lnTo>
                    <a:pt x="618" y="1"/>
                  </a:lnTo>
                  <a:close/>
                </a:path>
              </a:pathLst>
            </a:custGeom>
            <a:solidFill>
              <a:srgbClr val="2A65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7" name="Google Shape;3657;p38"/>
            <p:cNvSpPr/>
            <p:nvPr/>
          </p:nvSpPr>
          <p:spPr>
            <a:xfrm>
              <a:off x="3972801" y="2827943"/>
              <a:ext cx="228137" cy="189848"/>
            </a:xfrm>
            <a:custGeom>
              <a:rect b="b" l="l" r="r" t="t"/>
              <a:pathLst>
                <a:path extrusionOk="0" h="2980" w="3581">
                  <a:moveTo>
                    <a:pt x="323" y="1"/>
                  </a:moveTo>
                  <a:lnTo>
                    <a:pt x="25" y="2753"/>
                  </a:lnTo>
                  <a:lnTo>
                    <a:pt x="0" y="2753"/>
                  </a:lnTo>
                  <a:lnTo>
                    <a:pt x="0" y="2979"/>
                  </a:lnTo>
                  <a:lnTo>
                    <a:pt x="3581" y="2979"/>
                  </a:lnTo>
                  <a:lnTo>
                    <a:pt x="3581" y="2753"/>
                  </a:lnTo>
                  <a:lnTo>
                    <a:pt x="3556" y="2753"/>
                  </a:lnTo>
                  <a:lnTo>
                    <a:pt x="3259" y="1"/>
                  </a:lnTo>
                  <a:close/>
                </a:path>
              </a:pathLst>
            </a:custGeom>
            <a:solidFill>
              <a:srgbClr val="3576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38"/>
            <p:cNvSpPr/>
            <p:nvPr/>
          </p:nvSpPr>
          <p:spPr>
            <a:xfrm>
              <a:off x="3972801" y="2813609"/>
              <a:ext cx="228137" cy="189785"/>
            </a:xfrm>
            <a:custGeom>
              <a:rect b="b" l="l" r="r" t="t"/>
              <a:pathLst>
                <a:path extrusionOk="0" h="2979" w="3581">
                  <a:moveTo>
                    <a:pt x="323" y="1"/>
                  </a:moveTo>
                  <a:lnTo>
                    <a:pt x="0" y="2978"/>
                  </a:lnTo>
                  <a:lnTo>
                    <a:pt x="3581" y="2978"/>
                  </a:lnTo>
                  <a:lnTo>
                    <a:pt x="3259" y="1"/>
                  </a:lnTo>
                  <a:close/>
                </a:path>
              </a:pathLst>
            </a:custGeom>
            <a:solidFill>
              <a:srgbClr val="438D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9" name="Google Shape;3659;p38"/>
            <p:cNvSpPr/>
            <p:nvPr/>
          </p:nvSpPr>
          <p:spPr>
            <a:xfrm>
              <a:off x="3993250" y="2820744"/>
              <a:ext cx="57655" cy="46634"/>
            </a:xfrm>
            <a:custGeom>
              <a:rect b="b" l="l" r="r" t="t"/>
              <a:pathLst>
                <a:path extrusionOk="0" h="732" w="905">
                  <a:moveTo>
                    <a:pt x="75" y="0"/>
                  </a:moveTo>
                  <a:lnTo>
                    <a:pt x="1" y="732"/>
                  </a:lnTo>
                  <a:lnTo>
                    <a:pt x="874" y="732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6AC0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0" name="Google Shape;3660;p38"/>
            <p:cNvSpPr/>
            <p:nvPr/>
          </p:nvSpPr>
          <p:spPr>
            <a:xfrm>
              <a:off x="4058995" y="2820744"/>
              <a:ext cx="55680" cy="46634"/>
            </a:xfrm>
            <a:custGeom>
              <a:rect b="b" l="l" r="r" t="t"/>
              <a:pathLst>
                <a:path extrusionOk="0" h="732" w="874">
                  <a:moveTo>
                    <a:pt x="23" y="0"/>
                  </a:moveTo>
                  <a:lnTo>
                    <a:pt x="0" y="732"/>
                  </a:lnTo>
                  <a:lnTo>
                    <a:pt x="874" y="732"/>
                  </a:lnTo>
                  <a:lnTo>
                    <a:pt x="852" y="0"/>
                  </a:lnTo>
                  <a:close/>
                </a:path>
              </a:pathLst>
            </a:custGeom>
            <a:solidFill>
              <a:srgbClr val="6AC0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38"/>
            <p:cNvSpPr/>
            <p:nvPr/>
          </p:nvSpPr>
          <p:spPr>
            <a:xfrm>
              <a:off x="4122765" y="2820744"/>
              <a:ext cx="57719" cy="46634"/>
            </a:xfrm>
            <a:custGeom>
              <a:rect b="b" l="l" r="r" t="t"/>
              <a:pathLst>
                <a:path extrusionOk="0" h="732" w="906">
                  <a:moveTo>
                    <a:pt x="1" y="0"/>
                  </a:moveTo>
                  <a:lnTo>
                    <a:pt x="32" y="732"/>
                  </a:lnTo>
                  <a:lnTo>
                    <a:pt x="905" y="732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rgbClr val="6AC0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2" name="Google Shape;3662;p38"/>
            <p:cNvSpPr/>
            <p:nvPr/>
          </p:nvSpPr>
          <p:spPr>
            <a:xfrm>
              <a:off x="3987262" y="2873557"/>
              <a:ext cx="61478" cy="52622"/>
            </a:xfrm>
            <a:custGeom>
              <a:rect b="b" l="l" r="r" t="t"/>
              <a:pathLst>
                <a:path extrusionOk="0" h="826" w="965">
                  <a:moveTo>
                    <a:pt x="86" y="0"/>
                  </a:moveTo>
                  <a:lnTo>
                    <a:pt x="1" y="826"/>
                  </a:lnTo>
                  <a:lnTo>
                    <a:pt x="930" y="826"/>
                  </a:lnTo>
                  <a:lnTo>
                    <a:pt x="964" y="0"/>
                  </a:lnTo>
                  <a:close/>
                </a:path>
              </a:pathLst>
            </a:custGeom>
            <a:solidFill>
              <a:srgbClr val="6AC0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3" name="Google Shape;3663;p38"/>
            <p:cNvSpPr/>
            <p:nvPr/>
          </p:nvSpPr>
          <p:spPr>
            <a:xfrm>
              <a:off x="4057211" y="2873557"/>
              <a:ext cx="59312" cy="52622"/>
            </a:xfrm>
            <a:custGeom>
              <a:rect b="b" l="l" r="r" t="t"/>
              <a:pathLst>
                <a:path extrusionOk="0" h="826" w="931">
                  <a:moveTo>
                    <a:pt x="26" y="0"/>
                  </a:moveTo>
                  <a:lnTo>
                    <a:pt x="0" y="826"/>
                  </a:lnTo>
                  <a:lnTo>
                    <a:pt x="931" y="826"/>
                  </a:lnTo>
                  <a:lnTo>
                    <a:pt x="905" y="0"/>
                  </a:lnTo>
                  <a:close/>
                </a:path>
              </a:pathLst>
            </a:custGeom>
            <a:solidFill>
              <a:srgbClr val="6AC0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4" name="Google Shape;3664;p38"/>
            <p:cNvSpPr/>
            <p:nvPr/>
          </p:nvSpPr>
          <p:spPr>
            <a:xfrm>
              <a:off x="4124995" y="2873557"/>
              <a:ext cx="61414" cy="52622"/>
            </a:xfrm>
            <a:custGeom>
              <a:rect b="b" l="l" r="r" t="t"/>
              <a:pathLst>
                <a:path extrusionOk="0" h="826" w="964">
                  <a:moveTo>
                    <a:pt x="1" y="0"/>
                  </a:moveTo>
                  <a:lnTo>
                    <a:pt x="35" y="826"/>
                  </a:lnTo>
                  <a:lnTo>
                    <a:pt x="963" y="826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6AC0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5" name="Google Shape;3665;p38"/>
            <p:cNvSpPr/>
            <p:nvPr/>
          </p:nvSpPr>
          <p:spPr>
            <a:xfrm>
              <a:off x="3980445" y="2933187"/>
              <a:ext cx="65810" cy="59885"/>
            </a:xfrm>
            <a:custGeom>
              <a:rect b="b" l="l" r="r" t="t"/>
              <a:pathLst>
                <a:path extrusionOk="0" h="940" w="1033">
                  <a:moveTo>
                    <a:pt x="96" y="0"/>
                  </a:moveTo>
                  <a:lnTo>
                    <a:pt x="0" y="940"/>
                  </a:lnTo>
                  <a:lnTo>
                    <a:pt x="995" y="940"/>
                  </a:lnTo>
                  <a:lnTo>
                    <a:pt x="1033" y="0"/>
                  </a:lnTo>
                  <a:close/>
                </a:path>
              </a:pathLst>
            </a:custGeom>
            <a:solidFill>
              <a:srgbClr val="6AC0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6" name="Google Shape;3666;p38"/>
            <p:cNvSpPr/>
            <p:nvPr/>
          </p:nvSpPr>
          <p:spPr>
            <a:xfrm>
              <a:off x="4055173" y="2933187"/>
              <a:ext cx="63389" cy="59885"/>
            </a:xfrm>
            <a:custGeom>
              <a:rect b="b" l="l" r="r" t="t"/>
              <a:pathLst>
                <a:path extrusionOk="0" h="940" w="995">
                  <a:moveTo>
                    <a:pt x="29" y="0"/>
                  </a:moveTo>
                  <a:lnTo>
                    <a:pt x="1" y="940"/>
                  </a:lnTo>
                  <a:lnTo>
                    <a:pt x="994" y="940"/>
                  </a:lnTo>
                  <a:lnTo>
                    <a:pt x="965" y="0"/>
                  </a:lnTo>
                  <a:close/>
                </a:path>
              </a:pathLst>
            </a:custGeom>
            <a:solidFill>
              <a:srgbClr val="6AC0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38"/>
            <p:cNvSpPr/>
            <p:nvPr/>
          </p:nvSpPr>
          <p:spPr>
            <a:xfrm>
              <a:off x="4127416" y="2933187"/>
              <a:ext cx="65810" cy="59885"/>
            </a:xfrm>
            <a:custGeom>
              <a:rect b="b" l="l" r="r" t="t"/>
              <a:pathLst>
                <a:path extrusionOk="0" h="940" w="1033">
                  <a:moveTo>
                    <a:pt x="0" y="0"/>
                  </a:moveTo>
                  <a:lnTo>
                    <a:pt x="40" y="940"/>
                  </a:lnTo>
                  <a:lnTo>
                    <a:pt x="1033" y="940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6AC0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38"/>
            <p:cNvSpPr/>
            <p:nvPr/>
          </p:nvSpPr>
          <p:spPr>
            <a:xfrm>
              <a:off x="3541063" y="2813609"/>
              <a:ext cx="228200" cy="248077"/>
            </a:xfrm>
            <a:custGeom>
              <a:rect b="b" l="l" r="r" t="t"/>
              <a:pathLst>
                <a:path extrusionOk="0" h="3894" w="3582">
                  <a:moveTo>
                    <a:pt x="323" y="1"/>
                  </a:moveTo>
                  <a:lnTo>
                    <a:pt x="245" y="722"/>
                  </a:lnTo>
                  <a:lnTo>
                    <a:pt x="245" y="723"/>
                  </a:lnTo>
                  <a:lnTo>
                    <a:pt x="1" y="2979"/>
                  </a:lnTo>
                  <a:lnTo>
                    <a:pt x="1" y="3204"/>
                  </a:lnTo>
                  <a:lnTo>
                    <a:pt x="1482" y="3204"/>
                  </a:lnTo>
                  <a:lnTo>
                    <a:pt x="1482" y="3319"/>
                  </a:lnTo>
                  <a:cubicBezTo>
                    <a:pt x="1672" y="3527"/>
                    <a:pt x="1877" y="3720"/>
                    <a:pt x="2100" y="3894"/>
                  </a:cubicBezTo>
                  <a:lnTo>
                    <a:pt x="2100" y="3204"/>
                  </a:lnTo>
                  <a:lnTo>
                    <a:pt x="3581" y="3204"/>
                  </a:lnTo>
                  <a:lnTo>
                    <a:pt x="3581" y="2979"/>
                  </a:lnTo>
                  <a:lnTo>
                    <a:pt x="3477" y="2007"/>
                  </a:lnTo>
                  <a:lnTo>
                    <a:pt x="3436" y="1621"/>
                  </a:lnTo>
                  <a:lnTo>
                    <a:pt x="3406" y="1344"/>
                  </a:lnTo>
                  <a:lnTo>
                    <a:pt x="32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9" name="Google Shape;3669;p38"/>
            <p:cNvSpPr/>
            <p:nvPr/>
          </p:nvSpPr>
          <p:spPr>
            <a:xfrm>
              <a:off x="3972801" y="2813736"/>
              <a:ext cx="228137" cy="248523"/>
            </a:xfrm>
            <a:custGeom>
              <a:rect b="b" l="l" r="r" t="t"/>
              <a:pathLst>
                <a:path extrusionOk="0" h="3901" w="3581">
                  <a:moveTo>
                    <a:pt x="322" y="1"/>
                  </a:moveTo>
                  <a:lnTo>
                    <a:pt x="175" y="1344"/>
                  </a:lnTo>
                  <a:lnTo>
                    <a:pt x="146" y="1622"/>
                  </a:lnTo>
                  <a:lnTo>
                    <a:pt x="105" y="2008"/>
                  </a:lnTo>
                  <a:lnTo>
                    <a:pt x="0" y="2979"/>
                  </a:lnTo>
                  <a:lnTo>
                    <a:pt x="0" y="3204"/>
                  </a:lnTo>
                  <a:lnTo>
                    <a:pt x="1481" y="3204"/>
                  </a:lnTo>
                  <a:lnTo>
                    <a:pt x="1481" y="3900"/>
                  </a:lnTo>
                  <a:cubicBezTo>
                    <a:pt x="1703" y="3726"/>
                    <a:pt x="1910" y="3534"/>
                    <a:pt x="2099" y="3327"/>
                  </a:cubicBezTo>
                  <a:lnTo>
                    <a:pt x="2099" y="3202"/>
                  </a:lnTo>
                  <a:lnTo>
                    <a:pt x="3581" y="3202"/>
                  </a:lnTo>
                  <a:lnTo>
                    <a:pt x="3581" y="2977"/>
                  </a:lnTo>
                  <a:lnTo>
                    <a:pt x="3340" y="756"/>
                  </a:lnTo>
                  <a:lnTo>
                    <a:pt x="32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38"/>
            <p:cNvSpPr/>
            <p:nvPr/>
          </p:nvSpPr>
          <p:spPr>
            <a:xfrm>
              <a:off x="3842585" y="2720469"/>
              <a:ext cx="67657" cy="409066"/>
            </a:xfrm>
            <a:custGeom>
              <a:rect b="b" l="l" r="r" t="t"/>
              <a:pathLst>
                <a:path extrusionOk="0" h="6421" w="1062">
                  <a:moveTo>
                    <a:pt x="0" y="1"/>
                  </a:moveTo>
                  <a:lnTo>
                    <a:pt x="0" y="6400"/>
                  </a:lnTo>
                  <a:cubicBezTo>
                    <a:pt x="148" y="6414"/>
                    <a:pt x="299" y="6420"/>
                    <a:pt x="450" y="6420"/>
                  </a:cubicBezTo>
                  <a:cubicBezTo>
                    <a:pt x="657" y="6420"/>
                    <a:pt x="862" y="6407"/>
                    <a:pt x="1061" y="6383"/>
                  </a:cubicBezTo>
                  <a:lnTo>
                    <a:pt x="10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38"/>
            <p:cNvSpPr/>
            <p:nvPr/>
          </p:nvSpPr>
          <p:spPr>
            <a:xfrm>
              <a:off x="3627703" y="2549989"/>
              <a:ext cx="497364" cy="413717"/>
            </a:xfrm>
            <a:custGeom>
              <a:rect b="b" l="l" r="r" t="t"/>
              <a:pathLst>
                <a:path extrusionOk="0" h="6494" w="7807">
                  <a:moveTo>
                    <a:pt x="703" y="1"/>
                  </a:moveTo>
                  <a:lnTo>
                    <a:pt x="54" y="6002"/>
                  </a:lnTo>
                  <a:lnTo>
                    <a:pt x="1" y="6002"/>
                  </a:lnTo>
                  <a:lnTo>
                    <a:pt x="1" y="6493"/>
                  </a:lnTo>
                  <a:lnTo>
                    <a:pt x="7807" y="6493"/>
                  </a:lnTo>
                  <a:lnTo>
                    <a:pt x="7807" y="6002"/>
                  </a:lnTo>
                  <a:lnTo>
                    <a:pt x="7754" y="6002"/>
                  </a:lnTo>
                  <a:lnTo>
                    <a:pt x="71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38"/>
            <p:cNvSpPr/>
            <p:nvPr/>
          </p:nvSpPr>
          <p:spPr>
            <a:xfrm>
              <a:off x="3627703" y="2518709"/>
              <a:ext cx="497364" cy="413653"/>
            </a:xfrm>
            <a:custGeom>
              <a:rect b="b" l="l" r="r" t="t"/>
              <a:pathLst>
                <a:path extrusionOk="0" h="6493" w="7807">
                  <a:moveTo>
                    <a:pt x="703" y="1"/>
                  </a:moveTo>
                  <a:lnTo>
                    <a:pt x="1" y="6493"/>
                  </a:lnTo>
                  <a:lnTo>
                    <a:pt x="7807" y="6493"/>
                  </a:lnTo>
                  <a:lnTo>
                    <a:pt x="71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38"/>
            <p:cNvSpPr/>
            <p:nvPr/>
          </p:nvSpPr>
          <p:spPr>
            <a:xfrm>
              <a:off x="3672362" y="2534190"/>
              <a:ext cx="125631" cy="101741"/>
            </a:xfrm>
            <a:custGeom>
              <a:rect b="b" l="l" r="r" t="t"/>
              <a:pathLst>
                <a:path extrusionOk="0" h="1597" w="1972">
                  <a:moveTo>
                    <a:pt x="163" y="0"/>
                  </a:moveTo>
                  <a:lnTo>
                    <a:pt x="1" y="1597"/>
                  </a:lnTo>
                  <a:lnTo>
                    <a:pt x="1905" y="1597"/>
                  </a:lnTo>
                  <a:lnTo>
                    <a:pt x="19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4" name="Google Shape;3674;p38"/>
            <p:cNvSpPr/>
            <p:nvPr/>
          </p:nvSpPr>
          <p:spPr>
            <a:xfrm>
              <a:off x="3815701" y="2534190"/>
              <a:ext cx="121363" cy="101741"/>
            </a:xfrm>
            <a:custGeom>
              <a:rect b="b" l="l" r="r" t="t"/>
              <a:pathLst>
                <a:path extrusionOk="0" h="1597" w="1905">
                  <a:moveTo>
                    <a:pt x="49" y="0"/>
                  </a:moveTo>
                  <a:lnTo>
                    <a:pt x="1" y="1597"/>
                  </a:lnTo>
                  <a:lnTo>
                    <a:pt x="1905" y="1597"/>
                  </a:lnTo>
                  <a:lnTo>
                    <a:pt x="18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38"/>
            <p:cNvSpPr/>
            <p:nvPr/>
          </p:nvSpPr>
          <p:spPr>
            <a:xfrm>
              <a:off x="3954899" y="2534190"/>
              <a:ext cx="125504" cy="101741"/>
            </a:xfrm>
            <a:custGeom>
              <a:rect b="b" l="l" r="r" t="t"/>
              <a:pathLst>
                <a:path extrusionOk="0" h="1597" w="1970">
                  <a:moveTo>
                    <a:pt x="0" y="0"/>
                  </a:moveTo>
                  <a:lnTo>
                    <a:pt x="66" y="1597"/>
                  </a:lnTo>
                  <a:lnTo>
                    <a:pt x="1970" y="1597"/>
                  </a:lnTo>
                  <a:lnTo>
                    <a:pt x="18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38"/>
            <p:cNvSpPr/>
            <p:nvPr/>
          </p:nvSpPr>
          <p:spPr>
            <a:xfrm>
              <a:off x="3659302" y="2649308"/>
              <a:ext cx="133913" cy="114865"/>
            </a:xfrm>
            <a:custGeom>
              <a:rect b="b" l="l" r="r" t="t"/>
              <a:pathLst>
                <a:path extrusionOk="0" h="1803" w="2102">
                  <a:moveTo>
                    <a:pt x="184" y="0"/>
                  </a:moveTo>
                  <a:lnTo>
                    <a:pt x="1" y="1802"/>
                  </a:lnTo>
                  <a:lnTo>
                    <a:pt x="2027" y="1802"/>
                  </a:lnTo>
                  <a:lnTo>
                    <a:pt x="21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38"/>
            <p:cNvSpPr/>
            <p:nvPr/>
          </p:nvSpPr>
          <p:spPr>
            <a:xfrm>
              <a:off x="3811878" y="2649308"/>
              <a:ext cx="129135" cy="114865"/>
            </a:xfrm>
            <a:custGeom>
              <a:rect b="b" l="l" r="r" t="t"/>
              <a:pathLst>
                <a:path extrusionOk="0" h="1803" w="2027">
                  <a:moveTo>
                    <a:pt x="53" y="0"/>
                  </a:moveTo>
                  <a:lnTo>
                    <a:pt x="0" y="1802"/>
                  </a:lnTo>
                  <a:lnTo>
                    <a:pt x="2026" y="1802"/>
                  </a:lnTo>
                  <a:lnTo>
                    <a:pt x="19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38"/>
            <p:cNvSpPr/>
            <p:nvPr/>
          </p:nvSpPr>
          <p:spPr>
            <a:xfrm>
              <a:off x="3959550" y="2649308"/>
              <a:ext cx="133913" cy="114865"/>
            </a:xfrm>
            <a:custGeom>
              <a:rect b="b" l="l" r="r" t="t"/>
              <a:pathLst>
                <a:path extrusionOk="0" h="1803" w="2102">
                  <a:moveTo>
                    <a:pt x="1" y="0"/>
                  </a:moveTo>
                  <a:lnTo>
                    <a:pt x="75" y="1802"/>
                  </a:lnTo>
                  <a:lnTo>
                    <a:pt x="2101" y="1802"/>
                  </a:lnTo>
                  <a:lnTo>
                    <a:pt x="19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38"/>
            <p:cNvSpPr/>
            <p:nvPr/>
          </p:nvSpPr>
          <p:spPr>
            <a:xfrm>
              <a:off x="3644522" y="2779334"/>
              <a:ext cx="143278" cy="130537"/>
            </a:xfrm>
            <a:custGeom>
              <a:rect b="b" l="l" r="r" t="t"/>
              <a:pathLst>
                <a:path extrusionOk="0" h="2049" w="2249">
                  <a:moveTo>
                    <a:pt x="208" y="1"/>
                  </a:moveTo>
                  <a:lnTo>
                    <a:pt x="1" y="2049"/>
                  </a:lnTo>
                  <a:lnTo>
                    <a:pt x="2165" y="2049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38"/>
            <p:cNvSpPr/>
            <p:nvPr/>
          </p:nvSpPr>
          <p:spPr>
            <a:xfrm>
              <a:off x="3807355" y="2779334"/>
              <a:ext cx="138054" cy="130537"/>
            </a:xfrm>
            <a:custGeom>
              <a:rect b="b" l="l" r="r" t="t"/>
              <a:pathLst>
                <a:path extrusionOk="0" h="2049" w="2167">
                  <a:moveTo>
                    <a:pt x="64" y="1"/>
                  </a:moveTo>
                  <a:lnTo>
                    <a:pt x="1" y="2049"/>
                  </a:lnTo>
                  <a:lnTo>
                    <a:pt x="2167" y="2049"/>
                  </a:lnTo>
                  <a:lnTo>
                    <a:pt x="21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38"/>
            <p:cNvSpPr/>
            <p:nvPr/>
          </p:nvSpPr>
          <p:spPr>
            <a:xfrm>
              <a:off x="3964965" y="2779334"/>
              <a:ext cx="143278" cy="130537"/>
            </a:xfrm>
            <a:custGeom>
              <a:rect b="b" l="l" r="r" t="t"/>
              <a:pathLst>
                <a:path extrusionOk="0" h="2049" w="2249">
                  <a:moveTo>
                    <a:pt x="1" y="1"/>
                  </a:moveTo>
                  <a:lnTo>
                    <a:pt x="85" y="2049"/>
                  </a:lnTo>
                  <a:lnTo>
                    <a:pt x="2249" y="2049"/>
                  </a:lnTo>
                  <a:lnTo>
                    <a:pt x="20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82" name="Google Shape;3682;p38"/>
          <p:cNvGrpSpPr/>
          <p:nvPr/>
        </p:nvGrpSpPr>
        <p:grpSpPr>
          <a:xfrm>
            <a:off x="4632416" y="2492908"/>
            <a:ext cx="721036" cy="636629"/>
            <a:chOff x="4632416" y="2492908"/>
            <a:chExt cx="721036" cy="636629"/>
          </a:xfrm>
        </p:grpSpPr>
        <p:sp>
          <p:nvSpPr>
            <p:cNvPr id="3683" name="Google Shape;3683;p38"/>
            <p:cNvSpPr/>
            <p:nvPr/>
          </p:nvSpPr>
          <p:spPr>
            <a:xfrm>
              <a:off x="4674525" y="2492908"/>
              <a:ext cx="636565" cy="636629"/>
            </a:xfrm>
            <a:custGeom>
              <a:rect b="b" l="l" r="r" t="t"/>
              <a:pathLst>
                <a:path extrusionOk="0" h="9993" w="9992">
                  <a:moveTo>
                    <a:pt x="4995" y="1"/>
                  </a:moveTo>
                  <a:cubicBezTo>
                    <a:pt x="3670" y="1"/>
                    <a:pt x="2399" y="528"/>
                    <a:pt x="1463" y="1464"/>
                  </a:cubicBezTo>
                  <a:cubicBezTo>
                    <a:pt x="526" y="2401"/>
                    <a:pt x="0" y="3672"/>
                    <a:pt x="0" y="4997"/>
                  </a:cubicBezTo>
                  <a:cubicBezTo>
                    <a:pt x="0" y="6322"/>
                    <a:pt x="526" y="7593"/>
                    <a:pt x="1463" y="8529"/>
                  </a:cubicBezTo>
                  <a:cubicBezTo>
                    <a:pt x="2399" y="9466"/>
                    <a:pt x="3670" y="9992"/>
                    <a:pt x="4995" y="9992"/>
                  </a:cubicBezTo>
                  <a:cubicBezTo>
                    <a:pt x="6320" y="9992"/>
                    <a:pt x="7591" y="9466"/>
                    <a:pt x="8527" y="8529"/>
                  </a:cubicBezTo>
                  <a:cubicBezTo>
                    <a:pt x="9465" y="7593"/>
                    <a:pt x="9991" y="6322"/>
                    <a:pt x="9991" y="4997"/>
                  </a:cubicBezTo>
                  <a:cubicBezTo>
                    <a:pt x="9991" y="3672"/>
                    <a:pt x="9465" y="2401"/>
                    <a:pt x="8527" y="1464"/>
                  </a:cubicBezTo>
                  <a:cubicBezTo>
                    <a:pt x="7591" y="528"/>
                    <a:pt x="6320" y="1"/>
                    <a:pt x="4995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38"/>
            <p:cNvSpPr/>
            <p:nvPr/>
          </p:nvSpPr>
          <p:spPr>
            <a:xfrm>
              <a:off x="4921324" y="2662050"/>
              <a:ext cx="432128" cy="280632"/>
            </a:xfrm>
            <a:custGeom>
              <a:rect b="b" l="l" r="r" t="t"/>
              <a:pathLst>
                <a:path extrusionOk="0" h="4405" w="6783">
                  <a:moveTo>
                    <a:pt x="3392" y="1"/>
                  </a:moveTo>
                  <a:cubicBezTo>
                    <a:pt x="3392" y="1"/>
                    <a:pt x="1" y="4405"/>
                    <a:pt x="3392" y="4405"/>
                  </a:cubicBezTo>
                  <a:cubicBezTo>
                    <a:pt x="6783" y="4405"/>
                    <a:pt x="3392" y="1"/>
                    <a:pt x="3392" y="1"/>
                  </a:cubicBezTo>
                  <a:close/>
                </a:path>
              </a:pathLst>
            </a:custGeom>
            <a:solidFill>
              <a:srgbClr val="6BC5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38"/>
            <p:cNvSpPr/>
            <p:nvPr/>
          </p:nvSpPr>
          <p:spPr>
            <a:xfrm>
              <a:off x="5046443" y="2818068"/>
              <a:ext cx="191760" cy="114164"/>
            </a:xfrm>
            <a:custGeom>
              <a:rect b="b" l="l" r="r" t="t"/>
              <a:pathLst>
                <a:path extrusionOk="0" h="1792" w="3010">
                  <a:moveTo>
                    <a:pt x="1945" y="0"/>
                  </a:moveTo>
                  <a:cubicBezTo>
                    <a:pt x="1762" y="0"/>
                    <a:pt x="1669" y="84"/>
                    <a:pt x="1490" y="142"/>
                  </a:cubicBezTo>
                  <a:cubicBezTo>
                    <a:pt x="1423" y="163"/>
                    <a:pt x="1353" y="170"/>
                    <a:pt x="1283" y="170"/>
                  </a:cubicBezTo>
                  <a:cubicBezTo>
                    <a:pt x="1150" y="170"/>
                    <a:pt x="1013" y="145"/>
                    <a:pt x="878" y="145"/>
                  </a:cubicBezTo>
                  <a:cubicBezTo>
                    <a:pt x="847" y="145"/>
                    <a:pt x="815" y="146"/>
                    <a:pt x="784" y="150"/>
                  </a:cubicBezTo>
                  <a:cubicBezTo>
                    <a:pt x="556" y="175"/>
                    <a:pt x="343" y="315"/>
                    <a:pt x="230" y="517"/>
                  </a:cubicBezTo>
                  <a:cubicBezTo>
                    <a:pt x="0" y="923"/>
                    <a:pt x="218" y="1419"/>
                    <a:pt x="609" y="1625"/>
                  </a:cubicBezTo>
                  <a:cubicBezTo>
                    <a:pt x="810" y="1732"/>
                    <a:pt x="1039" y="1772"/>
                    <a:pt x="1267" y="1787"/>
                  </a:cubicBezTo>
                  <a:cubicBezTo>
                    <a:pt x="1318" y="1790"/>
                    <a:pt x="1371" y="1792"/>
                    <a:pt x="1423" y="1792"/>
                  </a:cubicBezTo>
                  <a:cubicBezTo>
                    <a:pt x="1616" y="1792"/>
                    <a:pt x="1817" y="1770"/>
                    <a:pt x="2010" y="1726"/>
                  </a:cubicBezTo>
                  <a:cubicBezTo>
                    <a:pt x="2553" y="1604"/>
                    <a:pt x="3010" y="940"/>
                    <a:pt x="2701" y="393"/>
                  </a:cubicBezTo>
                  <a:cubicBezTo>
                    <a:pt x="2667" y="335"/>
                    <a:pt x="2621" y="285"/>
                    <a:pt x="2572" y="242"/>
                  </a:cubicBezTo>
                  <a:cubicBezTo>
                    <a:pt x="2414" y="103"/>
                    <a:pt x="2209" y="19"/>
                    <a:pt x="2000" y="2"/>
                  </a:cubicBezTo>
                  <a:cubicBezTo>
                    <a:pt x="1981" y="1"/>
                    <a:pt x="1963" y="0"/>
                    <a:pt x="1945" y="0"/>
                  </a:cubicBezTo>
                  <a:close/>
                </a:path>
              </a:pathLst>
            </a:custGeom>
            <a:solidFill>
              <a:srgbClr val="58C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38"/>
            <p:cNvSpPr/>
            <p:nvPr/>
          </p:nvSpPr>
          <p:spPr>
            <a:xfrm>
              <a:off x="5045551" y="2817049"/>
              <a:ext cx="100913" cy="113782"/>
            </a:xfrm>
            <a:custGeom>
              <a:rect b="b" l="l" r="r" t="t"/>
              <a:pathLst>
                <a:path extrusionOk="0" h="1786" w="1584">
                  <a:moveTo>
                    <a:pt x="524" y="0"/>
                  </a:moveTo>
                  <a:cubicBezTo>
                    <a:pt x="479" y="0"/>
                    <a:pt x="430" y="10"/>
                    <a:pt x="378" y="32"/>
                  </a:cubicBezTo>
                  <a:cubicBezTo>
                    <a:pt x="247" y="84"/>
                    <a:pt x="154" y="207"/>
                    <a:pt x="113" y="340"/>
                  </a:cubicBezTo>
                  <a:cubicBezTo>
                    <a:pt x="0" y="708"/>
                    <a:pt x="123" y="1107"/>
                    <a:pt x="352" y="1404"/>
                  </a:cubicBezTo>
                  <a:cubicBezTo>
                    <a:pt x="525" y="1626"/>
                    <a:pt x="811" y="1779"/>
                    <a:pt x="1095" y="1784"/>
                  </a:cubicBezTo>
                  <a:cubicBezTo>
                    <a:pt x="1102" y="1785"/>
                    <a:pt x="1109" y="1786"/>
                    <a:pt x="1116" y="1786"/>
                  </a:cubicBezTo>
                  <a:cubicBezTo>
                    <a:pt x="1122" y="1786"/>
                    <a:pt x="1129" y="1785"/>
                    <a:pt x="1135" y="1784"/>
                  </a:cubicBezTo>
                  <a:cubicBezTo>
                    <a:pt x="1363" y="1774"/>
                    <a:pt x="1584" y="1645"/>
                    <a:pt x="1543" y="1389"/>
                  </a:cubicBezTo>
                  <a:cubicBezTo>
                    <a:pt x="1507" y="1164"/>
                    <a:pt x="1277" y="1026"/>
                    <a:pt x="1140" y="868"/>
                  </a:cubicBezTo>
                  <a:cubicBezTo>
                    <a:pt x="982" y="688"/>
                    <a:pt x="904" y="458"/>
                    <a:pt x="816" y="239"/>
                  </a:cubicBezTo>
                  <a:cubicBezTo>
                    <a:pt x="755" y="90"/>
                    <a:pt x="657" y="0"/>
                    <a:pt x="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38"/>
            <p:cNvSpPr/>
            <p:nvPr/>
          </p:nvSpPr>
          <p:spPr>
            <a:xfrm>
              <a:off x="5154298" y="2755126"/>
              <a:ext cx="50902" cy="64663"/>
            </a:xfrm>
            <a:custGeom>
              <a:rect b="b" l="l" r="r" t="t"/>
              <a:pathLst>
                <a:path extrusionOk="0" h="1015" w="799">
                  <a:moveTo>
                    <a:pt x="209" y="0"/>
                  </a:moveTo>
                  <a:cubicBezTo>
                    <a:pt x="165" y="0"/>
                    <a:pt x="122" y="11"/>
                    <a:pt x="88" y="38"/>
                  </a:cubicBezTo>
                  <a:cubicBezTo>
                    <a:pt x="7" y="100"/>
                    <a:pt x="1" y="223"/>
                    <a:pt x="37" y="319"/>
                  </a:cubicBezTo>
                  <a:cubicBezTo>
                    <a:pt x="72" y="415"/>
                    <a:pt x="140" y="495"/>
                    <a:pt x="186" y="586"/>
                  </a:cubicBezTo>
                  <a:cubicBezTo>
                    <a:pt x="226" y="664"/>
                    <a:pt x="250" y="751"/>
                    <a:pt x="291" y="830"/>
                  </a:cubicBezTo>
                  <a:cubicBezTo>
                    <a:pt x="332" y="907"/>
                    <a:pt x="395" y="981"/>
                    <a:pt x="481" y="1005"/>
                  </a:cubicBezTo>
                  <a:cubicBezTo>
                    <a:pt x="516" y="1015"/>
                    <a:pt x="554" y="1015"/>
                    <a:pt x="592" y="1015"/>
                  </a:cubicBezTo>
                  <a:cubicBezTo>
                    <a:pt x="639" y="1015"/>
                    <a:pt x="691" y="1014"/>
                    <a:pt x="726" y="980"/>
                  </a:cubicBezTo>
                  <a:cubicBezTo>
                    <a:pt x="752" y="956"/>
                    <a:pt x="762" y="919"/>
                    <a:pt x="768" y="883"/>
                  </a:cubicBezTo>
                  <a:cubicBezTo>
                    <a:pt x="799" y="715"/>
                    <a:pt x="781" y="536"/>
                    <a:pt x="708" y="382"/>
                  </a:cubicBezTo>
                  <a:cubicBezTo>
                    <a:pt x="638" y="227"/>
                    <a:pt x="510" y="96"/>
                    <a:pt x="352" y="32"/>
                  </a:cubicBezTo>
                  <a:cubicBezTo>
                    <a:pt x="307" y="13"/>
                    <a:pt x="257" y="0"/>
                    <a:pt x="2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38"/>
            <p:cNvSpPr/>
            <p:nvPr/>
          </p:nvSpPr>
          <p:spPr>
            <a:xfrm>
              <a:off x="4921324" y="2662050"/>
              <a:ext cx="432128" cy="280632"/>
            </a:xfrm>
            <a:custGeom>
              <a:rect b="b" l="l" r="r" t="t"/>
              <a:pathLst>
                <a:path extrusionOk="0" h="4405" w="6783">
                  <a:moveTo>
                    <a:pt x="3392" y="1"/>
                  </a:moveTo>
                  <a:cubicBezTo>
                    <a:pt x="3392" y="1"/>
                    <a:pt x="1" y="4405"/>
                    <a:pt x="3392" y="4405"/>
                  </a:cubicBezTo>
                  <a:cubicBezTo>
                    <a:pt x="6783" y="4405"/>
                    <a:pt x="3392" y="1"/>
                    <a:pt x="3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38"/>
            <p:cNvSpPr/>
            <p:nvPr/>
          </p:nvSpPr>
          <p:spPr>
            <a:xfrm>
              <a:off x="4632416" y="2662050"/>
              <a:ext cx="432001" cy="280632"/>
            </a:xfrm>
            <a:custGeom>
              <a:rect b="b" l="l" r="r" t="t"/>
              <a:pathLst>
                <a:path extrusionOk="0" h="4405" w="6781">
                  <a:moveTo>
                    <a:pt x="3390" y="1"/>
                  </a:moveTo>
                  <a:cubicBezTo>
                    <a:pt x="3390" y="1"/>
                    <a:pt x="0" y="4405"/>
                    <a:pt x="3390" y="4405"/>
                  </a:cubicBezTo>
                  <a:cubicBezTo>
                    <a:pt x="6781" y="4405"/>
                    <a:pt x="3390" y="1"/>
                    <a:pt x="3390" y="1"/>
                  </a:cubicBezTo>
                  <a:close/>
                </a:path>
              </a:pathLst>
            </a:custGeom>
            <a:solidFill>
              <a:srgbClr val="6BC5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38"/>
            <p:cNvSpPr/>
            <p:nvPr/>
          </p:nvSpPr>
          <p:spPr>
            <a:xfrm>
              <a:off x="4757407" y="2818068"/>
              <a:ext cx="191823" cy="114164"/>
            </a:xfrm>
            <a:custGeom>
              <a:rect b="b" l="l" r="r" t="t"/>
              <a:pathLst>
                <a:path extrusionOk="0" h="1792" w="3011">
                  <a:moveTo>
                    <a:pt x="1946" y="0"/>
                  </a:moveTo>
                  <a:cubicBezTo>
                    <a:pt x="1762" y="0"/>
                    <a:pt x="1670" y="84"/>
                    <a:pt x="1491" y="142"/>
                  </a:cubicBezTo>
                  <a:cubicBezTo>
                    <a:pt x="1424" y="163"/>
                    <a:pt x="1354" y="170"/>
                    <a:pt x="1284" y="170"/>
                  </a:cubicBezTo>
                  <a:cubicBezTo>
                    <a:pt x="1151" y="170"/>
                    <a:pt x="1014" y="145"/>
                    <a:pt x="880" y="145"/>
                  </a:cubicBezTo>
                  <a:cubicBezTo>
                    <a:pt x="848" y="145"/>
                    <a:pt x="817" y="146"/>
                    <a:pt x="785" y="150"/>
                  </a:cubicBezTo>
                  <a:cubicBezTo>
                    <a:pt x="556" y="175"/>
                    <a:pt x="343" y="315"/>
                    <a:pt x="230" y="517"/>
                  </a:cubicBezTo>
                  <a:cubicBezTo>
                    <a:pt x="1" y="923"/>
                    <a:pt x="219" y="1419"/>
                    <a:pt x="609" y="1625"/>
                  </a:cubicBezTo>
                  <a:cubicBezTo>
                    <a:pt x="811" y="1732"/>
                    <a:pt x="1039" y="1772"/>
                    <a:pt x="1267" y="1787"/>
                  </a:cubicBezTo>
                  <a:cubicBezTo>
                    <a:pt x="1319" y="1790"/>
                    <a:pt x="1371" y="1792"/>
                    <a:pt x="1424" y="1792"/>
                  </a:cubicBezTo>
                  <a:cubicBezTo>
                    <a:pt x="1617" y="1792"/>
                    <a:pt x="1818" y="1770"/>
                    <a:pt x="2010" y="1726"/>
                  </a:cubicBezTo>
                  <a:cubicBezTo>
                    <a:pt x="2553" y="1604"/>
                    <a:pt x="3011" y="940"/>
                    <a:pt x="2701" y="393"/>
                  </a:cubicBezTo>
                  <a:cubicBezTo>
                    <a:pt x="2668" y="335"/>
                    <a:pt x="2622" y="285"/>
                    <a:pt x="2572" y="242"/>
                  </a:cubicBezTo>
                  <a:cubicBezTo>
                    <a:pt x="2414" y="103"/>
                    <a:pt x="2210" y="19"/>
                    <a:pt x="2000" y="2"/>
                  </a:cubicBezTo>
                  <a:cubicBezTo>
                    <a:pt x="1981" y="1"/>
                    <a:pt x="1963" y="0"/>
                    <a:pt x="1946" y="0"/>
                  </a:cubicBezTo>
                  <a:close/>
                </a:path>
              </a:pathLst>
            </a:custGeom>
            <a:solidFill>
              <a:srgbClr val="58C0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38"/>
            <p:cNvSpPr/>
            <p:nvPr/>
          </p:nvSpPr>
          <p:spPr>
            <a:xfrm>
              <a:off x="4756579" y="2817049"/>
              <a:ext cx="100913" cy="113782"/>
            </a:xfrm>
            <a:custGeom>
              <a:rect b="b" l="l" r="r" t="t"/>
              <a:pathLst>
                <a:path extrusionOk="0" h="1786" w="1584">
                  <a:moveTo>
                    <a:pt x="523" y="0"/>
                  </a:moveTo>
                  <a:cubicBezTo>
                    <a:pt x="478" y="0"/>
                    <a:pt x="429" y="10"/>
                    <a:pt x="377" y="32"/>
                  </a:cubicBezTo>
                  <a:cubicBezTo>
                    <a:pt x="247" y="84"/>
                    <a:pt x="154" y="207"/>
                    <a:pt x="113" y="340"/>
                  </a:cubicBezTo>
                  <a:cubicBezTo>
                    <a:pt x="0" y="708"/>
                    <a:pt x="122" y="1107"/>
                    <a:pt x="351" y="1404"/>
                  </a:cubicBezTo>
                  <a:cubicBezTo>
                    <a:pt x="524" y="1626"/>
                    <a:pt x="811" y="1779"/>
                    <a:pt x="1095" y="1784"/>
                  </a:cubicBezTo>
                  <a:cubicBezTo>
                    <a:pt x="1102" y="1785"/>
                    <a:pt x="1108" y="1786"/>
                    <a:pt x="1115" y="1786"/>
                  </a:cubicBezTo>
                  <a:cubicBezTo>
                    <a:pt x="1121" y="1786"/>
                    <a:pt x="1128" y="1785"/>
                    <a:pt x="1134" y="1784"/>
                  </a:cubicBezTo>
                  <a:cubicBezTo>
                    <a:pt x="1362" y="1774"/>
                    <a:pt x="1583" y="1645"/>
                    <a:pt x="1542" y="1389"/>
                  </a:cubicBezTo>
                  <a:cubicBezTo>
                    <a:pt x="1506" y="1164"/>
                    <a:pt x="1276" y="1026"/>
                    <a:pt x="1139" y="868"/>
                  </a:cubicBezTo>
                  <a:cubicBezTo>
                    <a:pt x="983" y="688"/>
                    <a:pt x="903" y="458"/>
                    <a:pt x="815" y="239"/>
                  </a:cubicBezTo>
                  <a:cubicBezTo>
                    <a:pt x="754" y="90"/>
                    <a:pt x="656" y="0"/>
                    <a:pt x="5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38"/>
            <p:cNvSpPr/>
            <p:nvPr/>
          </p:nvSpPr>
          <p:spPr>
            <a:xfrm>
              <a:off x="4865390" y="2755126"/>
              <a:ext cx="50966" cy="64663"/>
            </a:xfrm>
            <a:custGeom>
              <a:rect b="b" l="l" r="r" t="t"/>
              <a:pathLst>
                <a:path extrusionOk="0" h="1015" w="800">
                  <a:moveTo>
                    <a:pt x="209" y="0"/>
                  </a:moveTo>
                  <a:cubicBezTo>
                    <a:pt x="165" y="0"/>
                    <a:pt x="123" y="11"/>
                    <a:pt x="88" y="38"/>
                  </a:cubicBezTo>
                  <a:cubicBezTo>
                    <a:pt x="7" y="100"/>
                    <a:pt x="1" y="223"/>
                    <a:pt x="37" y="319"/>
                  </a:cubicBezTo>
                  <a:cubicBezTo>
                    <a:pt x="73" y="415"/>
                    <a:pt x="140" y="495"/>
                    <a:pt x="186" y="586"/>
                  </a:cubicBezTo>
                  <a:cubicBezTo>
                    <a:pt x="226" y="664"/>
                    <a:pt x="250" y="751"/>
                    <a:pt x="291" y="830"/>
                  </a:cubicBezTo>
                  <a:cubicBezTo>
                    <a:pt x="331" y="907"/>
                    <a:pt x="395" y="981"/>
                    <a:pt x="480" y="1005"/>
                  </a:cubicBezTo>
                  <a:cubicBezTo>
                    <a:pt x="516" y="1015"/>
                    <a:pt x="555" y="1015"/>
                    <a:pt x="591" y="1015"/>
                  </a:cubicBezTo>
                  <a:cubicBezTo>
                    <a:pt x="638" y="1015"/>
                    <a:pt x="692" y="1014"/>
                    <a:pt x="725" y="980"/>
                  </a:cubicBezTo>
                  <a:cubicBezTo>
                    <a:pt x="751" y="956"/>
                    <a:pt x="761" y="919"/>
                    <a:pt x="768" y="883"/>
                  </a:cubicBezTo>
                  <a:cubicBezTo>
                    <a:pt x="799" y="715"/>
                    <a:pt x="781" y="536"/>
                    <a:pt x="708" y="382"/>
                  </a:cubicBezTo>
                  <a:cubicBezTo>
                    <a:pt x="637" y="227"/>
                    <a:pt x="508" y="96"/>
                    <a:pt x="351" y="32"/>
                  </a:cubicBezTo>
                  <a:cubicBezTo>
                    <a:pt x="307" y="13"/>
                    <a:pt x="257" y="0"/>
                    <a:pt x="2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38"/>
            <p:cNvSpPr/>
            <p:nvPr/>
          </p:nvSpPr>
          <p:spPr>
            <a:xfrm>
              <a:off x="4632416" y="2662050"/>
              <a:ext cx="432001" cy="280632"/>
            </a:xfrm>
            <a:custGeom>
              <a:rect b="b" l="l" r="r" t="t"/>
              <a:pathLst>
                <a:path extrusionOk="0" h="4405" w="6781">
                  <a:moveTo>
                    <a:pt x="3390" y="1"/>
                  </a:moveTo>
                  <a:cubicBezTo>
                    <a:pt x="3390" y="1"/>
                    <a:pt x="0" y="4405"/>
                    <a:pt x="3390" y="4405"/>
                  </a:cubicBezTo>
                  <a:cubicBezTo>
                    <a:pt x="6781" y="4405"/>
                    <a:pt x="3390" y="1"/>
                    <a:pt x="33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38"/>
            <p:cNvSpPr/>
            <p:nvPr/>
          </p:nvSpPr>
          <p:spPr>
            <a:xfrm>
              <a:off x="4677774" y="2636057"/>
              <a:ext cx="614077" cy="398873"/>
            </a:xfrm>
            <a:custGeom>
              <a:rect b="b" l="l" r="r" t="t"/>
              <a:pathLst>
                <a:path extrusionOk="0" h="6261" w="9639">
                  <a:moveTo>
                    <a:pt x="4819" y="1"/>
                  </a:moveTo>
                  <a:cubicBezTo>
                    <a:pt x="4819" y="1"/>
                    <a:pt x="0" y="6260"/>
                    <a:pt x="4819" y="6260"/>
                  </a:cubicBezTo>
                  <a:cubicBezTo>
                    <a:pt x="9639" y="6260"/>
                    <a:pt x="4819" y="1"/>
                    <a:pt x="48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38"/>
            <p:cNvSpPr/>
            <p:nvPr/>
          </p:nvSpPr>
          <p:spPr>
            <a:xfrm>
              <a:off x="4854432" y="2856356"/>
              <a:ext cx="143214" cy="161690"/>
            </a:xfrm>
            <a:custGeom>
              <a:rect b="b" l="l" r="r" t="t"/>
              <a:pathLst>
                <a:path extrusionOk="0" h="2538" w="2248">
                  <a:moveTo>
                    <a:pt x="741" y="1"/>
                  </a:moveTo>
                  <a:cubicBezTo>
                    <a:pt x="678" y="1"/>
                    <a:pt x="609" y="15"/>
                    <a:pt x="534" y="45"/>
                  </a:cubicBezTo>
                  <a:cubicBezTo>
                    <a:pt x="349" y="119"/>
                    <a:pt x="216" y="293"/>
                    <a:pt x="159" y="483"/>
                  </a:cubicBezTo>
                  <a:cubicBezTo>
                    <a:pt x="0" y="1007"/>
                    <a:pt x="174" y="1575"/>
                    <a:pt x="498" y="1995"/>
                  </a:cubicBezTo>
                  <a:cubicBezTo>
                    <a:pt x="744" y="2312"/>
                    <a:pt x="1151" y="2529"/>
                    <a:pt x="1555" y="2537"/>
                  </a:cubicBezTo>
                  <a:lnTo>
                    <a:pt x="1611" y="2537"/>
                  </a:lnTo>
                  <a:cubicBezTo>
                    <a:pt x="1934" y="2523"/>
                    <a:pt x="2248" y="2339"/>
                    <a:pt x="2191" y="1976"/>
                  </a:cubicBezTo>
                  <a:cubicBezTo>
                    <a:pt x="2140" y="1656"/>
                    <a:pt x="1813" y="1459"/>
                    <a:pt x="1618" y="1234"/>
                  </a:cubicBezTo>
                  <a:cubicBezTo>
                    <a:pt x="1394" y="977"/>
                    <a:pt x="1281" y="654"/>
                    <a:pt x="1156" y="342"/>
                  </a:cubicBezTo>
                  <a:cubicBezTo>
                    <a:pt x="1071" y="130"/>
                    <a:pt x="931" y="1"/>
                    <a:pt x="741" y="1"/>
                  </a:cubicBezTo>
                  <a:close/>
                </a:path>
              </a:pathLst>
            </a:custGeom>
            <a:solidFill>
              <a:srgbClr val="FFFFFF">
                <a:alpha val="733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38"/>
            <p:cNvSpPr/>
            <p:nvPr/>
          </p:nvSpPr>
          <p:spPr>
            <a:xfrm>
              <a:off x="5008984" y="2768377"/>
              <a:ext cx="72563" cy="91866"/>
            </a:xfrm>
            <a:custGeom>
              <a:rect b="b" l="l" r="r" t="t"/>
              <a:pathLst>
                <a:path extrusionOk="0" h="1442" w="1139">
                  <a:moveTo>
                    <a:pt x="297" y="0"/>
                  </a:moveTo>
                  <a:cubicBezTo>
                    <a:pt x="235" y="0"/>
                    <a:pt x="174" y="16"/>
                    <a:pt x="124" y="54"/>
                  </a:cubicBezTo>
                  <a:cubicBezTo>
                    <a:pt x="9" y="142"/>
                    <a:pt x="0" y="317"/>
                    <a:pt x="51" y="454"/>
                  </a:cubicBezTo>
                  <a:cubicBezTo>
                    <a:pt x="102" y="589"/>
                    <a:pt x="199" y="704"/>
                    <a:pt x="265" y="834"/>
                  </a:cubicBezTo>
                  <a:cubicBezTo>
                    <a:pt x="322" y="945"/>
                    <a:pt x="357" y="1068"/>
                    <a:pt x="414" y="1179"/>
                  </a:cubicBezTo>
                  <a:cubicBezTo>
                    <a:pt x="472" y="1290"/>
                    <a:pt x="562" y="1395"/>
                    <a:pt x="684" y="1427"/>
                  </a:cubicBezTo>
                  <a:cubicBezTo>
                    <a:pt x="735" y="1441"/>
                    <a:pt x="789" y="1441"/>
                    <a:pt x="842" y="1441"/>
                  </a:cubicBezTo>
                  <a:cubicBezTo>
                    <a:pt x="910" y="1441"/>
                    <a:pt x="983" y="1438"/>
                    <a:pt x="1033" y="1392"/>
                  </a:cubicBezTo>
                  <a:cubicBezTo>
                    <a:pt x="1070" y="1358"/>
                    <a:pt x="1085" y="1305"/>
                    <a:pt x="1094" y="1256"/>
                  </a:cubicBezTo>
                  <a:cubicBezTo>
                    <a:pt x="1139" y="1017"/>
                    <a:pt x="1113" y="763"/>
                    <a:pt x="1009" y="543"/>
                  </a:cubicBezTo>
                  <a:cubicBezTo>
                    <a:pt x="906" y="322"/>
                    <a:pt x="722" y="138"/>
                    <a:pt x="499" y="45"/>
                  </a:cubicBezTo>
                  <a:cubicBezTo>
                    <a:pt x="436" y="19"/>
                    <a:pt x="366" y="0"/>
                    <a:pt x="297" y="0"/>
                  </a:cubicBezTo>
                  <a:close/>
                </a:path>
              </a:pathLst>
            </a:custGeom>
            <a:solidFill>
              <a:srgbClr val="FFFFFF">
                <a:alpha val="733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7" name="Google Shape;3697;p38"/>
          <p:cNvGrpSpPr/>
          <p:nvPr/>
        </p:nvGrpSpPr>
        <p:grpSpPr>
          <a:xfrm>
            <a:off x="5769828" y="2492908"/>
            <a:ext cx="658539" cy="636629"/>
            <a:chOff x="5769828" y="2492908"/>
            <a:chExt cx="658539" cy="636629"/>
          </a:xfrm>
        </p:grpSpPr>
        <p:sp>
          <p:nvSpPr>
            <p:cNvPr id="3698" name="Google Shape;3698;p38"/>
            <p:cNvSpPr/>
            <p:nvPr/>
          </p:nvSpPr>
          <p:spPr>
            <a:xfrm>
              <a:off x="5769828" y="2492908"/>
              <a:ext cx="636629" cy="636629"/>
            </a:xfrm>
            <a:custGeom>
              <a:rect b="b" l="l" r="r" t="t"/>
              <a:pathLst>
                <a:path extrusionOk="0" h="9993" w="9993">
                  <a:moveTo>
                    <a:pt x="4997" y="1"/>
                  </a:moveTo>
                  <a:cubicBezTo>
                    <a:pt x="3672" y="1"/>
                    <a:pt x="2401" y="528"/>
                    <a:pt x="1464" y="1464"/>
                  </a:cubicBezTo>
                  <a:cubicBezTo>
                    <a:pt x="528" y="2401"/>
                    <a:pt x="1" y="3672"/>
                    <a:pt x="1" y="4997"/>
                  </a:cubicBezTo>
                  <a:cubicBezTo>
                    <a:pt x="1" y="6322"/>
                    <a:pt x="528" y="7593"/>
                    <a:pt x="1464" y="8529"/>
                  </a:cubicBezTo>
                  <a:cubicBezTo>
                    <a:pt x="2401" y="9466"/>
                    <a:pt x="3672" y="9992"/>
                    <a:pt x="4997" y="9992"/>
                  </a:cubicBezTo>
                  <a:cubicBezTo>
                    <a:pt x="6322" y="9992"/>
                    <a:pt x="7593" y="9466"/>
                    <a:pt x="8529" y="8529"/>
                  </a:cubicBezTo>
                  <a:cubicBezTo>
                    <a:pt x="9466" y="7593"/>
                    <a:pt x="9992" y="6322"/>
                    <a:pt x="9992" y="4997"/>
                  </a:cubicBezTo>
                  <a:cubicBezTo>
                    <a:pt x="9992" y="3672"/>
                    <a:pt x="9466" y="2401"/>
                    <a:pt x="8529" y="1464"/>
                  </a:cubicBezTo>
                  <a:cubicBezTo>
                    <a:pt x="7593" y="528"/>
                    <a:pt x="6322" y="1"/>
                    <a:pt x="4997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99" name="Google Shape;3699;p38"/>
            <p:cNvGrpSpPr/>
            <p:nvPr/>
          </p:nvGrpSpPr>
          <p:grpSpPr>
            <a:xfrm>
              <a:off x="5810664" y="2518391"/>
              <a:ext cx="617703" cy="592542"/>
              <a:chOff x="5810664" y="2518391"/>
              <a:chExt cx="617703" cy="592542"/>
            </a:xfrm>
          </p:grpSpPr>
          <p:sp>
            <p:nvSpPr>
              <p:cNvPr id="3700" name="Google Shape;3700;p38"/>
              <p:cNvSpPr/>
              <p:nvPr/>
            </p:nvSpPr>
            <p:spPr>
              <a:xfrm>
                <a:off x="6070203" y="2655552"/>
                <a:ext cx="358164" cy="455381"/>
              </a:xfrm>
              <a:custGeom>
                <a:rect b="b" l="l" r="r" t="t"/>
                <a:pathLst>
                  <a:path extrusionOk="0" h="7148" w="5622">
                    <a:moveTo>
                      <a:pt x="5622" y="1"/>
                    </a:moveTo>
                    <a:cubicBezTo>
                      <a:pt x="5258" y="96"/>
                      <a:pt x="4883" y="116"/>
                      <a:pt x="4505" y="116"/>
                    </a:cubicBezTo>
                    <a:cubicBezTo>
                      <a:pt x="4218" y="116"/>
                      <a:pt x="3930" y="104"/>
                      <a:pt x="3643" y="104"/>
                    </a:cubicBezTo>
                    <a:cubicBezTo>
                      <a:pt x="3276" y="104"/>
                      <a:pt x="2911" y="124"/>
                      <a:pt x="2556" y="212"/>
                    </a:cubicBezTo>
                    <a:cubicBezTo>
                      <a:pt x="1356" y="513"/>
                      <a:pt x="445" y="1622"/>
                      <a:pt x="230" y="2840"/>
                    </a:cubicBezTo>
                    <a:cubicBezTo>
                      <a:pt x="177" y="3143"/>
                      <a:pt x="149" y="3451"/>
                      <a:pt x="142" y="3760"/>
                    </a:cubicBezTo>
                    <a:cubicBezTo>
                      <a:pt x="136" y="4006"/>
                      <a:pt x="220" y="4416"/>
                      <a:pt x="90" y="4636"/>
                    </a:cubicBezTo>
                    <a:cubicBezTo>
                      <a:pt x="64" y="4679"/>
                      <a:pt x="28" y="4717"/>
                      <a:pt x="13" y="4764"/>
                    </a:cubicBezTo>
                    <a:cubicBezTo>
                      <a:pt x="1" y="4800"/>
                      <a:pt x="1" y="4841"/>
                      <a:pt x="3" y="4880"/>
                    </a:cubicBezTo>
                    <a:cubicBezTo>
                      <a:pt x="18" y="5371"/>
                      <a:pt x="84" y="5862"/>
                      <a:pt x="214" y="6336"/>
                    </a:cubicBezTo>
                    <a:cubicBezTo>
                      <a:pt x="277" y="6563"/>
                      <a:pt x="343" y="6822"/>
                      <a:pt x="461" y="7027"/>
                    </a:cubicBezTo>
                    <a:cubicBezTo>
                      <a:pt x="511" y="7112"/>
                      <a:pt x="560" y="7147"/>
                      <a:pt x="600" y="7147"/>
                    </a:cubicBezTo>
                    <a:cubicBezTo>
                      <a:pt x="678" y="7147"/>
                      <a:pt x="721" y="7015"/>
                      <a:pt x="659" y="6867"/>
                    </a:cubicBezTo>
                    <a:cubicBezTo>
                      <a:pt x="525" y="6550"/>
                      <a:pt x="471" y="6246"/>
                      <a:pt x="428" y="5901"/>
                    </a:cubicBezTo>
                    <a:cubicBezTo>
                      <a:pt x="393" y="5701"/>
                      <a:pt x="276" y="5286"/>
                      <a:pt x="378" y="5097"/>
                    </a:cubicBezTo>
                    <a:cubicBezTo>
                      <a:pt x="486" y="4899"/>
                      <a:pt x="637" y="4642"/>
                      <a:pt x="865" y="4569"/>
                    </a:cubicBezTo>
                    <a:cubicBezTo>
                      <a:pt x="960" y="4539"/>
                      <a:pt x="1066" y="4528"/>
                      <a:pt x="1176" y="4528"/>
                    </a:cubicBezTo>
                    <a:cubicBezTo>
                      <a:pt x="1418" y="4528"/>
                      <a:pt x="1680" y="4579"/>
                      <a:pt x="1897" y="4580"/>
                    </a:cubicBezTo>
                    <a:cubicBezTo>
                      <a:pt x="1905" y="4580"/>
                      <a:pt x="1914" y="4580"/>
                      <a:pt x="1923" y="4580"/>
                    </a:cubicBezTo>
                    <a:cubicBezTo>
                      <a:pt x="2523" y="4580"/>
                      <a:pt x="3056" y="4371"/>
                      <a:pt x="3570" y="4074"/>
                    </a:cubicBezTo>
                    <a:cubicBezTo>
                      <a:pt x="3755" y="3967"/>
                      <a:pt x="3935" y="3852"/>
                      <a:pt x="4090" y="3705"/>
                    </a:cubicBezTo>
                    <a:cubicBezTo>
                      <a:pt x="4332" y="3478"/>
                      <a:pt x="4506" y="3188"/>
                      <a:pt x="4659" y="2893"/>
                    </a:cubicBezTo>
                    <a:cubicBezTo>
                      <a:pt x="5132" y="1991"/>
                      <a:pt x="5459" y="1009"/>
                      <a:pt x="56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1" name="Google Shape;3701;p38"/>
              <p:cNvSpPr/>
              <p:nvPr/>
            </p:nvSpPr>
            <p:spPr>
              <a:xfrm>
                <a:off x="5810664" y="2712824"/>
                <a:ext cx="261838" cy="238011"/>
              </a:xfrm>
              <a:custGeom>
                <a:rect b="b" l="l" r="r" t="t"/>
                <a:pathLst>
                  <a:path extrusionOk="0" h="3736" w="4110">
                    <a:moveTo>
                      <a:pt x="0" y="1"/>
                    </a:moveTo>
                    <a:lnTo>
                      <a:pt x="0" y="1"/>
                    </a:lnTo>
                    <a:cubicBezTo>
                      <a:pt x="117" y="752"/>
                      <a:pt x="353" y="1482"/>
                      <a:pt x="698" y="2160"/>
                    </a:cubicBezTo>
                    <a:cubicBezTo>
                      <a:pt x="811" y="2380"/>
                      <a:pt x="937" y="2597"/>
                      <a:pt x="1117" y="2769"/>
                    </a:cubicBezTo>
                    <a:cubicBezTo>
                      <a:pt x="1232" y="2878"/>
                      <a:pt x="1365" y="2967"/>
                      <a:pt x="1501" y="3047"/>
                    </a:cubicBezTo>
                    <a:cubicBezTo>
                      <a:pt x="1913" y="3290"/>
                      <a:pt x="2373" y="3475"/>
                      <a:pt x="2850" y="3480"/>
                    </a:cubicBezTo>
                    <a:cubicBezTo>
                      <a:pt x="2854" y="3480"/>
                      <a:pt x="2858" y="3480"/>
                      <a:pt x="2862" y="3480"/>
                    </a:cubicBezTo>
                    <a:cubicBezTo>
                      <a:pt x="3064" y="3480"/>
                      <a:pt x="3283" y="3455"/>
                      <a:pt x="3475" y="3392"/>
                    </a:cubicBezTo>
                    <a:cubicBezTo>
                      <a:pt x="3563" y="3361"/>
                      <a:pt x="3639" y="3329"/>
                      <a:pt x="3710" y="3329"/>
                    </a:cubicBezTo>
                    <a:cubicBezTo>
                      <a:pt x="3776" y="3329"/>
                      <a:pt x="3838" y="3356"/>
                      <a:pt x="3905" y="3439"/>
                    </a:cubicBezTo>
                    <a:cubicBezTo>
                      <a:pt x="3974" y="3523"/>
                      <a:pt x="4008" y="3630"/>
                      <a:pt x="4041" y="3736"/>
                    </a:cubicBezTo>
                    <a:cubicBezTo>
                      <a:pt x="4104" y="3705"/>
                      <a:pt x="4109" y="3617"/>
                      <a:pt x="4104" y="3546"/>
                    </a:cubicBezTo>
                    <a:cubicBezTo>
                      <a:pt x="4059" y="2810"/>
                      <a:pt x="4089" y="2052"/>
                      <a:pt x="3735" y="1383"/>
                    </a:cubicBezTo>
                    <a:cubicBezTo>
                      <a:pt x="3419" y="785"/>
                      <a:pt x="2916" y="392"/>
                      <a:pt x="2282" y="181"/>
                    </a:cubicBezTo>
                    <a:cubicBezTo>
                      <a:pt x="1990" y="105"/>
                      <a:pt x="1688" y="92"/>
                      <a:pt x="1385" y="92"/>
                    </a:cubicBezTo>
                    <a:cubicBezTo>
                      <a:pt x="1229" y="92"/>
                      <a:pt x="1072" y="95"/>
                      <a:pt x="916" y="95"/>
                    </a:cubicBezTo>
                    <a:cubicBezTo>
                      <a:pt x="606" y="95"/>
                      <a:pt x="298" y="82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2" name="Google Shape;3702;p38"/>
              <p:cNvSpPr/>
              <p:nvPr/>
            </p:nvSpPr>
            <p:spPr>
              <a:xfrm>
                <a:off x="6020448" y="2518391"/>
                <a:ext cx="123019" cy="314842"/>
              </a:xfrm>
              <a:custGeom>
                <a:rect b="b" l="l" r="r" t="t"/>
                <a:pathLst>
                  <a:path extrusionOk="0" h="4942" w="1931">
                    <a:moveTo>
                      <a:pt x="1468" y="1"/>
                    </a:moveTo>
                    <a:cubicBezTo>
                      <a:pt x="1465" y="1"/>
                      <a:pt x="1463" y="2"/>
                      <a:pt x="1461" y="4"/>
                    </a:cubicBezTo>
                    <a:cubicBezTo>
                      <a:pt x="1240" y="219"/>
                      <a:pt x="1109" y="465"/>
                      <a:pt x="948" y="717"/>
                    </a:cubicBezTo>
                    <a:cubicBezTo>
                      <a:pt x="764" y="1007"/>
                      <a:pt x="543" y="1259"/>
                      <a:pt x="387" y="1569"/>
                    </a:cubicBezTo>
                    <a:cubicBezTo>
                      <a:pt x="154" y="2033"/>
                      <a:pt x="1" y="2639"/>
                      <a:pt x="108" y="3155"/>
                    </a:cubicBezTo>
                    <a:cubicBezTo>
                      <a:pt x="238" y="3777"/>
                      <a:pt x="575" y="4376"/>
                      <a:pt x="857" y="4939"/>
                    </a:cubicBezTo>
                    <a:lnTo>
                      <a:pt x="857" y="4939"/>
                    </a:lnTo>
                    <a:cubicBezTo>
                      <a:pt x="813" y="4849"/>
                      <a:pt x="877" y="4644"/>
                      <a:pt x="940" y="4485"/>
                    </a:cubicBezTo>
                    <a:cubicBezTo>
                      <a:pt x="970" y="4414"/>
                      <a:pt x="1000" y="4349"/>
                      <a:pt x="1020" y="4312"/>
                    </a:cubicBezTo>
                    <a:cubicBezTo>
                      <a:pt x="1152" y="4056"/>
                      <a:pt x="1337" y="3831"/>
                      <a:pt x="1475" y="3577"/>
                    </a:cubicBezTo>
                    <a:cubicBezTo>
                      <a:pt x="1931" y="2741"/>
                      <a:pt x="1866" y="1720"/>
                      <a:pt x="1666" y="791"/>
                    </a:cubicBezTo>
                    <a:cubicBezTo>
                      <a:pt x="1631" y="630"/>
                      <a:pt x="1597" y="471"/>
                      <a:pt x="1568" y="311"/>
                    </a:cubicBezTo>
                    <a:cubicBezTo>
                      <a:pt x="1565" y="288"/>
                      <a:pt x="1507" y="1"/>
                      <a:pt x="1468" y="1"/>
                    </a:cubicBezTo>
                    <a:close/>
                    <a:moveTo>
                      <a:pt x="857" y="4939"/>
                    </a:moveTo>
                    <a:cubicBezTo>
                      <a:pt x="858" y="4940"/>
                      <a:pt x="858" y="4941"/>
                      <a:pt x="858" y="4942"/>
                    </a:cubicBezTo>
                    <a:cubicBezTo>
                      <a:pt x="858" y="4941"/>
                      <a:pt x="858" y="4940"/>
                      <a:pt x="857" y="49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703" name="Google Shape;3703;p38"/>
          <p:cNvSpPr/>
          <p:nvPr/>
        </p:nvSpPr>
        <p:spPr>
          <a:xfrm>
            <a:off x="3225589" y="2311725"/>
            <a:ext cx="114482" cy="1424436"/>
          </a:xfrm>
          <a:custGeom>
            <a:rect b="b" l="l" r="r" t="t"/>
            <a:pathLst>
              <a:path extrusionOk="0" h="22359" w="1797">
                <a:moveTo>
                  <a:pt x="899" y="0"/>
                </a:moveTo>
                <a:cubicBezTo>
                  <a:pt x="403" y="0"/>
                  <a:pt x="1" y="403"/>
                  <a:pt x="1" y="899"/>
                </a:cubicBezTo>
                <a:lnTo>
                  <a:pt x="1" y="21462"/>
                </a:lnTo>
                <a:cubicBezTo>
                  <a:pt x="1" y="21958"/>
                  <a:pt x="404" y="22359"/>
                  <a:pt x="899" y="22359"/>
                </a:cubicBezTo>
                <a:cubicBezTo>
                  <a:pt x="1394" y="22359"/>
                  <a:pt x="1795" y="21958"/>
                  <a:pt x="1796" y="21463"/>
                </a:cubicBezTo>
                <a:lnTo>
                  <a:pt x="1796" y="899"/>
                </a:lnTo>
                <a:cubicBezTo>
                  <a:pt x="1796" y="402"/>
                  <a:pt x="1394" y="0"/>
                  <a:pt x="899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4" name="Google Shape;3704;p38"/>
          <p:cNvSpPr/>
          <p:nvPr/>
        </p:nvSpPr>
        <p:spPr>
          <a:xfrm>
            <a:off x="3225589" y="2990396"/>
            <a:ext cx="114482" cy="745760"/>
          </a:xfrm>
          <a:custGeom>
            <a:rect b="b" l="l" r="r" t="t"/>
            <a:pathLst>
              <a:path extrusionOk="0" h="11706" w="1797">
                <a:moveTo>
                  <a:pt x="899" y="1"/>
                </a:moveTo>
                <a:cubicBezTo>
                  <a:pt x="403" y="1"/>
                  <a:pt x="1" y="404"/>
                  <a:pt x="1" y="899"/>
                </a:cubicBezTo>
                <a:lnTo>
                  <a:pt x="1" y="10809"/>
                </a:lnTo>
                <a:cubicBezTo>
                  <a:pt x="1" y="11305"/>
                  <a:pt x="404" y="11706"/>
                  <a:pt x="899" y="11706"/>
                </a:cubicBezTo>
                <a:cubicBezTo>
                  <a:pt x="1394" y="11706"/>
                  <a:pt x="1795" y="11305"/>
                  <a:pt x="1796" y="10809"/>
                </a:cubicBezTo>
                <a:lnTo>
                  <a:pt x="1796" y="899"/>
                </a:lnTo>
                <a:cubicBezTo>
                  <a:pt x="1796" y="403"/>
                  <a:pt x="1394" y="1"/>
                  <a:pt x="89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5" name="Google Shape;3705;p38"/>
          <p:cNvSpPr/>
          <p:nvPr/>
        </p:nvSpPr>
        <p:spPr>
          <a:xfrm>
            <a:off x="4376507" y="2311725"/>
            <a:ext cx="114482" cy="1424436"/>
          </a:xfrm>
          <a:custGeom>
            <a:rect b="b" l="l" r="r" t="t"/>
            <a:pathLst>
              <a:path extrusionOk="0" h="22359" w="1797">
                <a:moveTo>
                  <a:pt x="898" y="0"/>
                </a:moveTo>
                <a:cubicBezTo>
                  <a:pt x="402" y="0"/>
                  <a:pt x="0" y="403"/>
                  <a:pt x="0" y="899"/>
                </a:cubicBezTo>
                <a:lnTo>
                  <a:pt x="0" y="21462"/>
                </a:lnTo>
                <a:cubicBezTo>
                  <a:pt x="0" y="21958"/>
                  <a:pt x="403" y="22359"/>
                  <a:pt x="898" y="22359"/>
                </a:cubicBezTo>
                <a:cubicBezTo>
                  <a:pt x="1395" y="22359"/>
                  <a:pt x="1797" y="21958"/>
                  <a:pt x="1797" y="21463"/>
                </a:cubicBezTo>
                <a:lnTo>
                  <a:pt x="1797" y="899"/>
                </a:lnTo>
                <a:cubicBezTo>
                  <a:pt x="1797" y="402"/>
                  <a:pt x="1394" y="0"/>
                  <a:pt x="898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6" name="Google Shape;3706;p38"/>
          <p:cNvSpPr/>
          <p:nvPr/>
        </p:nvSpPr>
        <p:spPr>
          <a:xfrm>
            <a:off x="4376507" y="2708620"/>
            <a:ext cx="114482" cy="1027538"/>
          </a:xfrm>
          <a:custGeom>
            <a:rect b="b" l="l" r="r" t="t"/>
            <a:pathLst>
              <a:path extrusionOk="0" h="16129" w="1797">
                <a:moveTo>
                  <a:pt x="898" y="0"/>
                </a:moveTo>
                <a:cubicBezTo>
                  <a:pt x="402" y="0"/>
                  <a:pt x="0" y="403"/>
                  <a:pt x="0" y="898"/>
                </a:cubicBezTo>
                <a:lnTo>
                  <a:pt x="0" y="15232"/>
                </a:lnTo>
                <a:cubicBezTo>
                  <a:pt x="0" y="15728"/>
                  <a:pt x="403" y="16129"/>
                  <a:pt x="898" y="16129"/>
                </a:cubicBezTo>
                <a:cubicBezTo>
                  <a:pt x="1395" y="16129"/>
                  <a:pt x="1797" y="15728"/>
                  <a:pt x="1797" y="15233"/>
                </a:cubicBezTo>
                <a:lnTo>
                  <a:pt x="1797" y="898"/>
                </a:lnTo>
                <a:cubicBezTo>
                  <a:pt x="1797" y="401"/>
                  <a:pt x="1394" y="0"/>
                  <a:pt x="89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7" name="Google Shape;3707;p38"/>
          <p:cNvSpPr/>
          <p:nvPr/>
        </p:nvSpPr>
        <p:spPr>
          <a:xfrm>
            <a:off x="5447538" y="2311725"/>
            <a:ext cx="114419" cy="1424436"/>
          </a:xfrm>
          <a:custGeom>
            <a:rect b="b" l="l" r="r" t="t"/>
            <a:pathLst>
              <a:path extrusionOk="0" h="22359" w="1796">
                <a:moveTo>
                  <a:pt x="897" y="0"/>
                </a:moveTo>
                <a:cubicBezTo>
                  <a:pt x="401" y="0"/>
                  <a:pt x="0" y="403"/>
                  <a:pt x="0" y="899"/>
                </a:cubicBezTo>
                <a:lnTo>
                  <a:pt x="0" y="21462"/>
                </a:lnTo>
                <a:cubicBezTo>
                  <a:pt x="0" y="21958"/>
                  <a:pt x="402" y="22359"/>
                  <a:pt x="897" y="22359"/>
                </a:cubicBezTo>
                <a:cubicBezTo>
                  <a:pt x="1393" y="22359"/>
                  <a:pt x="1796" y="21958"/>
                  <a:pt x="1796" y="21463"/>
                </a:cubicBezTo>
                <a:lnTo>
                  <a:pt x="1796" y="899"/>
                </a:lnTo>
                <a:cubicBezTo>
                  <a:pt x="1796" y="402"/>
                  <a:pt x="1393" y="0"/>
                  <a:pt x="897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8" name="Google Shape;3708;p38"/>
          <p:cNvSpPr/>
          <p:nvPr/>
        </p:nvSpPr>
        <p:spPr>
          <a:xfrm>
            <a:off x="5447538" y="3216237"/>
            <a:ext cx="114419" cy="519917"/>
          </a:xfrm>
          <a:custGeom>
            <a:rect b="b" l="l" r="r" t="t"/>
            <a:pathLst>
              <a:path extrusionOk="0" h="8161" w="1796">
                <a:moveTo>
                  <a:pt x="897" y="1"/>
                </a:moveTo>
                <a:cubicBezTo>
                  <a:pt x="401" y="1"/>
                  <a:pt x="0" y="404"/>
                  <a:pt x="0" y="899"/>
                </a:cubicBezTo>
                <a:lnTo>
                  <a:pt x="0" y="7264"/>
                </a:lnTo>
                <a:cubicBezTo>
                  <a:pt x="0" y="7760"/>
                  <a:pt x="402" y="8161"/>
                  <a:pt x="897" y="8161"/>
                </a:cubicBezTo>
                <a:cubicBezTo>
                  <a:pt x="1393" y="8161"/>
                  <a:pt x="1796" y="7760"/>
                  <a:pt x="1796" y="7264"/>
                </a:cubicBezTo>
                <a:lnTo>
                  <a:pt x="1796" y="899"/>
                </a:lnTo>
                <a:cubicBezTo>
                  <a:pt x="1796" y="403"/>
                  <a:pt x="1393" y="1"/>
                  <a:pt x="89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9" name="Google Shape;3709;p38"/>
          <p:cNvSpPr/>
          <p:nvPr/>
        </p:nvSpPr>
        <p:spPr>
          <a:xfrm>
            <a:off x="6626932" y="2311725"/>
            <a:ext cx="114546" cy="1424436"/>
          </a:xfrm>
          <a:custGeom>
            <a:rect b="b" l="l" r="r" t="t"/>
            <a:pathLst>
              <a:path extrusionOk="0" h="22359" w="1798">
                <a:moveTo>
                  <a:pt x="899" y="0"/>
                </a:moveTo>
                <a:cubicBezTo>
                  <a:pt x="403" y="0"/>
                  <a:pt x="1" y="403"/>
                  <a:pt x="1" y="899"/>
                </a:cubicBezTo>
                <a:lnTo>
                  <a:pt x="1" y="21462"/>
                </a:lnTo>
                <a:cubicBezTo>
                  <a:pt x="1" y="21958"/>
                  <a:pt x="404" y="22359"/>
                  <a:pt x="899" y="22359"/>
                </a:cubicBezTo>
                <a:cubicBezTo>
                  <a:pt x="1395" y="22359"/>
                  <a:pt x="1797" y="21958"/>
                  <a:pt x="1797" y="21463"/>
                </a:cubicBezTo>
                <a:lnTo>
                  <a:pt x="1797" y="899"/>
                </a:lnTo>
                <a:cubicBezTo>
                  <a:pt x="1797" y="402"/>
                  <a:pt x="1394" y="0"/>
                  <a:pt x="899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0" name="Google Shape;3710;p38"/>
          <p:cNvSpPr/>
          <p:nvPr/>
        </p:nvSpPr>
        <p:spPr>
          <a:xfrm>
            <a:off x="6626932" y="2590379"/>
            <a:ext cx="114546" cy="1145779"/>
          </a:xfrm>
          <a:custGeom>
            <a:rect b="b" l="l" r="r" t="t"/>
            <a:pathLst>
              <a:path extrusionOk="0" h="17985" w="1798">
                <a:moveTo>
                  <a:pt x="899" y="0"/>
                </a:moveTo>
                <a:cubicBezTo>
                  <a:pt x="403" y="0"/>
                  <a:pt x="1" y="403"/>
                  <a:pt x="1" y="898"/>
                </a:cubicBezTo>
                <a:lnTo>
                  <a:pt x="1" y="17088"/>
                </a:lnTo>
                <a:cubicBezTo>
                  <a:pt x="1" y="17584"/>
                  <a:pt x="404" y="17985"/>
                  <a:pt x="899" y="17985"/>
                </a:cubicBezTo>
                <a:cubicBezTo>
                  <a:pt x="1395" y="17985"/>
                  <a:pt x="1797" y="17584"/>
                  <a:pt x="1797" y="17088"/>
                </a:cubicBezTo>
                <a:lnTo>
                  <a:pt x="1797" y="898"/>
                </a:lnTo>
                <a:cubicBezTo>
                  <a:pt x="1797" y="401"/>
                  <a:pt x="1394" y="0"/>
                  <a:pt x="89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1" name="Google Shape;3711;p38"/>
          <p:cNvSpPr txBox="1"/>
          <p:nvPr/>
        </p:nvSpPr>
        <p:spPr>
          <a:xfrm>
            <a:off x="385159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12" name="Google Shape;3712;p38"/>
          <p:cNvSpPr txBox="1"/>
          <p:nvPr/>
        </p:nvSpPr>
        <p:spPr>
          <a:xfrm>
            <a:off x="6823485" y="157046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13" name="Google Shape;3713;p38"/>
          <p:cNvSpPr txBox="1"/>
          <p:nvPr/>
        </p:nvSpPr>
        <p:spPr>
          <a:xfrm>
            <a:off x="385159" y="157046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14" name="Google Shape;3714;p38"/>
          <p:cNvSpPr txBox="1"/>
          <p:nvPr/>
        </p:nvSpPr>
        <p:spPr>
          <a:xfrm>
            <a:off x="6823485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15" name="Google Shape;3715;p38"/>
          <p:cNvSpPr txBox="1"/>
          <p:nvPr/>
        </p:nvSpPr>
        <p:spPr>
          <a:xfrm>
            <a:off x="7441185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D</a:t>
            </a:r>
            <a:endParaRPr b="1" sz="3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16" name="Google Shape;3716;p38"/>
          <p:cNvSpPr txBox="1"/>
          <p:nvPr/>
        </p:nvSpPr>
        <p:spPr>
          <a:xfrm>
            <a:off x="7441185" y="970414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B</a:t>
            </a:r>
            <a:endParaRPr b="1" sz="3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17" name="Google Shape;3717;p38"/>
          <p:cNvSpPr txBox="1"/>
          <p:nvPr/>
        </p:nvSpPr>
        <p:spPr>
          <a:xfrm>
            <a:off x="385159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endParaRPr b="1" sz="360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18" name="Google Shape;3718;p38"/>
          <p:cNvSpPr txBox="1"/>
          <p:nvPr/>
        </p:nvSpPr>
        <p:spPr>
          <a:xfrm>
            <a:off x="385159" y="970414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b="1" sz="3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2" name="Shape 3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3" name="Google Shape;3723;p39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24" name="Google Shape;3724;p39"/>
          <p:cNvSpPr/>
          <p:nvPr/>
        </p:nvSpPr>
        <p:spPr>
          <a:xfrm>
            <a:off x="2794937" y="1138310"/>
            <a:ext cx="3596629" cy="3579806"/>
          </a:xfrm>
          <a:custGeom>
            <a:rect b="b" l="l" r="r" t="t"/>
            <a:pathLst>
              <a:path extrusionOk="0" h="63200" w="63497">
                <a:moveTo>
                  <a:pt x="38551" y="9117"/>
                </a:moveTo>
                <a:cubicBezTo>
                  <a:pt x="40048" y="9569"/>
                  <a:pt x="41481" y="10170"/>
                  <a:pt x="42833" y="10894"/>
                </a:cubicBezTo>
                <a:cubicBezTo>
                  <a:pt x="41747" y="12900"/>
                  <a:pt x="41698" y="15320"/>
                  <a:pt x="42685" y="17364"/>
                </a:cubicBezTo>
                <a:cubicBezTo>
                  <a:pt x="42888" y="17783"/>
                  <a:pt x="42771" y="18283"/>
                  <a:pt x="42392" y="18552"/>
                </a:cubicBezTo>
                <a:lnTo>
                  <a:pt x="42360" y="18574"/>
                </a:lnTo>
                <a:cubicBezTo>
                  <a:pt x="41982" y="18844"/>
                  <a:pt x="41539" y="18979"/>
                  <a:pt x="41095" y="18979"/>
                </a:cubicBezTo>
                <a:cubicBezTo>
                  <a:pt x="40688" y="18979"/>
                  <a:pt x="40281" y="18866"/>
                  <a:pt x="39921" y="18638"/>
                </a:cubicBezTo>
                <a:cubicBezTo>
                  <a:pt x="38466" y="17718"/>
                  <a:pt x="36846" y="17038"/>
                  <a:pt x="35113" y="16650"/>
                </a:cubicBezTo>
                <a:cubicBezTo>
                  <a:pt x="34248" y="16455"/>
                  <a:pt x="33586" y="15758"/>
                  <a:pt x="33438" y="14881"/>
                </a:cubicBezTo>
                <a:lnTo>
                  <a:pt x="33433" y="14851"/>
                </a:lnTo>
                <a:cubicBezTo>
                  <a:pt x="33359" y="14404"/>
                  <a:pt x="33611" y="13959"/>
                  <a:pt x="34039" y="13814"/>
                </a:cubicBezTo>
                <a:cubicBezTo>
                  <a:pt x="36203" y="13075"/>
                  <a:pt x="37896" y="11319"/>
                  <a:pt x="38551" y="9117"/>
                </a:cubicBezTo>
                <a:close/>
                <a:moveTo>
                  <a:pt x="24945" y="9119"/>
                </a:moveTo>
                <a:cubicBezTo>
                  <a:pt x="25595" y="11308"/>
                  <a:pt x="27270" y="13053"/>
                  <a:pt x="29416" y="13800"/>
                </a:cubicBezTo>
                <a:cubicBezTo>
                  <a:pt x="29854" y="13953"/>
                  <a:pt x="30127" y="14391"/>
                  <a:pt x="30049" y="14848"/>
                </a:cubicBezTo>
                <a:lnTo>
                  <a:pt x="30042" y="14888"/>
                </a:lnTo>
                <a:cubicBezTo>
                  <a:pt x="29894" y="15768"/>
                  <a:pt x="29224" y="16463"/>
                  <a:pt x="28353" y="16658"/>
                </a:cubicBezTo>
                <a:cubicBezTo>
                  <a:pt x="27102" y="16940"/>
                  <a:pt x="25910" y="17375"/>
                  <a:pt x="24795" y="17943"/>
                </a:cubicBezTo>
                <a:cubicBezTo>
                  <a:pt x="24372" y="18159"/>
                  <a:pt x="23960" y="18394"/>
                  <a:pt x="23561" y="18648"/>
                </a:cubicBezTo>
                <a:cubicBezTo>
                  <a:pt x="23202" y="18876"/>
                  <a:pt x="22795" y="18989"/>
                  <a:pt x="22389" y="18989"/>
                </a:cubicBezTo>
                <a:cubicBezTo>
                  <a:pt x="21944" y="18989"/>
                  <a:pt x="21501" y="18854"/>
                  <a:pt x="21123" y="18584"/>
                </a:cubicBezTo>
                <a:lnTo>
                  <a:pt x="21096" y="18565"/>
                </a:lnTo>
                <a:cubicBezTo>
                  <a:pt x="20717" y="18295"/>
                  <a:pt x="20601" y="17793"/>
                  <a:pt x="20804" y="17374"/>
                </a:cubicBezTo>
                <a:cubicBezTo>
                  <a:pt x="21800" y="15328"/>
                  <a:pt x="21753" y="12904"/>
                  <a:pt x="20664" y="10894"/>
                </a:cubicBezTo>
                <a:cubicBezTo>
                  <a:pt x="20808" y="10818"/>
                  <a:pt x="20950" y="10740"/>
                  <a:pt x="21095" y="10667"/>
                </a:cubicBezTo>
                <a:cubicBezTo>
                  <a:pt x="22320" y="10043"/>
                  <a:pt x="23607" y="9523"/>
                  <a:pt x="24945" y="9119"/>
                </a:cubicBezTo>
                <a:close/>
                <a:moveTo>
                  <a:pt x="31749" y="17899"/>
                </a:moveTo>
                <a:cubicBezTo>
                  <a:pt x="32359" y="17899"/>
                  <a:pt x="32962" y="17939"/>
                  <a:pt x="33551" y="18018"/>
                </a:cubicBezTo>
                <a:cubicBezTo>
                  <a:pt x="37235" y="18501"/>
                  <a:pt x="40460" y="20448"/>
                  <a:pt x="42622" y="23254"/>
                </a:cubicBezTo>
                <a:cubicBezTo>
                  <a:pt x="42881" y="23590"/>
                  <a:pt x="43124" y="23939"/>
                  <a:pt x="43352" y="24299"/>
                </a:cubicBezTo>
                <a:cubicBezTo>
                  <a:pt x="44314" y="25823"/>
                  <a:pt x="44982" y="27550"/>
                  <a:pt x="45283" y="29400"/>
                </a:cubicBezTo>
                <a:lnTo>
                  <a:pt x="43432" y="29400"/>
                </a:lnTo>
                <a:cubicBezTo>
                  <a:pt x="43174" y="28028"/>
                  <a:pt x="42682" y="26739"/>
                  <a:pt x="41996" y="25576"/>
                </a:cubicBezTo>
                <a:cubicBezTo>
                  <a:pt x="41936" y="25474"/>
                  <a:pt x="41874" y="25373"/>
                  <a:pt x="41810" y="25273"/>
                </a:cubicBezTo>
                <a:cubicBezTo>
                  <a:pt x="39705" y="21939"/>
                  <a:pt x="35986" y="19724"/>
                  <a:pt x="31750" y="19724"/>
                </a:cubicBezTo>
                <a:cubicBezTo>
                  <a:pt x="29810" y="19724"/>
                  <a:pt x="27977" y="20188"/>
                  <a:pt x="26358" y="21013"/>
                </a:cubicBezTo>
                <a:cubicBezTo>
                  <a:pt x="24434" y="21994"/>
                  <a:pt x="22813" y="23484"/>
                  <a:pt x="21672" y="25304"/>
                </a:cubicBezTo>
                <a:cubicBezTo>
                  <a:pt x="21397" y="25739"/>
                  <a:pt x="21152" y="26192"/>
                  <a:pt x="20936" y="26663"/>
                </a:cubicBezTo>
                <a:cubicBezTo>
                  <a:pt x="20540" y="27525"/>
                  <a:pt x="20246" y="28442"/>
                  <a:pt x="20066" y="29400"/>
                </a:cubicBezTo>
                <a:lnTo>
                  <a:pt x="18215" y="29400"/>
                </a:lnTo>
                <a:cubicBezTo>
                  <a:pt x="18330" y="28701"/>
                  <a:pt x="18495" y="28019"/>
                  <a:pt x="18710" y="27361"/>
                </a:cubicBezTo>
                <a:cubicBezTo>
                  <a:pt x="18714" y="27345"/>
                  <a:pt x="18717" y="27331"/>
                  <a:pt x="18721" y="27317"/>
                </a:cubicBezTo>
                <a:cubicBezTo>
                  <a:pt x="18881" y="26834"/>
                  <a:pt x="19067" y="26362"/>
                  <a:pt x="19278" y="25904"/>
                </a:cubicBezTo>
                <a:cubicBezTo>
                  <a:pt x="19525" y="25360"/>
                  <a:pt x="19809" y="24838"/>
                  <a:pt x="20124" y="24337"/>
                </a:cubicBezTo>
                <a:cubicBezTo>
                  <a:pt x="21357" y="22368"/>
                  <a:pt x="23079" y="20735"/>
                  <a:pt x="25119" y="19606"/>
                </a:cubicBezTo>
                <a:cubicBezTo>
                  <a:pt x="25254" y="19530"/>
                  <a:pt x="25391" y="19457"/>
                  <a:pt x="25530" y="19387"/>
                </a:cubicBezTo>
                <a:cubicBezTo>
                  <a:pt x="26930" y="18674"/>
                  <a:pt x="28470" y="18194"/>
                  <a:pt x="30095" y="17998"/>
                </a:cubicBezTo>
                <a:cubicBezTo>
                  <a:pt x="30143" y="17993"/>
                  <a:pt x="30191" y="17988"/>
                  <a:pt x="30240" y="17983"/>
                </a:cubicBezTo>
                <a:cubicBezTo>
                  <a:pt x="30736" y="17929"/>
                  <a:pt x="31239" y="17899"/>
                  <a:pt x="31749" y="17899"/>
                </a:cubicBezTo>
                <a:close/>
                <a:moveTo>
                  <a:pt x="52462" y="20512"/>
                </a:moveTo>
                <a:cubicBezTo>
                  <a:pt x="53187" y="21866"/>
                  <a:pt x="53784" y="23300"/>
                  <a:pt x="54236" y="24794"/>
                </a:cubicBezTo>
                <a:cubicBezTo>
                  <a:pt x="52035" y="25446"/>
                  <a:pt x="50281" y="27135"/>
                  <a:pt x="49539" y="29295"/>
                </a:cubicBezTo>
                <a:cubicBezTo>
                  <a:pt x="49409" y="29673"/>
                  <a:pt x="49050" y="29914"/>
                  <a:pt x="48661" y="29914"/>
                </a:cubicBezTo>
                <a:cubicBezTo>
                  <a:pt x="48608" y="29914"/>
                  <a:pt x="48555" y="29909"/>
                  <a:pt x="48502" y="29900"/>
                </a:cubicBezTo>
                <a:lnTo>
                  <a:pt x="48470" y="29895"/>
                </a:lnTo>
                <a:cubicBezTo>
                  <a:pt x="47590" y="29747"/>
                  <a:pt x="46895" y="29075"/>
                  <a:pt x="46699" y="28206"/>
                </a:cubicBezTo>
                <a:cubicBezTo>
                  <a:pt x="46310" y="26490"/>
                  <a:pt x="45635" y="24881"/>
                  <a:pt x="44721" y="23437"/>
                </a:cubicBezTo>
                <a:lnTo>
                  <a:pt x="44714" y="23423"/>
                </a:lnTo>
                <a:cubicBezTo>
                  <a:pt x="44234" y="22660"/>
                  <a:pt x="44263" y="21683"/>
                  <a:pt x="44786" y="20949"/>
                </a:cubicBezTo>
                <a:cubicBezTo>
                  <a:pt x="44967" y="20695"/>
                  <a:pt x="45254" y="20559"/>
                  <a:pt x="45549" y="20559"/>
                </a:cubicBezTo>
                <a:cubicBezTo>
                  <a:pt x="45693" y="20559"/>
                  <a:pt x="45839" y="20591"/>
                  <a:pt x="45977" y="20658"/>
                </a:cubicBezTo>
                <a:cubicBezTo>
                  <a:pt x="46953" y="21132"/>
                  <a:pt x="48015" y="21369"/>
                  <a:pt x="49077" y="21369"/>
                </a:cubicBezTo>
                <a:cubicBezTo>
                  <a:pt x="50243" y="21369"/>
                  <a:pt x="51409" y="21084"/>
                  <a:pt x="52462" y="20512"/>
                </a:cubicBezTo>
                <a:close/>
                <a:moveTo>
                  <a:pt x="11038" y="20514"/>
                </a:moveTo>
                <a:cubicBezTo>
                  <a:pt x="12089" y="21085"/>
                  <a:pt x="13255" y="21371"/>
                  <a:pt x="14420" y="21371"/>
                </a:cubicBezTo>
                <a:cubicBezTo>
                  <a:pt x="15479" y="21371"/>
                  <a:pt x="16538" y="21135"/>
                  <a:pt x="17513" y="20665"/>
                </a:cubicBezTo>
                <a:cubicBezTo>
                  <a:pt x="17649" y="20599"/>
                  <a:pt x="17795" y="20567"/>
                  <a:pt x="17938" y="20567"/>
                </a:cubicBezTo>
                <a:cubicBezTo>
                  <a:pt x="18234" y="20567"/>
                  <a:pt x="18520" y="20703"/>
                  <a:pt x="18700" y="20957"/>
                </a:cubicBezTo>
                <a:lnTo>
                  <a:pt x="18721" y="20987"/>
                </a:lnTo>
                <a:cubicBezTo>
                  <a:pt x="19239" y="21715"/>
                  <a:pt x="19254" y="22680"/>
                  <a:pt x="18778" y="23435"/>
                </a:cubicBezTo>
                <a:cubicBezTo>
                  <a:pt x="18770" y="23449"/>
                  <a:pt x="18761" y="23463"/>
                  <a:pt x="18753" y="23476"/>
                </a:cubicBezTo>
                <a:cubicBezTo>
                  <a:pt x="18400" y="24037"/>
                  <a:pt x="18084" y="24623"/>
                  <a:pt x="17806" y="25229"/>
                </a:cubicBezTo>
                <a:cubicBezTo>
                  <a:pt x="17179" y="26595"/>
                  <a:pt x="16747" y="28069"/>
                  <a:pt x="16547" y="29615"/>
                </a:cubicBezTo>
                <a:cubicBezTo>
                  <a:pt x="16546" y="29629"/>
                  <a:pt x="16545" y="29644"/>
                  <a:pt x="16542" y="29659"/>
                </a:cubicBezTo>
                <a:lnTo>
                  <a:pt x="15003" y="29916"/>
                </a:lnTo>
                <a:cubicBezTo>
                  <a:pt x="14950" y="29924"/>
                  <a:pt x="14897" y="29929"/>
                  <a:pt x="14845" y="29929"/>
                </a:cubicBezTo>
                <a:cubicBezTo>
                  <a:pt x="14455" y="29929"/>
                  <a:pt x="14092" y="29686"/>
                  <a:pt x="13962" y="29307"/>
                </a:cubicBezTo>
                <a:cubicBezTo>
                  <a:pt x="13222" y="27142"/>
                  <a:pt x="11464" y="25447"/>
                  <a:pt x="9259" y="24795"/>
                </a:cubicBezTo>
                <a:cubicBezTo>
                  <a:pt x="9568" y="23775"/>
                  <a:pt x="9943" y="22787"/>
                  <a:pt x="10382" y="21831"/>
                </a:cubicBezTo>
                <a:cubicBezTo>
                  <a:pt x="10587" y="21384"/>
                  <a:pt x="10807" y="20945"/>
                  <a:pt x="11038" y="20514"/>
                </a:cubicBezTo>
                <a:close/>
                <a:moveTo>
                  <a:pt x="14843" y="33287"/>
                </a:moveTo>
                <a:cubicBezTo>
                  <a:pt x="14894" y="33287"/>
                  <a:pt x="14946" y="33292"/>
                  <a:pt x="14998" y="33300"/>
                </a:cubicBezTo>
                <a:lnTo>
                  <a:pt x="15022" y="33303"/>
                </a:lnTo>
                <a:cubicBezTo>
                  <a:pt x="15897" y="33451"/>
                  <a:pt x="16596" y="34113"/>
                  <a:pt x="16790" y="34978"/>
                </a:cubicBezTo>
                <a:cubicBezTo>
                  <a:pt x="17179" y="36715"/>
                  <a:pt x="17861" y="38341"/>
                  <a:pt x="18785" y="39801"/>
                </a:cubicBezTo>
                <a:cubicBezTo>
                  <a:pt x="19261" y="40553"/>
                  <a:pt x="19239" y="41516"/>
                  <a:pt x="18722" y="42241"/>
                </a:cubicBezTo>
                <a:lnTo>
                  <a:pt x="18715" y="42251"/>
                </a:lnTo>
                <a:cubicBezTo>
                  <a:pt x="18533" y="42507"/>
                  <a:pt x="18247" y="42643"/>
                  <a:pt x="17951" y="42643"/>
                </a:cubicBezTo>
                <a:cubicBezTo>
                  <a:pt x="17807" y="42643"/>
                  <a:pt x="17660" y="42610"/>
                  <a:pt x="17522" y="42543"/>
                </a:cubicBezTo>
                <a:cubicBezTo>
                  <a:pt x="16545" y="42069"/>
                  <a:pt x="15483" y="41831"/>
                  <a:pt x="14420" y="41831"/>
                </a:cubicBezTo>
                <a:cubicBezTo>
                  <a:pt x="13251" y="41831"/>
                  <a:pt x="12082" y="42119"/>
                  <a:pt x="11028" y="42693"/>
                </a:cubicBezTo>
                <a:cubicBezTo>
                  <a:pt x="10303" y="41338"/>
                  <a:pt x="9707" y="39905"/>
                  <a:pt x="9255" y="38408"/>
                </a:cubicBezTo>
                <a:cubicBezTo>
                  <a:pt x="11449" y="37761"/>
                  <a:pt x="13198" y="36084"/>
                  <a:pt x="13948" y="33936"/>
                </a:cubicBezTo>
                <a:cubicBezTo>
                  <a:pt x="14084" y="33545"/>
                  <a:pt x="14444" y="33287"/>
                  <a:pt x="14843" y="33287"/>
                </a:cubicBezTo>
                <a:close/>
                <a:moveTo>
                  <a:pt x="48652" y="33273"/>
                </a:moveTo>
                <a:cubicBezTo>
                  <a:pt x="49051" y="33273"/>
                  <a:pt x="49410" y="33532"/>
                  <a:pt x="49545" y="33921"/>
                </a:cubicBezTo>
                <a:cubicBezTo>
                  <a:pt x="50291" y="36077"/>
                  <a:pt x="52046" y="37761"/>
                  <a:pt x="54245" y="38408"/>
                </a:cubicBezTo>
                <a:cubicBezTo>
                  <a:pt x="54193" y="38579"/>
                  <a:pt x="54140" y="38748"/>
                  <a:pt x="54085" y="38916"/>
                </a:cubicBezTo>
                <a:cubicBezTo>
                  <a:pt x="53656" y="40229"/>
                  <a:pt x="53113" y="41493"/>
                  <a:pt x="52470" y="42693"/>
                </a:cubicBezTo>
                <a:cubicBezTo>
                  <a:pt x="51415" y="42118"/>
                  <a:pt x="50245" y="41830"/>
                  <a:pt x="49075" y="41830"/>
                </a:cubicBezTo>
                <a:cubicBezTo>
                  <a:pt x="48017" y="41830"/>
                  <a:pt x="46960" y="42065"/>
                  <a:pt x="45988" y="42536"/>
                </a:cubicBezTo>
                <a:cubicBezTo>
                  <a:pt x="45851" y="42601"/>
                  <a:pt x="45705" y="42633"/>
                  <a:pt x="45562" y="42633"/>
                </a:cubicBezTo>
                <a:cubicBezTo>
                  <a:pt x="45266" y="42633"/>
                  <a:pt x="44979" y="42498"/>
                  <a:pt x="44797" y="42243"/>
                </a:cubicBezTo>
                <a:lnTo>
                  <a:pt x="44785" y="42224"/>
                </a:lnTo>
                <a:cubicBezTo>
                  <a:pt x="44265" y="41496"/>
                  <a:pt x="44250" y="40530"/>
                  <a:pt x="44729" y="39773"/>
                </a:cubicBezTo>
                <a:cubicBezTo>
                  <a:pt x="45393" y="38721"/>
                  <a:pt x="45933" y="37583"/>
                  <a:pt x="46325" y="36379"/>
                </a:cubicBezTo>
                <a:cubicBezTo>
                  <a:pt x="46476" y="35917"/>
                  <a:pt x="46606" y="35445"/>
                  <a:pt x="46713" y="34965"/>
                </a:cubicBezTo>
                <a:cubicBezTo>
                  <a:pt x="46906" y="34098"/>
                  <a:pt x="47605" y="33435"/>
                  <a:pt x="48481" y="33289"/>
                </a:cubicBezTo>
                <a:lnTo>
                  <a:pt x="48498" y="33286"/>
                </a:lnTo>
                <a:cubicBezTo>
                  <a:pt x="48550" y="33277"/>
                  <a:pt x="48601" y="33273"/>
                  <a:pt x="48652" y="33273"/>
                </a:cubicBezTo>
                <a:close/>
                <a:moveTo>
                  <a:pt x="20111" y="34061"/>
                </a:moveTo>
                <a:cubicBezTo>
                  <a:pt x="20809" y="37395"/>
                  <a:pt x="22902" y="40216"/>
                  <a:pt x="25754" y="41885"/>
                </a:cubicBezTo>
                <a:cubicBezTo>
                  <a:pt x="25981" y="42018"/>
                  <a:pt x="26215" y="42143"/>
                  <a:pt x="26451" y="42262"/>
                </a:cubicBezTo>
                <a:cubicBezTo>
                  <a:pt x="28046" y="43057"/>
                  <a:pt x="29846" y="43505"/>
                  <a:pt x="31749" y="43505"/>
                </a:cubicBezTo>
                <a:cubicBezTo>
                  <a:pt x="37008" y="43505"/>
                  <a:pt x="41469" y="40090"/>
                  <a:pt x="43037" y="35357"/>
                </a:cubicBezTo>
                <a:cubicBezTo>
                  <a:pt x="43043" y="35341"/>
                  <a:pt x="43047" y="35326"/>
                  <a:pt x="43052" y="35311"/>
                </a:cubicBezTo>
                <a:cubicBezTo>
                  <a:pt x="43185" y="34904"/>
                  <a:pt x="43296" y="34487"/>
                  <a:pt x="43385" y="34062"/>
                </a:cubicBezTo>
                <a:lnTo>
                  <a:pt x="45242" y="34062"/>
                </a:lnTo>
                <a:cubicBezTo>
                  <a:pt x="45130" y="34683"/>
                  <a:pt x="44979" y="35289"/>
                  <a:pt x="44787" y="35878"/>
                </a:cubicBezTo>
                <a:cubicBezTo>
                  <a:pt x="44135" y="37874"/>
                  <a:pt x="43035" y="39665"/>
                  <a:pt x="41610" y="41142"/>
                </a:cubicBezTo>
                <a:cubicBezTo>
                  <a:pt x="39114" y="43718"/>
                  <a:pt x="35620" y="45325"/>
                  <a:pt x="31749" y="45325"/>
                </a:cubicBezTo>
                <a:cubicBezTo>
                  <a:pt x="29887" y="45325"/>
                  <a:pt x="28110" y="44953"/>
                  <a:pt x="26491" y="44280"/>
                </a:cubicBezTo>
                <a:cubicBezTo>
                  <a:pt x="26201" y="44160"/>
                  <a:pt x="25918" y="44032"/>
                  <a:pt x="25639" y="43892"/>
                </a:cubicBezTo>
                <a:cubicBezTo>
                  <a:pt x="25365" y="43756"/>
                  <a:pt x="25098" y="43611"/>
                  <a:pt x="24834" y="43457"/>
                </a:cubicBezTo>
                <a:cubicBezTo>
                  <a:pt x="24281" y="43133"/>
                  <a:pt x="23751" y="42770"/>
                  <a:pt x="23250" y="42375"/>
                </a:cubicBezTo>
                <a:cubicBezTo>
                  <a:pt x="20681" y="40344"/>
                  <a:pt x="18858" y="37414"/>
                  <a:pt x="18254" y="34061"/>
                </a:cubicBezTo>
                <a:close/>
                <a:moveTo>
                  <a:pt x="41127" y="44222"/>
                </a:moveTo>
                <a:cubicBezTo>
                  <a:pt x="41570" y="44222"/>
                  <a:pt x="42012" y="44357"/>
                  <a:pt x="42388" y="44626"/>
                </a:cubicBezTo>
                <a:lnTo>
                  <a:pt x="42397" y="44632"/>
                </a:lnTo>
                <a:cubicBezTo>
                  <a:pt x="42777" y="44902"/>
                  <a:pt x="42894" y="45406"/>
                  <a:pt x="42690" y="45825"/>
                </a:cubicBezTo>
                <a:cubicBezTo>
                  <a:pt x="41692" y="47878"/>
                  <a:pt x="41744" y="50311"/>
                  <a:pt x="42843" y="52323"/>
                </a:cubicBezTo>
                <a:cubicBezTo>
                  <a:pt x="41490" y="53052"/>
                  <a:pt x="40055" y="53650"/>
                  <a:pt x="38559" y="54102"/>
                </a:cubicBezTo>
                <a:cubicBezTo>
                  <a:pt x="37915" y="51904"/>
                  <a:pt x="36236" y="50151"/>
                  <a:pt x="34084" y="49401"/>
                </a:cubicBezTo>
                <a:cubicBezTo>
                  <a:pt x="33644" y="49248"/>
                  <a:pt x="33372" y="48811"/>
                  <a:pt x="33449" y="48351"/>
                </a:cubicBezTo>
                <a:lnTo>
                  <a:pt x="33451" y="48336"/>
                </a:lnTo>
                <a:cubicBezTo>
                  <a:pt x="33598" y="47461"/>
                  <a:pt x="34258" y="46762"/>
                  <a:pt x="35124" y="46568"/>
                </a:cubicBezTo>
                <a:cubicBezTo>
                  <a:pt x="36862" y="46178"/>
                  <a:pt x="38489" y="45491"/>
                  <a:pt x="39948" y="44566"/>
                </a:cubicBezTo>
                <a:cubicBezTo>
                  <a:pt x="40309" y="44337"/>
                  <a:pt x="40719" y="44222"/>
                  <a:pt x="41127" y="44222"/>
                </a:cubicBezTo>
                <a:close/>
                <a:moveTo>
                  <a:pt x="22382" y="44235"/>
                </a:moveTo>
                <a:cubicBezTo>
                  <a:pt x="22790" y="44235"/>
                  <a:pt x="23200" y="44349"/>
                  <a:pt x="23561" y="44578"/>
                </a:cubicBezTo>
                <a:cubicBezTo>
                  <a:pt x="23711" y="44674"/>
                  <a:pt x="23863" y="44766"/>
                  <a:pt x="24017" y="44857"/>
                </a:cubicBezTo>
                <a:cubicBezTo>
                  <a:pt x="24312" y="45027"/>
                  <a:pt x="24610" y="45190"/>
                  <a:pt x="24916" y="45342"/>
                </a:cubicBezTo>
                <a:cubicBezTo>
                  <a:pt x="25999" y="45881"/>
                  <a:pt x="27155" y="46296"/>
                  <a:pt x="28364" y="46568"/>
                </a:cubicBezTo>
                <a:cubicBezTo>
                  <a:pt x="29238" y="46765"/>
                  <a:pt x="29913" y="47458"/>
                  <a:pt x="30061" y="48342"/>
                </a:cubicBezTo>
                <a:lnTo>
                  <a:pt x="30062" y="48347"/>
                </a:lnTo>
                <a:cubicBezTo>
                  <a:pt x="30138" y="48796"/>
                  <a:pt x="29884" y="49241"/>
                  <a:pt x="29453" y="49388"/>
                </a:cubicBezTo>
                <a:cubicBezTo>
                  <a:pt x="27283" y="50129"/>
                  <a:pt x="25587" y="51893"/>
                  <a:pt x="24938" y="54104"/>
                </a:cubicBezTo>
                <a:cubicBezTo>
                  <a:pt x="23671" y="53719"/>
                  <a:pt x="22449" y="53233"/>
                  <a:pt x="21282" y="52651"/>
                </a:cubicBezTo>
                <a:cubicBezTo>
                  <a:pt x="21070" y="52546"/>
                  <a:pt x="20862" y="52436"/>
                  <a:pt x="20654" y="52325"/>
                </a:cubicBezTo>
                <a:cubicBezTo>
                  <a:pt x="21750" y="50316"/>
                  <a:pt x="21802" y="47890"/>
                  <a:pt x="20812" y="45839"/>
                </a:cubicBezTo>
                <a:cubicBezTo>
                  <a:pt x="20610" y="45421"/>
                  <a:pt x="20726" y="44919"/>
                  <a:pt x="21105" y="44648"/>
                </a:cubicBezTo>
                <a:lnTo>
                  <a:pt x="21118" y="44639"/>
                </a:lnTo>
                <a:cubicBezTo>
                  <a:pt x="21495" y="44370"/>
                  <a:pt x="21938" y="44235"/>
                  <a:pt x="22382" y="44235"/>
                </a:cubicBezTo>
                <a:close/>
                <a:moveTo>
                  <a:pt x="31748" y="1"/>
                </a:moveTo>
                <a:cubicBezTo>
                  <a:pt x="27827" y="1"/>
                  <a:pt x="24650" y="3178"/>
                  <a:pt x="24650" y="7097"/>
                </a:cubicBezTo>
                <a:cubicBezTo>
                  <a:pt x="24650" y="7379"/>
                  <a:pt x="24667" y="7656"/>
                  <a:pt x="24699" y="7930"/>
                </a:cubicBezTo>
                <a:cubicBezTo>
                  <a:pt x="23255" y="8360"/>
                  <a:pt x="21866" y="8915"/>
                  <a:pt x="20545" y="9588"/>
                </a:cubicBezTo>
                <a:cubicBezTo>
                  <a:pt x="20359" y="9682"/>
                  <a:pt x="20178" y="9781"/>
                  <a:pt x="19995" y="9879"/>
                </a:cubicBezTo>
                <a:cubicBezTo>
                  <a:pt x="19824" y="9664"/>
                  <a:pt x="19640" y="9455"/>
                  <a:pt x="19440" y="9255"/>
                </a:cubicBezTo>
                <a:cubicBezTo>
                  <a:pt x="18054" y="7869"/>
                  <a:pt x="16238" y="7176"/>
                  <a:pt x="14421" y="7176"/>
                </a:cubicBezTo>
                <a:cubicBezTo>
                  <a:pt x="12605" y="7176"/>
                  <a:pt x="10788" y="7869"/>
                  <a:pt x="9403" y="9255"/>
                </a:cubicBezTo>
                <a:cubicBezTo>
                  <a:pt x="6631" y="12025"/>
                  <a:pt x="6631" y="16520"/>
                  <a:pt x="9403" y="19293"/>
                </a:cubicBezTo>
                <a:cubicBezTo>
                  <a:pt x="9600" y="19491"/>
                  <a:pt x="9808" y="19673"/>
                  <a:pt x="10022" y="19844"/>
                </a:cubicBezTo>
                <a:cubicBezTo>
                  <a:pt x="9758" y="20328"/>
                  <a:pt x="9510" y="20823"/>
                  <a:pt x="9280" y="21328"/>
                </a:cubicBezTo>
                <a:cubicBezTo>
                  <a:pt x="8804" y="22366"/>
                  <a:pt x="8398" y="23442"/>
                  <a:pt x="8067" y="24552"/>
                </a:cubicBezTo>
                <a:cubicBezTo>
                  <a:pt x="7793" y="24520"/>
                  <a:pt x="7514" y="24504"/>
                  <a:pt x="7231" y="24504"/>
                </a:cubicBezTo>
                <a:cubicBezTo>
                  <a:pt x="7193" y="24504"/>
                  <a:pt x="7155" y="24504"/>
                  <a:pt x="7116" y="24505"/>
                </a:cubicBezTo>
                <a:cubicBezTo>
                  <a:pt x="3377" y="24571"/>
                  <a:pt x="291" y="27592"/>
                  <a:pt x="151" y="31330"/>
                </a:cubicBezTo>
                <a:cubicBezTo>
                  <a:pt x="1" y="35373"/>
                  <a:pt x="3234" y="38699"/>
                  <a:pt x="7244" y="38699"/>
                </a:cubicBezTo>
                <a:cubicBezTo>
                  <a:pt x="7521" y="38699"/>
                  <a:pt x="7793" y="38682"/>
                  <a:pt x="8063" y="38651"/>
                </a:cubicBezTo>
                <a:cubicBezTo>
                  <a:pt x="8553" y="40301"/>
                  <a:pt x="9208" y="41880"/>
                  <a:pt x="10013" y="43364"/>
                </a:cubicBezTo>
                <a:cubicBezTo>
                  <a:pt x="9802" y="43532"/>
                  <a:pt x="9597" y="43712"/>
                  <a:pt x="9403" y="43908"/>
                </a:cubicBezTo>
                <a:cubicBezTo>
                  <a:pt x="6631" y="46679"/>
                  <a:pt x="6631" y="51172"/>
                  <a:pt x="9403" y="53945"/>
                </a:cubicBezTo>
                <a:cubicBezTo>
                  <a:pt x="10788" y="55331"/>
                  <a:pt x="12604" y="56024"/>
                  <a:pt x="14420" y="56024"/>
                </a:cubicBezTo>
                <a:cubicBezTo>
                  <a:pt x="16237" y="56024"/>
                  <a:pt x="18054" y="55331"/>
                  <a:pt x="19440" y="53945"/>
                </a:cubicBezTo>
                <a:cubicBezTo>
                  <a:pt x="19635" y="53751"/>
                  <a:pt x="19814" y="53548"/>
                  <a:pt x="19980" y="53338"/>
                </a:cubicBezTo>
                <a:cubicBezTo>
                  <a:pt x="20231" y="53473"/>
                  <a:pt x="20485" y="53606"/>
                  <a:pt x="20742" y="53734"/>
                </a:cubicBezTo>
                <a:cubicBezTo>
                  <a:pt x="22003" y="54363"/>
                  <a:pt x="23324" y="54886"/>
                  <a:pt x="24696" y="55294"/>
                </a:cubicBezTo>
                <a:cubicBezTo>
                  <a:pt x="24662" y="55601"/>
                  <a:pt x="24645" y="55914"/>
                  <a:pt x="24650" y="56231"/>
                </a:cubicBezTo>
                <a:cubicBezTo>
                  <a:pt x="24717" y="59970"/>
                  <a:pt x="27738" y="63056"/>
                  <a:pt x="31475" y="63195"/>
                </a:cubicBezTo>
                <a:cubicBezTo>
                  <a:pt x="31566" y="63198"/>
                  <a:pt x="31657" y="63200"/>
                  <a:pt x="31748" y="63200"/>
                </a:cubicBezTo>
                <a:cubicBezTo>
                  <a:pt x="35668" y="63200"/>
                  <a:pt x="38845" y="60022"/>
                  <a:pt x="38845" y="56103"/>
                </a:cubicBezTo>
                <a:cubicBezTo>
                  <a:pt x="38845" y="55830"/>
                  <a:pt x="38828" y="55560"/>
                  <a:pt x="38799" y="55294"/>
                </a:cubicBezTo>
                <a:cubicBezTo>
                  <a:pt x="40448" y="54803"/>
                  <a:pt x="42028" y="54145"/>
                  <a:pt x="43514" y="53338"/>
                </a:cubicBezTo>
                <a:cubicBezTo>
                  <a:pt x="43682" y="53548"/>
                  <a:pt x="43861" y="53751"/>
                  <a:pt x="44055" y="53945"/>
                </a:cubicBezTo>
                <a:cubicBezTo>
                  <a:pt x="45441" y="55331"/>
                  <a:pt x="47257" y="56024"/>
                  <a:pt x="49074" y="56024"/>
                </a:cubicBezTo>
                <a:cubicBezTo>
                  <a:pt x="50890" y="56024"/>
                  <a:pt x="52707" y="55331"/>
                  <a:pt x="54093" y="53945"/>
                </a:cubicBezTo>
                <a:cubicBezTo>
                  <a:pt x="56864" y="51174"/>
                  <a:pt x="56864" y="46680"/>
                  <a:pt x="54093" y="43908"/>
                </a:cubicBezTo>
                <a:cubicBezTo>
                  <a:pt x="53897" y="43712"/>
                  <a:pt x="53693" y="43532"/>
                  <a:pt x="53483" y="43364"/>
                </a:cubicBezTo>
                <a:cubicBezTo>
                  <a:pt x="54184" y="42073"/>
                  <a:pt x="54772" y="40710"/>
                  <a:pt x="55234" y="39292"/>
                </a:cubicBezTo>
                <a:cubicBezTo>
                  <a:pt x="55304" y="39080"/>
                  <a:pt x="55369" y="38866"/>
                  <a:pt x="55433" y="38651"/>
                </a:cubicBezTo>
                <a:cubicBezTo>
                  <a:pt x="55702" y="38682"/>
                  <a:pt x="55974" y="38699"/>
                  <a:pt x="56250" y="38699"/>
                </a:cubicBezTo>
                <a:cubicBezTo>
                  <a:pt x="60262" y="38699"/>
                  <a:pt x="63497" y="35371"/>
                  <a:pt x="63343" y="31325"/>
                </a:cubicBezTo>
                <a:cubicBezTo>
                  <a:pt x="63202" y="27591"/>
                  <a:pt x="60117" y="24571"/>
                  <a:pt x="56379" y="24505"/>
                </a:cubicBezTo>
                <a:cubicBezTo>
                  <a:pt x="56341" y="24504"/>
                  <a:pt x="56302" y="24504"/>
                  <a:pt x="56264" y="24504"/>
                </a:cubicBezTo>
                <a:cubicBezTo>
                  <a:pt x="55981" y="24504"/>
                  <a:pt x="55702" y="24520"/>
                  <a:pt x="55428" y="24552"/>
                </a:cubicBezTo>
                <a:cubicBezTo>
                  <a:pt x="54937" y="22904"/>
                  <a:pt x="54280" y="21328"/>
                  <a:pt x="53473" y="19844"/>
                </a:cubicBezTo>
                <a:cubicBezTo>
                  <a:pt x="53687" y="19673"/>
                  <a:pt x="53894" y="19491"/>
                  <a:pt x="54093" y="19294"/>
                </a:cubicBezTo>
                <a:cubicBezTo>
                  <a:pt x="56864" y="16522"/>
                  <a:pt x="56864" y="12028"/>
                  <a:pt x="54093" y="9256"/>
                </a:cubicBezTo>
                <a:cubicBezTo>
                  <a:pt x="52708" y="7870"/>
                  <a:pt x="50891" y="7177"/>
                  <a:pt x="49075" y="7177"/>
                </a:cubicBezTo>
                <a:cubicBezTo>
                  <a:pt x="47258" y="7177"/>
                  <a:pt x="45441" y="7870"/>
                  <a:pt x="44055" y="9256"/>
                </a:cubicBezTo>
                <a:cubicBezTo>
                  <a:pt x="43856" y="9456"/>
                  <a:pt x="43671" y="9665"/>
                  <a:pt x="43500" y="9880"/>
                </a:cubicBezTo>
                <a:cubicBezTo>
                  <a:pt x="42017" y="9076"/>
                  <a:pt x="40443" y="8418"/>
                  <a:pt x="38796" y="7929"/>
                </a:cubicBezTo>
                <a:cubicBezTo>
                  <a:pt x="38833" y="7614"/>
                  <a:pt x="38850" y="7295"/>
                  <a:pt x="38845" y="6969"/>
                </a:cubicBezTo>
                <a:cubicBezTo>
                  <a:pt x="38778" y="3231"/>
                  <a:pt x="35757" y="145"/>
                  <a:pt x="32020" y="6"/>
                </a:cubicBezTo>
                <a:cubicBezTo>
                  <a:pt x="31929" y="2"/>
                  <a:pt x="31838" y="1"/>
                  <a:pt x="3174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5" name="Google Shape;3725;p39"/>
          <p:cNvSpPr/>
          <p:nvPr/>
        </p:nvSpPr>
        <p:spPr>
          <a:xfrm>
            <a:off x="3163678" y="1499405"/>
            <a:ext cx="2798593" cy="2798649"/>
          </a:xfrm>
          <a:custGeom>
            <a:rect b="b" l="l" r="r" t="t"/>
            <a:pathLst>
              <a:path extrusionOk="0" h="49409" w="49408">
                <a:moveTo>
                  <a:pt x="24704" y="1209"/>
                </a:moveTo>
                <a:cubicBezTo>
                  <a:pt x="33074" y="1209"/>
                  <a:pt x="40421" y="5587"/>
                  <a:pt x="44583" y="12176"/>
                </a:cubicBezTo>
                <a:cubicBezTo>
                  <a:pt x="46872" y="15802"/>
                  <a:pt x="48197" y="20097"/>
                  <a:pt x="48197" y="24704"/>
                </a:cubicBezTo>
                <a:cubicBezTo>
                  <a:pt x="48201" y="27254"/>
                  <a:pt x="47793" y="29709"/>
                  <a:pt x="47041" y="32007"/>
                </a:cubicBezTo>
                <a:cubicBezTo>
                  <a:pt x="43971" y="41407"/>
                  <a:pt x="35130" y="48197"/>
                  <a:pt x="24705" y="48197"/>
                </a:cubicBezTo>
                <a:cubicBezTo>
                  <a:pt x="20945" y="48197"/>
                  <a:pt x="17389" y="47313"/>
                  <a:pt x="14238" y="45743"/>
                </a:cubicBezTo>
                <a:cubicBezTo>
                  <a:pt x="13770" y="45508"/>
                  <a:pt x="13311" y="45262"/>
                  <a:pt x="12861" y="44999"/>
                </a:cubicBezTo>
                <a:cubicBezTo>
                  <a:pt x="5892" y="40921"/>
                  <a:pt x="1211" y="33360"/>
                  <a:pt x="1211" y="24704"/>
                </a:cubicBezTo>
                <a:cubicBezTo>
                  <a:pt x="1211" y="23666"/>
                  <a:pt x="1278" y="22645"/>
                  <a:pt x="1407" y="21645"/>
                </a:cubicBezTo>
                <a:cubicBezTo>
                  <a:pt x="1716" y="19275"/>
                  <a:pt x="2377" y="17017"/>
                  <a:pt x="3338" y="14923"/>
                </a:cubicBezTo>
                <a:cubicBezTo>
                  <a:pt x="3763" y="13993"/>
                  <a:pt x="4248" y="13097"/>
                  <a:pt x="4789" y="12237"/>
                </a:cubicBezTo>
                <a:cubicBezTo>
                  <a:pt x="7044" y="8640"/>
                  <a:pt x="10247" y="5696"/>
                  <a:pt x="14051" y="3759"/>
                </a:cubicBezTo>
                <a:cubicBezTo>
                  <a:pt x="17248" y="2128"/>
                  <a:pt x="20868" y="1209"/>
                  <a:pt x="24704" y="1209"/>
                </a:cubicBezTo>
                <a:close/>
                <a:moveTo>
                  <a:pt x="24705" y="0"/>
                </a:moveTo>
                <a:cubicBezTo>
                  <a:pt x="20673" y="0"/>
                  <a:pt x="16865" y="966"/>
                  <a:pt x="13503" y="2681"/>
                </a:cubicBezTo>
                <a:cubicBezTo>
                  <a:pt x="9505" y="4719"/>
                  <a:pt x="6136" y="7813"/>
                  <a:pt x="3764" y="11597"/>
                </a:cubicBezTo>
                <a:cubicBezTo>
                  <a:pt x="3196" y="12500"/>
                  <a:pt x="2686" y="13442"/>
                  <a:pt x="2238" y="14421"/>
                </a:cubicBezTo>
                <a:cubicBezTo>
                  <a:pt x="1227" y="16622"/>
                  <a:pt x="531" y="18995"/>
                  <a:pt x="208" y="21487"/>
                </a:cubicBezTo>
                <a:cubicBezTo>
                  <a:pt x="72" y="22540"/>
                  <a:pt x="0" y="23614"/>
                  <a:pt x="0" y="24705"/>
                </a:cubicBezTo>
                <a:cubicBezTo>
                  <a:pt x="0" y="33806"/>
                  <a:pt x="4922" y="41757"/>
                  <a:pt x="12251" y="46045"/>
                </a:cubicBezTo>
                <a:cubicBezTo>
                  <a:pt x="12724" y="46321"/>
                  <a:pt x="13206" y="46582"/>
                  <a:pt x="13699" y="46827"/>
                </a:cubicBezTo>
                <a:cubicBezTo>
                  <a:pt x="17013" y="48480"/>
                  <a:pt x="20749" y="49409"/>
                  <a:pt x="24704" y="49409"/>
                </a:cubicBezTo>
                <a:cubicBezTo>
                  <a:pt x="35665" y="49409"/>
                  <a:pt x="44960" y="42268"/>
                  <a:pt x="48190" y="32385"/>
                </a:cubicBezTo>
                <a:cubicBezTo>
                  <a:pt x="48980" y="29968"/>
                  <a:pt x="49408" y="27387"/>
                  <a:pt x="49408" y="24705"/>
                </a:cubicBezTo>
                <a:cubicBezTo>
                  <a:pt x="49408" y="19861"/>
                  <a:pt x="48013" y="15344"/>
                  <a:pt x="45607" y="11532"/>
                </a:cubicBezTo>
                <a:cubicBezTo>
                  <a:pt x="41233" y="4601"/>
                  <a:pt x="33507" y="0"/>
                  <a:pt x="247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6" name="Google Shape;3726;p39"/>
          <p:cNvSpPr/>
          <p:nvPr/>
        </p:nvSpPr>
        <p:spPr>
          <a:xfrm>
            <a:off x="2764747" y="1107950"/>
            <a:ext cx="3596629" cy="3579919"/>
          </a:xfrm>
          <a:custGeom>
            <a:rect b="b" l="l" r="r" t="t"/>
            <a:pathLst>
              <a:path extrusionOk="0" h="63202" w="63497">
                <a:moveTo>
                  <a:pt x="31747" y="17900"/>
                </a:moveTo>
                <a:cubicBezTo>
                  <a:pt x="36633" y="17900"/>
                  <a:pt x="40921" y="20454"/>
                  <a:pt x="43350" y="24301"/>
                </a:cubicBezTo>
                <a:cubicBezTo>
                  <a:pt x="44686" y="26418"/>
                  <a:pt x="45461" y="28926"/>
                  <a:pt x="45461" y="31613"/>
                </a:cubicBezTo>
                <a:cubicBezTo>
                  <a:pt x="45462" y="33104"/>
                  <a:pt x="45227" y="34537"/>
                  <a:pt x="44787" y="35878"/>
                </a:cubicBezTo>
                <a:cubicBezTo>
                  <a:pt x="42993" y="41364"/>
                  <a:pt x="37833" y="45328"/>
                  <a:pt x="31748" y="45328"/>
                </a:cubicBezTo>
                <a:cubicBezTo>
                  <a:pt x="29553" y="45328"/>
                  <a:pt x="27478" y="44812"/>
                  <a:pt x="25639" y="43895"/>
                </a:cubicBezTo>
                <a:cubicBezTo>
                  <a:pt x="25365" y="43758"/>
                  <a:pt x="25096" y="43614"/>
                  <a:pt x="24834" y="43460"/>
                </a:cubicBezTo>
                <a:cubicBezTo>
                  <a:pt x="20767" y="41080"/>
                  <a:pt x="18034" y="36666"/>
                  <a:pt x="18034" y="31613"/>
                </a:cubicBezTo>
                <a:cubicBezTo>
                  <a:pt x="18034" y="31008"/>
                  <a:pt x="18073" y="30411"/>
                  <a:pt x="18149" y="29827"/>
                </a:cubicBezTo>
                <a:cubicBezTo>
                  <a:pt x="18328" y="28445"/>
                  <a:pt x="18715" y="27126"/>
                  <a:pt x="19275" y="25903"/>
                </a:cubicBezTo>
                <a:cubicBezTo>
                  <a:pt x="19524" y="25360"/>
                  <a:pt x="19806" y="24838"/>
                  <a:pt x="20123" y="24337"/>
                </a:cubicBezTo>
                <a:cubicBezTo>
                  <a:pt x="21438" y="22237"/>
                  <a:pt x="23309" y="20519"/>
                  <a:pt x="25529" y="19388"/>
                </a:cubicBezTo>
                <a:cubicBezTo>
                  <a:pt x="27394" y="18436"/>
                  <a:pt x="29509" y="17900"/>
                  <a:pt x="31747" y="17900"/>
                </a:cubicBezTo>
                <a:close/>
                <a:moveTo>
                  <a:pt x="31749" y="0"/>
                </a:moveTo>
                <a:cubicBezTo>
                  <a:pt x="27828" y="0"/>
                  <a:pt x="24651" y="3178"/>
                  <a:pt x="24651" y="7097"/>
                </a:cubicBezTo>
                <a:cubicBezTo>
                  <a:pt x="24651" y="10199"/>
                  <a:pt x="26642" y="12833"/>
                  <a:pt x="29415" y="13799"/>
                </a:cubicBezTo>
                <a:cubicBezTo>
                  <a:pt x="29854" y="13952"/>
                  <a:pt x="30126" y="14389"/>
                  <a:pt x="30049" y="14847"/>
                </a:cubicBezTo>
                <a:lnTo>
                  <a:pt x="30042" y="14887"/>
                </a:lnTo>
                <a:cubicBezTo>
                  <a:pt x="29894" y="15767"/>
                  <a:pt x="29224" y="16461"/>
                  <a:pt x="28353" y="16657"/>
                </a:cubicBezTo>
                <a:cubicBezTo>
                  <a:pt x="27102" y="16939"/>
                  <a:pt x="25910" y="17374"/>
                  <a:pt x="24794" y="17942"/>
                </a:cubicBezTo>
                <a:cubicBezTo>
                  <a:pt x="24371" y="18158"/>
                  <a:pt x="23960" y="18393"/>
                  <a:pt x="23561" y="18647"/>
                </a:cubicBezTo>
                <a:cubicBezTo>
                  <a:pt x="23202" y="18875"/>
                  <a:pt x="22795" y="18988"/>
                  <a:pt x="22389" y="18988"/>
                </a:cubicBezTo>
                <a:cubicBezTo>
                  <a:pt x="21944" y="18988"/>
                  <a:pt x="21501" y="18852"/>
                  <a:pt x="21122" y="18583"/>
                </a:cubicBezTo>
                <a:lnTo>
                  <a:pt x="21096" y="18563"/>
                </a:lnTo>
                <a:cubicBezTo>
                  <a:pt x="20717" y="18294"/>
                  <a:pt x="20600" y="17792"/>
                  <a:pt x="20804" y="17373"/>
                </a:cubicBezTo>
                <a:cubicBezTo>
                  <a:pt x="22091" y="14728"/>
                  <a:pt x="21637" y="11451"/>
                  <a:pt x="19439" y="9254"/>
                </a:cubicBezTo>
                <a:cubicBezTo>
                  <a:pt x="18053" y="7868"/>
                  <a:pt x="16237" y="7175"/>
                  <a:pt x="14420" y="7175"/>
                </a:cubicBezTo>
                <a:cubicBezTo>
                  <a:pt x="12604" y="7175"/>
                  <a:pt x="10788" y="7868"/>
                  <a:pt x="9402" y="9254"/>
                </a:cubicBezTo>
                <a:cubicBezTo>
                  <a:pt x="6630" y="12024"/>
                  <a:pt x="6630" y="16519"/>
                  <a:pt x="9402" y="19292"/>
                </a:cubicBezTo>
                <a:cubicBezTo>
                  <a:pt x="10787" y="20676"/>
                  <a:pt x="12602" y="21368"/>
                  <a:pt x="14418" y="21368"/>
                </a:cubicBezTo>
                <a:cubicBezTo>
                  <a:pt x="15477" y="21368"/>
                  <a:pt x="16536" y="21133"/>
                  <a:pt x="17509" y="20663"/>
                </a:cubicBezTo>
                <a:cubicBezTo>
                  <a:pt x="17646" y="20596"/>
                  <a:pt x="17792" y="20564"/>
                  <a:pt x="17935" y="20564"/>
                </a:cubicBezTo>
                <a:cubicBezTo>
                  <a:pt x="18231" y="20564"/>
                  <a:pt x="18517" y="20700"/>
                  <a:pt x="18697" y="20955"/>
                </a:cubicBezTo>
                <a:lnTo>
                  <a:pt x="18718" y="20985"/>
                </a:lnTo>
                <a:cubicBezTo>
                  <a:pt x="19235" y="21712"/>
                  <a:pt x="19252" y="22676"/>
                  <a:pt x="18775" y="23432"/>
                </a:cubicBezTo>
                <a:cubicBezTo>
                  <a:pt x="18767" y="23447"/>
                  <a:pt x="18758" y="23461"/>
                  <a:pt x="18749" y="23473"/>
                </a:cubicBezTo>
                <a:cubicBezTo>
                  <a:pt x="18396" y="24035"/>
                  <a:pt x="18081" y="24619"/>
                  <a:pt x="17803" y="25227"/>
                </a:cubicBezTo>
                <a:cubicBezTo>
                  <a:pt x="17176" y="26593"/>
                  <a:pt x="16745" y="28066"/>
                  <a:pt x="16543" y="29612"/>
                </a:cubicBezTo>
                <a:cubicBezTo>
                  <a:pt x="16542" y="29627"/>
                  <a:pt x="16541" y="29642"/>
                  <a:pt x="16538" y="29656"/>
                </a:cubicBezTo>
                <a:lnTo>
                  <a:pt x="15001" y="29913"/>
                </a:lnTo>
                <a:cubicBezTo>
                  <a:pt x="14948" y="29922"/>
                  <a:pt x="14895" y="29927"/>
                  <a:pt x="14842" y="29927"/>
                </a:cubicBezTo>
                <a:cubicBezTo>
                  <a:pt x="14451" y="29927"/>
                  <a:pt x="14089" y="29684"/>
                  <a:pt x="13959" y="29305"/>
                </a:cubicBezTo>
                <a:cubicBezTo>
                  <a:pt x="13005" y="26513"/>
                  <a:pt x="10360" y="24502"/>
                  <a:pt x="7244" y="24502"/>
                </a:cubicBezTo>
                <a:cubicBezTo>
                  <a:pt x="7201" y="24502"/>
                  <a:pt x="7158" y="24502"/>
                  <a:pt x="7115" y="24503"/>
                </a:cubicBezTo>
                <a:cubicBezTo>
                  <a:pt x="3377" y="24570"/>
                  <a:pt x="290" y="27591"/>
                  <a:pt x="151" y="31327"/>
                </a:cubicBezTo>
                <a:cubicBezTo>
                  <a:pt x="1" y="35372"/>
                  <a:pt x="3234" y="38697"/>
                  <a:pt x="7243" y="38697"/>
                </a:cubicBezTo>
                <a:cubicBezTo>
                  <a:pt x="10345" y="38697"/>
                  <a:pt x="12978" y="36707"/>
                  <a:pt x="13945" y="33935"/>
                </a:cubicBezTo>
                <a:cubicBezTo>
                  <a:pt x="14081" y="33545"/>
                  <a:pt x="14440" y="33287"/>
                  <a:pt x="14840" y="33287"/>
                </a:cubicBezTo>
                <a:cubicBezTo>
                  <a:pt x="14892" y="33287"/>
                  <a:pt x="14943" y="33291"/>
                  <a:pt x="14995" y="33300"/>
                </a:cubicBezTo>
                <a:lnTo>
                  <a:pt x="15019" y="33304"/>
                </a:lnTo>
                <a:cubicBezTo>
                  <a:pt x="15894" y="33450"/>
                  <a:pt x="16593" y="34112"/>
                  <a:pt x="16787" y="34978"/>
                </a:cubicBezTo>
                <a:cubicBezTo>
                  <a:pt x="17176" y="36714"/>
                  <a:pt x="17858" y="38341"/>
                  <a:pt x="18782" y="39801"/>
                </a:cubicBezTo>
                <a:cubicBezTo>
                  <a:pt x="19258" y="40553"/>
                  <a:pt x="19237" y="41516"/>
                  <a:pt x="18720" y="42242"/>
                </a:cubicBezTo>
                <a:lnTo>
                  <a:pt x="18712" y="42252"/>
                </a:lnTo>
                <a:cubicBezTo>
                  <a:pt x="18529" y="42507"/>
                  <a:pt x="18243" y="42643"/>
                  <a:pt x="17947" y="42643"/>
                </a:cubicBezTo>
                <a:cubicBezTo>
                  <a:pt x="17803" y="42643"/>
                  <a:pt x="17656" y="42611"/>
                  <a:pt x="17519" y="42544"/>
                </a:cubicBezTo>
                <a:cubicBezTo>
                  <a:pt x="16541" y="42068"/>
                  <a:pt x="15478" y="41831"/>
                  <a:pt x="14415" y="41831"/>
                </a:cubicBezTo>
                <a:cubicBezTo>
                  <a:pt x="12601" y="41831"/>
                  <a:pt x="10787" y="42523"/>
                  <a:pt x="9402" y="43907"/>
                </a:cubicBezTo>
                <a:cubicBezTo>
                  <a:pt x="6631" y="46679"/>
                  <a:pt x="6631" y="51172"/>
                  <a:pt x="9402" y="53945"/>
                </a:cubicBezTo>
                <a:cubicBezTo>
                  <a:pt x="10787" y="55331"/>
                  <a:pt x="12603" y="56024"/>
                  <a:pt x="14420" y="56024"/>
                </a:cubicBezTo>
                <a:cubicBezTo>
                  <a:pt x="16236" y="56024"/>
                  <a:pt x="18053" y="55331"/>
                  <a:pt x="19439" y="53945"/>
                </a:cubicBezTo>
                <a:cubicBezTo>
                  <a:pt x="21632" y="51753"/>
                  <a:pt x="22088" y="48483"/>
                  <a:pt x="20810" y="45839"/>
                </a:cubicBezTo>
                <a:cubicBezTo>
                  <a:pt x="20609" y="45421"/>
                  <a:pt x="20725" y="44918"/>
                  <a:pt x="21104" y="44648"/>
                </a:cubicBezTo>
                <a:lnTo>
                  <a:pt x="21116" y="44639"/>
                </a:lnTo>
                <a:cubicBezTo>
                  <a:pt x="21494" y="44370"/>
                  <a:pt x="21937" y="44235"/>
                  <a:pt x="22380" y="44235"/>
                </a:cubicBezTo>
                <a:cubicBezTo>
                  <a:pt x="22789" y="44235"/>
                  <a:pt x="23199" y="44349"/>
                  <a:pt x="23559" y="44578"/>
                </a:cubicBezTo>
                <a:cubicBezTo>
                  <a:pt x="23710" y="44674"/>
                  <a:pt x="23862" y="44766"/>
                  <a:pt x="24016" y="44857"/>
                </a:cubicBezTo>
                <a:cubicBezTo>
                  <a:pt x="24309" y="45027"/>
                  <a:pt x="24609" y="45190"/>
                  <a:pt x="24915" y="45342"/>
                </a:cubicBezTo>
                <a:cubicBezTo>
                  <a:pt x="25997" y="45881"/>
                  <a:pt x="27153" y="46296"/>
                  <a:pt x="28363" y="46568"/>
                </a:cubicBezTo>
                <a:cubicBezTo>
                  <a:pt x="29236" y="46765"/>
                  <a:pt x="29910" y="47458"/>
                  <a:pt x="30059" y="48342"/>
                </a:cubicBezTo>
                <a:lnTo>
                  <a:pt x="30060" y="48347"/>
                </a:lnTo>
                <a:cubicBezTo>
                  <a:pt x="30136" y="48796"/>
                  <a:pt x="29883" y="49241"/>
                  <a:pt x="29451" y="49389"/>
                </a:cubicBezTo>
                <a:cubicBezTo>
                  <a:pt x="26621" y="50356"/>
                  <a:pt x="24594" y="53060"/>
                  <a:pt x="24650" y="56232"/>
                </a:cubicBezTo>
                <a:cubicBezTo>
                  <a:pt x="24717" y="59970"/>
                  <a:pt x="27737" y="63056"/>
                  <a:pt x="31475" y="63197"/>
                </a:cubicBezTo>
                <a:cubicBezTo>
                  <a:pt x="31566" y="63200"/>
                  <a:pt x="31656" y="63202"/>
                  <a:pt x="31746" y="63202"/>
                </a:cubicBezTo>
                <a:cubicBezTo>
                  <a:pt x="35666" y="63202"/>
                  <a:pt x="38844" y="60024"/>
                  <a:pt x="38844" y="56104"/>
                </a:cubicBezTo>
                <a:cubicBezTo>
                  <a:pt x="38844" y="53003"/>
                  <a:pt x="36854" y="50369"/>
                  <a:pt x="34083" y="49402"/>
                </a:cubicBezTo>
                <a:cubicBezTo>
                  <a:pt x="33643" y="49248"/>
                  <a:pt x="33370" y="48812"/>
                  <a:pt x="33447" y="48352"/>
                </a:cubicBezTo>
                <a:lnTo>
                  <a:pt x="33450" y="48337"/>
                </a:lnTo>
                <a:cubicBezTo>
                  <a:pt x="33597" y="47462"/>
                  <a:pt x="34257" y="46764"/>
                  <a:pt x="35123" y="46570"/>
                </a:cubicBezTo>
                <a:cubicBezTo>
                  <a:pt x="36861" y="46179"/>
                  <a:pt x="38488" y="45492"/>
                  <a:pt x="39947" y="44566"/>
                </a:cubicBezTo>
                <a:cubicBezTo>
                  <a:pt x="40308" y="44338"/>
                  <a:pt x="40717" y="44223"/>
                  <a:pt x="41125" y="44223"/>
                </a:cubicBezTo>
                <a:cubicBezTo>
                  <a:pt x="41568" y="44223"/>
                  <a:pt x="42010" y="44358"/>
                  <a:pt x="42387" y="44627"/>
                </a:cubicBezTo>
                <a:lnTo>
                  <a:pt x="42396" y="44633"/>
                </a:lnTo>
                <a:cubicBezTo>
                  <a:pt x="42776" y="44903"/>
                  <a:pt x="42893" y="45406"/>
                  <a:pt x="42689" y="45826"/>
                </a:cubicBezTo>
                <a:cubicBezTo>
                  <a:pt x="41404" y="48473"/>
                  <a:pt x="41857" y="51748"/>
                  <a:pt x="44054" y="53944"/>
                </a:cubicBezTo>
                <a:cubicBezTo>
                  <a:pt x="45439" y="55330"/>
                  <a:pt x="47256" y="56023"/>
                  <a:pt x="49072" y="56023"/>
                </a:cubicBezTo>
                <a:cubicBezTo>
                  <a:pt x="50889" y="56023"/>
                  <a:pt x="52705" y="55330"/>
                  <a:pt x="54091" y="53944"/>
                </a:cubicBezTo>
                <a:cubicBezTo>
                  <a:pt x="56862" y="51172"/>
                  <a:pt x="56862" y="46679"/>
                  <a:pt x="54091" y="43906"/>
                </a:cubicBezTo>
                <a:cubicBezTo>
                  <a:pt x="52706" y="42522"/>
                  <a:pt x="50890" y="41829"/>
                  <a:pt x="49075" y="41829"/>
                </a:cubicBezTo>
                <a:cubicBezTo>
                  <a:pt x="48017" y="41829"/>
                  <a:pt x="46959" y="42064"/>
                  <a:pt x="45986" y="42534"/>
                </a:cubicBezTo>
                <a:cubicBezTo>
                  <a:pt x="45849" y="42600"/>
                  <a:pt x="45704" y="42632"/>
                  <a:pt x="45560" y="42632"/>
                </a:cubicBezTo>
                <a:cubicBezTo>
                  <a:pt x="45264" y="42632"/>
                  <a:pt x="44977" y="42497"/>
                  <a:pt x="44796" y="42242"/>
                </a:cubicBezTo>
                <a:lnTo>
                  <a:pt x="44782" y="42223"/>
                </a:lnTo>
                <a:cubicBezTo>
                  <a:pt x="44264" y="41495"/>
                  <a:pt x="44249" y="40529"/>
                  <a:pt x="44727" y="39772"/>
                </a:cubicBezTo>
                <a:cubicBezTo>
                  <a:pt x="45391" y="38720"/>
                  <a:pt x="45931" y="37582"/>
                  <a:pt x="46323" y="36377"/>
                </a:cubicBezTo>
                <a:cubicBezTo>
                  <a:pt x="46475" y="35915"/>
                  <a:pt x="46604" y="35444"/>
                  <a:pt x="46711" y="34964"/>
                </a:cubicBezTo>
                <a:cubicBezTo>
                  <a:pt x="46905" y="34097"/>
                  <a:pt x="47604" y="33434"/>
                  <a:pt x="48480" y="33287"/>
                </a:cubicBezTo>
                <a:lnTo>
                  <a:pt x="48497" y="33285"/>
                </a:lnTo>
                <a:cubicBezTo>
                  <a:pt x="48548" y="33276"/>
                  <a:pt x="48600" y="33272"/>
                  <a:pt x="48651" y="33272"/>
                </a:cubicBezTo>
                <a:cubicBezTo>
                  <a:pt x="49049" y="33272"/>
                  <a:pt x="49409" y="33531"/>
                  <a:pt x="49544" y="33920"/>
                </a:cubicBezTo>
                <a:cubicBezTo>
                  <a:pt x="50506" y="36699"/>
                  <a:pt x="53145" y="38696"/>
                  <a:pt x="56251" y="38696"/>
                </a:cubicBezTo>
                <a:cubicBezTo>
                  <a:pt x="60263" y="38696"/>
                  <a:pt x="63497" y="35368"/>
                  <a:pt x="63343" y="31322"/>
                </a:cubicBezTo>
                <a:cubicBezTo>
                  <a:pt x="63203" y="27594"/>
                  <a:pt x="60118" y="24573"/>
                  <a:pt x="56380" y="24507"/>
                </a:cubicBezTo>
                <a:cubicBezTo>
                  <a:pt x="56337" y="24506"/>
                  <a:pt x="56294" y="24506"/>
                  <a:pt x="56251" y="24506"/>
                </a:cubicBezTo>
                <a:cubicBezTo>
                  <a:pt x="53139" y="24506"/>
                  <a:pt x="50497" y="26512"/>
                  <a:pt x="49540" y="29298"/>
                </a:cubicBezTo>
                <a:cubicBezTo>
                  <a:pt x="49410" y="29676"/>
                  <a:pt x="49051" y="29916"/>
                  <a:pt x="48662" y="29916"/>
                </a:cubicBezTo>
                <a:cubicBezTo>
                  <a:pt x="48609" y="29916"/>
                  <a:pt x="48556" y="29912"/>
                  <a:pt x="48503" y="29903"/>
                </a:cubicBezTo>
                <a:lnTo>
                  <a:pt x="48471" y="29898"/>
                </a:lnTo>
                <a:cubicBezTo>
                  <a:pt x="47590" y="29750"/>
                  <a:pt x="46896" y="29078"/>
                  <a:pt x="46700" y="28209"/>
                </a:cubicBezTo>
                <a:cubicBezTo>
                  <a:pt x="46311" y="26492"/>
                  <a:pt x="45636" y="24884"/>
                  <a:pt x="44722" y="23440"/>
                </a:cubicBezTo>
                <a:lnTo>
                  <a:pt x="44715" y="23426"/>
                </a:lnTo>
                <a:cubicBezTo>
                  <a:pt x="44235" y="22663"/>
                  <a:pt x="44264" y="21686"/>
                  <a:pt x="44787" y="20951"/>
                </a:cubicBezTo>
                <a:cubicBezTo>
                  <a:pt x="44968" y="20697"/>
                  <a:pt x="45255" y="20561"/>
                  <a:pt x="45550" y="20561"/>
                </a:cubicBezTo>
                <a:cubicBezTo>
                  <a:pt x="45694" y="20561"/>
                  <a:pt x="45840" y="20593"/>
                  <a:pt x="45978" y="20660"/>
                </a:cubicBezTo>
                <a:cubicBezTo>
                  <a:pt x="46955" y="21135"/>
                  <a:pt x="48018" y="21372"/>
                  <a:pt x="49081" y="21372"/>
                </a:cubicBezTo>
                <a:cubicBezTo>
                  <a:pt x="50896" y="21372"/>
                  <a:pt x="52711" y="20680"/>
                  <a:pt x="54097" y="19296"/>
                </a:cubicBezTo>
                <a:cubicBezTo>
                  <a:pt x="56867" y="16524"/>
                  <a:pt x="56867" y="12029"/>
                  <a:pt x="54097" y="9258"/>
                </a:cubicBezTo>
                <a:cubicBezTo>
                  <a:pt x="52711" y="7872"/>
                  <a:pt x="50895" y="7179"/>
                  <a:pt x="49079" y="7179"/>
                </a:cubicBezTo>
                <a:cubicBezTo>
                  <a:pt x="47262" y="7179"/>
                  <a:pt x="45445" y="7872"/>
                  <a:pt x="44059" y="9258"/>
                </a:cubicBezTo>
                <a:cubicBezTo>
                  <a:pt x="41866" y="11450"/>
                  <a:pt x="41410" y="14722"/>
                  <a:pt x="42688" y="17365"/>
                </a:cubicBezTo>
                <a:cubicBezTo>
                  <a:pt x="42890" y="17783"/>
                  <a:pt x="42773" y="18285"/>
                  <a:pt x="42394" y="18554"/>
                </a:cubicBezTo>
                <a:lnTo>
                  <a:pt x="42362" y="18576"/>
                </a:lnTo>
                <a:cubicBezTo>
                  <a:pt x="41984" y="18846"/>
                  <a:pt x="41542" y="18980"/>
                  <a:pt x="41099" y="18980"/>
                </a:cubicBezTo>
                <a:cubicBezTo>
                  <a:pt x="40691" y="18980"/>
                  <a:pt x="40283" y="18867"/>
                  <a:pt x="39923" y="18639"/>
                </a:cubicBezTo>
                <a:cubicBezTo>
                  <a:pt x="38468" y="17719"/>
                  <a:pt x="36848" y="17039"/>
                  <a:pt x="35116" y="16652"/>
                </a:cubicBezTo>
                <a:cubicBezTo>
                  <a:pt x="34250" y="16457"/>
                  <a:pt x="33588" y="15759"/>
                  <a:pt x="33440" y="14883"/>
                </a:cubicBezTo>
                <a:lnTo>
                  <a:pt x="33435" y="14852"/>
                </a:lnTo>
                <a:cubicBezTo>
                  <a:pt x="33362" y="14406"/>
                  <a:pt x="33613" y="13961"/>
                  <a:pt x="34042" y="13814"/>
                </a:cubicBezTo>
                <a:cubicBezTo>
                  <a:pt x="36873" y="12850"/>
                  <a:pt x="38902" y="10143"/>
                  <a:pt x="38846" y="6969"/>
                </a:cubicBezTo>
                <a:cubicBezTo>
                  <a:pt x="38779" y="3231"/>
                  <a:pt x="35758" y="145"/>
                  <a:pt x="32021" y="6"/>
                </a:cubicBezTo>
                <a:cubicBezTo>
                  <a:pt x="31930" y="2"/>
                  <a:pt x="31839" y="0"/>
                  <a:pt x="3174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7" name="Google Shape;3727;p39"/>
          <p:cNvSpPr/>
          <p:nvPr/>
        </p:nvSpPr>
        <p:spPr>
          <a:xfrm>
            <a:off x="3746244" y="2081913"/>
            <a:ext cx="1633570" cy="1633513"/>
          </a:xfrm>
          <a:custGeom>
            <a:rect b="b" l="l" r="r" t="t"/>
            <a:pathLst>
              <a:path extrusionOk="0" h="28839" w="28840">
                <a:moveTo>
                  <a:pt x="14420" y="707"/>
                </a:moveTo>
                <a:cubicBezTo>
                  <a:pt x="19306" y="707"/>
                  <a:pt x="23595" y="3261"/>
                  <a:pt x="26023" y="7108"/>
                </a:cubicBezTo>
                <a:cubicBezTo>
                  <a:pt x="27360" y="9225"/>
                  <a:pt x="28134" y="11732"/>
                  <a:pt x="28134" y="14421"/>
                </a:cubicBezTo>
                <a:cubicBezTo>
                  <a:pt x="28135" y="15909"/>
                  <a:pt x="27897" y="17342"/>
                  <a:pt x="27459" y="18683"/>
                </a:cubicBezTo>
                <a:cubicBezTo>
                  <a:pt x="25665" y="24169"/>
                  <a:pt x="20506" y="28134"/>
                  <a:pt x="14420" y="28134"/>
                </a:cubicBezTo>
                <a:cubicBezTo>
                  <a:pt x="12225" y="28134"/>
                  <a:pt x="10150" y="27619"/>
                  <a:pt x="8311" y="26701"/>
                </a:cubicBezTo>
                <a:cubicBezTo>
                  <a:pt x="8037" y="26564"/>
                  <a:pt x="7769" y="26420"/>
                  <a:pt x="7506" y="26266"/>
                </a:cubicBezTo>
                <a:cubicBezTo>
                  <a:pt x="3438" y="23886"/>
                  <a:pt x="706" y="19472"/>
                  <a:pt x="706" y="14421"/>
                </a:cubicBezTo>
                <a:cubicBezTo>
                  <a:pt x="706" y="13816"/>
                  <a:pt x="745" y="13220"/>
                  <a:pt x="821" y="12635"/>
                </a:cubicBezTo>
                <a:cubicBezTo>
                  <a:pt x="1001" y="11252"/>
                  <a:pt x="1387" y="9934"/>
                  <a:pt x="1947" y="8713"/>
                </a:cubicBezTo>
                <a:cubicBezTo>
                  <a:pt x="2197" y="8170"/>
                  <a:pt x="2478" y="7647"/>
                  <a:pt x="2796" y="7144"/>
                </a:cubicBezTo>
                <a:cubicBezTo>
                  <a:pt x="4111" y="5044"/>
                  <a:pt x="5982" y="3326"/>
                  <a:pt x="8202" y="2195"/>
                </a:cubicBezTo>
                <a:cubicBezTo>
                  <a:pt x="10068" y="1243"/>
                  <a:pt x="12182" y="707"/>
                  <a:pt x="14420" y="707"/>
                </a:cubicBezTo>
                <a:close/>
                <a:moveTo>
                  <a:pt x="14420" y="0"/>
                </a:moveTo>
                <a:cubicBezTo>
                  <a:pt x="12067" y="0"/>
                  <a:pt x="9844" y="564"/>
                  <a:pt x="7881" y="1565"/>
                </a:cubicBezTo>
                <a:cubicBezTo>
                  <a:pt x="5547" y="2753"/>
                  <a:pt x="3581" y="4561"/>
                  <a:pt x="2197" y="6768"/>
                </a:cubicBezTo>
                <a:cubicBezTo>
                  <a:pt x="1865" y="7295"/>
                  <a:pt x="1568" y="7847"/>
                  <a:pt x="1306" y="8417"/>
                </a:cubicBezTo>
                <a:cubicBezTo>
                  <a:pt x="717" y="9703"/>
                  <a:pt x="310" y="11087"/>
                  <a:pt x="121" y="12542"/>
                </a:cubicBezTo>
                <a:cubicBezTo>
                  <a:pt x="42" y="13157"/>
                  <a:pt x="0" y="13783"/>
                  <a:pt x="0" y="14419"/>
                </a:cubicBezTo>
                <a:cubicBezTo>
                  <a:pt x="0" y="19732"/>
                  <a:pt x="2872" y="24373"/>
                  <a:pt x="7149" y="26875"/>
                </a:cubicBezTo>
                <a:cubicBezTo>
                  <a:pt x="7426" y="27037"/>
                  <a:pt x="7707" y="27188"/>
                  <a:pt x="7994" y="27331"/>
                </a:cubicBezTo>
                <a:cubicBezTo>
                  <a:pt x="9928" y="28296"/>
                  <a:pt x="12111" y="28839"/>
                  <a:pt x="14419" y="28839"/>
                </a:cubicBezTo>
                <a:cubicBezTo>
                  <a:pt x="20817" y="28839"/>
                  <a:pt x="26243" y="24670"/>
                  <a:pt x="28129" y="18902"/>
                </a:cubicBezTo>
                <a:cubicBezTo>
                  <a:pt x="28589" y="17491"/>
                  <a:pt x="28840" y="15984"/>
                  <a:pt x="28840" y="14419"/>
                </a:cubicBezTo>
                <a:cubicBezTo>
                  <a:pt x="28840" y="11593"/>
                  <a:pt x="28026" y="8955"/>
                  <a:pt x="26621" y="6730"/>
                </a:cubicBezTo>
                <a:cubicBezTo>
                  <a:pt x="24068" y="2686"/>
                  <a:pt x="19559" y="0"/>
                  <a:pt x="144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8" name="Google Shape;3728;p39"/>
          <p:cNvSpPr/>
          <p:nvPr/>
        </p:nvSpPr>
        <p:spPr>
          <a:xfrm>
            <a:off x="2845292" y="2568187"/>
            <a:ext cx="659715" cy="659772"/>
          </a:xfrm>
          <a:custGeom>
            <a:rect b="b" l="l" r="r" t="t"/>
            <a:pathLst>
              <a:path extrusionOk="0" h="11648" w="11647">
                <a:moveTo>
                  <a:pt x="5824" y="1"/>
                </a:moveTo>
                <a:cubicBezTo>
                  <a:pt x="4279" y="1"/>
                  <a:pt x="2798" y="615"/>
                  <a:pt x="1705" y="1706"/>
                </a:cubicBezTo>
                <a:cubicBezTo>
                  <a:pt x="614" y="2798"/>
                  <a:pt x="1" y="4280"/>
                  <a:pt x="1" y="5825"/>
                </a:cubicBezTo>
                <a:cubicBezTo>
                  <a:pt x="1" y="7369"/>
                  <a:pt x="614" y="8850"/>
                  <a:pt x="1705" y="9942"/>
                </a:cubicBezTo>
                <a:cubicBezTo>
                  <a:pt x="2798" y="11034"/>
                  <a:pt x="4279" y="11648"/>
                  <a:pt x="5824" y="11648"/>
                </a:cubicBezTo>
                <a:cubicBezTo>
                  <a:pt x="7368" y="11648"/>
                  <a:pt x="8849" y="11034"/>
                  <a:pt x="9941" y="9942"/>
                </a:cubicBezTo>
                <a:cubicBezTo>
                  <a:pt x="11033" y="8850"/>
                  <a:pt x="11647" y="7369"/>
                  <a:pt x="11647" y="5825"/>
                </a:cubicBezTo>
                <a:cubicBezTo>
                  <a:pt x="11647" y="4280"/>
                  <a:pt x="11033" y="2798"/>
                  <a:pt x="9941" y="1706"/>
                </a:cubicBezTo>
                <a:cubicBezTo>
                  <a:pt x="8849" y="615"/>
                  <a:pt x="7368" y="1"/>
                  <a:pt x="582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9" name="Google Shape;3729;p39"/>
          <p:cNvSpPr/>
          <p:nvPr/>
        </p:nvSpPr>
        <p:spPr>
          <a:xfrm>
            <a:off x="5620989" y="2568244"/>
            <a:ext cx="659715" cy="659715"/>
          </a:xfrm>
          <a:custGeom>
            <a:rect b="b" l="l" r="r" t="t"/>
            <a:pathLst>
              <a:path extrusionOk="0" h="11647" w="11647">
                <a:moveTo>
                  <a:pt x="5823" y="1"/>
                </a:moveTo>
                <a:cubicBezTo>
                  <a:pt x="4278" y="1"/>
                  <a:pt x="2798" y="614"/>
                  <a:pt x="1706" y="1706"/>
                </a:cubicBezTo>
                <a:cubicBezTo>
                  <a:pt x="613" y="2798"/>
                  <a:pt x="0" y="4279"/>
                  <a:pt x="0" y="5824"/>
                </a:cubicBezTo>
                <a:cubicBezTo>
                  <a:pt x="0" y="7368"/>
                  <a:pt x="613" y="8849"/>
                  <a:pt x="1706" y="9941"/>
                </a:cubicBezTo>
                <a:cubicBezTo>
                  <a:pt x="2798" y="11033"/>
                  <a:pt x="4278" y="11647"/>
                  <a:pt x="5823" y="11647"/>
                </a:cubicBezTo>
                <a:cubicBezTo>
                  <a:pt x="7367" y="11647"/>
                  <a:pt x="8849" y="11033"/>
                  <a:pt x="9941" y="9941"/>
                </a:cubicBezTo>
                <a:cubicBezTo>
                  <a:pt x="11032" y="8849"/>
                  <a:pt x="11646" y="7368"/>
                  <a:pt x="11646" y="5824"/>
                </a:cubicBezTo>
                <a:cubicBezTo>
                  <a:pt x="11646" y="4279"/>
                  <a:pt x="11032" y="2798"/>
                  <a:pt x="9941" y="1706"/>
                </a:cubicBezTo>
                <a:cubicBezTo>
                  <a:pt x="8849" y="614"/>
                  <a:pt x="7367" y="1"/>
                  <a:pt x="582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0" name="Google Shape;3730;p39"/>
          <p:cNvSpPr/>
          <p:nvPr/>
        </p:nvSpPr>
        <p:spPr>
          <a:xfrm>
            <a:off x="3251870" y="3549571"/>
            <a:ext cx="659715" cy="659715"/>
          </a:xfrm>
          <a:custGeom>
            <a:rect b="b" l="l" r="r" t="t"/>
            <a:pathLst>
              <a:path extrusionOk="0" h="11647" w="11647">
                <a:moveTo>
                  <a:pt x="5823" y="0"/>
                </a:moveTo>
                <a:cubicBezTo>
                  <a:pt x="4278" y="0"/>
                  <a:pt x="2798" y="613"/>
                  <a:pt x="1705" y="1706"/>
                </a:cubicBezTo>
                <a:cubicBezTo>
                  <a:pt x="613" y="2798"/>
                  <a:pt x="0" y="4279"/>
                  <a:pt x="0" y="5823"/>
                </a:cubicBezTo>
                <a:cubicBezTo>
                  <a:pt x="0" y="7367"/>
                  <a:pt x="613" y="8849"/>
                  <a:pt x="1705" y="9941"/>
                </a:cubicBezTo>
                <a:cubicBezTo>
                  <a:pt x="2798" y="11033"/>
                  <a:pt x="4278" y="11646"/>
                  <a:pt x="5823" y="11646"/>
                </a:cubicBezTo>
                <a:cubicBezTo>
                  <a:pt x="7367" y="11646"/>
                  <a:pt x="8849" y="11033"/>
                  <a:pt x="9941" y="9941"/>
                </a:cubicBezTo>
                <a:cubicBezTo>
                  <a:pt x="11032" y="8849"/>
                  <a:pt x="11646" y="7367"/>
                  <a:pt x="11646" y="5823"/>
                </a:cubicBezTo>
                <a:cubicBezTo>
                  <a:pt x="11646" y="4279"/>
                  <a:pt x="11032" y="2798"/>
                  <a:pt x="9941" y="1706"/>
                </a:cubicBezTo>
                <a:cubicBezTo>
                  <a:pt x="8849" y="613"/>
                  <a:pt x="7367" y="0"/>
                  <a:pt x="582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1" name="Google Shape;3731;p39"/>
          <p:cNvSpPr/>
          <p:nvPr/>
        </p:nvSpPr>
        <p:spPr>
          <a:xfrm>
            <a:off x="5214581" y="1586804"/>
            <a:ext cx="659715" cy="659715"/>
          </a:xfrm>
          <a:custGeom>
            <a:rect b="b" l="l" r="r" t="t"/>
            <a:pathLst>
              <a:path extrusionOk="0" h="11647" w="11647">
                <a:moveTo>
                  <a:pt x="5824" y="1"/>
                </a:moveTo>
                <a:cubicBezTo>
                  <a:pt x="4280" y="1"/>
                  <a:pt x="2798" y="614"/>
                  <a:pt x="1706" y="1706"/>
                </a:cubicBezTo>
                <a:cubicBezTo>
                  <a:pt x="614" y="2798"/>
                  <a:pt x="1" y="4279"/>
                  <a:pt x="1" y="5824"/>
                </a:cubicBezTo>
                <a:cubicBezTo>
                  <a:pt x="1" y="7368"/>
                  <a:pt x="614" y="8850"/>
                  <a:pt x="1706" y="9941"/>
                </a:cubicBezTo>
                <a:cubicBezTo>
                  <a:pt x="2798" y="11033"/>
                  <a:pt x="4280" y="11647"/>
                  <a:pt x="5824" y="11647"/>
                </a:cubicBezTo>
                <a:cubicBezTo>
                  <a:pt x="7368" y="11647"/>
                  <a:pt x="8849" y="11033"/>
                  <a:pt x="9941" y="9941"/>
                </a:cubicBezTo>
                <a:cubicBezTo>
                  <a:pt x="11034" y="8850"/>
                  <a:pt x="11647" y="7368"/>
                  <a:pt x="11647" y="5824"/>
                </a:cubicBezTo>
                <a:cubicBezTo>
                  <a:pt x="11647" y="4279"/>
                  <a:pt x="11034" y="2798"/>
                  <a:pt x="9941" y="1706"/>
                </a:cubicBezTo>
                <a:cubicBezTo>
                  <a:pt x="8849" y="614"/>
                  <a:pt x="7368" y="1"/>
                  <a:pt x="582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2" name="Google Shape;3732;p39"/>
          <p:cNvSpPr/>
          <p:nvPr/>
        </p:nvSpPr>
        <p:spPr>
          <a:xfrm>
            <a:off x="4233197" y="1180339"/>
            <a:ext cx="659715" cy="659715"/>
          </a:xfrm>
          <a:custGeom>
            <a:rect b="b" l="l" r="r" t="t"/>
            <a:pathLst>
              <a:path extrusionOk="0" h="11647" w="11647">
                <a:moveTo>
                  <a:pt x="5823" y="0"/>
                </a:moveTo>
                <a:cubicBezTo>
                  <a:pt x="4279" y="0"/>
                  <a:pt x="2797" y="613"/>
                  <a:pt x="1706" y="1706"/>
                </a:cubicBezTo>
                <a:cubicBezTo>
                  <a:pt x="614" y="2798"/>
                  <a:pt x="0" y="4279"/>
                  <a:pt x="0" y="5823"/>
                </a:cubicBezTo>
                <a:cubicBezTo>
                  <a:pt x="0" y="7367"/>
                  <a:pt x="614" y="8849"/>
                  <a:pt x="1706" y="9941"/>
                </a:cubicBezTo>
                <a:cubicBezTo>
                  <a:pt x="2797" y="11033"/>
                  <a:pt x="4279" y="11646"/>
                  <a:pt x="5823" y="11646"/>
                </a:cubicBezTo>
                <a:cubicBezTo>
                  <a:pt x="7368" y="11646"/>
                  <a:pt x="8849" y="11033"/>
                  <a:pt x="9941" y="9941"/>
                </a:cubicBezTo>
                <a:cubicBezTo>
                  <a:pt x="11033" y="8849"/>
                  <a:pt x="11646" y="7367"/>
                  <a:pt x="11646" y="5823"/>
                </a:cubicBezTo>
                <a:cubicBezTo>
                  <a:pt x="11646" y="4279"/>
                  <a:pt x="11033" y="2798"/>
                  <a:pt x="9941" y="1706"/>
                </a:cubicBezTo>
                <a:cubicBezTo>
                  <a:pt x="8849" y="613"/>
                  <a:pt x="7368" y="0"/>
                  <a:pt x="582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3" name="Google Shape;3733;p39"/>
          <p:cNvSpPr/>
          <p:nvPr/>
        </p:nvSpPr>
        <p:spPr>
          <a:xfrm>
            <a:off x="4233084" y="3956092"/>
            <a:ext cx="659715" cy="659715"/>
          </a:xfrm>
          <a:custGeom>
            <a:rect b="b" l="l" r="r" t="t"/>
            <a:pathLst>
              <a:path extrusionOk="0" h="11647" w="11647">
                <a:moveTo>
                  <a:pt x="5823" y="1"/>
                </a:moveTo>
                <a:cubicBezTo>
                  <a:pt x="4279" y="1"/>
                  <a:pt x="2797" y="614"/>
                  <a:pt x="1706" y="1707"/>
                </a:cubicBezTo>
                <a:cubicBezTo>
                  <a:pt x="614" y="2798"/>
                  <a:pt x="0" y="4280"/>
                  <a:pt x="0" y="5824"/>
                </a:cubicBezTo>
                <a:cubicBezTo>
                  <a:pt x="0" y="7368"/>
                  <a:pt x="614" y="8849"/>
                  <a:pt x="1706" y="9941"/>
                </a:cubicBezTo>
                <a:cubicBezTo>
                  <a:pt x="2797" y="11034"/>
                  <a:pt x="4279" y="11647"/>
                  <a:pt x="5823" y="11647"/>
                </a:cubicBezTo>
                <a:cubicBezTo>
                  <a:pt x="7368" y="11647"/>
                  <a:pt x="8849" y="11034"/>
                  <a:pt x="9941" y="9941"/>
                </a:cubicBezTo>
                <a:cubicBezTo>
                  <a:pt x="11033" y="8849"/>
                  <a:pt x="11647" y="7368"/>
                  <a:pt x="11647" y="5824"/>
                </a:cubicBezTo>
                <a:cubicBezTo>
                  <a:pt x="11647" y="4280"/>
                  <a:pt x="11033" y="2798"/>
                  <a:pt x="9941" y="1707"/>
                </a:cubicBezTo>
                <a:cubicBezTo>
                  <a:pt x="8849" y="614"/>
                  <a:pt x="7368" y="1"/>
                  <a:pt x="582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4" name="Google Shape;3734;p39"/>
          <p:cNvSpPr/>
          <p:nvPr/>
        </p:nvSpPr>
        <p:spPr>
          <a:xfrm>
            <a:off x="3251870" y="1586804"/>
            <a:ext cx="659715" cy="659715"/>
          </a:xfrm>
          <a:custGeom>
            <a:rect b="b" l="l" r="r" t="t"/>
            <a:pathLst>
              <a:path extrusionOk="0" h="11647" w="11647">
                <a:moveTo>
                  <a:pt x="5823" y="1"/>
                </a:moveTo>
                <a:cubicBezTo>
                  <a:pt x="4278" y="1"/>
                  <a:pt x="2798" y="614"/>
                  <a:pt x="1705" y="1706"/>
                </a:cubicBezTo>
                <a:cubicBezTo>
                  <a:pt x="613" y="2798"/>
                  <a:pt x="0" y="4279"/>
                  <a:pt x="0" y="5824"/>
                </a:cubicBezTo>
                <a:cubicBezTo>
                  <a:pt x="0" y="7368"/>
                  <a:pt x="613" y="8850"/>
                  <a:pt x="1705" y="9941"/>
                </a:cubicBezTo>
                <a:cubicBezTo>
                  <a:pt x="2798" y="11033"/>
                  <a:pt x="4278" y="11647"/>
                  <a:pt x="5823" y="11647"/>
                </a:cubicBezTo>
                <a:cubicBezTo>
                  <a:pt x="7367" y="11647"/>
                  <a:pt x="8849" y="11033"/>
                  <a:pt x="9941" y="9941"/>
                </a:cubicBezTo>
                <a:cubicBezTo>
                  <a:pt x="11032" y="8850"/>
                  <a:pt x="11646" y="7368"/>
                  <a:pt x="11646" y="5824"/>
                </a:cubicBezTo>
                <a:cubicBezTo>
                  <a:pt x="11646" y="4279"/>
                  <a:pt x="11032" y="2798"/>
                  <a:pt x="9941" y="1706"/>
                </a:cubicBezTo>
                <a:cubicBezTo>
                  <a:pt x="8849" y="614"/>
                  <a:pt x="7367" y="1"/>
                  <a:pt x="582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5" name="Google Shape;3735;p39"/>
          <p:cNvSpPr/>
          <p:nvPr/>
        </p:nvSpPr>
        <p:spPr>
          <a:xfrm>
            <a:off x="5214581" y="3549571"/>
            <a:ext cx="659715" cy="659715"/>
          </a:xfrm>
          <a:custGeom>
            <a:rect b="b" l="l" r="r" t="t"/>
            <a:pathLst>
              <a:path extrusionOk="0" h="11647" w="11647">
                <a:moveTo>
                  <a:pt x="5824" y="0"/>
                </a:moveTo>
                <a:cubicBezTo>
                  <a:pt x="4280" y="0"/>
                  <a:pt x="2798" y="613"/>
                  <a:pt x="1706" y="1706"/>
                </a:cubicBezTo>
                <a:cubicBezTo>
                  <a:pt x="614" y="2798"/>
                  <a:pt x="1" y="4279"/>
                  <a:pt x="1" y="5823"/>
                </a:cubicBezTo>
                <a:cubicBezTo>
                  <a:pt x="1" y="7367"/>
                  <a:pt x="614" y="8849"/>
                  <a:pt x="1706" y="9941"/>
                </a:cubicBezTo>
                <a:cubicBezTo>
                  <a:pt x="2798" y="11033"/>
                  <a:pt x="4280" y="11646"/>
                  <a:pt x="5824" y="11646"/>
                </a:cubicBezTo>
                <a:cubicBezTo>
                  <a:pt x="7368" y="11646"/>
                  <a:pt x="8849" y="11033"/>
                  <a:pt x="9941" y="9941"/>
                </a:cubicBezTo>
                <a:cubicBezTo>
                  <a:pt x="11034" y="8849"/>
                  <a:pt x="11647" y="7367"/>
                  <a:pt x="11647" y="5823"/>
                </a:cubicBezTo>
                <a:cubicBezTo>
                  <a:pt x="11647" y="4279"/>
                  <a:pt x="11034" y="2798"/>
                  <a:pt x="9941" y="1706"/>
                </a:cubicBezTo>
                <a:cubicBezTo>
                  <a:pt x="8849" y="613"/>
                  <a:pt x="7368" y="0"/>
                  <a:pt x="58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6" name="Google Shape;3736;p39"/>
          <p:cNvSpPr/>
          <p:nvPr/>
        </p:nvSpPr>
        <p:spPr>
          <a:xfrm>
            <a:off x="4354468" y="4110402"/>
            <a:ext cx="425725" cy="218980"/>
          </a:xfrm>
          <a:custGeom>
            <a:rect b="b" l="l" r="r" t="t"/>
            <a:pathLst>
              <a:path extrusionOk="0" h="3866" w="7516">
                <a:moveTo>
                  <a:pt x="3781" y="676"/>
                </a:moveTo>
                <a:lnTo>
                  <a:pt x="3962" y="976"/>
                </a:lnTo>
                <a:lnTo>
                  <a:pt x="4372" y="1653"/>
                </a:lnTo>
                <a:lnTo>
                  <a:pt x="3808" y="1424"/>
                </a:lnTo>
                <a:lnTo>
                  <a:pt x="3195" y="1644"/>
                </a:lnTo>
                <a:lnTo>
                  <a:pt x="3598" y="976"/>
                </a:lnTo>
                <a:lnTo>
                  <a:pt x="3781" y="676"/>
                </a:lnTo>
                <a:close/>
                <a:moveTo>
                  <a:pt x="1986" y="1533"/>
                </a:moveTo>
                <a:lnTo>
                  <a:pt x="2382" y="2139"/>
                </a:lnTo>
                <a:lnTo>
                  <a:pt x="1507" y="3478"/>
                </a:lnTo>
                <a:lnTo>
                  <a:pt x="715" y="3478"/>
                </a:lnTo>
                <a:lnTo>
                  <a:pt x="1986" y="1533"/>
                </a:lnTo>
                <a:close/>
                <a:moveTo>
                  <a:pt x="5523" y="1533"/>
                </a:moveTo>
                <a:lnTo>
                  <a:pt x="6793" y="3478"/>
                </a:lnTo>
                <a:lnTo>
                  <a:pt x="6051" y="3478"/>
                </a:lnTo>
                <a:lnTo>
                  <a:pt x="5152" y="2102"/>
                </a:lnTo>
                <a:lnTo>
                  <a:pt x="5523" y="1533"/>
                </a:lnTo>
                <a:close/>
                <a:moveTo>
                  <a:pt x="3782" y="0"/>
                </a:moveTo>
                <a:lnTo>
                  <a:pt x="3502" y="429"/>
                </a:lnTo>
                <a:lnTo>
                  <a:pt x="2617" y="1784"/>
                </a:lnTo>
                <a:lnTo>
                  <a:pt x="2209" y="1159"/>
                </a:lnTo>
                <a:lnTo>
                  <a:pt x="1989" y="822"/>
                </a:lnTo>
                <a:lnTo>
                  <a:pt x="1769" y="1159"/>
                </a:lnTo>
                <a:lnTo>
                  <a:pt x="1" y="3866"/>
                </a:lnTo>
                <a:lnTo>
                  <a:pt x="7516" y="3866"/>
                </a:lnTo>
                <a:lnTo>
                  <a:pt x="5744" y="1160"/>
                </a:lnTo>
                <a:lnTo>
                  <a:pt x="5526" y="823"/>
                </a:lnTo>
                <a:lnTo>
                  <a:pt x="5304" y="1160"/>
                </a:lnTo>
                <a:lnTo>
                  <a:pt x="4922" y="1747"/>
                </a:lnTo>
                <a:lnTo>
                  <a:pt x="4061" y="429"/>
                </a:lnTo>
                <a:lnTo>
                  <a:pt x="378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37" name="Google Shape;3737;p39"/>
          <p:cNvGrpSpPr/>
          <p:nvPr/>
        </p:nvGrpSpPr>
        <p:grpSpPr>
          <a:xfrm>
            <a:off x="5772337" y="2784293"/>
            <a:ext cx="355772" cy="191565"/>
            <a:chOff x="5772337" y="2708093"/>
            <a:chExt cx="355772" cy="191565"/>
          </a:xfrm>
        </p:grpSpPr>
        <p:sp>
          <p:nvSpPr>
            <p:cNvPr id="3738" name="Google Shape;3738;p39"/>
            <p:cNvSpPr/>
            <p:nvPr/>
          </p:nvSpPr>
          <p:spPr>
            <a:xfrm>
              <a:off x="5772337" y="2708093"/>
              <a:ext cx="355772" cy="191565"/>
            </a:xfrm>
            <a:custGeom>
              <a:rect b="b" l="l" r="r" t="t"/>
              <a:pathLst>
                <a:path extrusionOk="0" h="3382" w="6281">
                  <a:moveTo>
                    <a:pt x="3038" y="363"/>
                  </a:moveTo>
                  <a:lnTo>
                    <a:pt x="3038" y="1047"/>
                  </a:lnTo>
                  <a:lnTo>
                    <a:pt x="2459" y="1047"/>
                  </a:lnTo>
                  <a:lnTo>
                    <a:pt x="2459" y="363"/>
                  </a:lnTo>
                  <a:close/>
                  <a:moveTo>
                    <a:pt x="4146" y="363"/>
                  </a:moveTo>
                  <a:lnTo>
                    <a:pt x="4146" y="1047"/>
                  </a:lnTo>
                  <a:lnTo>
                    <a:pt x="3567" y="1047"/>
                  </a:lnTo>
                  <a:lnTo>
                    <a:pt x="3567" y="363"/>
                  </a:lnTo>
                  <a:close/>
                  <a:moveTo>
                    <a:pt x="3038" y="1383"/>
                  </a:moveTo>
                  <a:lnTo>
                    <a:pt x="3038" y="2068"/>
                  </a:lnTo>
                  <a:lnTo>
                    <a:pt x="2459" y="2068"/>
                  </a:lnTo>
                  <a:lnTo>
                    <a:pt x="2459" y="1383"/>
                  </a:lnTo>
                  <a:close/>
                  <a:moveTo>
                    <a:pt x="4146" y="1383"/>
                  </a:moveTo>
                  <a:lnTo>
                    <a:pt x="4146" y="2068"/>
                  </a:lnTo>
                  <a:lnTo>
                    <a:pt x="3567" y="2068"/>
                  </a:lnTo>
                  <a:lnTo>
                    <a:pt x="3567" y="1383"/>
                  </a:lnTo>
                  <a:close/>
                  <a:moveTo>
                    <a:pt x="5297" y="1602"/>
                  </a:moveTo>
                  <a:lnTo>
                    <a:pt x="5297" y="2073"/>
                  </a:lnTo>
                  <a:lnTo>
                    <a:pt x="4785" y="2073"/>
                  </a:lnTo>
                  <a:lnTo>
                    <a:pt x="4785" y="1602"/>
                  </a:lnTo>
                  <a:close/>
                  <a:moveTo>
                    <a:pt x="6105" y="1602"/>
                  </a:moveTo>
                  <a:lnTo>
                    <a:pt x="6105" y="2073"/>
                  </a:lnTo>
                  <a:lnTo>
                    <a:pt x="5595" y="2073"/>
                  </a:lnTo>
                  <a:lnTo>
                    <a:pt x="5595" y="1602"/>
                  </a:lnTo>
                  <a:close/>
                  <a:moveTo>
                    <a:pt x="5297" y="2377"/>
                  </a:moveTo>
                  <a:lnTo>
                    <a:pt x="5297" y="2849"/>
                  </a:lnTo>
                  <a:lnTo>
                    <a:pt x="4785" y="2849"/>
                  </a:lnTo>
                  <a:lnTo>
                    <a:pt x="4785" y="2377"/>
                  </a:lnTo>
                  <a:close/>
                  <a:moveTo>
                    <a:pt x="6105" y="2377"/>
                  </a:moveTo>
                  <a:lnTo>
                    <a:pt x="6105" y="2849"/>
                  </a:lnTo>
                  <a:lnTo>
                    <a:pt x="5595" y="2849"/>
                  </a:lnTo>
                  <a:lnTo>
                    <a:pt x="5595" y="2377"/>
                  </a:lnTo>
                  <a:close/>
                  <a:moveTo>
                    <a:pt x="3038" y="2398"/>
                  </a:moveTo>
                  <a:lnTo>
                    <a:pt x="3038" y="3083"/>
                  </a:lnTo>
                  <a:lnTo>
                    <a:pt x="2459" y="3083"/>
                  </a:lnTo>
                  <a:lnTo>
                    <a:pt x="2459" y="2398"/>
                  </a:lnTo>
                  <a:close/>
                  <a:moveTo>
                    <a:pt x="4146" y="2398"/>
                  </a:moveTo>
                  <a:lnTo>
                    <a:pt x="4146" y="3083"/>
                  </a:lnTo>
                  <a:lnTo>
                    <a:pt x="3567" y="3083"/>
                  </a:lnTo>
                  <a:lnTo>
                    <a:pt x="3567" y="2398"/>
                  </a:lnTo>
                  <a:close/>
                  <a:moveTo>
                    <a:pt x="1991" y="1"/>
                  </a:moveTo>
                  <a:lnTo>
                    <a:pt x="1991" y="1255"/>
                  </a:lnTo>
                  <a:lnTo>
                    <a:pt x="1" y="1255"/>
                  </a:lnTo>
                  <a:lnTo>
                    <a:pt x="1" y="3381"/>
                  </a:lnTo>
                  <a:lnTo>
                    <a:pt x="293" y="3381"/>
                  </a:lnTo>
                  <a:lnTo>
                    <a:pt x="293" y="1562"/>
                  </a:lnTo>
                  <a:lnTo>
                    <a:pt x="1723" y="1562"/>
                  </a:lnTo>
                  <a:lnTo>
                    <a:pt x="1723" y="3381"/>
                  </a:lnTo>
                  <a:lnTo>
                    <a:pt x="6280" y="3381"/>
                  </a:lnTo>
                  <a:lnTo>
                    <a:pt x="6280" y="1254"/>
                  </a:lnTo>
                  <a:lnTo>
                    <a:pt x="4642" y="1254"/>
                  </a:lnTo>
                  <a:lnTo>
                    <a:pt x="46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39"/>
            <p:cNvSpPr/>
            <p:nvPr/>
          </p:nvSpPr>
          <p:spPr>
            <a:xfrm>
              <a:off x="5805416" y="2814977"/>
              <a:ext cx="52621" cy="21411"/>
            </a:xfrm>
            <a:custGeom>
              <a:rect b="b" l="l" r="r" t="t"/>
              <a:pathLst>
                <a:path extrusionOk="0" h="378" w="929">
                  <a:moveTo>
                    <a:pt x="0" y="0"/>
                  </a:moveTo>
                  <a:lnTo>
                    <a:pt x="0" y="378"/>
                  </a:lnTo>
                  <a:lnTo>
                    <a:pt x="928" y="378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39"/>
            <p:cNvSpPr/>
            <p:nvPr/>
          </p:nvSpPr>
          <p:spPr>
            <a:xfrm>
              <a:off x="5805416" y="2856043"/>
              <a:ext cx="52621" cy="21411"/>
            </a:xfrm>
            <a:custGeom>
              <a:rect b="b" l="l" r="r" t="t"/>
              <a:pathLst>
                <a:path extrusionOk="0" h="378" w="929">
                  <a:moveTo>
                    <a:pt x="0" y="1"/>
                  </a:moveTo>
                  <a:lnTo>
                    <a:pt x="0" y="377"/>
                  </a:lnTo>
                  <a:lnTo>
                    <a:pt x="928" y="377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41" name="Google Shape;3741;p39"/>
          <p:cNvGrpSpPr/>
          <p:nvPr/>
        </p:nvGrpSpPr>
        <p:grpSpPr>
          <a:xfrm>
            <a:off x="3063025" y="2691627"/>
            <a:ext cx="230988" cy="313855"/>
            <a:chOff x="3063025" y="2615427"/>
            <a:chExt cx="230988" cy="313855"/>
          </a:xfrm>
        </p:grpSpPr>
        <p:grpSp>
          <p:nvGrpSpPr>
            <p:cNvPr id="3742" name="Google Shape;3742;p39"/>
            <p:cNvGrpSpPr/>
            <p:nvPr/>
          </p:nvGrpSpPr>
          <p:grpSpPr>
            <a:xfrm>
              <a:off x="3063025" y="2615427"/>
              <a:ext cx="230988" cy="313855"/>
              <a:chOff x="3063025" y="2615427"/>
              <a:chExt cx="230988" cy="313855"/>
            </a:xfrm>
          </p:grpSpPr>
          <p:grpSp>
            <p:nvGrpSpPr>
              <p:cNvPr id="3743" name="Google Shape;3743;p39"/>
              <p:cNvGrpSpPr/>
              <p:nvPr/>
            </p:nvGrpSpPr>
            <p:grpSpPr>
              <a:xfrm>
                <a:off x="3063025" y="2646637"/>
                <a:ext cx="230988" cy="282645"/>
                <a:chOff x="3063025" y="2646637"/>
                <a:chExt cx="230988" cy="282645"/>
              </a:xfrm>
            </p:grpSpPr>
            <p:sp>
              <p:nvSpPr>
                <p:cNvPr id="3744" name="Google Shape;3744;p39"/>
                <p:cNvSpPr/>
                <p:nvPr/>
              </p:nvSpPr>
              <p:spPr>
                <a:xfrm>
                  <a:off x="3083643" y="2889122"/>
                  <a:ext cx="49902" cy="40160"/>
                </a:xfrm>
                <a:custGeom>
                  <a:rect b="b" l="l" r="r" t="t"/>
                  <a:pathLst>
                    <a:path extrusionOk="0" h="709" w="881">
                      <a:moveTo>
                        <a:pt x="0" y="0"/>
                      </a:moveTo>
                      <a:lnTo>
                        <a:pt x="0" y="268"/>
                      </a:lnTo>
                      <a:cubicBezTo>
                        <a:pt x="0" y="512"/>
                        <a:pt x="198" y="708"/>
                        <a:pt x="440" y="708"/>
                      </a:cubicBezTo>
                      <a:cubicBezTo>
                        <a:pt x="684" y="708"/>
                        <a:pt x="880" y="512"/>
                        <a:pt x="880" y="268"/>
                      </a:cubicBezTo>
                      <a:lnTo>
                        <a:pt x="8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45" name="Google Shape;3745;p39"/>
                <p:cNvSpPr/>
                <p:nvPr/>
              </p:nvSpPr>
              <p:spPr>
                <a:xfrm>
                  <a:off x="3208709" y="2889122"/>
                  <a:ext cx="49845" cy="40160"/>
                </a:xfrm>
                <a:custGeom>
                  <a:rect b="b" l="l" r="r" t="t"/>
                  <a:pathLst>
                    <a:path extrusionOk="0" h="709" w="880">
                      <a:moveTo>
                        <a:pt x="0" y="0"/>
                      </a:moveTo>
                      <a:lnTo>
                        <a:pt x="0" y="268"/>
                      </a:lnTo>
                      <a:cubicBezTo>
                        <a:pt x="0" y="512"/>
                        <a:pt x="197" y="708"/>
                        <a:pt x="440" y="708"/>
                      </a:cubicBezTo>
                      <a:cubicBezTo>
                        <a:pt x="683" y="708"/>
                        <a:pt x="879" y="512"/>
                        <a:pt x="879" y="268"/>
                      </a:cubicBezTo>
                      <a:lnTo>
                        <a:pt x="87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46" name="Google Shape;3746;p39"/>
                <p:cNvSpPr/>
                <p:nvPr/>
              </p:nvSpPr>
              <p:spPr>
                <a:xfrm>
                  <a:off x="3063025" y="2712058"/>
                  <a:ext cx="216148" cy="165906"/>
                </a:xfrm>
                <a:custGeom>
                  <a:rect b="b" l="l" r="r" t="t"/>
                  <a:pathLst>
                    <a:path extrusionOk="0" h="2929" w="3816">
                      <a:moveTo>
                        <a:pt x="2718" y="269"/>
                      </a:moveTo>
                      <a:cubicBezTo>
                        <a:pt x="2952" y="269"/>
                        <a:pt x="3142" y="461"/>
                        <a:pt x="3142" y="694"/>
                      </a:cubicBezTo>
                      <a:lnTo>
                        <a:pt x="3142" y="1414"/>
                      </a:lnTo>
                      <a:lnTo>
                        <a:pt x="676" y="1414"/>
                      </a:lnTo>
                      <a:lnTo>
                        <a:pt x="676" y="694"/>
                      </a:lnTo>
                      <a:lnTo>
                        <a:pt x="675" y="694"/>
                      </a:lnTo>
                      <a:cubicBezTo>
                        <a:pt x="675" y="461"/>
                        <a:pt x="866" y="269"/>
                        <a:pt x="1100" y="269"/>
                      </a:cubicBezTo>
                      <a:close/>
                      <a:moveTo>
                        <a:pt x="2516" y="2479"/>
                      </a:moveTo>
                      <a:lnTo>
                        <a:pt x="2516" y="2625"/>
                      </a:lnTo>
                      <a:lnTo>
                        <a:pt x="1404" y="2625"/>
                      </a:lnTo>
                      <a:lnTo>
                        <a:pt x="1404" y="2479"/>
                      </a:lnTo>
                      <a:close/>
                      <a:moveTo>
                        <a:pt x="385" y="2327"/>
                      </a:moveTo>
                      <a:cubicBezTo>
                        <a:pt x="391" y="2327"/>
                        <a:pt x="397" y="2327"/>
                        <a:pt x="403" y="2328"/>
                      </a:cubicBezTo>
                      <a:lnTo>
                        <a:pt x="870" y="2386"/>
                      </a:lnTo>
                      <a:cubicBezTo>
                        <a:pt x="935" y="2394"/>
                        <a:pt x="983" y="2449"/>
                        <a:pt x="983" y="2514"/>
                      </a:cubicBezTo>
                      <a:lnTo>
                        <a:pt x="983" y="2555"/>
                      </a:lnTo>
                      <a:lnTo>
                        <a:pt x="982" y="2555"/>
                      </a:lnTo>
                      <a:cubicBezTo>
                        <a:pt x="982" y="2627"/>
                        <a:pt x="925" y="2684"/>
                        <a:pt x="853" y="2684"/>
                      </a:cubicBezTo>
                      <a:lnTo>
                        <a:pt x="386" y="2684"/>
                      </a:lnTo>
                      <a:cubicBezTo>
                        <a:pt x="314" y="2684"/>
                        <a:pt x="257" y="2627"/>
                        <a:pt x="257" y="2555"/>
                      </a:cubicBezTo>
                      <a:lnTo>
                        <a:pt x="257" y="2456"/>
                      </a:lnTo>
                      <a:cubicBezTo>
                        <a:pt x="257" y="2383"/>
                        <a:pt x="314" y="2327"/>
                        <a:pt x="385" y="2327"/>
                      </a:cubicBezTo>
                      <a:close/>
                      <a:moveTo>
                        <a:pt x="3498" y="2327"/>
                      </a:moveTo>
                      <a:cubicBezTo>
                        <a:pt x="3567" y="2327"/>
                        <a:pt x="3627" y="2385"/>
                        <a:pt x="3627" y="2456"/>
                      </a:cubicBezTo>
                      <a:lnTo>
                        <a:pt x="3627" y="2555"/>
                      </a:lnTo>
                      <a:lnTo>
                        <a:pt x="3626" y="2555"/>
                      </a:lnTo>
                      <a:cubicBezTo>
                        <a:pt x="3626" y="2627"/>
                        <a:pt x="3568" y="2684"/>
                        <a:pt x="3496" y="2684"/>
                      </a:cubicBezTo>
                      <a:lnTo>
                        <a:pt x="3030" y="2684"/>
                      </a:lnTo>
                      <a:cubicBezTo>
                        <a:pt x="2958" y="2684"/>
                        <a:pt x="2901" y="2627"/>
                        <a:pt x="2901" y="2555"/>
                      </a:cubicBezTo>
                      <a:lnTo>
                        <a:pt x="2901" y="2514"/>
                      </a:lnTo>
                      <a:cubicBezTo>
                        <a:pt x="2901" y="2449"/>
                        <a:pt x="2949" y="2394"/>
                        <a:pt x="3014" y="2386"/>
                      </a:cubicBezTo>
                      <a:lnTo>
                        <a:pt x="3481" y="2328"/>
                      </a:lnTo>
                      <a:cubicBezTo>
                        <a:pt x="3486" y="2327"/>
                        <a:pt x="3492" y="2327"/>
                        <a:pt x="3498" y="2327"/>
                      </a:cubicBezTo>
                      <a:close/>
                      <a:moveTo>
                        <a:pt x="1099" y="0"/>
                      </a:moveTo>
                      <a:cubicBezTo>
                        <a:pt x="715" y="0"/>
                        <a:pt x="404" y="310"/>
                        <a:pt x="404" y="694"/>
                      </a:cubicBezTo>
                      <a:lnTo>
                        <a:pt x="404" y="1679"/>
                      </a:lnTo>
                      <a:lnTo>
                        <a:pt x="88" y="2045"/>
                      </a:lnTo>
                      <a:cubicBezTo>
                        <a:pt x="32" y="2110"/>
                        <a:pt x="1" y="2193"/>
                        <a:pt x="1" y="2280"/>
                      </a:cubicBezTo>
                      <a:lnTo>
                        <a:pt x="1" y="2606"/>
                      </a:lnTo>
                      <a:cubicBezTo>
                        <a:pt x="1" y="2733"/>
                        <a:pt x="103" y="2929"/>
                        <a:pt x="231" y="2929"/>
                      </a:cubicBezTo>
                      <a:lnTo>
                        <a:pt x="3585" y="2929"/>
                      </a:lnTo>
                      <a:cubicBezTo>
                        <a:pt x="3711" y="2929"/>
                        <a:pt x="3815" y="2825"/>
                        <a:pt x="3815" y="2698"/>
                      </a:cubicBezTo>
                      <a:lnTo>
                        <a:pt x="3815" y="2280"/>
                      </a:lnTo>
                      <a:cubicBezTo>
                        <a:pt x="3815" y="2193"/>
                        <a:pt x="3783" y="2110"/>
                        <a:pt x="3726" y="2045"/>
                      </a:cubicBezTo>
                      <a:lnTo>
                        <a:pt x="3411" y="1679"/>
                      </a:lnTo>
                      <a:lnTo>
                        <a:pt x="3411" y="694"/>
                      </a:lnTo>
                      <a:cubicBezTo>
                        <a:pt x="3411" y="310"/>
                        <a:pt x="3100" y="0"/>
                        <a:pt x="271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47" name="Google Shape;3747;p39"/>
                <p:cNvSpPr/>
                <p:nvPr/>
              </p:nvSpPr>
              <p:spPr>
                <a:xfrm>
                  <a:off x="3158354" y="2663459"/>
                  <a:ext cx="135659" cy="153614"/>
                </a:xfrm>
                <a:custGeom>
                  <a:rect b="b" l="l" r="r" t="t"/>
                  <a:pathLst>
                    <a:path extrusionOk="0" h="2712" w="2395">
                      <a:moveTo>
                        <a:pt x="0" y="1"/>
                      </a:moveTo>
                      <a:lnTo>
                        <a:pt x="0" y="239"/>
                      </a:lnTo>
                      <a:cubicBezTo>
                        <a:pt x="0" y="475"/>
                        <a:pt x="191" y="666"/>
                        <a:pt x="427" y="666"/>
                      </a:cubicBezTo>
                      <a:lnTo>
                        <a:pt x="1857" y="666"/>
                      </a:lnTo>
                      <a:cubicBezTo>
                        <a:pt x="2004" y="666"/>
                        <a:pt x="2123" y="785"/>
                        <a:pt x="2123" y="932"/>
                      </a:cubicBezTo>
                      <a:lnTo>
                        <a:pt x="2123" y="1949"/>
                      </a:lnTo>
                      <a:cubicBezTo>
                        <a:pt x="2123" y="2164"/>
                        <a:pt x="2038" y="2367"/>
                        <a:pt x="1887" y="2519"/>
                      </a:cubicBezTo>
                      <a:lnTo>
                        <a:pt x="2078" y="2711"/>
                      </a:lnTo>
                      <a:cubicBezTo>
                        <a:pt x="2282" y="2508"/>
                        <a:pt x="2394" y="2236"/>
                        <a:pt x="2394" y="1950"/>
                      </a:cubicBezTo>
                      <a:lnTo>
                        <a:pt x="2394" y="933"/>
                      </a:lnTo>
                      <a:cubicBezTo>
                        <a:pt x="2394" y="636"/>
                        <a:pt x="2153" y="396"/>
                        <a:pt x="1857" y="396"/>
                      </a:cubicBezTo>
                      <a:lnTo>
                        <a:pt x="427" y="396"/>
                      </a:lnTo>
                      <a:cubicBezTo>
                        <a:pt x="340" y="396"/>
                        <a:pt x="270" y="326"/>
                        <a:pt x="270" y="239"/>
                      </a:cubicBezTo>
                      <a:lnTo>
                        <a:pt x="27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48" name="Google Shape;3748;p39"/>
                <p:cNvSpPr/>
                <p:nvPr/>
              </p:nvSpPr>
              <p:spPr>
                <a:xfrm>
                  <a:off x="3139549" y="2646637"/>
                  <a:ext cx="51431" cy="30757"/>
                </a:xfrm>
                <a:custGeom>
                  <a:rect b="b" l="l" r="r" t="t"/>
                  <a:pathLst>
                    <a:path extrusionOk="0" h="543" w="908">
                      <a:moveTo>
                        <a:pt x="1" y="0"/>
                      </a:moveTo>
                      <a:lnTo>
                        <a:pt x="1" y="389"/>
                      </a:lnTo>
                      <a:cubicBezTo>
                        <a:pt x="1" y="475"/>
                        <a:pt x="70" y="542"/>
                        <a:pt x="154" y="542"/>
                      </a:cubicBezTo>
                      <a:lnTo>
                        <a:pt x="754" y="542"/>
                      </a:lnTo>
                      <a:cubicBezTo>
                        <a:pt x="840" y="542"/>
                        <a:pt x="907" y="473"/>
                        <a:pt x="907" y="389"/>
                      </a:cubicBezTo>
                      <a:lnTo>
                        <a:pt x="90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749" name="Google Shape;3749;p39"/>
              <p:cNvSpPr/>
              <p:nvPr/>
            </p:nvSpPr>
            <p:spPr>
              <a:xfrm>
                <a:off x="3144647" y="2615427"/>
                <a:ext cx="9799" cy="26735"/>
              </a:xfrm>
              <a:custGeom>
                <a:rect b="b" l="l" r="r" t="t"/>
                <a:pathLst>
                  <a:path extrusionOk="0" h="472" w="173">
                    <a:moveTo>
                      <a:pt x="86" y="1"/>
                    </a:moveTo>
                    <a:cubicBezTo>
                      <a:pt x="38" y="1"/>
                      <a:pt x="1" y="39"/>
                      <a:pt x="1" y="86"/>
                    </a:cubicBezTo>
                    <a:lnTo>
                      <a:pt x="1" y="471"/>
                    </a:lnTo>
                    <a:lnTo>
                      <a:pt x="172" y="471"/>
                    </a:lnTo>
                    <a:lnTo>
                      <a:pt x="172" y="86"/>
                    </a:lnTo>
                    <a:cubicBezTo>
                      <a:pt x="171" y="39"/>
                      <a:pt x="134" y="1"/>
                      <a:pt x="86" y="1"/>
                    </a:cubicBezTo>
                    <a:close/>
                  </a:path>
                </a:pathLst>
              </a:custGeom>
              <a:solidFill>
                <a:srgbClr val="347C0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50" name="Google Shape;3750;p39"/>
            <p:cNvSpPr/>
            <p:nvPr/>
          </p:nvSpPr>
          <p:spPr>
            <a:xfrm>
              <a:off x="3175007" y="2615427"/>
              <a:ext cx="9799" cy="26735"/>
            </a:xfrm>
            <a:custGeom>
              <a:rect b="b" l="l" r="r" t="t"/>
              <a:pathLst>
                <a:path extrusionOk="0" h="472" w="173">
                  <a:moveTo>
                    <a:pt x="87" y="1"/>
                  </a:moveTo>
                  <a:cubicBezTo>
                    <a:pt x="40" y="1"/>
                    <a:pt x="1" y="39"/>
                    <a:pt x="1" y="86"/>
                  </a:cubicBezTo>
                  <a:lnTo>
                    <a:pt x="1" y="471"/>
                  </a:lnTo>
                  <a:lnTo>
                    <a:pt x="173" y="471"/>
                  </a:lnTo>
                  <a:lnTo>
                    <a:pt x="173" y="86"/>
                  </a:lnTo>
                  <a:cubicBezTo>
                    <a:pt x="173" y="39"/>
                    <a:pt x="135" y="1"/>
                    <a:pt x="87" y="1"/>
                  </a:cubicBezTo>
                  <a:close/>
                </a:path>
              </a:pathLst>
            </a:custGeom>
            <a:solidFill>
              <a:srgbClr val="347C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1" name="Google Shape;3751;p39"/>
          <p:cNvGrpSpPr/>
          <p:nvPr/>
        </p:nvGrpSpPr>
        <p:grpSpPr>
          <a:xfrm>
            <a:off x="3436184" y="1754651"/>
            <a:ext cx="280041" cy="245828"/>
            <a:chOff x="3436184" y="1678451"/>
            <a:chExt cx="280041" cy="245828"/>
          </a:xfrm>
        </p:grpSpPr>
        <p:sp>
          <p:nvSpPr>
            <p:cNvPr id="3752" name="Google Shape;3752;p39"/>
            <p:cNvSpPr/>
            <p:nvPr/>
          </p:nvSpPr>
          <p:spPr>
            <a:xfrm>
              <a:off x="3482574" y="1733167"/>
              <a:ext cx="187090" cy="191112"/>
            </a:xfrm>
            <a:custGeom>
              <a:rect b="b" l="l" r="r" t="t"/>
              <a:pathLst>
                <a:path extrusionOk="0" h="3374" w="3303">
                  <a:moveTo>
                    <a:pt x="1652" y="1"/>
                  </a:moveTo>
                  <a:lnTo>
                    <a:pt x="1" y="1658"/>
                  </a:lnTo>
                  <a:lnTo>
                    <a:pt x="1" y="3374"/>
                  </a:lnTo>
                  <a:lnTo>
                    <a:pt x="891" y="3374"/>
                  </a:lnTo>
                  <a:lnTo>
                    <a:pt x="891" y="2510"/>
                  </a:lnTo>
                  <a:lnTo>
                    <a:pt x="2412" y="2510"/>
                  </a:lnTo>
                  <a:lnTo>
                    <a:pt x="2412" y="3374"/>
                  </a:lnTo>
                  <a:lnTo>
                    <a:pt x="3303" y="3374"/>
                  </a:lnTo>
                  <a:lnTo>
                    <a:pt x="3303" y="1658"/>
                  </a:lnTo>
                  <a:lnTo>
                    <a:pt x="16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39"/>
            <p:cNvSpPr/>
            <p:nvPr/>
          </p:nvSpPr>
          <p:spPr>
            <a:xfrm>
              <a:off x="3436184" y="1678451"/>
              <a:ext cx="280041" cy="140587"/>
            </a:xfrm>
            <a:custGeom>
              <a:rect b="b" l="l" r="r" t="t"/>
              <a:pathLst>
                <a:path extrusionOk="0" h="2482" w="4944">
                  <a:moveTo>
                    <a:pt x="2471" y="1"/>
                  </a:moveTo>
                  <a:lnTo>
                    <a:pt x="0" y="2482"/>
                  </a:lnTo>
                  <a:lnTo>
                    <a:pt x="627" y="2482"/>
                  </a:lnTo>
                  <a:lnTo>
                    <a:pt x="2471" y="631"/>
                  </a:lnTo>
                  <a:lnTo>
                    <a:pt x="4314" y="2482"/>
                  </a:lnTo>
                  <a:lnTo>
                    <a:pt x="4943" y="2482"/>
                  </a:lnTo>
                  <a:lnTo>
                    <a:pt x="4060" y="1596"/>
                  </a:lnTo>
                  <a:lnTo>
                    <a:pt x="4060" y="463"/>
                  </a:lnTo>
                  <a:lnTo>
                    <a:pt x="3372" y="463"/>
                  </a:lnTo>
                  <a:lnTo>
                    <a:pt x="3372" y="903"/>
                  </a:lnTo>
                  <a:lnTo>
                    <a:pt x="247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39"/>
            <p:cNvSpPr/>
            <p:nvPr/>
          </p:nvSpPr>
          <p:spPr>
            <a:xfrm>
              <a:off x="3619762" y="1682812"/>
              <a:ext cx="53867" cy="14614"/>
            </a:xfrm>
            <a:custGeom>
              <a:rect b="b" l="l" r="r" t="t"/>
              <a:pathLst>
                <a:path extrusionOk="0" h="258" w="951">
                  <a:moveTo>
                    <a:pt x="1" y="0"/>
                  </a:moveTo>
                  <a:lnTo>
                    <a:pt x="1" y="257"/>
                  </a:lnTo>
                  <a:lnTo>
                    <a:pt x="950" y="257"/>
                  </a:lnTo>
                  <a:lnTo>
                    <a:pt x="9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5" name="Google Shape;3755;p39"/>
          <p:cNvGrpSpPr/>
          <p:nvPr/>
        </p:nvGrpSpPr>
        <p:grpSpPr>
          <a:xfrm>
            <a:off x="5449590" y="3691249"/>
            <a:ext cx="202327" cy="272393"/>
            <a:chOff x="5449590" y="3615049"/>
            <a:chExt cx="202327" cy="272393"/>
          </a:xfrm>
        </p:grpSpPr>
        <p:sp>
          <p:nvSpPr>
            <p:cNvPr id="3756" name="Google Shape;3756;p39"/>
            <p:cNvSpPr/>
            <p:nvPr/>
          </p:nvSpPr>
          <p:spPr>
            <a:xfrm>
              <a:off x="5449589" y="3615049"/>
              <a:ext cx="202327" cy="228949"/>
            </a:xfrm>
            <a:custGeom>
              <a:rect b="b" l="l" r="r" t="t"/>
              <a:pathLst>
                <a:path extrusionOk="0" h="4042" w="3572">
                  <a:moveTo>
                    <a:pt x="927" y="1204"/>
                  </a:moveTo>
                  <a:cubicBezTo>
                    <a:pt x="961" y="1204"/>
                    <a:pt x="992" y="1225"/>
                    <a:pt x="1005" y="1258"/>
                  </a:cubicBezTo>
                  <a:cubicBezTo>
                    <a:pt x="1031" y="1328"/>
                    <a:pt x="1079" y="1445"/>
                    <a:pt x="1137" y="1591"/>
                  </a:cubicBezTo>
                  <a:lnTo>
                    <a:pt x="1275" y="1435"/>
                  </a:lnTo>
                  <a:cubicBezTo>
                    <a:pt x="1286" y="1422"/>
                    <a:pt x="1302" y="1416"/>
                    <a:pt x="1317" y="1416"/>
                  </a:cubicBezTo>
                  <a:cubicBezTo>
                    <a:pt x="1332" y="1416"/>
                    <a:pt x="1347" y="1422"/>
                    <a:pt x="1358" y="1435"/>
                  </a:cubicBezTo>
                  <a:lnTo>
                    <a:pt x="1554" y="1654"/>
                  </a:lnTo>
                  <a:lnTo>
                    <a:pt x="1750" y="1435"/>
                  </a:lnTo>
                  <a:cubicBezTo>
                    <a:pt x="1762" y="1422"/>
                    <a:pt x="1777" y="1416"/>
                    <a:pt x="1792" y="1416"/>
                  </a:cubicBezTo>
                  <a:cubicBezTo>
                    <a:pt x="1807" y="1416"/>
                    <a:pt x="1823" y="1422"/>
                    <a:pt x="1833" y="1435"/>
                  </a:cubicBezTo>
                  <a:lnTo>
                    <a:pt x="2029" y="1654"/>
                  </a:lnTo>
                  <a:lnTo>
                    <a:pt x="2226" y="1435"/>
                  </a:lnTo>
                  <a:cubicBezTo>
                    <a:pt x="2237" y="1422"/>
                    <a:pt x="2253" y="1416"/>
                    <a:pt x="2268" y="1416"/>
                  </a:cubicBezTo>
                  <a:cubicBezTo>
                    <a:pt x="2283" y="1416"/>
                    <a:pt x="2298" y="1422"/>
                    <a:pt x="2309" y="1435"/>
                  </a:cubicBezTo>
                  <a:lnTo>
                    <a:pt x="2449" y="1593"/>
                  </a:lnTo>
                  <a:cubicBezTo>
                    <a:pt x="2498" y="1473"/>
                    <a:pt x="2536" y="1373"/>
                    <a:pt x="2561" y="1310"/>
                  </a:cubicBezTo>
                  <a:cubicBezTo>
                    <a:pt x="2574" y="1278"/>
                    <a:pt x="2606" y="1258"/>
                    <a:pt x="2641" y="1258"/>
                  </a:cubicBezTo>
                  <a:cubicBezTo>
                    <a:pt x="2647" y="1258"/>
                    <a:pt x="2653" y="1259"/>
                    <a:pt x="2661" y="1261"/>
                  </a:cubicBezTo>
                  <a:cubicBezTo>
                    <a:pt x="2712" y="1273"/>
                    <a:pt x="2739" y="1326"/>
                    <a:pt x="2721" y="1373"/>
                  </a:cubicBezTo>
                  <a:cubicBezTo>
                    <a:pt x="2668" y="1510"/>
                    <a:pt x="2530" y="1858"/>
                    <a:pt x="2164" y="2767"/>
                  </a:cubicBezTo>
                  <a:lnTo>
                    <a:pt x="2164" y="3479"/>
                  </a:lnTo>
                  <a:lnTo>
                    <a:pt x="1996" y="3479"/>
                  </a:lnTo>
                  <a:lnTo>
                    <a:pt x="1996" y="2733"/>
                  </a:lnTo>
                  <a:lnTo>
                    <a:pt x="2001" y="2719"/>
                  </a:lnTo>
                  <a:cubicBezTo>
                    <a:pt x="2126" y="2411"/>
                    <a:pt x="2285" y="2015"/>
                    <a:pt x="2405" y="1711"/>
                  </a:cubicBezTo>
                  <a:lnTo>
                    <a:pt x="2268" y="1557"/>
                  </a:lnTo>
                  <a:lnTo>
                    <a:pt x="2073" y="1777"/>
                  </a:lnTo>
                  <a:cubicBezTo>
                    <a:pt x="2060" y="1789"/>
                    <a:pt x="2045" y="1795"/>
                    <a:pt x="2029" y="1795"/>
                  </a:cubicBezTo>
                  <a:cubicBezTo>
                    <a:pt x="2014" y="1795"/>
                    <a:pt x="1999" y="1789"/>
                    <a:pt x="1987" y="1777"/>
                  </a:cubicBezTo>
                  <a:lnTo>
                    <a:pt x="1791" y="1557"/>
                  </a:lnTo>
                  <a:lnTo>
                    <a:pt x="1596" y="1777"/>
                  </a:lnTo>
                  <a:cubicBezTo>
                    <a:pt x="1584" y="1789"/>
                    <a:pt x="1569" y="1795"/>
                    <a:pt x="1554" y="1795"/>
                  </a:cubicBezTo>
                  <a:cubicBezTo>
                    <a:pt x="1538" y="1795"/>
                    <a:pt x="1523" y="1789"/>
                    <a:pt x="1512" y="1777"/>
                  </a:cubicBezTo>
                  <a:lnTo>
                    <a:pt x="1316" y="1557"/>
                  </a:lnTo>
                  <a:lnTo>
                    <a:pt x="1183" y="1706"/>
                  </a:lnTo>
                  <a:cubicBezTo>
                    <a:pt x="1301" y="2003"/>
                    <a:pt x="1449" y="2373"/>
                    <a:pt x="1566" y="2666"/>
                  </a:cubicBezTo>
                  <a:lnTo>
                    <a:pt x="1572" y="2680"/>
                  </a:lnTo>
                  <a:lnTo>
                    <a:pt x="1572" y="3479"/>
                  </a:lnTo>
                  <a:lnTo>
                    <a:pt x="1404" y="3479"/>
                  </a:lnTo>
                  <a:lnTo>
                    <a:pt x="1404" y="2713"/>
                  </a:lnTo>
                  <a:cubicBezTo>
                    <a:pt x="1038" y="1802"/>
                    <a:pt x="900" y="1454"/>
                    <a:pt x="849" y="1317"/>
                  </a:cubicBezTo>
                  <a:cubicBezTo>
                    <a:pt x="844" y="1307"/>
                    <a:pt x="842" y="1299"/>
                    <a:pt x="842" y="1289"/>
                  </a:cubicBezTo>
                  <a:cubicBezTo>
                    <a:pt x="842" y="1250"/>
                    <a:pt x="867" y="1217"/>
                    <a:pt x="906" y="1207"/>
                  </a:cubicBezTo>
                  <a:cubicBezTo>
                    <a:pt x="913" y="1205"/>
                    <a:pt x="920" y="1204"/>
                    <a:pt x="927" y="1204"/>
                  </a:cubicBezTo>
                  <a:close/>
                  <a:moveTo>
                    <a:pt x="1786" y="0"/>
                  </a:moveTo>
                  <a:cubicBezTo>
                    <a:pt x="800" y="0"/>
                    <a:pt x="1" y="800"/>
                    <a:pt x="1" y="1786"/>
                  </a:cubicBezTo>
                  <a:cubicBezTo>
                    <a:pt x="1" y="2330"/>
                    <a:pt x="245" y="2816"/>
                    <a:pt x="627" y="3144"/>
                  </a:cubicBezTo>
                  <a:cubicBezTo>
                    <a:pt x="704" y="3238"/>
                    <a:pt x="851" y="3440"/>
                    <a:pt x="945" y="3712"/>
                  </a:cubicBezTo>
                  <a:lnTo>
                    <a:pt x="906" y="3712"/>
                  </a:lnTo>
                  <a:cubicBezTo>
                    <a:pt x="814" y="3712"/>
                    <a:pt x="741" y="3786"/>
                    <a:pt x="741" y="3877"/>
                  </a:cubicBezTo>
                  <a:cubicBezTo>
                    <a:pt x="741" y="3962"/>
                    <a:pt x="805" y="4032"/>
                    <a:pt x="887" y="4041"/>
                  </a:cubicBezTo>
                  <a:lnTo>
                    <a:pt x="2689" y="4041"/>
                  </a:lnTo>
                  <a:cubicBezTo>
                    <a:pt x="2771" y="4031"/>
                    <a:pt x="2833" y="3961"/>
                    <a:pt x="2833" y="3877"/>
                  </a:cubicBezTo>
                  <a:cubicBezTo>
                    <a:pt x="2833" y="3785"/>
                    <a:pt x="2759" y="3712"/>
                    <a:pt x="2668" y="3712"/>
                  </a:cubicBezTo>
                  <a:lnTo>
                    <a:pt x="2644" y="3712"/>
                  </a:lnTo>
                  <a:cubicBezTo>
                    <a:pt x="2777" y="3331"/>
                    <a:pt x="3012" y="3085"/>
                    <a:pt x="3012" y="3085"/>
                  </a:cubicBezTo>
                  <a:cubicBezTo>
                    <a:pt x="3354" y="2758"/>
                    <a:pt x="3572" y="2298"/>
                    <a:pt x="3572" y="1786"/>
                  </a:cubicBezTo>
                  <a:cubicBezTo>
                    <a:pt x="3572" y="800"/>
                    <a:pt x="2773" y="0"/>
                    <a:pt x="17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39"/>
            <p:cNvSpPr/>
            <p:nvPr/>
          </p:nvSpPr>
          <p:spPr>
            <a:xfrm>
              <a:off x="5491958" y="3854532"/>
              <a:ext cx="117420" cy="32909"/>
            </a:xfrm>
            <a:custGeom>
              <a:rect b="b" l="l" r="r" t="t"/>
              <a:pathLst>
                <a:path extrusionOk="0" h="581" w="2073">
                  <a:moveTo>
                    <a:pt x="137" y="0"/>
                  </a:moveTo>
                  <a:cubicBezTo>
                    <a:pt x="60" y="15"/>
                    <a:pt x="1" y="81"/>
                    <a:pt x="1" y="162"/>
                  </a:cubicBezTo>
                  <a:cubicBezTo>
                    <a:pt x="1" y="253"/>
                    <a:pt x="73" y="326"/>
                    <a:pt x="164" y="326"/>
                  </a:cubicBezTo>
                  <a:lnTo>
                    <a:pt x="469" y="326"/>
                  </a:lnTo>
                  <a:cubicBezTo>
                    <a:pt x="485" y="470"/>
                    <a:pt x="605" y="580"/>
                    <a:pt x="752" y="580"/>
                  </a:cubicBezTo>
                  <a:lnTo>
                    <a:pt x="1276" y="580"/>
                  </a:lnTo>
                  <a:cubicBezTo>
                    <a:pt x="1422" y="580"/>
                    <a:pt x="1544" y="470"/>
                    <a:pt x="1559" y="326"/>
                  </a:cubicBezTo>
                  <a:lnTo>
                    <a:pt x="1909" y="326"/>
                  </a:lnTo>
                  <a:cubicBezTo>
                    <a:pt x="2000" y="326"/>
                    <a:pt x="2073" y="253"/>
                    <a:pt x="2073" y="162"/>
                  </a:cubicBezTo>
                  <a:cubicBezTo>
                    <a:pt x="2073" y="81"/>
                    <a:pt x="2014" y="15"/>
                    <a:pt x="19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8" name="Google Shape;3758;p39"/>
          <p:cNvGrpSpPr/>
          <p:nvPr/>
        </p:nvGrpSpPr>
        <p:grpSpPr>
          <a:xfrm>
            <a:off x="3391154" y="3699745"/>
            <a:ext cx="380750" cy="232630"/>
            <a:chOff x="3391154" y="3623545"/>
            <a:chExt cx="380750" cy="232630"/>
          </a:xfrm>
        </p:grpSpPr>
        <p:sp>
          <p:nvSpPr>
            <p:cNvPr id="3759" name="Google Shape;3759;p39"/>
            <p:cNvSpPr/>
            <p:nvPr/>
          </p:nvSpPr>
          <p:spPr>
            <a:xfrm>
              <a:off x="3507327" y="3623545"/>
              <a:ext cx="148913" cy="180236"/>
            </a:xfrm>
            <a:custGeom>
              <a:rect b="b" l="l" r="r" t="t"/>
              <a:pathLst>
                <a:path extrusionOk="0" h="3182" w="2629">
                  <a:moveTo>
                    <a:pt x="1314" y="1"/>
                  </a:moveTo>
                  <a:lnTo>
                    <a:pt x="308" y="1338"/>
                  </a:lnTo>
                  <a:lnTo>
                    <a:pt x="778" y="1338"/>
                  </a:lnTo>
                  <a:lnTo>
                    <a:pt x="92" y="2251"/>
                  </a:lnTo>
                  <a:lnTo>
                    <a:pt x="686" y="2251"/>
                  </a:lnTo>
                  <a:lnTo>
                    <a:pt x="1" y="3182"/>
                  </a:lnTo>
                  <a:lnTo>
                    <a:pt x="2628" y="3182"/>
                  </a:lnTo>
                  <a:lnTo>
                    <a:pt x="1943" y="2251"/>
                  </a:lnTo>
                  <a:lnTo>
                    <a:pt x="2537" y="2251"/>
                  </a:lnTo>
                  <a:lnTo>
                    <a:pt x="1851" y="1338"/>
                  </a:lnTo>
                  <a:lnTo>
                    <a:pt x="2321" y="1338"/>
                  </a:lnTo>
                  <a:lnTo>
                    <a:pt x="131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39"/>
            <p:cNvSpPr/>
            <p:nvPr/>
          </p:nvSpPr>
          <p:spPr>
            <a:xfrm>
              <a:off x="3563969" y="3819584"/>
              <a:ext cx="35685" cy="36591"/>
            </a:xfrm>
            <a:custGeom>
              <a:rect b="b" l="l" r="r" t="t"/>
              <a:pathLst>
                <a:path extrusionOk="0" h="646" w="630">
                  <a:moveTo>
                    <a:pt x="0" y="0"/>
                  </a:moveTo>
                  <a:lnTo>
                    <a:pt x="0" y="646"/>
                  </a:lnTo>
                  <a:lnTo>
                    <a:pt x="630" y="646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39"/>
            <p:cNvSpPr/>
            <p:nvPr/>
          </p:nvSpPr>
          <p:spPr>
            <a:xfrm>
              <a:off x="3391154" y="3649601"/>
              <a:ext cx="117080" cy="154407"/>
            </a:xfrm>
            <a:custGeom>
              <a:rect b="b" l="l" r="r" t="t"/>
              <a:pathLst>
                <a:path extrusionOk="0" h="2726" w="2067">
                  <a:moveTo>
                    <a:pt x="1125" y="0"/>
                  </a:moveTo>
                  <a:lnTo>
                    <a:pt x="263" y="1146"/>
                  </a:lnTo>
                  <a:lnTo>
                    <a:pt x="665" y="1146"/>
                  </a:lnTo>
                  <a:lnTo>
                    <a:pt x="76" y="1928"/>
                  </a:lnTo>
                  <a:lnTo>
                    <a:pt x="586" y="1928"/>
                  </a:lnTo>
                  <a:lnTo>
                    <a:pt x="0" y="2725"/>
                  </a:lnTo>
                  <a:lnTo>
                    <a:pt x="1813" y="2725"/>
                  </a:lnTo>
                  <a:lnTo>
                    <a:pt x="2066" y="2420"/>
                  </a:lnTo>
                  <a:lnTo>
                    <a:pt x="1865" y="2201"/>
                  </a:lnTo>
                  <a:lnTo>
                    <a:pt x="1380" y="2201"/>
                  </a:lnTo>
                  <a:lnTo>
                    <a:pt x="1881" y="1539"/>
                  </a:lnTo>
                  <a:lnTo>
                    <a:pt x="1584" y="1146"/>
                  </a:lnTo>
                  <a:lnTo>
                    <a:pt x="1987" y="1146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39"/>
            <p:cNvSpPr/>
            <p:nvPr/>
          </p:nvSpPr>
          <p:spPr>
            <a:xfrm>
              <a:off x="3439526" y="3824795"/>
              <a:ext cx="30644" cy="31380"/>
            </a:xfrm>
            <a:custGeom>
              <a:rect b="b" l="l" r="r" t="t"/>
              <a:pathLst>
                <a:path extrusionOk="0" h="554" w="541">
                  <a:moveTo>
                    <a:pt x="1" y="0"/>
                  </a:moveTo>
                  <a:lnTo>
                    <a:pt x="1" y="554"/>
                  </a:lnTo>
                  <a:lnTo>
                    <a:pt x="541" y="554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39"/>
            <p:cNvSpPr/>
            <p:nvPr/>
          </p:nvSpPr>
          <p:spPr>
            <a:xfrm>
              <a:off x="3654823" y="3649601"/>
              <a:ext cx="117080" cy="154407"/>
            </a:xfrm>
            <a:custGeom>
              <a:rect b="b" l="l" r="r" t="t"/>
              <a:pathLst>
                <a:path extrusionOk="0" h="2726" w="2067">
                  <a:moveTo>
                    <a:pt x="942" y="0"/>
                  </a:moveTo>
                  <a:lnTo>
                    <a:pt x="81" y="1146"/>
                  </a:lnTo>
                  <a:lnTo>
                    <a:pt x="484" y="1146"/>
                  </a:lnTo>
                  <a:lnTo>
                    <a:pt x="188" y="1539"/>
                  </a:lnTo>
                  <a:lnTo>
                    <a:pt x="686" y="2201"/>
                  </a:lnTo>
                  <a:lnTo>
                    <a:pt x="202" y="2201"/>
                  </a:lnTo>
                  <a:lnTo>
                    <a:pt x="1" y="2420"/>
                  </a:lnTo>
                  <a:lnTo>
                    <a:pt x="254" y="2725"/>
                  </a:lnTo>
                  <a:lnTo>
                    <a:pt x="2067" y="2725"/>
                  </a:lnTo>
                  <a:lnTo>
                    <a:pt x="1481" y="1928"/>
                  </a:lnTo>
                  <a:lnTo>
                    <a:pt x="1991" y="1928"/>
                  </a:lnTo>
                  <a:lnTo>
                    <a:pt x="1401" y="1146"/>
                  </a:lnTo>
                  <a:lnTo>
                    <a:pt x="1805" y="1146"/>
                  </a:lnTo>
                  <a:lnTo>
                    <a:pt x="94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39"/>
            <p:cNvSpPr/>
            <p:nvPr/>
          </p:nvSpPr>
          <p:spPr>
            <a:xfrm>
              <a:off x="3692887" y="3824795"/>
              <a:ext cx="30644" cy="31380"/>
            </a:xfrm>
            <a:custGeom>
              <a:rect b="b" l="l" r="r" t="t"/>
              <a:pathLst>
                <a:path extrusionOk="0" h="554" w="541">
                  <a:moveTo>
                    <a:pt x="1" y="0"/>
                  </a:moveTo>
                  <a:lnTo>
                    <a:pt x="1" y="554"/>
                  </a:lnTo>
                  <a:lnTo>
                    <a:pt x="540" y="554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65" name="Google Shape;3765;p39"/>
          <p:cNvGrpSpPr/>
          <p:nvPr/>
        </p:nvGrpSpPr>
        <p:grpSpPr>
          <a:xfrm>
            <a:off x="5390342" y="1756746"/>
            <a:ext cx="312269" cy="225550"/>
            <a:chOff x="5390342" y="1680546"/>
            <a:chExt cx="312269" cy="225550"/>
          </a:xfrm>
        </p:grpSpPr>
        <p:sp>
          <p:nvSpPr>
            <p:cNvPr id="3766" name="Google Shape;3766;p39"/>
            <p:cNvSpPr/>
            <p:nvPr/>
          </p:nvSpPr>
          <p:spPr>
            <a:xfrm>
              <a:off x="5427272" y="1775026"/>
              <a:ext cx="228836" cy="131071"/>
            </a:xfrm>
            <a:custGeom>
              <a:rect b="b" l="l" r="r" t="t"/>
              <a:pathLst>
                <a:path extrusionOk="0" h="2314" w="4040">
                  <a:moveTo>
                    <a:pt x="2021" y="0"/>
                  </a:moveTo>
                  <a:cubicBezTo>
                    <a:pt x="905" y="0"/>
                    <a:pt x="1" y="612"/>
                    <a:pt x="1" y="1365"/>
                  </a:cubicBezTo>
                  <a:cubicBezTo>
                    <a:pt x="1" y="2118"/>
                    <a:pt x="905" y="2314"/>
                    <a:pt x="2021" y="2314"/>
                  </a:cubicBezTo>
                  <a:cubicBezTo>
                    <a:pt x="3136" y="2314"/>
                    <a:pt x="4039" y="2118"/>
                    <a:pt x="4039" y="1365"/>
                  </a:cubicBezTo>
                  <a:cubicBezTo>
                    <a:pt x="4039" y="612"/>
                    <a:pt x="3136" y="1"/>
                    <a:pt x="20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39"/>
            <p:cNvSpPr/>
            <p:nvPr/>
          </p:nvSpPr>
          <p:spPr>
            <a:xfrm>
              <a:off x="5390342" y="1718270"/>
              <a:ext cx="75844" cy="73352"/>
            </a:xfrm>
            <a:custGeom>
              <a:rect b="b" l="l" r="r" t="t"/>
              <a:pathLst>
                <a:path extrusionOk="0" h="1295" w="1339">
                  <a:moveTo>
                    <a:pt x="607" y="1"/>
                  </a:moveTo>
                  <a:cubicBezTo>
                    <a:pt x="529" y="1"/>
                    <a:pt x="451" y="18"/>
                    <a:pt x="378" y="56"/>
                  </a:cubicBezTo>
                  <a:cubicBezTo>
                    <a:pt x="97" y="200"/>
                    <a:pt x="0" y="583"/>
                    <a:pt x="162" y="909"/>
                  </a:cubicBezTo>
                  <a:cubicBezTo>
                    <a:pt x="280" y="1151"/>
                    <a:pt x="506" y="1295"/>
                    <a:pt x="730" y="1295"/>
                  </a:cubicBezTo>
                  <a:cubicBezTo>
                    <a:pt x="809" y="1295"/>
                    <a:pt x="887" y="1277"/>
                    <a:pt x="961" y="1239"/>
                  </a:cubicBezTo>
                  <a:cubicBezTo>
                    <a:pt x="1241" y="1094"/>
                    <a:pt x="1338" y="714"/>
                    <a:pt x="1177" y="386"/>
                  </a:cubicBezTo>
                  <a:cubicBezTo>
                    <a:pt x="1058" y="145"/>
                    <a:pt x="831" y="1"/>
                    <a:pt x="6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39"/>
            <p:cNvSpPr/>
            <p:nvPr/>
          </p:nvSpPr>
          <p:spPr>
            <a:xfrm>
              <a:off x="5626880" y="1718270"/>
              <a:ext cx="75731" cy="73352"/>
            </a:xfrm>
            <a:custGeom>
              <a:rect b="b" l="l" r="r" t="t"/>
              <a:pathLst>
                <a:path extrusionOk="0" h="1295" w="1337">
                  <a:moveTo>
                    <a:pt x="730" y="1"/>
                  </a:moveTo>
                  <a:cubicBezTo>
                    <a:pt x="506" y="1"/>
                    <a:pt x="279" y="145"/>
                    <a:pt x="160" y="386"/>
                  </a:cubicBezTo>
                  <a:cubicBezTo>
                    <a:pt x="1" y="714"/>
                    <a:pt x="95" y="1094"/>
                    <a:pt x="376" y="1239"/>
                  </a:cubicBezTo>
                  <a:cubicBezTo>
                    <a:pt x="450" y="1277"/>
                    <a:pt x="528" y="1295"/>
                    <a:pt x="608" y="1295"/>
                  </a:cubicBezTo>
                  <a:cubicBezTo>
                    <a:pt x="831" y="1295"/>
                    <a:pt x="1057" y="1151"/>
                    <a:pt x="1175" y="909"/>
                  </a:cubicBezTo>
                  <a:cubicBezTo>
                    <a:pt x="1337" y="583"/>
                    <a:pt x="1240" y="200"/>
                    <a:pt x="959" y="56"/>
                  </a:cubicBezTo>
                  <a:cubicBezTo>
                    <a:pt x="886" y="18"/>
                    <a:pt x="808" y="1"/>
                    <a:pt x="7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9" name="Google Shape;3769;p39"/>
            <p:cNvSpPr/>
            <p:nvPr/>
          </p:nvSpPr>
          <p:spPr>
            <a:xfrm>
              <a:off x="5468791" y="1680546"/>
              <a:ext cx="69444" cy="74938"/>
            </a:xfrm>
            <a:custGeom>
              <a:rect b="b" l="l" r="r" t="t"/>
              <a:pathLst>
                <a:path extrusionOk="0" h="1323" w="1226">
                  <a:moveTo>
                    <a:pt x="592" y="0"/>
                  </a:moveTo>
                  <a:cubicBezTo>
                    <a:pt x="570" y="0"/>
                    <a:pt x="548" y="2"/>
                    <a:pt x="526" y="5"/>
                  </a:cubicBezTo>
                  <a:cubicBezTo>
                    <a:pt x="214" y="46"/>
                    <a:pt x="0" y="373"/>
                    <a:pt x="49" y="736"/>
                  </a:cubicBezTo>
                  <a:cubicBezTo>
                    <a:pt x="93" y="1073"/>
                    <a:pt x="349" y="1323"/>
                    <a:pt x="636" y="1323"/>
                  </a:cubicBezTo>
                  <a:cubicBezTo>
                    <a:pt x="657" y="1323"/>
                    <a:pt x="679" y="1321"/>
                    <a:pt x="700" y="1318"/>
                  </a:cubicBezTo>
                  <a:cubicBezTo>
                    <a:pt x="1011" y="1276"/>
                    <a:pt x="1225" y="949"/>
                    <a:pt x="1177" y="587"/>
                  </a:cubicBezTo>
                  <a:cubicBezTo>
                    <a:pt x="1132" y="249"/>
                    <a:pt x="878" y="0"/>
                    <a:pt x="5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0" name="Google Shape;3770;p39"/>
            <p:cNvSpPr/>
            <p:nvPr/>
          </p:nvSpPr>
          <p:spPr>
            <a:xfrm>
              <a:off x="5552452" y="1681396"/>
              <a:ext cx="69897" cy="74881"/>
            </a:xfrm>
            <a:custGeom>
              <a:rect b="b" l="l" r="r" t="t"/>
              <a:pathLst>
                <a:path extrusionOk="0" h="1322" w="1234">
                  <a:moveTo>
                    <a:pt x="641" y="0"/>
                  </a:moveTo>
                  <a:cubicBezTo>
                    <a:pt x="360" y="0"/>
                    <a:pt x="106" y="239"/>
                    <a:pt x="56" y="572"/>
                  </a:cubicBezTo>
                  <a:cubicBezTo>
                    <a:pt x="1" y="933"/>
                    <a:pt x="208" y="1266"/>
                    <a:pt x="518" y="1316"/>
                  </a:cubicBezTo>
                  <a:cubicBezTo>
                    <a:pt x="543" y="1320"/>
                    <a:pt x="569" y="1322"/>
                    <a:pt x="595" y="1322"/>
                  </a:cubicBezTo>
                  <a:cubicBezTo>
                    <a:pt x="875" y="1322"/>
                    <a:pt x="1128" y="1082"/>
                    <a:pt x="1179" y="751"/>
                  </a:cubicBezTo>
                  <a:cubicBezTo>
                    <a:pt x="1234" y="389"/>
                    <a:pt x="1028" y="56"/>
                    <a:pt x="717" y="6"/>
                  </a:cubicBezTo>
                  <a:cubicBezTo>
                    <a:pt x="692" y="2"/>
                    <a:pt x="666" y="0"/>
                    <a:pt x="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71" name="Google Shape;3771;p39"/>
          <p:cNvSpPr/>
          <p:nvPr/>
        </p:nvSpPr>
        <p:spPr>
          <a:xfrm>
            <a:off x="3889662" y="2225105"/>
            <a:ext cx="1346959" cy="1347129"/>
          </a:xfrm>
          <a:custGeom>
            <a:rect b="b" l="l" r="r" t="t"/>
            <a:pathLst>
              <a:path extrusionOk="0" h="23783" w="23780">
                <a:moveTo>
                  <a:pt x="11891" y="0"/>
                </a:moveTo>
                <a:cubicBezTo>
                  <a:pt x="9950" y="0"/>
                  <a:pt x="8118" y="465"/>
                  <a:pt x="6499" y="1290"/>
                </a:cubicBezTo>
                <a:cubicBezTo>
                  <a:pt x="4575" y="2271"/>
                  <a:pt x="2954" y="3761"/>
                  <a:pt x="1813" y="5581"/>
                </a:cubicBezTo>
                <a:cubicBezTo>
                  <a:pt x="1537" y="6016"/>
                  <a:pt x="1292" y="6470"/>
                  <a:pt x="1077" y="6941"/>
                </a:cubicBezTo>
                <a:cubicBezTo>
                  <a:pt x="591" y="8000"/>
                  <a:pt x="256" y="9142"/>
                  <a:pt x="100" y="10342"/>
                </a:cubicBezTo>
                <a:cubicBezTo>
                  <a:pt x="34" y="10849"/>
                  <a:pt x="1" y="11366"/>
                  <a:pt x="1" y="11890"/>
                </a:cubicBezTo>
                <a:cubicBezTo>
                  <a:pt x="1" y="16271"/>
                  <a:pt x="2367" y="20099"/>
                  <a:pt x="5895" y="22162"/>
                </a:cubicBezTo>
                <a:cubicBezTo>
                  <a:pt x="6122" y="22296"/>
                  <a:pt x="6356" y="22421"/>
                  <a:pt x="6592" y="22539"/>
                </a:cubicBezTo>
                <a:cubicBezTo>
                  <a:pt x="8187" y="23334"/>
                  <a:pt x="9987" y="23782"/>
                  <a:pt x="11890" y="23782"/>
                </a:cubicBezTo>
                <a:cubicBezTo>
                  <a:pt x="17149" y="23782"/>
                  <a:pt x="21610" y="20369"/>
                  <a:pt x="23178" y="15634"/>
                </a:cubicBezTo>
                <a:lnTo>
                  <a:pt x="23193" y="15588"/>
                </a:lnTo>
                <a:cubicBezTo>
                  <a:pt x="23573" y="14425"/>
                  <a:pt x="23780" y="13182"/>
                  <a:pt x="23780" y="11892"/>
                </a:cubicBezTo>
                <a:cubicBezTo>
                  <a:pt x="23780" y="9688"/>
                  <a:pt x="23179" y="7625"/>
                  <a:pt x="22136" y="5853"/>
                </a:cubicBezTo>
                <a:cubicBezTo>
                  <a:pt x="22077" y="5753"/>
                  <a:pt x="22014" y="5650"/>
                  <a:pt x="21951" y="5550"/>
                </a:cubicBezTo>
                <a:cubicBezTo>
                  <a:pt x="19846" y="2216"/>
                  <a:pt x="16127" y="0"/>
                  <a:pt x="118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2" name="Google Shape;3772;p39"/>
          <p:cNvSpPr/>
          <p:nvPr/>
        </p:nvSpPr>
        <p:spPr>
          <a:xfrm>
            <a:off x="4196040" y="2225218"/>
            <a:ext cx="1040579" cy="1347072"/>
          </a:xfrm>
          <a:custGeom>
            <a:rect b="b" l="l" r="r" t="t"/>
            <a:pathLst>
              <a:path extrusionOk="0" h="23782" w="18371">
                <a:moveTo>
                  <a:pt x="6481" y="0"/>
                </a:moveTo>
                <a:cubicBezTo>
                  <a:pt x="6251" y="0"/>
                  <a:pt x="6023" y="7"/>
                  <a:pt x="5796" y="21"/>
                </a:cubicBezTo>
                <a:cubicBezTo>
                  <a:pt x="7235" y="958"/>
                  <a:pt x="8459" y="2198"/>
                  <a:pt x="9377" y="3651"/>
                </a:cubicBezTo>
                <a:cubicBezTo>
                  <a:pt x="9439" y="3751"/>
                  <a:pt x="9502" y="3854"/>
                  <a:pt x="9562" y="3955"/>
                </a:cubicBezTo>
                <a:cubicBezTo>
                  <a:pt x="10607" y="5725"/>
                  <a:pt x="11205" y="7788"/>
                  <a:pt x="11205" y="9992"/>
                </a:cubicBezTo>
                <a:cubicBezTo>
                  <a:pt x="11205" y="11282"/>
                  <a:pt x="10999" y="12525"/>
                  <a:pt x="10620" y="13688"/>
                </a:cubicBezTo>
                <a:lnTo>
                  <a:pt x="10605" y="13734"/>
                </a:lnTo>
                <a:cubicBezTo>
                  <a:pt x="9105" y="18261"/>
                  <a:pt x="4960" y="21579"/>
                  <a:pt x="0" y="21861"/>
                </a:cubicBezTo>
                <a:cubicBezTo>
                  <a:pt x="159" y="21964"/>
                  <a:pt x="319" y="22065"/>
                  <a:pt x="484" y="22161"/>
                </a:cubicBezTo>
                <a:cubicBezTo>
                  <a:pt x="712" y="22294"/>
                  <a:pt x="945" y="22419"/>
                  <a:pt x="1182" y="22538"/>
                </a:cubicBezTo>
                <a:cubicBezTo>
                  <a:pt x="2777" y="23334"/>
                  <a:pt x="4576" y="23781"/>
                  <a:pt x="6479" y="23781"/>
                </a:cubicBezTo>
                <a:cubicBezTo>
                  <a:pt x="11738" y="23781"/>
                  <a:pt x="16199" y="20367"/>
                  <a:pt x="17768" y="15633"/>
                </a:cubicBezTo>
                <a:cubicBezTo>
                  <a:pt x="17774" y="15617"/>
                  <a:pt x="17778" y="15602"/>
                  <a:pt x="17783" y="15587"/>
                </a:cubicBezTo>
                <a:cubicBezTo>
                  <a:pt x="18164" y="14424"/>
                  <a:pt x="18368" y="13181"/>
                  <a:pt x="18368" y="11891"/>
                </a:cubicBezTo>
                <a:cubicBezTo>
                  <a:pt x="18371" y="9686"/>
                  <a:pt x="17770" y="7623"/>
                  <a:pt x="16726" y="5853"/>
                </a:cubicBezTo>
                <a:cubicBezTo>
                  <a:pt x="16667" y="5751"/>
                  <a:pt x="16603" y="5649"/>
                  <a:pt x="16541" y="5549"/>
                </a:cubicBezTo>
                <a:cubicBezTo>
                  <a:pt x="14436" y="2215"/>
                  <a:pt x="10717" y="0"/>
                  <a:pt x="6481" y="0"/>
                </a:cubicBezTo>
                <a:close/>
              </a:path>
            </a:pathLst>
          </a:custGeom>
          <a:solidFill>
            <a:srgbClr val="D9D9D9">
              <a:alpha val="3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3" name="Google Shape;3773;p39"/>
          <p:cNvSpPr/>
          <p:nvPr/>
        </p:nvSpPr>
        <p:spPr>
          <a:xfrm>
            <a:off x="4160355" y="3125547"/>
            <a:ext cx="289896" cy="370782"/>
          </a:xfrm>
          <a:custGeom>
            <a:rect b="b" l="l" r="r" t="t"/>
            <a:pathLst>
              <a:path extrusionOk="0" h="6546" w="5118">
                <a:moveTo>
                  <a:pt x="1409" y="0"/>
                </a:moveTo>
                <a:cubicBezTo>
                  <a:pt x="1377" y="0"/>
                  <a:pt x="1345" y="11"/>
                  <a:pt x="1319" y="32"/>
                </a:cubicBezTo>
                <a:lnTo>
                  <a:pt x="1201" y="130"/>
                </a:lnTo>
                <a:cubicBezTo>
                  <a:pt x="1176" y="150"/>
                  <a:pt x="1144" y="162"/>
                  <a:pt x="1112" y="162"/>
                </a:cubicBezTo>
                <a:cubicBezTo>
                  <a:pt x="1103" y="162"/>
                  <a:pt x="1094" y="161"/>
                  <a:pt x="1086" y="159"/>
                </a:cubicBezTo>
                <a:lnTo>
                  <a:pt x="986" y="139"/>
                </a:lnTo>
                <a:cubicBezTo>
                  <a:pt x="977" y="137"/>
                  <a:pt x="968" y="136"/>
                  <a:pt x="958" y="136"/>
                </a:cubicBezTo>
                <a:cubicBezTo>
                  <a:pt x="918" y="136"/>
                  <a:pt x="880" y="153"/>
                  <a:pt x="852" y="185"/>
                </a:cubicBezTo>
                <a:lnTo>
                  <a:pt x="789" y="260"/>
                </a:lnTo>
                <a:cubicBezTo>
                  <a:pt x="782" y="267"/>
                  <a:pt x="777" y="274"/>
                  <a:pt x="773" y="282"/>
                </a:cubicBezTo>
                <a:lnTo>
                  <a:pt x="27" y="1607"/>
                </a:lnTo>
                <a:cubicBezTo>
                  <a:pt x="1" y="1653"/>
                  <a:pt x="2" y="1709"/>
                  <a:pt x="32" y="1752"/>
                </a:cubicBezTo>
                <a:lnTo>
                  <a:pt x="827" y="2959"/>
                </a:lnTo>
                <a:cubicBezTo>
                  <a:pt x="847" y="2989"/>
                  <a:pt x="881" y="3012"/>
                  <a:pt x="918" y="3019"/>
                </a:cubicBezTo>
                <a:lnTo>
                  <a:pt x="1336" y="3098"/>
                </a:lnTo>
                <a:cubicBezTo>
                  <a:pt x="1415" y="3112"/>
                  <a:pt x="1465" y="3191"/>
                  <a:pt x="1445" y="3270"/>
                </a:cubicBezTo>
                <a:lnTo>
                  <a:pt x="871" y="5502"/>
                </a:lnTo>
                <a:cubicBezTo>
                  <a:pt x="864" y="5528"/>
                  <a:pt x="866" y="5558"/>
                  <a:pt x="874" y="5583"/>
                </a:cubicBezTo>
                <a:lnTo>
                  <a:pt x="1098" y="6218"/>
                </a:lnTo>
                <a:cubicBezTo>
                  <a:pt x="1109" y="6249"/>
                  <a:pt x="1132" y="6276"/>
                  <a:pt x="1160" y="6293"/>
                </a:cubicBezTo>
                <a:cubicBezTo>
                  <a:pt x="1302" y="6375"/>
                  <a:pt x="1446" y="6453"/>
                  <a:pt x="1592" y="6530"/>
                </a:cubicBezTo>
                <a:cubicBezTo>
                  <a:pt x="1613" y="6541"/>
                  <a:pt x="1635" y="6546"/>
                  <a:pt x="1656" y="6546"/>
                </a:cubicBezTo>
                <a:cubicBezTo>
                  <a:pt x="1733" y="6546"/>
                  <a:pt x="1801" y="6480"/>
                  <a:pt x="1795" y="6396"/>
                </a:cubicBezTo>
                <a:lnTo>
                  <a:pt x="1766" y="5997"/>
                </a:lnTo>
                <a:cubicBezTo>
                  <a:pt x="1761" y="5923"/>
                  <a:pt x="1812" y="5859"/>
                  <a:pt x="1884" y="5848"/>
                </a:cubicBezTo>
                <a:lnTo>
                  <a:pt x="2093" y="5814"/>
                </a:lnTo>
                <a:cubicBezTo>
                  <a:pt x="2123" y="5809"/>
                  <a:pt x="2151" y="5795"/>
                  <a:pt x="2172" y="5772"/>
                </a:cubicBezTo>
                <a:lnTo>
                  <a:pt x="2390" y="5543"/>
                </a:lnTo>
                <a:lnTo>
                  <a:pt x="3042" y="4872"/>
                </a:lnTo>
                <a:cubicBezTo>
                  <a:pt x="3045" y="4869"/>
                  <a:pt x="3049" y="4866"/>
                  <a:pt x="3051" y="4862"/>
                </a:cubicBezTo>
                <a:lnTo>
                  <a:pt x="3390" y="4432"/>
                </a:lnTo>
                <a:cubicBezTo>
                  <a:pt x="3408" y="4409"/>
                  <a:pt x="3418" y="4381"/>
                  <a:pt x="3419" y="4352"/>
                </a:cubicBezTo>
                <a:lnTo>
                  <a:pt x="3441" y="3968"/>
                </a:lnTo>
                <a:cubicBezTo>
                  <a:pt x="3443" y="3937"/>
                  <a:pt x="3454" y="3907"/>
                  <a:pt x="3475" y="3885"/>
                </a:cubicBezTo>
                <a:lnTo>
                  <a:pt x="3617" y="3721"/>
                </a:lnTo>
                <a:cubicBezTo>
                  <a:pt x="3642" y="3691"/>
                  <a:pt x="3678" y="3674"/>
                  <a:pt x="3716" y="3672"/>
                </a:cubicBezTo>
                <a:lnTo>
                  <a:pt x="4297" y="3646"/>
                </a:lnTo>
                <a:cubicBezTo>
                  <a:pt x="4371" y="3644"/>
                  <a:pt x="4431" y="3582"/>
                  <a:pt x="4430" y="3506"/>
                </a:cubicBezTo>
                <a:lnTo>
                  <a:pt x="4425" y="2999"/>
                </a:lnTo>
                <a:cubicBezTo>
                  <a:pt x="4425" y="2971"/>
                  <a:pt x="4432" y="2947"/>
                  <a:pt x="4442" y="2926"/>
                </a:cubicBezTo>
                <a:lnTo>
                  <a:pt x="5063" y="1893"/>
                </a:lnTo>
                <a:cubicBezTo>
                  <a:pt x="5118" y="1800"/>
                  <a:pt x="5051" y="1682"/>
                  <a:pt x="4943" y="1682"/>
                </a:cubicBezTo>
                <a:lnTo>
                  <a:pt x="4464" y="1682"/>
                </a:lnTo>
                <a:cubicBezTo>
                  <a:pt x="4436" y="1682"/>
                  <a:pt x="4408" y="1675"/>
                  <a:pt x="4385" y="1657"/>
                </a:cubicBezTo>
                <a:lnTo>
                  <a:pt x="3990" y="1385"/>
                </a:lnTo>
                <a:cubicBezTo>
                  <a:pt x="3966" y="1369"/>
                  <a:pt x="3939" y="1360"/>
                  <a:pt x="3911" y="1360"/>
                </a:cubicBezTo>
                <a:cubicBezTo>
                  <a:pt x="3896" y="1360"/>
                  <a:pt x="3880" y="1363"/>
                  <a:pt x="3865" y="1369"/>
                </a:cubicBezTo>
                <a:lnTo>
                  <a:pt x="3562" y="1476"/>
                </a:lnTo>
                <a:cubicBezTo>
                  <a:pt x="3547" y="1481"/>
                  <a:pt x="3532" y="1483"/>
                  <a:pt x="3516" y="1483"/>
                </a:cubicBezTo>
                <a:cubicBezTo>
                  <a:pt x="3481" y="1483"/>
                  <a:pt x="3447" y="1470"/>
                  <a:pt x="3419" y="1445"/>
                </a:cubicBezTo>
                <a:cubicBezTo>
                  <a:pt x="3380" y="1409"/>
                  <a:pt x="3366" y="1352"/>
                  <a:pt x="3383" y="1301"/>
                </a:cubicBezTo>
                <a:lnTo>
                  <a:pt x="3453" y="1085"/>
                </a:lnTo>
                <a:cubicBezTo>
                  <a:pt x="3470" y="1030"/>
                  <a:pt x="3453" y="970"/>
                  <a:pt x="3408" y="934"/>
                </a:cubicBezTo>
                <a:lnTo>
                  <a:pt x="3020" y="615"/>
                </a:lnTo>
                <a:cubicBezTo>
                  <a:pt x="2999" y="595"/>
                  <a:pt x="2970" y="585"/>
                  <a:pt x="2943" y="582"/>
                </a:cubicBezTo>
                <a:lnTo>
                  <a:pt x="2614" y="558"/>
                </a:lnTo>
                <a:cubicBezTo>
                  <a:pt x="2597" y="556"/>
                  <a:pt x="2579" y="551"/>
                  <a:pt x="2564" y="544"/>
                </a:cubicBezTo>
                <a:lnTo>
                  <a:pt x="1469" y="14"/>
                </a:lnTo>
                <a:cubicBezTo>
                  <a:pt x="1450" y="5"/>
                  <a:pt x="1429" y="0"/>
                  <a:pt x="14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4" name="Google Shape;3774;p39"/>
          <p:cNvSpPr/>
          <p:nvPr/>
        </p:nvSpPr>
        <p:spPr>
          <a:xfrm>
            <a:off x="3895156" y="2589711"/>
            <a:ext cx="427028" cy="576111"/>
          </a:xfrm>
          <a:custGeom>
            <a:rect b="b" l="l" r="r" t="t"/>
            <a:pathLst>
              <a:path extrusionOk="0" h="10171" w="7539">
                <a:moveTo>
                  <a:pt x="3624" y="0"/>
                </a:moveTo>
                <a:lnTo>
                  <a:pt x="3527" y="21"/>
                </a:lnTo>
                <a:lnTo>
                  <a:pt x="3522" y="644"/>
                </a:lnTo>
                <a:cubicBezTo>
                  <a:pt x="3522" y="674"/>
                  <a:pt x="3533" y="703"/>
                  <a:pt x="3554" y="724"/>
                </a:cubicBezTo>
                <a:lnTo>
                  <a:pt x="3570" y="739"/>
                </a:lnTo>
                <a:cubicBezTo>
                  <a:pt x="3602" y="770"/>
                  <a:pt x="3613" y="817"/>
                  <a:pt x="3595" y="858"/>
                </a:cubicBezTo>
                <a:lnTo>
                  <a:pt x="3501" y="1097"/>
                </a:lnTo>
                <a:cubicBezTo>
                  <a:pt x="3485" y="1140"/>
                  <a:pt x="3444" y="1166"/>
                  <a:pt x="3399" y="1166"/>
                </a:cubicBezTo>
                <a:cubicBezTo>
                  <a:pt x="3391" y="1166"/>
                  <a:pt x="3383" y="1165"/>
                  <a:pt x="3375" y="1164"/>
                </a:cubicBezTo>
                <a:lnTo>
                  <a:pt x="2769" y="1031"/>
                </a:lnTo>
                <a:cubicBezTo>
                  <a:pt x="2760" y="1029"/>
                  <a:pt x="2751" y="1028"/>
                  <a:pt x="2743" y="1028"/>
                </a:cubicBezTo>
                <a:cubicBezTo>
                  <a:pt x="2734" y="1028"/>
                  <a:pt x="2725" y="1029"/>
                  <a:pt x="2715" y="1032"/>
                </a:cubicBezTo>
                <a:lnTo>
                  <a:pt x="2111" y="1198"/>
                </a:lnTo>
                <a:cubicBezTo>
                  <a:pt x="2102" y="1201"/>
                  <a:pt x="2092" y="1202"/>
                  <a:pt x="2083" y="1202"/>
                </a:cubicBezTo>
                <a:cubicBezTo>
                  <a:pt x="2062" y="1202"/>
                  <a:pt x="2040" y="1196"/>
                  <a:pt x="2022" y="1184"/>
                </a:cubicBezTo>
                <a:lnTo>
                  <a:pt x="1083" y="571"/>
                </a:lnTo>
                <a:cubicBezTo>
                  <a:pt x="1065" y="559"/>
                  <a:pt x="1044" y="553"/>
                  <a:pt x="1024" y="553"/>
                </a:cubicBezTo>
                <a:cubicBezTo>
                  <a:pt x="982" y="553"/>
                  <a:pt x="941" y="577"/>
                  <a:pt x="923" y="618"/>
                </a:cubicBezTo>
                <a:cubicBezTo>
                  <a:pt x="472" y="1629"/>
                  <a:pt x="159" y="2713"/>
                  <a:pt x="6" y="3848"/>
                </a:cubicBezTo>
                <a:cubicBezTo>
                  <a:pt x="1" y="3881"/>
                  <a:pt x="12" y="3916"/>
                  <a:pt x="37" y="3941"/>
                </a:cubicBezTo>
                <a:lnTo>
                  <a:pt x="672" y="4590"/>
                </a:lnTo>
                <a:cubicBezTo>
                  <a:pt x="703" y="4621"/>
                  <a:pt x="712" y="4668"/>
                  <a:pt x="695" y="4709"/>
                </a:cubicBezTo>
                <a:lnTo>
                  <a:pt x="667" y="4776"/>
                </a:lnTo>
                <a:cubicBezTo>
                  <a:pt x="653" y="4810"/>
                  <a:pt x="623" y="4834"/>
                  <a:pt x="587" y="4842"/>
                </a:cubicBezTo>
                <a:lnTo>
                  <a:pt x="377" y="4884"/>
                </a:lnTo>
                <a:cubicBezTo>
                  <a:pt x="310" y="4898"/>
                  <a:pt x="270" y="4970"/>
                  <a:pt x="298" y="5033"/>
                </a:cubicBezTo>
                <a:lnTo>
                  <a:pt x="504" y="5535"/>
                </a:lnTo>
                <a:cubicBezTo>
                  <a:pt x="518" y="5567"/>
                  <a:pt x="515" y="5604"/>
                  <a:pt x="497" y="5634"/>
                </a:cubicBezTo>
                <a:lnTo>
                  <a:pt x="362" y="5859"/>
                </a:lnTo>
                <a:cubicBezTo>
                  <a:pt x="346" y="5888"/>
                  <a:pt x="342" y="5922"/>
                  <a:pt x="354" y="5953"/>
                </a:cubicBezTo>
                <a:lnTo>
                  <a:pt x="612" y="6653"/>
                </a:lnTo>
                <a:cubicBezTo>
                  <a:pt x="617" y="6668"/>
                  <a:pt x="620" y="6684"/>
                  <a:pt x="618" y="6699"/>
                </a:cubicBezTo>
                <a:lnTo>
                  <a:pt x="591" y="7095"/>
                </a:lnTo>
                <a:cubicBezTo>
                  <a:pt x="589" y="7129"/>
                  <a:pt x="602" y="7161"/>
                  <a:pt x="627" y="7184"/>
                </a:cubicBezTo>
                <a:lnTo>
                  <a:pt x="988" y="7512"/>
                </a:lnTo>
                <a:cubicBezTo>
                  <a:pt x="1010" y="7532"/>
                  <a:pt x="1036" y="7542"/>
                  <a:pt x="1062" y="7542"/>
                </a:cubicBezTo>
                <a:cubicBezTo>
                  <a:pt x="1109" y="7542"/>
                  <a:pt x="1154" y="7511"/>
                  <a:pt x="1168" y="7460"/>
                </a:cubicBezTo>
                <a:lnTo>
                  <a:pt x="1215" y="7283"/>
                </a:lnTo>
                <a:cubicBezTo>
                  <a:pt x="1229" y="7233"/>
                  <a:pt x="1274" y="7202"/>
                  <a:pt x="1322" y="7202"/>
                </a:cubicBezTo>
                <a:cubicBezTo>
                  <a:pt x="1340" y="7202"/>
                  <a:pt x="1357" y="7206"/>
                  <a:pt x="1374" y="7215"/>
                </a:cubicBezTo>
                <a:lnTo>
                  <a:pt x="1471" y="7267"/>
                </a:lnTo>
                <a:cubicBezTo>
                  <a:pt x="1484" y="7273"/>
                  <a:pt x="1496" y="7282"/>
                  <a:pt x="1505" y="7294"/>
                </a:cubicBezTo>
                <a:lnTo>
                  <a:pt x="2206" y="8156"/>
                </a:lnTo>
                <a:cubicBezTo>
                  <a:pt x="2219" y="8172"/>
                  <a:pt x="2227" y="8193"/>
                  <a:pt x="2229" y="8213"/>
                </a:cubicBezTo>
                <a:lnTo>
                  <a:pt x="2288" y="8725"/>
                </a:lnTo>
                <a:cubicBezTo>
                  <a:pt x="2293" y="8770"/>
                  <a:pt x="2321" y="8806"/>
                  <a:pt x="2364" y="8818"/>
                </a:cubicBezTo>
                <a:lnTo>
                  <a:pt x="3408" y="9135"/>
                </a:lnTo>
                <a:lnTo>
                  <a:pt x="4211" y="9396"/>
                </a:lnTo>
                <a:cubicBezTo>
                  <a:pt x="4244" y="9406"/>
                  <a:pt x="4270" y="9432"/>
                  <a:pt x="4281" y="9464"/>
                </a:cubicBezTo>
                <a:lnTo>
                  <a:pt x="4406" y="9820"/>
                </a:lnTo>
                <a:cubicBezTo>
                  <a:pt x="4411" y="9834"/>
                  <a:pt x="4418" y="9846"/>
                  <a:pt x="4427" y="9857"/>
                </a:cubicBezTo>
                <a:lnTo>
                  <a:pt x="4672" y="10133"/>
                </a:lnTo>
                <a:cubicBezTo>
                  <a:pt x="4693" y="10157"/>
                  <a:pt x="4723" y="10170"/>
                  <a:pt x="4754" y="10170"/>
                </a:cubicBezTo>
                <a:cubicBezTo>
                  <a:pt x="4766" y="10170"/>
                  <a:pt x="4779" y="10168"/>
                  <a:pt x="4791" y="10164"/>
                </a:cubicBezTo>
                <a:lnTo>
                  <a:pt x="5555" y="9886"/>
                </a:lnTo>
                <a:cubicBezTo>
                  <a:pt x="5580" y="9877"/>
                  <a:pt x="5603" y="9858"/>
                  <a:pt x="5615" y="9832"/>
                </a:cubicBezTo>
                <a:lnTo>
                  <a:pt x="5655" y="9752"/>
                </a:lnTo>
                <a:lnTo>
                  <a:pt x="4863" y="9716"/>
                </a:lnTo>
                <a:cubicBezTo>
                  <a:pt x="4813" y="9713"/>
                  <a:pt x="4771" y="9679"/>
                  <a:pt x="4761" y="9630"/>
                </a:cubicBezTo>
                <a:lnTo>
                  <a:pt x="4634" y="9068"/>
                </a:lnTo>
                <a:cubicBezTo>
                  <a:pt x="4626" y="9029"/>
                  <a:pt x="4598" y="8998"/>
                  <a:pt x="4561" y="8987"/>
                </a:cubicBezTo>
                <a:lnTo>
                  <a:pt x="4232" y="8879"/>
                </a:lnTo>
                <a:cubicBezTo>
                  <a:pt x="4189" y="8865"/>
                  <a:pt x="4160" y="8829"/>
                  <a:pt x="4156" y="8786"/>
                </a:cubicBezTo>
                <a:lnTo>
                  <a:pt x="4148" y="8709"/>
                </a:lnTo>
                <a:cubicBezTo>
                  <a:pt x="4142" y="8650"/>
                  <a:pt x="4093" y="8610"/>
                  <a:pt x="4039" y="8610"/>
                </a:cubicBezTo>
                <a:cubicBezTo>
                  <a:pt x="4027" y="8610"/>
                  <a:pt x="4014" y="8612"/>
                  <a:pt x="4002" y="8617"/>
                </a:cubicBezTo>
                <a:lnTo>
                  <a:pt x="3641" y="8746"/>
                </a:lnTo>
                <a:cubicBezTo>
                  <a:pt x="3629" y="8750"/>
                  <a:pt x="3617" y="8753"/>
                  <a:pt x="3604" y="8753"/>
                </a:cubicBezTo>
                <a:cubicBezTo>
                  <a:pt x="3597" y="8753"/>
                  <a:pt x="3589" y="8752"/>
                  <a:pt x="3582" y="8751"/>
                </a:cubicBezTo>
                <a:lnTo>
                  <a:pt x="3266" y="8683"/>
                </a:lnTo>
                <a:cubicBezTo>
                  <a:pt x="3225" y="8675"/>
                  <a:pt x="3193" y="8643"/>
                  <a:pt x="3183" y="8603"/>
                </a:cubicBezTo>
                <a:lnTo>
                  <a:pt x="3065" y="8149"/>
                </a:lnTo>
                <a:cubicBezTo>
                  <a:pt x="3061" y="8138"/>
                  <a:pt x="3060" y="8126"/>
                  <a:pt x="3061" y="8115"/>
                </a:cubicBezTo>
                <a:lnTo>
                  <a:pt x="3086" y="7754"/>
                </a:lnTo>
                <a:cubicBezTo>
                  <a:pt x="3088" y="7723"/>
                  <a:pt x="3103" y="7694"/>
                  <a:pt x="3128" y="7674"/>
                </a:cubicBezTo>
                <a:cubicBezTo>
                  <a:pt x="3194" y="7623"/>
                  <a:pt x="3326" y="7524"/>
                  <a:pt x="3348" y="7517"/>
                </a:cubicBezTo>
                <a:cubicBezTo>
                  <a:pt x="3373" y="7507"/>
                  <a:pt x="4125" y="7418"/>
                  <a:pt x="4349" y="7393"/>
                </a:cubicBezTo>
                <a:cubicBezTo>
                  <a:pt x="4352" y="7393"/>
                  <a:pt x="4355" y="7392"/>
                  <a:pt x="4358" y="7392"/>
                </a:cubicBezTo>
                <a:cubicBezTo>
                  <a:pt x="4393" y="7392"/>
                  <a:pt x="4428" y="7409"/>
                  <a:pt x="4449" y="7437"/>
                </a:cubicBezTo>
                <a:lnTo>
                  <a:pt x="4580" y="7612"/>
                </a:lnTo>
                <a:cubicBezTo>
                  <a:pt x="4601" y="7641"/>
                  <a:pt x="4634" y="7656"/>
                  <a:pt x="4668" y="7656"/>
                </a:cubicBezTo>
                <a:cubicBezTo>
                  <a:pt x="4692" y="7656"/>
                  <a:pt x="4717" y="7648"/>
                  <a:pt x="4738" y="7630"/>
                </a:cubicBezTo>
                <a:lnTo>
                  <a:pt x="4920" y="7477"/>
                </a:lnTo>
                <a:cubicBezTo>
                  <a:pt x="4950" y="7452"/>
                  <a:pt x="4964" y="7414"/>
                  <a:pt x="4959" y="7376"/>
                </a:cubicBezTo>
                <a:lnTo>
                  <a:pt x="4944" y="7272"/>
                </a:lnTo>
                <a:cubicBezTo>
                  <a:pt x="4939" y="7234"/>
                  <a:pt x="4952" y="7197"/>
                  <a:pt x="4981" y="7173"/>
                </a:cubicBezTo>
                <a:lnTo>
                  <a:pt x="5426" y="6787"/>
                </a:lnTo>
                <a:cubicBezTo>
                  <a:pt x="5445" y="6771"/>
                  <a:pt x="5457" y="6748"/>
                  <a:pt x="5462" y="6725"/>
                </a:cubicBezTo>
                <a:lnTo>
                  <a:pt x="5576" y="6104"/>
                </a:lnTo>
                <a:cubicBezTo>
                  <a:pt x="5583" y="6068"/>
                  <a:pt x="5607" y="6037"/>
                  <a:pt x="5641" y="6024"/>
                </a:cubicBezTo>
                <a:lnTo>
                  <a:pt x="5882" y="5917"/>
                </a:lnTo>
                <a:cubicBezTo>
                  <a:pt x="5921" y="5900"/>
                  <a:pt x="5947" y="5862"/>
                  <a:pt x="5948" y="5820"/>
                </a:cubicBezTo>
                <a:lnTo>
                  <a:pt x="5950" y="5738"/>
                </a:lnTo>
                <a:cubicBezTo>
                  <a:pt x="5952" y="5701"/>
                  <a:pt x="5972" y="5668"/>
                  <a:pt x="6003" y="5649"/>
                </a:cubicBezTo>
                <a:lnTo>
                  <a:pt x="6401" y="5402"/>
                </a:lnTo>
                <a:cubicBezTo>
                  <a:pt x="6419" y="5390"/>
                  <a:pt x="6434" y="5374"/>
                  <a:pt x="6443" y="5355"/>
                </a:cubicBezTo>
                <a:lnTo>
                  <a:pt x="6474" y="5289"/>
                </a:lnTo>
                <a:cubicBezTo>
                  <a:pt x="6507" y="5218"/>
                  <a:pt x="6453" y="5134"/>
                  <a:pt x="6374" y="5134"/>
                </a:cubicBezTo>
                <a:cubicBezTo>
                  <a:pt x="6372" y="5134"/>
                  <a:pt x="6370" y="5134"/>
                  <a:pt x="6367" y="5135"/>
                </a:cubicBezTo>
                <a:lnTo>
                  <a:pt x="6210" y="5144"/>
                </a:lnTo>
                <a:cubicBezTo>
                  <a:pt x="6208" y="5144"/>
                  <a:pt x="6206" y="5144"/>
                  <a:pt x="6204" y="5144"/>
                </a:cubicBezTo>
                <a:cubicBezTo>
                  <a:pt x="6191" y="5144"/>
                  <a:pt x="6179" y="5141"/>
                  <a:pt x="6167" y="5138"/>
                </a:cubicBezTo>
                <a:lnTo>
                  <a:pt x="6097" y="5112"/>
                </a:lnTo>
                <a:cubicBezTo>
                  <a:pt x="6010" y="5081"/>
                  <a:pt x="5999" y="4963"/>
                  <a:pt x="6077" y="4915"/>
                </a:cubicBezTo>
                <a:lnTo>
                  <a:pt x="6394" y="4719"/>
                </a:lnTo>
                <a:cubicBezTo>
                  <a:pt x="6415" y="4705"/>
                  <a:pt x="6440" y="4700"/>
                  <a:pt x="6464" y="4700"/>
                </a:cubicBezTo>
                <a:cubicBezTo>
                  <a:pt x="6466" y="4700"/>
                  <a:pt x="6468" y="4700"/>
                  <a:pt x="6470" y="4700"/>
                </a:cubicBezTo>
                <a:lnTo>
                  <a:pt x="6945" y="4793"/>
                </a:lnTo>
                <a:cubicBezTo>
                  <a:pt x="6952" y="4794"/>
                  <a:pt x="6959" y="4795"/>
                  <a:pt x="6966" y="4795"/>
                </a:cubicBezTo>
                <a:cubicBezTo>
                  <a:pt x="6991" y="4795"/>
                  <a:pt x="7016" y="4786"/>
                  <a:pt x="7036" y="4770"/>
                </a:cubicBezTo>
                <a:lnTo>
                  <a:pt x="7478" y="4403"/>
                </a:lnTo>
                <a:cubicBezTo>
                  <a:pt x="7539" y="4353"/>
                  <a:pt x="7528" y="4259"/>
                  <a:pt x="7460" y="4221"/>
                </a:cubicBezTo>
                <a:lnTo>
                  <a:pt x="7015" y="3986"/>
                </a:lnTo>
                <a:cubicBezTo>
                  <a:pt x="7002" y="3978"/>
                  <a:pt x="6989" y="3968"/>
                  <a:pt x="6980" y="3957"/>
                </a:cubicBezTo>
                <a:lnTo>
                  <a:pt x="6815" y="3747"/>
                </a:lnTo>
                <a:cubicBezTo>
                  <a:pt x="6772" y="3693"/>
                  <a:pt x="6788" y="3616"/>
                  <a:pt x="6846" y="3583"/>
                </a:cubicBezTo>
                <a:cubicBezTo>
                  <a:pt x="6892" y="3556"/>
                  <a:pt x="6912" y="3501"/>
                  <a:pt x="6894" y="3450"/>
                </a:cubicBezTo>
                <a:lnTo>
                  <a:pt x="6689" y="2888"/>
                </a:lnTo>
                <a:cubicBezTo>
                  <a:pt x="6688" y="2884"/>
                  <a:pt x="6685" y="2880"/>
                  <a:pt x="6684" y="2876"/>
                </a:cubicBezTo>
                <a:lnTo>
                  <a:pt x="6607" y="2721"/>
                </a:lnTo>
                <a:lnTo>
                  <a:pt x="6513" y="3074"/>
                </a:lnTo>
                <a:cubicBezTo>
                  <a:pt x="6505" y="3103"/>
                  <a:pt x="6486" y="3128"/>
                  <a:pt x="6459" y="3142"/>
                </a:cubicBezTo>
                <a:lnTo>
                  <a:pt x="6294" y="3233"/>
                </a:lnTo>
                <a:cubicBezTo>
                  <a:pt x="6278" y="3242"/>
                  <a:pt x="6259" y="3246"/>
                  <a:pt x="6241" y="3246"/>
                </a:cubicBezTo>
                <a:cubicBezTo>
                  <a:pt x="6226" y="3246"/>
                  <a:pt x="6212" y="3243"/>
                  <a:pt x="6198" y="3238"/>
                </a:cubicBezTo>
                <a:lnTo>
                  <a:pt x="6040" y="3170"/>
                </a:lnTo>
                <a:cubicBezTo>
                  <a:pt x="5984" y="3147"/>
                  <a:pt x="5958" y="3083"/>
                  <a:pt x="5981" y="3028"/>
                </a:cubicBezTo>
                <a:lnTo>
                  <a:pt x="6094" y="2751"/>
                </a:lnTo>
                <a:cubicBezTo>
                  <a:pt x="6114" y="2700"/>
                  <a:pt x="6095" y="2643"/>
                  <a:pt x="6049" y="2614"/>
                </a:cubicBezTo>
                <a:lnTo>
                  <a:pt x="5746" y="2433"/>
                </a:lnTo>
                <a:cubicBezTo>
                  <a:pt x="5738" y="2428"/>
                  <a:pt x="5728" y="2424"/>
                  <a:pt x="5718" y="2422"/>
                </a:cubicBezTo>
                <a:lnTo>
                  <a:pt x="5426" y="2341"/>
                </a:lnTo>
                <a:cubicBezTo>
                  <a:pt x="5416" y="2339"/>
                  <a:pt x="5406" y="2337"/>
                  <a:pt x="5397" y="2337"/>
                </a:cubicBezTo>
                <a:cubicBezTo>
                  <a:pt x="5354" y="2337"/>
                  <a:pt x="5313" y="2363"/>
                  <a:pt x="5296" y="2404"/>
                </a:cubicBezTo>
                <a:lnTo>
                  <a:pt x="5226" y="2561"/>
                </a:lnTo>
                <a:cubicBezTo>
                  <a:pt x="5214" y="2589"/>
                  <a:pt x="5214" y="2622"/>
                  <a:pt x="5226" y="2649"/>
                </a:cubicBezTo>
                <a:lnTo>
                  <a:pt x="5296" y="2803"/>
                </a:lnTo>
                <a:cubicBezTo>
                  <a:pt x="5307" y="2828"/>
                  <a:pt x="5308" y="2857"/>
                  <a:pt x="5299" y="2884"/>
                </a:cubicBezTo>
                <a:lnTo>
                  <a:pt x="5260" y="2997"/>
                </a:lnTo>
                <a:cubicBezTo>
                  <a:pt x="5250" y="3026"/>
                  <a:pt x="5252" y="3054"/>
                  <a:pt x="5265" y="3082"/>
                </a:cubicBezTo>
                <a:lnTo>
                  <a:pt x="5409" y="3376"/>
                </a:lnTo>
                <a:cubicBezTo>
                  <a:pt x="5432" y="3423"/>
                  <a:pt x="5420" y="3479"/>
                  <a:pt x="5379" y="3512"/>
                </a:cubicBezTo>
                <a:lnTo>
                  <a:pt x="5207" y="3645"/>
                </a:lnTo>
                <a:cubicBezTo>
                  <a:pt x="5181" y="3663"/>
                  <a:pt x="5165" y="3696"/>
                  <a:pt x="5165" y="3729"/>
                </a:cubicBezTo>
                <a:lnTo>
                  <a:pt x="5156" y="4285"/>
                </a:lnTo>
                <a:cubicBezTo>
                  <a:pt x="5156" y="4307"/>
                  <a:pt x="5150" y="4326"/>
                  <a:pt x="5138" y="4344"/>
                </a:cubicBezTo>
                <a:lnTo>
                  <a:pt x="5041" y="4494"/>
                </a:lnTo>
                <a:cubicBezTo>
                  <a:pt x="5021" y="4525"/>
                  <a:pt x="4986" y="4543"/>
                  <a:pt x="4949" y="4543"/>
                </a:cubicBezTo>
                <a:cubicBezTo>
                  <a:pt x="4940" y="4543"/>
                  <a:pt x="4931" y="4542"/>
                  <a:pt x="4922" y="4540"/>
                </a:cubicBezTo>
                <a:lnTo>
                  <a:pt x="4918" y="4538"/>
                </a:lnTo>
                <a:cubicBezTo>
                  <a:pt x="4874" y="4528"/>
                  <a:pt x="4843" y="4492"/>
                  <a:pt x="4836" y="4449"/>
                </a:cubicBezTo>
                <a:lnTo>
                  <a:pt x="4745" y="3857"/>
                </a:lnTo>
                <a:cubicBezTo>
                  <a:pt x="4739" y="3818"/>
                  <a:pt x="4711" y="3783"/>
                  <a:pt x="4673" y="3770"/>
                </a:cubicBezTo>
                <a:lnTo>
                  <a:pt x="4178" y="3603"/>
                </a:lnTo>
                <a:lnTo>
                  <a:pt x="3838" y="3473"/>
                </a:lnTo>
                <a:cubicBezTo>
                  <a:pt x="3826" y="3468"/>
                  <a:pt x="3814" y="3462"/>
                  <a:pt x="3805" y="3454"/>
                </a:cubicBezTo>
                <a:lnTo>
                  <a:pt x="3403" y="3109"/>
                </a:lnTo>
                <a:cubicBezTo>
                  <a:pt x="3374" y="3084"/>
                  <a:pt x="3360" y="3047"/>
                  <a:pt x="3365" y="3010"/>
                </a:cubicBezTo>
                <a:lnTo>
                  <a:pt x="3430" y="2567"/>
                </a:lnTo>
                <a:cubicBezTo>
                  <a:pt x="3435" y="2533"/>
                  <a:pt x="3455" y="2504"/>
                  <a:pt x="3485" y="2487"/>
                </a:cubicBezTo>
                <a:lnTo>
                  <a:pt x="3835" y="2292"/>
                </a:lnTo>
                <a:cubicBezTo>
                  <a:pt x="3896" y="2258"/>
                  <a:pt x="3910" y="2177"/>
                  <a:pt x="3864" y="2123"/>
                </a:cubicBezTo>
                <a:lnTo>
                  <a:pt x="3861" y="2121"/>
                </a:lnTo>
                <a:cubicBezTo>
                  <a:pt x="3803" y="2056"/>
                  <a:pt x="3841" y="1952"/>
                  <a:pt x="3928" y="1939"/>
                </a:cubicBezTo>
                <a:lnTo>
                  <a:pt x="4022" y="1927"/>
                </a:lnTo>
                <a:cubicBezTo>
                  <a:pt x="4080" y="1919"/>
                  <a:pt x="4121" y="1867"/>
                  <a:pt x="4116" y="1808"/>
                </a:cubicBezTo>
                <a:lnTo>
                  <a:pt x="4102" y="1662"/>
                </a:lnTo>
                <a:cubicBezTo>
                  <a:pt x="4099" y="1622"/>
                  <a:pt x="4116" y="1584"/>
                  <a:pt x="4150" y="1561"/>
                </a:cubicBezTo>
                <a:lnTo>
                  <a:pt x="4648" y="1220"/>
                </a:lnTo>
                <a:cubicBezTo>
                  <a:pt x="4680" y="1197"/>
                  <a:pt x="4698" y="1161"/>
                  <a:pt x="4695" y="1123"/>
                </a:cubicBezTo>
                <a:lnTo>
                  <a:pt x="4684" y="940"/>
                </a:lnTo>
                <a:cubicBezTo>
                  <a:pt x="4680" y="877"/>
                  <a:pt x="4629" y="836"/>
                  <a:pt x="4575" y="836"/>
                </a:cubicBezTo>
                <a:cubicBezTo>
                  <a:pt x="4550" y="836"/>
                  <a:pt x="4524" y="845"/>
                  <a:pt x="4503" y="864"/>
                </a:cubicBezTo>
                <a:lnTo>
                  <a:pt x="4337" y="1008"/>
                </a:lnTo>
                <a:cubicBezTo>
                  <a:pt x="4316" y="1027"/>
                  <a:pt x="4290" y="1036"/>
                  <a:pt x="4264" y="1036"/>
                </a:cubicBezTo>
                <a:cubicBezTo>
                  <a:pt x="4226" y="1036"/>
                  <a:pt x="4189" y="1016"/>
                  <a:pt x="4168" y="979"/>
                </a:cubicBezTo>
                <a:lnTo>
                  <a:pt x="36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5" name="Google Shape;3775;p39"/>
          <p:cNvSpPr/>
          <p:nvPr/>
        </p:nvSpPr>
        <p:spPr>
          <a:xfrm>
            <a:off x="4248321" y="2276706"/>
            <a:ext cx="318104" cy="483274"/>
          </a:xfrm>
          <a:custGeom>
            <a:rect b="b" l="l" r="r" t="t"/>
            <a:pathLst>
              <a:path extrusionOk="0" h="8532" w="5616">
                <a:moveTo>
                  <a:pt x="3572" y="1"/>
                </a:moveTo>
                <a:cubicBezTo>
                  <a:pt x="3471" y="1"/>
                  <a:pt x="3374" y="44"/>
                  <a:pt x="3306" y="122"/>
                </a:cubicBezTo>
                <a:lnTo>
                  <a:pt x="2556" y="986"/>
                </a:lnTo>
                <a:cubicBezTo>
                  <a:pt x="2488" y="1064"/>
                  <a:pt x="2391" y="1107"/>
                  <a:pt x="2291" y="1107"/>
                </a:cubicBezTo>
                <a:cubicBezTo>
                  <a:pt x="2261" y="1107"/>
                  <a:pt x="2230" y="1103"/>
                  <a:pt x="2200" y="1095"/>
                </a:cubicBezTo>
                <a:lnTo>
                  <a:pt x="1628" y="941"/>
                </a:lnTo>
                <a:cubicBezTo>
                  <a:pt x="1598" y="933"/>
                  <a:pt x="1567" y="930"/>
                  <a:pt x="1537" y="930"/>
                </a:cubicBezTo>
                <a:cubicBezTo>
                  <a:pt x="1408" y="930"/>
                  <a:pt x="1286" y="1000"/>
                  <a:pt x="1226" y="1119"/>
                </a:cubicBezTo>
                <a:lnTo>
                  <a:pt x="809" y="1927"/>
                </a:lnTo>
                <a:cubicBezTo>
                  <a:pt x="771" y="2003"/>
                  <a:pt x="704" y="2062"/>
                  <a:pt x="623" y="2092"/>
                </a:cubicBezTo>
                <a:lnTo>
                  <a:pt x="479" y="2148"/>
                </a:lnTo>
                <a:cubicBezTo>
                  <a:pt x="315" y="2210"/>
                  <a:pt x="223" y="2383"/>
                  <a:pt x="261" y="2553"/>
                </a:cubicBezTo>
                <a:lnTo>
                  <a:pt x="277" y="2629"/>
                </a:lnTo>
                <a:cubicBezTo>
                  <a:pt x="288" y="2672"/>
                  <a:pt x="290" y="2716"/>
                  <a:pt x="283" y="2760"/>
                </a:cubicBezTo>
                <a:lnTo>
                  <a:pt x="178" y="3441"/>
                </a:lnTo>
                <a:cubicBezTo>
                  <a:pt x="175" y="3458"/>
                  <a:pt x="172" y="3477"/>
                  <a:pt x="165" y="3494"/>
                </a:cubicBezTo>
                <a:lnTo>
                  <a:pt x="59" y="3829"/>
                </a:lnTo>
                <a:cubicBezTo>
                  <a:pt x="0" y="4014"/>
                  <a:pt x="102" y="4210"/>
                  <a:pt x="288" y="4270"/>
                </a:cubicBezTo>
                <a:lnTo>
                  <a:pt x="639" y="4379"/>
                </a:lnTo>
                <a:cubicBezTo>
                  <a:pt x="742" y="4413"/>
                  <a:pt x="825" y="4492"/>
                  <a:pt x="863" y="4594"/>
                </a:cubicBezTo>
                <a:lnTo>
                  <a:pt x="1672" y="6820"/>
                </a:lnTo>
                <a:cubicBezTo>
                  <a:pt x="1733" y="6988"/>
                  <a:pt x="1657" y="7175"/>
                  <a:pt x="1497" y="7254"/>
                </a:cubicBezTo>
                <a:cubicBezTo>
                  <a:pt x="1395" y="7306"/>
                  <a:pt x="1309" y="7359"/>
                  <a:pt x="1326" y="7385"/>
                </a:cubicBezTo>
                <a:cubicBezTo>
                  <a:pt x="1350" y="7420"/>
                  <a:pt x="1668" y="7934"/>
                  <a:pt x="1935" y="8365"/>
                </a:cubicBezTo>
                <a:cubicBezTo>
                  <a:pt x="2005" y="8477"/>
                  <a:pt x="2120" y="8532"/>
                  <a:pt x="2234" y="8532"/>
                </a:cubicBezTo>
                <a:cubicBezTo>
                  <a:pt x="2369" y="8532"/>
                  <a:pt x="2503" y="8456"/>
                  <a:pt x="2560" y="8311"/>
                </a:cubicBezTo>
                <a:lnTo>
                  <a:pt x="2812" y="7682"/>
                </a:lnTo>
                <a:cubicBezTo>
                  <a:pt x="2843" y="7606"/>
                  <a:pt x="2899" y="7543"/>
                  <a:pt x="2970" y="7504"/>
                </a:cubicBezTo>
                <a:lnTo>
                  <a:pt x="4255" y="6808"/>
                </a:lnTo>
                <a:cubicBezTo>
                  <a:pt x="4372" y="6745"/>
                  <a:pt x="4444" y="6619"/>
                  <a:pt x="4438" y="6485"/>
                </a:cubicBezTo>
                <a:lnTo>
                  <a:pt x="4377" y="5130"/>
                </a:lnTo>
                <a:cubicBezTo>
                  <a:pt x="4372" y="5024"/>
                  <a:pt x="4417" y="4921"/>
                  <a:pt x="4497" y="4850"/>
                </a:cubicBezTo>
                <a:lnTo>
                  <a:pt x="5352" y="4103"/>
                </a:lnTo>
                <a:cubicBezTo>
                  <a:pt x="5423" y="4042"/>
                  <a:pt x="5467" y="3955"/>
                  <a:pt x="5472" y="3862"/>
                </a:cubicBezTo>
                <a:lnTo>
                  <a:pt x="5601" y="1893"/>
                </a:lnTo>
                <a:cubicBezTo>
                  <a:pt x="5615" y="1671"/>
                  <a:pt x="5436" y="1519"/>
                  <a:pt x="5248" y="1519"/>
                </a:cubicBezTo>
                <a:cubicBezTo>
                  <a:pt x="5163" y="1519"/>
                  <a:pt x="5075" y="1551"/>
                  <a:pt x="5004" y="1622"/>
                </a:cubicBezTo>
                <a:lnTo>
                  <a:pt x="4921" y="1706"/>
                </a:lnTo>
                <a:cubicBezTo>
                  <a:pt x="4854" y="1772"/>
                  <a:pt x="4764" y="1808"/>
                  <a:pt x="4673" y="1808"/>
                </a:cubicBezTo>
                <a:cubicBezTo>
                  <a:pt x="4623" y="1808"/>
                  <a:pt x="4573" y="1797"/>
                  <a:pt x="4526" y="1775"/>
                </a:cubicBezTo>
                <a:lnTo>
                  <a:pt x="3928" y="1498"/>
                </a:lnTo>
                <a:cubicBezTo>
                  <a:pt x="3746" y="1414"/>
                  <a:pt x="3672" y="1195"/>
                  <a:pt x="3764" y="1018"/>
                </a:cubicBezTo>
                <a:cubicBezTo>
                  <a:pt x="3807" y="934"/>
                  <a:pt x="3884" y="872"/>
                  <a:pt x="3975" y="844"/>
                </a:cubicBezTo>
                <a:lnTo>
                  <a:pt x="4086" y="811"/>
                </a:lnTo>
                <a:cubicBezTo>
                  <a:pt x="4420" y="711"/>
                  <a:pt x="4420" y="238"/>
                  <a:pt x="4086" y="138"/>
                </a:cubicBezTo>
                <a:lnTo>
                  <a:pt x="3671" y="15"/>
                </a:lnTo>
                <a:cubicBezTo>
                  <a:pt x="3638" y="5"/>
                  <a:pt x="3605" y="1"/>
                  <a:pt x="357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6" name="Google Shape;3776;p39"/>
          <p:cNvSpPr/>
          <p:nvPr/>
        </p:nvSpPr>
        <p:spPr>
          <a:xfrm>
            <a:off x="3992185" y="2321057"/>
            <a:ext cx="264067" cy="224134"/>
          </a:xfrm>
          <a:custGeom>
            <a:rect b="b" l="l" r="r" t="t"/>
            <a:pathLst>
              <a:path extrusionOk="0" h="3957" w="4662">
                <a:moveTo>
                  <a:pt x="4109" y="0"/>
                </a:moveTo>
                <a:cubicBezTo>
                  <a:pt x="4015" y="0"/>
                  <a:pt x="3919" y="26"/>
                  <a:pt x="3829" y="82"/>
                </a:cubicBezTo>
                <a:cubicBezTo>
                  <a:pt x="2280" y="1042"/>
                  <a:pt x="968" y="2347"/>
                  <a:pt x="1" y="3890"/>
                </a:cubicBezTo>
                <a:cubicBezTo>
                  <a:pt x="51" y="3923"/>
                  <a:pt x="80" y="3942"/>
                  <a:pt x="80" y="3942"/>
                </a:cubicBezTo>
                <a:lnTo>
                  <a:pt x="337" y="3852"/>
                </a:lnTo>
                <a:cubicBezTo>
                  <a:pt x="395" y="3832"/>
                  <a:pt x="455" y="3823"/>
                  <a:pt x="514" y="3823"/>
                </a:cubicBezTo>
                <a:cubicBezTo>
                  <a:pt x="604" y="3823"/>
                  <a:pt x="694" y="3845"/>
                  <a:pt x="775" y="3890"/>
                </a:cubicBezTo>
                <a:cubicBezTo>
                  <a:pt x="858" y="3935"/>
                  <a:pt x="947" y="3956"/>
                  <a:pt x="1034" y="3956"/>
                </a:cubicBezTo>
                <a:cubicBezTo>
                  <a:pt x="1276" y="3956"/>
                  <a:pt x="1504" y="3792"/>
                  <a:pt x="1561" y="3534"/>
                </a:cubicBezTo>
                <a:lnTo>
                  <a:pt x="1657" y="3100"/>
                </a:lnTo>
                <a:cubicBezTo>
                  <a:pt x="1712" y="2854"/>
                  <a:pt x="1931" y="2678"/>
                  <a:pt x="2183" y="2678"/>
                </a:cubicBezTo>
                <a:cubicBezTo>
                  <a:pt x="2190" y="2678"/>
                  <a:pt x="2196" y="2678"/>
                  <a:pt x="2203" y="2678"/>
                </a:cubicBezTo>
                <a:lnTo>
                  <a:pt x="3156" y="2711"/>
                </a:lnTo>
                <a:cubicBezTo>
                  <a:pt x="3163" y="2711"/>
                  <a:pt x="3170" y="2712"/>
                  <a:pt x="3176" y="2712"/>
                </a:cubicBezTo>
                <a:cubicBezTo>
                  <a:pt x="3359" y="2712"/>
                  <a:pt x="3531" y="2618"/>
                  <a:pt x="3630" y="2464"/>
                </a:cubicBezTo>
                <a:lnTo>
                  <a:pt x="4557" y="1016"/>
                </a:lnTo>
                <a:cubicBezTo>
                  <a:pt x="4608" y="935"/>
                  <a:pt x="4638" y="842"/>
                  <a:pt x="4642" y="746"/>
                </a:cubicBezTo>
                <a:lnTo>
                  <a:pt x="4649" y="563"/>
                </a:lnTo>
                <a:cubicBezTo>
                  <a:pt x="4661" y="238"/>
                  <a:pt x="4396" y="0"/>
                  <a:pt x="41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7" name="Google Shape;3777;p39"/>
          <p:cNvSpPr/>
          <p:nvPr/>
        </p:nvSpPr>
        <p:spPr>
          <a:xfrm>
            <a:off x="4551810" y="2556915"/>
            <a:ext cx="684808" cy="558382"/>
          </a:xfrm>
          <a:custGeom>
            <a:rect b="b" l="l" r="r" t="t"/>
            <a:pathLst>
              <a:path extrusionOk="0" h="9858" w="12090">
                <a:moveTo>
                  <a:pt x="10445" y="0"/>
                </a:moveTo>
                <a:cubicBezTo>
                  <a:pt x="9738" y="477"/>
                  <a:pt x="6103" y="2900"/>
                  <a:pt x="5369" y="2900"/>
                </a:cubicBezTo>
                <a:cubicBezTo>
                  <a:pt x="5319" y="2900"/>
                  <a:pt x="5282" y="2888"/>
                  <a:pt x="5261" y="2864"/>
                </a:cubicBezTo>
                <a:cubicBezTo>
                  <a:pt x="4894" y="2451"/>
                  <a:pt x="4967" y="1842"/>
                  <a:pt x="5576" y="1818"/>
                </a:cubicBezTo>
                <a:cubicBezTo>
                  <a:pt x="6184" y="1794"/>
                  <a:pt x="4797" y="918"/>
                  <a:pt x="4043" y="893"/>
                </a:cubicBezTo>
                <a:cubicBezTo>
                  <a:pt x="4039" y="893"/>
                  <a:pt x="4034" y="893"/>
                  <a:pt x="4029" y="893"/>
                </a:cubicBezTo>
                <a:cubicBezTo>
                  <a:pt x="3275" y="893"/>
                  <a:pt x="2094" y="2890"/>
                  <a:pt x="1780" y="3180"/>
                </a:cubicBezTo>
                <a:cubicBezTo>
                  <a:pt x="1609" y="3338"/>
                  <a:pt x="1929" y="3424"/>
                  <a:pt x="2302" y="3424"/>
                </a:cubicBezTo>
                <a:cubicBezTo>
                  <a:pt x="2618" y="3424"/>
                  <a:pt x="2971" y="3362"/>
                  <a:pt x="3094" y="3228"/>
                </a:cubicBezTo>
                <a:cubicBezTo>
                  <a:pt x="3307" y="2996"/>
                  <a:pt x="3750" y="2288"/>
                  <a:pt x="3948" y="2288"/>
                </a:cubicBezTo>
                <a:cubicBezTo>
                  <a:pt x="3999" y="2288"/>
                  <a:pt x="4033" y="2335"/>
                  <a:pt x="4043" y="2450"/>
                </a:cubicBezTo>
                <a:cubicBezTo>
                  <a:pt x="4090" y="2996"/>
                  <a:pt x="3556" y="3521"/>
                  <a:pt x="4193" y="3521"/>
                </a:cubicBezTo>
                <a:cubicBezTo>
                  <a:pt x="4207" y="3521"/>
                  <a:pt x="4222" y="3520"/>
                  <a:pt x="4238" y="3520"/>
                </a:cubicBezTo>
                <a:cubicBezTo>
                  <a:pt x="4468" y="3512"/>
                  <a:pt x="4669" y="3494"/>
                  <a:pt x="4800" y="3494"/>
                </a:cubicBezTo>
                <a:cubicBezTo>
                  <a:pt x="5071" y="3494"/>
                  <a:pt x="5040" y="3572"/>
                  <a:pt x="4335" y="3982"/>
                </a:cubicBezTo>
                <a:cubicBezTo>
                  <a:pt x="3434" y="4507"/>
                  <a:pt x="2551" y="4543"/>
                  <a:pt x="2323" y="4543"/>
                </a:cubicBezTo>
                <a:cubicBezTo>
                  <a:pt x="2287" y="4543"/>
                  <a:pt x="2267" y="4542"/>
                  <a:pt x="2267" y="4542"/>
                </a:cubicBezTo>
                <a:cubicBezTo>
                  <a:pt x="2267" y="4542"/>
                  <a:pt x="0" y="6738"/>
                  <a:pt x="617" y="6738"/>
                </a:cubicBezTo>
                <a:cubicBezTo>
                  <a:pt x="637" y="6738"/>
                  <a:pt x="659" y="6736"/>
                  <a:pt x="684" y="6732"/>
                </a:cubicBezTo>
                <a:cubicBezTo>
                  <a:pt x="1323" y="6618"/>
                  <a:pt x="2338" y="6042"/>
                  <a:pt x="2970" y="6042"/>
                </a:cubicBezTo>
                <a:cubicBezTo>
                  <a:pt x="3156" y="6042"/>
                  <a:pt x="3310" y="6093"/>
                  <a:pt x="3410" y="6220"/>
                </a:cubicBezTo>
                <a:cubicBezTo>
                  <a:pt x="3694" y="6582"/>
                  <a:pt x="3825" y="6730"/>
                  <a:pt x="3961" y="6730"/>
                </a:cubicBezTo>
                <a:cubicBezTo>
                  <a:pt x="4035" y="6730"/>
                  <a:pt x="4110" y="6686"/>
                  <a:pt x="4213" y="6609"/>
                </a:cubicBezTo>
                <a:cubicBezTo>
                  <a:pt x="4505" y="6390"/>
                  <a:pt x="4335" y="5855"/>
                  <a:pt x="5430" y="5733"/>
                </a:cubicBezTo>
                <a:cubicBezTo>
                  <a:pt x="5953" y="5674"/>
                  <a:pt x="6371" y="5644"/>
                  <a:pt x="6628" y="5644"/>
                </a:cubicBezTo>
                <a:cubicBezTo>
                  <a:pt x="7038" y="5644"/>
                  <a:pt x="7034" y="5722"/>
                  <a:pt x="6385" y="5891"/>
                </a:cubicBezTo>
                <a:cubicBezTo>
                  <a:pt x="6194" y="5940"/>
                  <a:pt x="6120" y="6124"/>
                  <a:pt x="6110" y="6321"/>
                </a:cubicBezTo>
                <a:cubicBezTo>
                  <a:pt x="6104" y="6445"/>
                  <a:pt x="5050" y="6409"/>
                  <a:pt x="5332" y="6973"/>
                </a:cubicBezTo>
                <a:cubicBezTo>
                  <a:pt x="5650" y="7605"/>
                  <a:pt x="5521" y="8036"/>
                  <a:pt x="5779" y="8425"/>
                </a:cubicBezTo>
                <a:cubicBezTo>
                  <a:pt x="6039" y="8814"/>
                  <a:pt x="6299" y="9479"/>
                  <a:pt x="6477" y="9593"/>
                </a:cubicBezTo>
                <a:cubicBezTo>
                  <a:pt x="6496" y="9605"/>
                  <a:pt x="6522" y="9610"/>
                  <a:pt x="6554" y="9610"/>
                </a:cubicBezTo>
                <a:cubicBezTo>
                  <a:pt x="6816" y="9610"/>
                  <a:pt x="7445" y="9226"/>
                  <a:pt x="7401" y="9008"/>
                </a:cubicBezTo>
                <a:cubicBezTo>
                  <a:pt x="7353" y="8766"/>
                  <a:pt x="6833" y="8164"/>
                  <a:pt x="6833" y="8051"/>
                </a:cubicBezTo>
                <a:cubicBezTo>
                  <a:pt x="6833" y="7938"/>
                  <a:pt x="7092" y="7565"/>
                  <a:pt x="7092" y="7565"/>
                </a:cubicBezTo>
                <a:cubicBezTo>
                  <a:pt x="7092" y="7565"/>
                  <a:pt x="7348" y="8385"/>
                  <a:pt x="7552" y="8385"/>
                </a:cubicBezTo>
                <a:cubicBezTo>
                  <a:pt x="7573" y="8385"/>
                  <a:pt x="7592" y="8377"/>
                  <a:pt x="7611" y="8360"/>
                </a:cubicBezTo>
                <a:cubicBezTo>
                  <a:pt x="7688" y="8290"/>
                  <a:pt x="7789" y="8193"/>
                  <a:pt x="7886" y="8097"/>
                </a:cubicBezTo>
                <a:cubicBezTo>
                  <a:pt x="7931" y="8053"/>
                  <a:pt x="7987" y="8033"/>
                  <a:pt x="8042" y="8033"/>
                </a:cubicBezTo>
                <a:cubicBezTo>
                  <a:pt x="8145" y="8033"/>
                  <a:pt x="8245" y="8105"/>
                  <a:pt x="8264" y="8223"/>
                </a:cubicBezTo>
                <a:cubicBezTo>
                  <a:pt x="8295" y="8415"/>
                  <a:pt x="8336" y="8597"/>
                  <a:pt x="8391" y="8604"/>
                </a:cubicBezTo>
                <a:cubicBezTo>
                  <a:pt x="8395" y="8605"/>
                  <a:pt x="8402" y="8605"/>
                  <a:pt x="8410" y="8605"/>
                </a:cubicBezTo>
                <a:cubicBezTo>
                  <a:pt x="8501" y="8605"/>
                  <a:pt x="8797" y="8564"/>
                  <a:pt x="9081" y="8521"/>
                </a:cubicBezTo>
                <a:cubicBezTo>
                  <a:pt x="9098" y="8519"/>
                  <a:pt x="9115" y="8518"/>
                  <a:pt x="9131" y="8518"/>
                </a:cubicBezTo>
                <a:cubicBezTo>
                  <a:pt x="9341" y="8518"/>
                  <a:pt x="9502" y="8717"/>
                  <a:pt x="9448" y="8929"/>
                </a:cubicBezTo>
                <a:cubicBezTo>
                  <a:pt x="9427" y="9009"/>
                  <a:pt x="9426" y="9083"/>
                  <a:pt x="9462" y="9122"/>
                </a:cubicBezTo>
                <a:cubicBezTo>
                  <a:pt x="9587" y="9261"/>
                  <a:pt x="9813" y="9857"/>
                  <a:pt x="9974" y="9857"/>
                </a:cubicBezTo>
                <a:cubicBezTo>
                  <a:pt x="9982" y="9857"/>
                  <a:pt x="9990" y="9856"/>
                  <a:pt x="9998" y="9852"/>
                </a:cubicBezTo>
                <a:cubicBezTo>
                  <a:pt x="10084" y="9818"/>
                  <a:pt x="10321" y="9627"/>
                  <a:pt x="10526" y="9456"/>
                </a:cubicBezTo>
                <a:cubicBezTo>
                  <a:pt x="10624" y="9374"/>
                  <a:pt x="10745" y="9333"/>
                  <a:pt x="10865" y="9333"/>
                </a:cubicBezTo>
                <a:cubicBezTo>
                  <a:pt x="10997" y="9333"/>
                  <a:pt x="11128" y="9382"/>
                  <a:pt x="11228" y="9479"/>
                </a:cubicBezTo>
                <a:cubicBezTo>
                  <a:pt x="11320" y="9567"/>
                  <a:pt x="11414" y="9668"/>
                  <a:pt x="11488" y="9776"/>
                </a:cubicBezTo>
                <a:lnTo>
                  <a:pt x="11503" y="9730"/>
                </a:lnTo>
                <a:cubicBezTo>
                  <a:pt x="11883" y="8567"/>
                  <a:pt x="12090" y="7324"/>
                  <a:pt x="12090" y="6034"/>
                </a:cubicBezTo>
                <a:cubicBezTo>
                  <a:pt x="12090" y="3830"/>
                  <a:pt x="11489" y="1767"/>
                  <a:pt x="1044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8" name="Google Shape;3778;p39"/>
          <p:cNvSpPr/>
          <p:nvPr/>
        </p:nvSpPr>
        <p:spPr>
          <a:xfrm>
            <a:off x="4531872" y="2950409"/>
            <a:ext cx="448892" cy="495225"/>
          </a:xfrm>
          <a:custGeom>
            <a:rect b="b" l="l" r="r" t="t"/>
            <a:pathLst>
              <a:path extrusionOk="0" h="8743" w="7925">
                <a:moveTo>
                  <a:pt x="3033" y="1"/>
                </a:moveTo>
                <a:cubicBezTo>
                  <a:pt x="2790" y="1"/>
                  <a:pt x="1622" y="423"/>
                  <a:pt x="1412" y="471"/>
                </a:cubicBezTo>
                <a:cubicBezTo>
                  <a:pt x="1200" y="520"/>
                  <a:pt x="697" y="1217"/>
                  <a:pt x="617" y="1331"/>
                </a:cubicBezTo>
                <a:cubicBezTo>
                  <a:pt x="537" y="1445"/>
                  <a:pt x="666" y="1737"/>
                  <a:pt x="471" y="1899"/>
                </a:cubicBezTo>
                <a:cubicBezTo>
                  <a:pt x="277" y="2061"/>
                  <a:pt x="98" y="2937"/>
                  <a:pt x="49" y="3002"/>
                </a:cubicBezTo>
                <a:cubicBezTo>
                  <a:pt x="1" y="3067"/>
                  <a:pt x="438" y="3147"/>
                  <a:pt x="438" y="3147"/>
                </a:cubicBezTo>
                <a:cubicBezTo>
                  <a:pt x="438" y="3147"/>
                  <a:pt x="518" y="3764"/>
                  <a:pt x="714" y="3812"/>
                </a:cubicBezTo>
                <a:cubicBezTo>
                  <a:pt x="767" y="3825"/>
                  <a:pt x="883" y="3830"/>
                  <a:pt x="1023" y="3830"/>
                </a:cubicBezTo>
                <a:cubicBezTo>
                  <a:pt x="1397" y="3830"/>
                  <a:pt x="1947" y="3796"/>
                  <a:pt x="1947" y="3796"/>
                </a:cubicBezTo>
                <a:cubicBezTo>
                  <a:pt x="1947" y="3796"/>
                  <a:pt x="2012" y="3990"/>
                  <a:pt x="2159" y="3990"/>
                </a:cubicBezTo>
                <a:cubicBezTo>
                  <a:pt x="2304" y="3990"/>
                  <a:pt x="3471" y="3779"/>
                  <a:pt x="3471" y="3779"/>
                </a:cubicBezTo>
                <a:lnTo>
                  <a:pt x="3471" y="3779"/>
                </a:lnTo>
                <a:cubicBezTo>
                  <a:pt x="3471" y="3779"/>
                  <a:pt x="2774" y="4266"/>
                  <a:pt x="2887" y="4413"/>
                </a:cubicBezTo>
                <a:cubicBezTo>
                  <a:pt x="3001" y="4558"/>
                  <a:pt x="3780" y="4883"/>
                  <a:pt x="3504" y="5354"/>
                </a:cubicBezTo>
                <a:cubicBezTo>
                  <a:pt x="3228" y="5825"/>
                  <a:pt x="3147" y="5970"/>
                  <a:pt x="3310" y="6327"/>
                </a:cubicBezTo>
                <a:cubicBezTo>
                  <a:pt x="3471" y="6684"/>
                  <a:pt x="4072" y="7608"/>
                  <a:pt x="3991" y="8159"/>
                </a:cubicBezTo>
                <a:cubicBezTo>
                  <a:pt x="3944" y="8482"/>
                  <a:pt x="3957" y="8743"/>
                  <a:pt x="4125" y="8743"/>
                </a:cubicBezTo>
                <a:cubicBezTo>
                  <a:pt x="4245" y="8743"/>
                  <a:pt x="4443" y="8610"/>
                  <a:pt x="4753" y="8273"/>
                </a:cubicBezTo>
                <a:cubicBezTo>
                  <a:pt x="5499" y="7463"/>
                  <a:pt x="6213" y="7024"/>
                  <a:pt x="6083" y="6781"/>
                </a:cubicBezTo>
                <a:cubicBezTo>
                  <a:pt x="5955" y="6538"/>
                  <a:pt x="6520" y="6083"/>
                  <a:pt x="6602" y="5953"/>
                </a:cubicBezTo>
                <a:cubicBezTo>
                  <a:pt x="6683" y="5825"/>
                  <a:pt x="6263" y="5191"/>
                  <a:pt x="6602" y="4818"/>
                </a:cubicBezTo>
                <a:cubicBezTo>
                  <a:pt x="6943" y="4444"/>
                  <a:pt x="7236" y="4169"/>
                  <a:pt x="7364" y="4039"/>
                </a:cubicBezTo>
                <a:cubicBezTo>
                  <a:pt x="7493" y="3910"/>
                  <a:pt x="7925" y="3017"/>
                  <a:pt x="7775" y="3017"/>
                </a:cubicBezTo>
                <a:cubicBezTo>
                  <a:pt x="7774" y="3017"/>
                  <a:pt x="7772" y="3017"/>
                  <a:pt x="7771" y="3017"/>
                </a:cubicBezTo>
                <a:cubicBezTo>
                  <a:pt x="7643" y="3030"/>
                  <a:pt x="7003" y="3232"/>
                  <a:pt x="6665" y="3232"/>
                </a:cubicBezTo>
                <a:cubicBezTo>
                  <a:pt x="6573" y="3232"/>
                  <a:pt x="6503" y="3217"/>
                  <a:pt x="6472" y="3180"/>
                </a:cubicBezTo>
                <a:cubicBezTo>
                  <a:pt x="6326" y="3001"/>
                  <a:pt x="5434" y="1703"/>
                  <a:pt x="5337" y="1638"/>
                </a:cubicBezTo>
                <a:cubicBezTo>
                  <a:pt x="5245" y="1577"/>
                  <a:pt x="5441" y="836"/>
                  <a:pt x="5218" y="836"/>
                </a:cubicBezTo>
                <a:cubicBezTo>
                  <a:pt x="5205" y="836"/>
                  <a:pt x="5190" y="838"/>
                  <a:pt x="5174" y="844"/>
                </a:cubicBezTo>
                <a:cubicBezTo>
                  <a:pt x="4882" y="941"/>
                  <a:pt x="4380" y="1054"/>
                  <a:pt x="4380" y="1054"/>
                </a:cubicBezTo>
                <a:cubicBezTo>
                  <a:pt x="4380" y="1054"/>
                  <a:pt x="4380" y="926"/>
                  <a:pt x="4185" y="909"/>
                </a:cubicBezTo>
                <a:cubicBezTo>
                  <a:pt x="4180" y="909"/>
                  <a:pt x="4174" y="909"/>
                  <a:pt x="4168" y="909"/>
                </a:cubicBezTo>
                <a:cubicBezTo>
                  <a:pt x="4088" y="909"/>
                  <a:pt x="3977" y="947"/>
                  <a:pt x="3872" y="993"/>
                </a:cubicBezTo>
                <a:cubicBezTo>
                  <a:pt x="3789" y="1030"/>
                  <a:pt x="3701" y="1048"/>
                  <a:pt x="3614" y="1048"/>
                </a:cubicBezTo>
                <a:cubicBezTo>
                  <a:pt x="3435" y="1048"/>
                  <a:pt x="3260" y="972"/>
                  <a:pt x="3146" y="826"/>
                </a:cubicBezTo>
                <a:cubicBezTo>
                  <a:pt x="3117" y="790"/>
                  <a:pt x="3095" y="753"/>
                  <a:pt x="3081" y="715"/>
                </a:cubicBezTo>
                <a:cubicBezTo>
                  <a:pt x="3001" y="487"/>
                  <a:pt x="3276" y="1"/>
                  <a:pt x="303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9" name="Google Shape;3779;p39"/>
          <p:cNvSpPr txBox="1"/>
          <p:nvPr/>
        </p:nvSpPr>
        <p:spPr>
          <a:xfrm>
            <a:off x="368899" y="274858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0" name="Google Shape;3780;p39"/>
          <p:cNvSpPr txBox="1"/>
          <p:nvPr/>
        </p:nvSpPr>
        <p:spPr>
          <a:xfrm>
            <a:off x="368899" y="4158416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1" name="Google Shape;3781;p39"/>
          <p:cNvSpPr txBox="1"/>
          <p:nvPr/>
        </p:nvSpPr>
        <p:spPr>
          <a:xfrm>
            <a:off x="368899" y="133875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2" name="Google Shape;3782;p39"/>
          <p:cNvSpPr txBox="1"/>
          <p:nvPr/>
        </p:nvSpPr>
        <p:spPr>
          <a:xfrm>
            <a:off x="368899" y="102724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 sz="160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3" name="Google Shape;3783;p39"/>
          <p:cNvSpPr txBox="1"/>
          <p:nvPr/>
        </p:nvSpPr>
        <p:spPr>
          <a:xfrm>
            <a:off x="368899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60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4" name="Google Shape;3784;p39"/>
          <p:cNvSpPr txBox="1"/>
          <p:nvPr/>
        </p:nvSpPr>
        <p:spPr>
          <a:xfrm>
            <a:off x="368899" y="24195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6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5" name="Google Shape;3785;p39"/>
          <p:cNvSpPr txBox="1"/>
          <p:nvPr/>
        </p:nvSpPr>
        <p:spPr>
          <a:xfrm>
            <a:off x="6850111" y="1334023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6" name="Google Shape;3786;p39"/>
          <p:cNvSpPr txBox="1"/>
          <p:nvPr/>
        </p:nvSpPr>
        <p:spPr>
          <a:xfrm>
            <a:off x="7467811" y="101276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60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7" name="Google Shape;3787;p39"/>
          <p:cNvSpPr txBox="1"/>
          <p:nvPr/>
        </p:nvSpPr>
        <p:spPr>
          <a:xfrm>
            <a:off x="7467811" y="241229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 sz="16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8" name="Google Shape;3788;p39"/>
          <p:cNvSpPr txBox="1"/>
          <p:nvPr/>
        </p:nvSpPr>
        <p:spPr>
          <a:xfrm>
            <a:off x="7467811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NEPTUNE</a:t>
            </a:r>
            <a:endParaRPr b="1" sz="160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9" name="Google Shape;3789;p39"/>
          <p:cNvSpPr txBox="1"/>
          <p:nvPr/>
        </p:nvSpPr>
        <p:spPr>
          <a:xfrm>
            <a:off x="6789211" y="4106216"/>
            <a:ext cx="1987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planet from the Sun and the fourth-largest one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90" name="Google Shape;3790;p39"/>
          <p:cNvSpPr txBox="1"/>
          <p:nvPr/>
        </p:nvSpPr>
        <p:spPr>
          <a:xfrm>
            <a:off x="6789211" y="2748575"/>
            <a:ext cx="1987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791" name="Google Shape;3791;p39"/>
          <p:cNvGrpSpPr/>
          <p:nvPr/>
        </p:nvGrpSpPr>
        <p:grpSpPr>
          <a:xfrm>
            <a:off x="4423062" y="1308775"/>
            <a:ext cx="280833" cy="300249"/>
            <a:chOff x="4423062" y="1232575"/>
            <a:chExt cx="280833" cy="300249"/>
          </a:xfrm>
        </p:grpSpPr>
        <p:sp>
          <p:nvSpPr>
            <p:cNvPr id="3792" name="Google Shape;3792;p39"/>
            <p:cNvSpPr/>
            <p:nvPr/>
          </p:nvSpPr>
          <p:spPr>
            <a:xfrm>
              <a:off x="4423062" y="1313278"/>
              <a:ext cx="126539" cy="219490"/>
            </a:xfrm>
            <a:custGeom>
              <a:rect b="b" l="l" r="r" t="t"/>
              <a:pathLst>
                <a:path extrusionOk="0" h="3875" w="2234">
                  <a:moveTo>
                    <a:pt x="437" y="1"/>
                  </a:moveTo>
                  <a:cubicBezTo>
                    <a:pt x="197" y="1"/>
                    <a:pt x="0" y="196"/>
                    <a:pt x="0" y="436"/>
                  </a:cubicBezTo>
                  <a:lnTo>
                    <a:pt x="0" y="1665"/>
                  </a:lnTo>
                  <a:cubicBezTo>
                    <a:pt x="0" y="1778"/>
                    <a:pt x="91" y="1869"/>
                    <a:pt x="204" y="1869"/>
                  </a:cubicBezTo>
                  <a:cubicBezTo>
                    <a:pt x="316" y="1869"/>
                    <a:pt x="407" y="1778"/>
                    <a:pt x="407" y="1665"/>
                  </a:cubicBezTo>
                  <a:lnTo>
                    <a:pt x="407" y="508"/>
                  </a:lnTo>
                  <a:lnTo>
                    <a:pt x="470" y="508"/>
                  </a:lnTo>
                  <a:lnTo>
                    <a:pt x="470" y="3638"/>
                  </a:lnTo>
                  <a:cubicBezTo>
                    <a:pt x="470" y="3768"/>
                    <a:pt x="576" y="3874"/>
                    <a:pt x="706" y="3874"/>
                  </a:cubicBezTo>
                  <a:cubicBezTo>
                    <a:pt x="837" y="3874"/>
                    <a:pt x="942" y="3768"/>
                    <a:pt x="942" y="3638"/>
                  </a:cubicBezTo>
                  <a:lnTo>
                    <a:pt x="942" y="2284"/>
                  </a:lnTo>
                  <a:cubicBezTo>
                    <a:pt x="942" y="2188"/>
                    <a:pt x="1021" y="2110"/>
                    <a:pt x="1116" y="2110"/>
                  </a:cubicBezTo>
                  <a:cubicBezTo>
                    <a:pt x="1213" y="2110"/>
                    <a:pt x="1290" y="2188"/>
                    <a:pt x="1290" y="2284"/>
                  </a:cubicBezTo>
                  <a:lnTo>
                    <a:pt x="1290" y="3638"/>
                  </a:lnTo>
                  <a:cubicBezTo>
                    <a:pt x="1290" y="3768"/>
                    <a:pt x="1397" y="3874"/>
                    <a:pt x="1528" y="3874"/>
                  </a:cubicBezTo>
                  <a:cubicBezTo>
                    <a:pt x="1658" y="3874"/>
                    <a:pt x="1764" y="3768"/>
                    <a:pt x="1764" y="3638"/>
                  </a:cubicBezTo>
                  <a:lnTo>
                    <a:pt x="1764" y="508"/>
                  </a:lnTo>
                  <a:lnTo>
                    <a:pt x="1826" y="508"/>
                  </a:lnTo>
                  <a:lnTo>
                    <a:pt x="1826" y="1665"/>
                  </a:lnTo>
                  <a:cubicBezTo>
                    <a:pt x="1826" y="1778"/>
                    <a:pt x="1918" y="1869"/>
                    <a:pt x="2030" y="1869"/>
                  </a:cubicBezTo>
                  <a:cubicBezTo>
                    <a:pt x="2143" y="1869"/>
                    <a:pt x="2234" y="1778"/>
                    <a:pt x="2234" y="1665"/>
                  </a:cubicBezTo>
                  <a:lnTo>
                    <a:pt x="2234" y="436"/>
                  </a:lnTo>
                  <a:cubicBezTo>
                    <a:pt x="2233" y="197"/>
                    <a:pt x="2035" y="1"/>
                    <a:pt x="17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39"/>
            <p:cNvSpPr/>
            <p:nvPr/>
          </p:nvSpPr>
          <p:spPr>
            <a:xfrm>
              <a:off x="4577412" y="1313278"/>
              <a:ext cx="126483" cy="219546"/>
            </a:xfrm>
            <a:custGeom>
              <a:rect b="b" l="l" r="r" t="t"/>
              <a:pathLst>
                <a:path extrusionOk="0" h="3876" w="2233">
                  <a:moveTo>
                    <a:pt x="437" y="1"/>
                  </a:moveTo>
                  <a:cubicBezTo>
                    <a:pt x="196" y="1"/>
                    <a:pt x="1" y="196"/>
                    <a:pt x="1" y="436"/>
                  </a:cubicBezTo>
                  <a:lnTo>
                    <a:pt x="1" y="1665"/>
                  </a:lnTo>
                  <a:cubicBezTo>
                    <a:pt x="1" y="1778"/>
                    <a:pt x="92" y="1869"/>
                    <a:pt x="204" y="1869"/>
                  </a:cubicBezTo>
                  <a:cubicBezTo>
                    <a:pt x="317" y="1869"/>
                    <a:pt x="407" y="1778"/>
                    <a:pt x="407" y="1665"/>
                  </a:cubicBezTo>
                  <a:lnTo>
                    <a:pt x="407" y="508"/>
                  </a:lnTo>
                  <a:lnTo>
                    <a:pt x="470" y="508"/>
                  </a:lnTo>
                  <a:lnTo>
                    <a:pt x="470" y="1736"/>
                  </a:lnTo>
                  <a:lnTo>
                    <a:pt x="164" y="2355"/>
                  </a:lnTo>
                  <a:lnTo>
                    <a:pt x="470" y="2355"/>
                  </a:lnTo>
                  <a:lnTo>
                    <a:pt x="470" y="3639"/>
                  </a:lnTo>
                  <a:cubicBezTo>
                    <a:pt x="470" y="3769"/>
                    <a:pt x="576" y="3875"/>
                    <a:pt x="707" y="3875"/>
                  </a:cubicBezTo>
                  <a:cubicBezTo>
                    <a:pt x="837" y="3875"/>
                    <a:pt x="943" y="3769"/>
                    <a:pt x="943" y="3639"/>
                  </a:cubicBezTo>
                  <a:lnTo>
                    <a:pt x="943" y="2355"/>
                  </a:lnTo>
                  <a:lnTo>
                    <a:pt x="1290" y="2355"/>
                  </a:lnTo>
                  <a:lnTo>
                    <a:pt x="1290" y="3639"/>
                  </a:lnTo>
                  <a:cubicBezTo>
                    <a:pt x="1290" y="3769"/>
                    <a:pt x="1396" y="3875"/>
                    <a:pt x="1526" y="3875"/>
                  </a:cubicBezTo>
                  <a:cubicBezTo>
                    <a:pt x="1657" y="3875"/>
                    <a:pt x="1763" y="3769"/>
                    <a:pt x="1763" y="3639"/>
                  </a:cubicBezTo>
                  <a:lnTo>
                    <a:pt x="1763" y="2355"/>
                  </a:lnTo>
                  <a:lnTo>
                    <a:pt x="2077" y="2355"/>
                  </a:lnTo>
                  <a:lnTo>
                    <a:pt x="1763" y="1721"/>
                  </a:lnTo>
                  <a:lnTo>
                    <a:pt x="1763" y="508"/>
                  </a:lnTo>
                  <a:lnTo>
                    <a:pt x="1826" y="508"/>
                  </a:lnTo>
                  <a:lnTo>
                    <a:pt x="1826" y="1665"/>
                  </a:lnTo>
                  <a:cubicBezTo>
                    <a:pt x="1826" y="1778"/>
                    <a:pt x="1916" y="1869"/>
                    <a:pt x="2029" y="1869"/>
                  </a:cubicBezTo>
                  <a:cubicBezTo>
                    <a:pt x="2141" y="1869"/>
                    <a:pt x="2232" y="1778"/>
                    <a:pt x="2232" y="1665"/>
                  </a:cubicBezTo>
                  <a:lnTo>
                    <a:pt x="2232" y="436"/>
                  </a:lnTo>
                  <a:cubicBezTo>
                    <a:pt x="2232" y="197"/>
                    <a:pt x="2036" y="1"/>
                    <a:pt x="17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4" name="Google Shape;3794;p39"/>
            <p:cNvSpPr/>
            <p:nvPr/>
          </p:nvSpPr>
          <p:spPr>
            <a:xfrm>
              <a:off x="4610800" y="1232575"/>
              <a:ext cx="59700" cy="59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5" name="Google Shape;3795;p39"/>
            <p:cNvSpPr/>
            <p:nvPr/>
          </p:nvSpPr>
          <p:spPr>
            <a:xfrm>
              <a:off x="4456475" y="1232575"/>
              <a:ext cx="59700" cy="59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9" name="Shape 3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0" name="Google Shape;3800;p40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01" name="Google Shape;3801;p40"/>
          <p:cNvSpPr txBox="1"/>
          <p:nvPr/>
        </p:nvSpPr>
        <p:spPr>
          <a:xfrm>
            <a:off x="4284762" y="3766463"/>
            <a:ext cx="585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endParaRPr b="1" sz="24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02" name="Google Shape;3802;p40"/>
          <p:cNvSpPr txBox="1"/>
          <p:nvPr/>
        </p:nvSpPr>
        <p:spPr>
          <a:xfrm>
            <a:off x="3400681" y="3766463"/>
            <a:ext cx="585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B</a:t>
            </a:r>
            <a:endParaRPr b="1" sz="240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03" name="Google Shape;3803;p40"/>
          <p:cNvSpPr txBox="1"/>
          <p:nvPr/>
        </p:nvSpPr>
        <p:spPr>
          <a:xfrm>
            <a:off x="2516612" y="3766463"/>
            <a:ext cx="585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b="1" sz="240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04" name="Google Shape;3804;p40"/>
          <p:cNvSpPr txBox="1"/>
          <p:nvPr/>
        </p:nvSpPr>
        <p:spPr>
          <a:xfrm flipH="1">
            <a:off x="6805720" y="263321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05" name="Google Shape;3805;p40"/>
          <p:cNvSpPr txBox="1"/>
          <p:nvPr/>
        </p:nvSpPr>
        <p:spPr>
          <a:xfrm flipH="1">
            <a:off x="6805720" y="394397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06" name="Google Shape;3806;p40"/>
          <p:cNvSpPr txBox="1"/>
          <p:nvPr/>
        </p:nvSpPr>
        <p:spPr>
          <a:xfrm flipH="1">
            <a:off x="6805720" y="133875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07" name="Google Shape;3807;p40"/>
          <p:cNvSpPr txBox="1"/>
          <p:nvPr/>
        </p:nvSpPr>
        <p:spPr>
          <a:xfrm flipH="1">
            <a:off x="7385320" y="102724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 sz="1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08" name="Google Shape;3808;p40"/>
          <p:cNvSpPr txBox="1"/>
          <p:nvPr/>
        </p:nvSpPr>
        <p:spPr>
          <a:xfrm flipH="1">
            <a:off x="7423420" y="363246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09" name="Google Shape;3809;p40"/>
          <p:cNvSpPr txBox="1"/>
          <p:nvPr/>
        </p:nvSpPr>
        <p:spPr>
          <a:xfrm flipH="1">
            <a:off x="7423420" y="2325093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10" name="Google Shape;3810;p40"/>
          <p:cNvSpPr txBox="1"/>
          <p:nvPr/>
        </p:nvSpPr>
        <p:spPr>
          <a:xfrm flipH="1">
            <a:off x="417667" y="1983677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11" name="Google Shape;3811;p40"/>
          <p:cNvSpPr txBox="1"/>
          <p:nvPr/>
        </p:nvSpPr>
        <p:spPr>
          <a:xfrm flipH="1">
            <a:off x="417667" y="166242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60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12" name="Google Shape;3812;p40"/>
          <p:cNvSpPr txBox="1"/>
          <p:nvPr/>
        </p:nvSpPr>
        <p:spPr>
          <a:xfrm flipH="1">
            <a:off x="417667" y="3257444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 sz="160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13" name="Google Shape;3813;p40"/>
          <p:cNvSpPr txBox="1"/>
          <p:nvPr/>
        </p:nvSpPr>
        <p:spPr>
          <a:xfrm flipH="1">
            <a:off x="417667" y="3551830"/>
            <a:ext cx="1987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a gas giant and the biggest planet in the Solar System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14" name="Google Shape;3814;p40"/>
          <p:cNvSpPr txBox="1"/>
          <p:nvPr/>
        </p:nvSpPr>
        <p:spPr>
          <a:xfrm>
            <a:off x="6011912" y="3766463"/>
            <a:ext cx="585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E</a:t>
            </a:r>
            <a:endParaRPr b="1" sz="24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15" name="Google Shape;3815;p40"/>
          <p:cNvSpPr txBox="1"/>
          <p:nvPr/>
        </p:nvSpPr>
        <p:spPr>
          <a:xfrm>
            <a:off x="5148331" y="3766463"/>
            <a:ext cx="585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D</a:t>
            </a:r>
            <a:endParaRPr b="1" sz="24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16" name="Google Shape;3816;p40"/>
          <p:cNvSpPr/>
          <p:nvPr/>
        </p:nvSpPr>
        <p:spPr>
          <a:xfrm>
            <a:off x="3472909" y="1742650"/>
            <a:ext cx="448375" cy="1729875"/>
          </a:xfrm>
          <a:custGeom>
            <a:rect b="b" l="l" r="r" t="t"/>
            <a:pathLst>
              <a:path extrusionOk="0" h="69195" w="17935">
                <a:moveTo>
                  <a:pt x="10470" y="12207"/>
                </a:moveTo>
                <a:lnTo>
                  <a:pt x="10470" y="52971"/>
                </a:lnTo>
                <a:cubicBezTo>
                  <a:pt x="10470" y="54174"/>
                  <a:pt x="11050" y="55305"/>
                  <a:pt x="12018" y="56011"/>
                </a:cubicBezTo>
                <a:cubicBezTo>
                  <a:pt x="13309" y="56952"/>
                  <a:pt x="14084" y="58378"/>
                  <a:pt x="14164" y="59954"/>
                </a:cubicBezTo>
                <a:cubicBezTo>
                  <a:pt x="14164" y="59966"/>
                  <a:pt x="14166" y="59979"/>
                  <a:pt x="14166" y="59991"/>
                </a:cubicBezTo>
                <a:lnTo>
                  <a:pt x="14170" y="60110"/>
                </a:lnTo>
                <a:cubicBezTo>
                  <a:pt x="14170" y="60135"/>
                  <a:pt x="14171" y="60163"/>
                  <a:pt x="14171" y="60188"/>
                </a:cubicBezTo>
                <a:lnTo>
                  <a:pt x="14171" y="60228"/>
                </a:lnTo>
                <a:cubicBezTo>
                  <a:pt x="14171" y="63096"/>
                  <a:pt x="11836" y="65431"/>
                  <a:pt x="8968" y="65431"/>
                </a:cubicBezTo>
                <a:cubicBezTo>
                  <a:pt x="6099" y="65431"/>
                  <a:pt x="3765" y="63096"/>
                  <a:pt x="3765" y="60228"/>
                </a:cubicBezTo>
                <a:cubicBezTo>
                  <a:pt x="3765" y="58545"/>
                  <a:pt x="4552" y="57006"/>
                  <a:pt x="5919" y="56011"/>
                </a:cubicBezTo>
                <a:cubicBezTo>
                  <a:pt x="6851" y="55338"/>
                  <a:pt x="7413" y="54278"/>
                  <a:pt x="7462" y="53138"/>
                </a:cubicBezTo>
                <a:cubicBezTo>
                  <a:pt x="7464" y="53119"/>
                  <a:pt x="7464" y="53102"/>
                  <a:pt x="7465" y="53082"/>
                </a:cubicBezTo>
                <a:cubicBezTo>
                  <a:pt x="7466" y="53046"/>
                  <a:pt x="7466" y="53007"/>
                  <a:pt x="7466" y="52970"/>
                </a:cubicBezTo>
                <a:lnTo>
                  <a:pt x="7466" y="12207"/>
                </a:lnTo>
                <a:close/>
                <a:moveTo>
                  <a:pt x="8968" y="0"/>
                </a:moveTo>
                <a:cubicBezTo>
                  <a:pt x="6063" y="0"/>
                  <a:pt x="3700" y="2363"/>
                  <a:pt x="3700" y="5268"/>
                </a:cubicBezTo>
                <a:lnTo>
                  <a:pt x="3700" y="52971"/>
                </a:lnTo>
                <a:cubicBezTo>
                  <a:pt x="1458" y="54601"/>
                  <a:pt x="1" y="57242"/>
                  <a:pt x="1" y="60228"/>
                </a:cubicBezTo>
                <a:cubicBezTo>
                  <a:pt x="1" y="65177"/>
                  <a:pt x="4018" y="69194"/>
                  <a:pt x="8968" y="69194"/>
                </a:cubicBezTo>
                <a:cubicBezTo>
                  <a:pt x="13917" y="69194"/>
                  <a:pt x="17934" y="65177"/>
                  <a:pt x="17934" y="60227"/>
                </a:cubicBezTo>
                <a:cubicBezTo>
                  <a:pt x="17935" y="57242"/>
                  <a:pt x="16478" y="54599"/>
                  <a:pt x="14234" y="52971"/>
                </a:cubicBezTo>
                <a:lnTo>
                  <a:pt x="14234" y="5268"/>
                </a:lnTo>
                <a:cubicBezTo>
                  <a:pt x="14234" y="2363"/>
                  <a:pt x="11874" y="0"/>
                  <a:pt x="8968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7" name="Google Shape;3817;p40"/>
          <p:cNvSpPr/>
          <p:nvPr/>
        </p:nvSpPr>
        <p:spPr>
          <a:xfrm>
            <a:off x="3659509" y="1812175"/>
            <a:ext cx="75125" cy="528875"/>
          </a:xfrm>
          <a:custGeom>
            <a:rect b="b" l="l" r="r" t="t"/>
            <a:pathLst>
              <a:path extrusionOk="0" h="21155" w="3005">
                <a:moveTo>
                  <a:pt x="1503" y="0"/>
                </a:moveTo>
                <a:cubicBezTo>
                  <a:pt x="680" y="0"/>
                  <a:pt x="1" y="669"/>
                  <a:pt x="1" y="1501"/>
                </a:cubicBezTo>
                <a:lnTo>
                  <a:pt x="1" y="21155"/>
                </a:lnTo>
                <a:lnTo>
                  <a:pt x="3005" y="21155"/>
                </a:lnTo>
                <a:lnTo>
                  <a:pt x="3005" y="1501"/>
                </a:lnTo>
                <a:cubicBezTo>
                  <a:pt x="3005" y="679"/>
                  <a:pt x="2337" y="0"/>
                  <a:pt x="1503" y="0"/>
                </a:cubicBezTo>
                <a:close/>
              </a:path>
            </a:pathLst>
          </a:custGeom>
          <a:solidFill>
            <a:srgbClr val="C7D3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8" name="Google Shape;3818;p40"/>
          <p:cNvSpPr/>
          <p:nvPr/>
        </p:nvSpPr>
        <p:spPr>
          <a:xfrm>
            <a:off x="3567009" y="2047800"/>
            <a:ext cx="260175" cy="1330650"/>
          </a:xfrm>
          <a:custGeom>
            <a:rect b="b" l="l" r="r" t="t"/>
            <a:pathLst>
              <a:path extrusionOk="0" h="53226" w="10407">
                <a:moveTo>
                  <a:pt x="3702" y="1"/>
                </a:moveTo>
                <a:lnTo>
                  <a:pt x="3702" y="40764"/>
                </a:lnTo>
                <a:cubicBezTo>
                  <a:pt x="3702" y="40801"/>
                  <a:pt x="3702" y="40840"/>
                  <a:pt x="3701" y="40876"/>
                </a:cubicBezTo>
                <a:cubicBezTo>
                  <a:pt x="3700" y="40896"/>
                  <a:pt x="3700" y="40913"/>
                  <a:pt x="3698" y="40932"/>
                </a:cubicBezTo>
                <a:cubicBezTo>
                  <a:pt x="3649" y="42072"/>
                  <a:pt x="3087" y="43132"/>
                  <a:pt x="2155" y="43805"/>
                </a:cubicBezTo>
                <a:cubicBezTo>
                  <a:pt x="787" y="44800"/>
                  <a:pt x="1" y="46339"/>
                  <a:pt x="1" y="48022"/>
                </a:cubicBezTo>
                <a:cubicBezTo>
                  <a:pt x="1" y="50890"/>
                  <a:pt x="2335" y="53225"/>
                  <a:pt x="5204" y="53225"/>
                </a:cubicBezTo>
                <a:cubicBezTo>
                  <a:pt x="8072" y="53225"/>
                  <a:pt x="10407" y="50890"/>
                  <a:pt x="10407" y="48022"/>
                </a:cubicBezTo>
                <a:lnTo>
                  <a:pt x="10407" y="47982"/>
                </a:lnTo>
                <a:cubicBezTo>
                  <a:pt x="10407" y="47957"/>
                  <a:pt x="10405" y="47929"/>
                  <a:pt x="10405" y="47904"/>
                </a:cubicBezTo>
                <a:lnTo>
                  <a:pt x="10402" y="47785"/>
                </a:lnTo>
                <a:cubicBezTo>
                  <a:pt x="10402" y="47773"/>
                  <a:pt x="10400" y="47760"/>
                  <a:pt x="10400" y="47748"/>
                </a:cubicBezTo>
                <a:cubicBezTo>
                  <a:pt x="10320" y="46172"/>
                  <a:pt x="9545" y="44746"/>
                  <a:pt x="8254" y="43805"/>
                </a:cubicBezTo>
                <a:cubicBezTo>
                  <a:pt x="7286" y="43099"/>
                  <a:pt x="6706" y="41968"/>
                  <a:pt x="6706" y="40765"/>
                </a:cubicBezTo>
                <a:lnTo>
                  <a:pt x="670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9" name="Google Shape;3819;p40"/>
          <p:cNvSpPr/>
          <p:nvPr/>
        </p:nvSpPr>
        <p:spPr>
          <a:xfrm>
            <a:off x="2585242" y="1726250"/>
            <a:ext cx="448425" cy="1729875"/>
          </a:xfrm>
          <a:custGeom>
            <a:rect b="b" l="l" r="r" t="t"/>
            <a:pathLst>
              <a:path extrusionOk="0" h="69195" w="17937">
                <a:moveTo>
                  <a:pt x="8968" y="3766"/>
                </a:moveTo>
                <a:cubicBezTo>
                  <a:pt x="9800" y="3766"/>
                  <a:pt x="10469" y="4444"/>
                  <a:pt x="10469" y="5267"/>
                </a:cubicBezTo>
                <a:lnTo>
                  <a:pt x="10469" y="52971"/>
                </a:lnTo>
                <a:cubicBezTo>
                  <a:pt x="10469" y="54174"/>
                  <a:pt x="11048" y="55305"/>
                  <a:pt x="12017" y="56011"/>
                </a:cubicBezTo>
                <a:cubicBezTo>
                  <a:pt x="13315" y="56956"/>
                  <a:pt x="14090" y="58391"/>
                  <a:pt x="14164" y="59975"/>
                </a:cubicBezTo>
                <a:lnTo>
                  <a:pt x="14164" y="59990"/>
                </a:lnTo>
                <a:cubicBezTo>
                  <a:pt x="14167" y="60041"/>
                  <a:pt x="14168" y="60092"/>
                  <a:pt x="14169" y="60143"/>
                </a:cubicBezTo>
                <a:lnTo>
                  <a:pt x="14169" y="60151"/>
                </a:lnTo>
                <a:lnTo>
                  <a:pt x="14169" y="60227"/>
                </a:lnTo>
                <a:cubicBezTo>
                  <a:pt x="14169" y="61662"/>
                  <a:pt x="13586" y="62962"/>
                  <a:pt x="12643" y="63905"/>
                </a:cubicBezTo>
                <a:cubicBezTo>
                  <a:pt x="11703" y="64847"/>
                  <a:pt x="10403" y="65430"/>
                  <a:pt x="8969" y="65430"/>
                </a:cubicBezTo>
                <a:cubicBezTo>
                  <a:pt x="6100" y="65430"/>
                  <a:pt x="3766" y="63096"/>
                  <a:pt x="3766" y="60227"/>
                </a:cubicBezTo>
                <a:cubicBezTo>
                  <a:pt x="3766" y="58544"/>
                  <a:pt x="4554" y="57006"/>
                  <a:pt x="5920" y="56011"/>
                </a:cubicBezTo>
                <a:cubicBezTo>
                  <a:pt x="6867" y="55326"/>
                  <a:pt x="7431" y="54245"/>
                  <a:pt x="7465" y="53083"/>
                </a:cubicBezTo>
                <a:cubicBezTo>
                  <a:pt x="7466" y="53047"/>
                  <a:pt x="7466" y="53008"/>
                  <a:pt x="7466" y="52971"/>
                </a:cubicBezTo>
                <a:lnTo>
                  <a:pt x="7466" y="5267"/>
                </a:lnTo>
                <a:cubicBezTo>
                  <a:pt x="7466" y="4435"/>
                  <a:pt x="8145" y="3766"/>
                  <a:pt x="8968" y="3766"/>
                </a:cubicBezTo>
                <a:close/>
                <a:moveTo>
                  <a:pt x="8969" y="0"/>
                </a:moveTo>
                <a:cubicBezTo>
                  <a:pt x="6064" y="0"/>
                  <a:pt x="3702" y="2362"/>
                  <a:pt x="3702" y="5267"/>
                </a:cubicBezTo>
                <a:lnTo>
                  <a:pt x="3702" y="52971"/>
                </a:lnTo>
                <a:cubicBezTo>
                  <a:pt x="1458" y="54600"/>
                  <a:pt x="1" y="57242"/>
                  <a:pt x="1" y="60227"/>
                </a:cubicBezTo>
                <a:cubicBezTo>
                  <a:pt x="1" y="65178"/>
                  <a:pt x="4018" y="69195"/>
                  <a:pt x="8968" y="69195"/>
                </a:cubicBezTo>
                <a:cubicBezTo>
                  <a:pt x="13917" y="69195"/>
                  <a:pt x="17934" y="65178"/>
                  <a:pt x="17934" y="60227"/>
                </a:cubicBezTo>
                <a:cubicBezTo>
                  <a:pt x="17936" y="57243"/>
                  <a:pt x="16479" y="54600"/>
                  <a:pt x="14236" y="52971"/>
                </a:cubicBezTo>
                <a:lnTo>
                  <a:pt x="14236" y="5267"/>
                </a:lnTo>
                <a:cubicBezTo>
                  <a:pt x="14236" y="2363"/>
                  <a:pt x="11874" y="0"/>
                  <a:pt x="8969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0" name="Google Shape;3820;p40"/>
          <p:cNvSpPr/>
          <p:nvPr/>
        </p:nvSpPr>
        <p:spPr>
          <a:xfrm>
            <a:off x="3500134" y="3226025"/>
            <a:ext cx="175" cy="3850"/>
          </a:xfrm>
          <a:custGeom>
            <a:rect b="b" l="l" r="r" t="t"/>
            <a:pathLst>
              <a:path extrusionOk="0" h="154" w="7">
                <a:moveTo>
                  <a:pt x="1" y="0"/>
                </a:moveTo>
                <a:lnTo>
                  <a:pt x="1" y="0"/>
                </a:lnTo>
                <a:cubicBezTo>
                  <a:pt x="3" y="51"/>
                  <a:pt x="4" y="102"/>
                  <a:pt x="6" y="154"/>
                </a:cubicBezTo>
                <a:cubicBezTo>
                  <a:pt x="5" y="102"/>
                  <a:pt x="3" y="51"/>
                  <a:pt x="1" y="0"/>
                </a:cubicBezTo>
                <a:close/>
              </a:path>
            </a:pathLst>
          </a:custGeom>
          <a:solidFill>
            <a:srgbClr val="C7D3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1" name="Google Shape;3821;p40"/>
          <p:cNvSpPr/>
          <p:nvPr/>
        </p:nvSpPr>
        <p:spPr>
          <a:xfrm>
            <a:off x="2896951" y="3232100"/>
            <a:ext cx="38175" cy="91775"/>
          </a:xfrm>
          <a:custGeom>
            <a:rect b="b" l="l" r="r" t="t"/>
            <a:pathLst>
              <a:path extrusionOk="0" h="3671" w="1527">
                <a:moveTo>
                  <a:pt x="1526" y="1"/>
                </a:moveTo>
                <a:lnTo>
                  <a:pt x="1526" y="1"/>
                </a:lnTo>
                <a:cubicBezTo>
                  <a:pt x="1524" y="1433"/>
                  <a:pt x="941" y="2730"/>
                  <a:pt x="0" y="3671"/>
                </a:cubicBezTo>
                <a:cubicBezTo>
                  <a:pt x="941" y="2731"/>
                  <a:pt x="1524" y="1434"/>
                  <a:pt x="1526" y="1"/>
                </a:cubicBezTo>
                <a:close/>
              </a:path>
            </a:pathLst>
          </a:custGeom>
          <a:solidFill>
            <a:srgbClr val="C7D3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2" name="Google Shape;3822;p40"/>
          <p:cNvSpPr/>
          <p:nvPr/>
        </p:nvSpPr>
        <p:spPr>
          <a:xfrm>
            <a:off x="2674951" y="1820375"/>
            <a:ext cx="260175" cy="1541650"/>
          </a:xfrm>
          <a:custGeom>
            <a:rect b="b" l="l" r="r" t="t"/>
            <a:pathLst>
              <a:path extrusionOk="0" h="61666" w="10407">
                <a:moveTo>
                  <a:pt x="5202" y="1"/>
                </a:moveTo>
                <a:cubicBezTo>
                  <a:pt x="4379" y="1"/>
                  <a:pt x="3700" y="670"/>
                  <a:pt x="3700" y="1502"/>
                </a:cubicBezTo>
                <a:lnTo>
                  <a:pt x="3700" y="49206"/>
                </a:lnTo>
                <a:cubicBezTo>
                  <a:pt x="3700" y="49243"/>
                  <a:pt x="3700" y="49282"/>
                  <a:pt x="3699" y="49318"/>
                </a:cubicBezTo>
                <a:cubicBezTo>
                  <a:pt x="3665" y="50480"/>
                  <a:pt x="3101" y="51561"/>
                  <a:pt x="2154" y="52246"/>
                </a:cubicBezTo>
                <a:cubicBezTo>
                  <a:pt x="788" y="53241"/>
                  <a:pt x="0" y="54779"/>
                  <a:pt x="0" y="56462"/>
                </a:cubicBezTo>
                <a:cubicBezTo>
                  <a:pt x="0" y="59331"/>
                  <a:pt x="2334" y="61665"/>
                  <a:pt x="5203" y="61665"/>
                </a:cubicBezTo>
                <a:cubicBezTo>
                  <a:pt x="6637" y="61665"/>
                  <a:pt x="7937" y="61082"/>
                  <a:pt x="8880" y="60140"/>
                </a:cubicBezTo>
                <a:cubicBezTo>
                  <a:pt x="9823" y="59197"/>
                  <a:pt x="10406" y="57897"/>
                  <a:pt x="10406" y="56462"/>
                </a:cubicBezTo>
                <a:cubicBezTo>
                  <a:pt x="10406" y="56437"/>
                  <a:pt x="10406" y="56411"/>
                  <a:pt x="10403" y="56386"/>
                </a:cubicBezTo>
                <a:lnTo>
                  <a:pt x="10403" y="56378"/>
                </a:lnTo>
                <a:cubicBezTo>
                  <a:pt x="10402" y="56327"/>
                  <a:pt x="10401" y="56276"/>
                  <a:pt x="10398" y="56225"/>
                </a:cubicBezTo>
                <a:lnTo>
                  <a:pt x="10398" y="56210"/>
                </a:lnTo>
                <a:cubicBezTo>
                  <a:pt x="10324" y="54626"/>
                  <a:pt x="9549" y="53191"/>
                  <a:pt x="8251" y="52246"/>
                </a:cubicBezTo>
                <a:cubicBezTo>
                  <a:pt x="7282" y="51540"/>
                  <a:pt x="6703" y="50409"/>
                  <a:pt x="6703" y="49206"/>
                </a:cubicBezTo>
                <a:lnTo>
                  <a:pt x="6703" y="1502"/>
                </a:lnTo>
                <a:cubicBezTo>
                  <a:pt x="6703" y="679"/>
                  <a:pt x="6034" y="1"/>
                  <a:pt x="520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3" name="Google Shape;3823;p40"/>
          <p:cNvSpPr/>
          <p:nvPr/>
        </p:nvSpPr>
        <p:spPr>
          <a:xfrm>
            <a:off x="2728801" y="3053375"/>
            <a:ext cx="38650" cy="73150"/>
          </a:xfrm>
          <a:custGeom>
            <a:rect b="b" l="l" r="r" t="t"/>
            <a:pathLst>
              <a:path extrusionOk="0" h="2926" w="1546">
                <a:moveTo>
                  <a:pt x="1545" y="0"/>
                </a:moveTo>
                <a:lnTo>
                  <a:pt x="1545" y="0"/>
                </a:lnTo>
                <a:cubicBezTo>
                  <a:pt x="1510" y="1161"/>
                  <a:pt x="937" y="2244"/>
                  <a:pt x="0" y="2926"/>
                </a:cubicBezTo>
                <a:cubicBezTo>
                  <a:pt x="946" y="2242"/>
                  <a:pt x="1510" y="1161"/>
                  <a:pt x="1545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4" name="Google Shape;3824;p40"/>
          <p:cNvSpPr/>
          <p:nvPr/>
        </p:nvSpPr>
        <p:spPr>
          <a:xfrm>
            <a:off x="2842601" y="2031450"/>
            <a:ext cx="92375" cy="1194200"/>
          </a:xfrm>
          <a:custGeom>
            <a:rect b="b" l="l" r="r" t="t"/>
            <a:pathLst>
              <a:path extrusionOk="0" h="47768" w="3695">
                <a:moveTo>
                  <a:pt x="0" y="0"/>
                </a:moveTo>
                <a:lnTo>
                  <a:pt x="0" y="40764"/>
                </a:lnTo>
                <a:cubicBezTo>
                  <a:pt x="0" y="41967"/>
                  <a:pt x="579" y="43098"/>
                  <a:pt x="1547" y="43804"/>
                </a:cubicBezTo>
                <a:cubicBezTo>
                  <a:pt x="2845" y="44749"/>
                  <a:pt x="3620" y="46185"/>
                  <a:pt x="3695" y="47768"/>
                </a:cubicBezTo>
                <a:cubicBezTo>
                  <a:pt x="3620" y="46177"/>
                  <a:pt x="2853" y="44749"/>
                  <a:pt x="1556" y="43804"/>
                </a:cubicBezTo>
                <a:cubicBezTo>
                  <a:pt x="579" y="43098"/>
                  <a:pt x="8" y="41967"/>
                  <a:pt x="8" y="40764"/>
                </a:cubicBezTo>
                <a:lnTo>
                  <a:pt x="8" y="0"/>
                </a:ln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5" name="Google Shape;3825;p40"/>
          <p:cNvSpPr/>
          <p:nvPr/>
        </p:nvSpPr>
        <p:spPr>
          <a:xfrm>
            <a:off x="3407734" y="2349275"/>
            <a:ext cx="250" cy="701050"/>
          </a:xfrm>
          <a:custGeom>
            <a:rect b="b" l="l" r="r" t="t"/>
            <a:pathLst>
              <a:path extrusionOk="0" h="28042" w="10">
                <a:moveTo>
                  <a:pt x="0" y="0"/>
                </a:moveTo>
                <a:lnTo>
                  <a:pt x="0" y="28042"/>
                </a:lnTo>
                <a:lnTo>
                  <a:pt x="9" y="28042"/>
                </a:lnTo>
                <a:lnTo>
                  <a:pt x="9" y="0"/>
                </a:lnTo>
                <a:close/>
              </a:path>
            </a:pathLst>
          </a:custGeom>
          <a:solidFill>
            <a:srgbClr val="FBFF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6" name="Google Shape;3826;p40"/>
          <p:cNvSpPr/>
          <p:nvPr/>
        </p:nvSpPr>
        <p:spPr>
          <a:xfrm>
            <a:off x="3407734" y="2607600"/>
            <a:ext cx="250" cy="442700"/>
          </a:xfrm>
          <a:custGeom>
            <a:rect b="b" l="l" r="r" t="t"/>
            <a:pathLst>
              <a:path extrusionOk="0" h="17708" w="10">
                <a:moveTo>
                  <a:pt x="0" y="0"/>
                </a:moveTo>
                <a:lnTo>
                  <a:pt x="0" y="17708"/>
                </a:lnTo>
                <a:lnTo>
                  <a:pt x="9" y="17708"/>
                </a:lnTo>
                <a:lnTo>
                  <a:pt x="9" y="0"/>
                </a:lnTo>
                <a:close/>
              </a:path>
            </a:pathLst>
          </a:custGeom>
          <a:solidFill>
            <a:srgbClr val="59EC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7" name="Google Shape;3827;p40"/>
          <p:cNvSpPr/>
          <p:nvPr/>
        </p:nvSpPr>
        <p:spPr>
          <a:xfrm>
            <a:off x="3407734" y="2862100"/>
            <a:ext cx="250" cy="188425"/>
          </a:xfrm>
          <a:custGeom>
            <a:rect b="b" l="l" r="r" t="t"/>
            <a:pathLst>
              <a:path extrusionOk="0" h="7537" w="10">
                <a:moveTo>
                  <a:pt x="0" y="0"/>
                </a:moveTo>
                <a:lnTo>
                  <a:pt x="0" y="7537"/>
                </a:lnTo>
                <a:lnTo>
                  <a:pt x="9" y="7537"/>
                </a:lnTo>
                <a:lnTo>
                  <a:pt x="9" y="0"/>
                </a:lnTo>
                <a:close/>
              </a:path>
            </a:pathLst>
          </a:custGeom>
          <a:solidFill>
            <a:srgbClr val="00C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8" name="Google Shape;3828;p40"/>
          <p:cNvSpPr/>
          <p:nvPr/>
        </p:nvSpPr>
        <p:spPr>
          <a:xfrm>
            <a:off x="3925659" y="3071100"/>
            <a:ext cx="38625" cy="71875"/>
          </a:xfrm>
          <a:custGeom>
            <a:rect b="b" l="l" r="r" t="t"/>
            <a:pathLst>
              <a:path extrusionOk="0" h="2875" w="1545">
                <a:moveTo>
                  <a:pt x="1545" y="1"/>
                </a:moveTo>
                <a:cubicBezTo>
                  <a:pt x="1494" y="1140"/>
                  <a:pt x="924" y="2200"/>
                  <a:pt x="1" y="2875"/>
                </a:cubicBezTo>
                <a:cubicBezTo>
                  <a:pt x="933" y="2200"/>
                  <a:pt x="1495" y="1141"/>
                  <a:pt x="1545" y="1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9" name="Google Shape;3829;p40"/>
          <p:cNvSpPr/>
          <p:nvPr/>
        </p:nvSpPr>
        <p:spPr>
          <a:xfrm>
            <a:off x="4039434" y="2047800"/>
            <a:ext cx="92375" cy="1193725"/>
          </a:xfrm>
          <a:custGeom>
            <a:rect b="b" l="l" r="r" t="t"/>
            <a:pathLst>
              <a:path extrusionOk="0" h="47749" w="3695">
                <a:moveTo>
                  <a:pt x="1" y="1"/>
                </a:moveTo>
                <a:lnTo>
                  <a:pt x="1" y="40765"/>
                </a:lnTo>
                <a:cubicBezTo>
                  <a:pt x="1" y="41968"/>
                  <a:pt x="581" y="43099"/>
                  <a:pt x="1549" y="43805"/>
                </a:cubicBezTo>
                <a:cubicBezTo>
                  <a:pt x="2840" y="44746"/>
                  <a:pt x="3615" y="46172"/>
                  <a:pt x="3695" y="47748"/>
                </a:cubicBezTo>
                <a:cubicBezTo>
                  <a:pt x="3616" y="46165"/>
                  <a:pt x="2849" y="44746"/>
                  <a:pt x="1558" y="43805"/>
                </a:cubicBezTo>
                <a:cubicBezTo>
                  <a:pt x="581" y="43099"/>
                  <a:pt x="10" y="41968"/>
                  <a:pt x="10" y="40765"/>
                </a:cubicBezTo>
                <a:lnTo>
                  <a:pt x="10" y="1"/>
                </a:ln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0" name="Google Shape;3830;p40"/>
          <p:cNvSpPr/>
          <p:nvPr/>
        </p:nvSpPr>
        <p:spPr>
          <a:xfrm>
            <a:off x="4039459" y="2365650"/>
            <a:ext cx="250" cy="701050"/>
          </a:xfrm>
          <a:custGeom>
            <a:rect b="b" l="l" r="r" t="t"/>
            <a:pathLst>
              <a:path extrusionOk="0" h="28042" w="10">
                <a:moveTo>
                  <a:pt x="1" y="0"/>
                </a:moveTo>
                <a:lnTo>
                  <a:pt x="1" y="28042"/>
                </a:lnTo>
                <a:lnTo>
                  <a:pt x="9" y="28042"/>
                </a:lnTo>
                <a:lnTo>
                  <a:pt x="9" y="0"/>
                </a:lnTo>
                <a:close/>
              </a:path>
            </a:pathLst>
          </a:custGeom>
          <a:solidFill>
            <a:srgbClr val="FBFF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1" name="Google Shape;3831;p40"/>
          <p:cNvSpPr/>
          <p:nvPr/>
        </p:nvSpPr>
        <p:spPr>
          <a:xfrm>
            <a:off x="4039459" y="2624000"/>
            <a:ext cx="250" cy="442700"/>
          </a:xfrm>
          <a:custGeom>
            <a:rect b="b" l="l" r="r" t="t"/>
            <a:pathLst>
              <a:path extrusionOk="0" h="17708" w="10">
                <a:moveTo>
                  <a:pt x="1" y="0"/>
                </a:moveTo>
                <a:lnTo>
                  <a:pt x="1" y="17708"/>
                </a:lnTo>
                <a:lnTo>
                  <a:pt x="9" y="17708"/>
                </a:lnTo>
                <a:lnTo>
                  <a:pt x="9" y="0"/>
                </a:lnTo>
                <a:close/>
              </a:path>
            </a:pathLst>
          </a:custGeom>
          <a:solidFill>
            <a:srgbClr val="59EC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2" name="Google Shape;3832;p40"/>
          <p:cNvSpPr/>
          <p:nvPr/>
        </p:nvSpPr>
        <p:spPr>
          <a:xfrm>
            <a:off x="4039459" y="2878500"/>
            <a:ext cx="250" cy="188425"/>
          </a:xfrm>
          <a:custGeom>
            <a:rect b="b" l="l" r="r" t="t"/>
            <a:pathLst>
              <a:path extrusionOk="0" h="7537" w="10">
                <a:moveTo>
                  <a:pt x="1" y="0"/>
                </a:moveTo>
                <a:lnTo>
                  <a:pt x="1" y="7537"/>
                </a:lnTo>
                <a:lnTo>
                  <a:pt x="9" y="7537"/>
                </a:lnTo>
                <a:lnTo>
                  <a:pt x="9" y="0"/>
                </a:lnTo>
                <a:close/>
              </a:path>
            </a:pathLst>
          </a:custGeom>
          <a:solidFill>
            <a:srgbClr val="00C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3" name="Google Shape;3833;p40"/>
          <p:cNvSpPr/>
          <p:nvPr/>
        </p:nvSpPr>
        <p:spPr>
          <a:xfrm>
            <a:off x="4347725" y="1718075"/>
            <a:ext cx="448425" cy="1729875"/>
          </a:xfrm>
          <a:custGeom>
            <a:rect b="b" l="l" r="r" t="t"/>
            <a:pathLst>
              <a:path extrusionOk="0" h="69195" w="17937">
                <a:moveTo>
                  <a:pt x="8967" y="3765"/>
                </a:moveTo>
                <a:cubicBezTo>
                  <a:pt x="9800" y="3765"/>
                  <a:pt x="10469" y="4445"/>
                  <a:pt x="10469" y="5266"/>
                </a:cubicBezTo>
                <a:lnTo>
                  <a:pt x="10469" y="52971"/>
                </a:lnTo>
                <a:cubicBezTo>
                  <a:pt x="10469" y="54174"/>
                  <a:pt x="11048" y="55304"/>
                  <a:pt x="12016" y="56010"/>
                </a:cubicBezTo>
                <a:cubicBezTo>
                  <a:pt x="13308" y="56952"/>
                  <a:pt x="14082" y="58378"/>
                  <a:pt x="14162" y="59952"/>
                </a:cubicBezTo>
                <a:cubicBezTo>
                  <a:pt x="14162" y="59959"/>
                  <a:pt x="14163" y="59964"/>
                  <a:pt x="14163" y="59970"/>
                </a:cubicBezTo>
                <a:cubicBezTo>
                  <a:pt x="14165" y="60028"/>
                  <a:pt x="14169" y="60087"/>
                  <a:pt x="14169" y="60145"/>
                </a:cubicBezTo>
                <a:lnTo>
                  <a:pt x="14169" y="60149"/>
                </a:lnTo>
                <a:lnTo>
                  <a:pt x="14169" y="60227"/>
                </a:lnTo>
                <a:cubicBezTo>
                  <a:pt x="14169" y="60325"/>
                  <a:pt x="14165" y="60423"/>
                  <a:pt x="14160" y="60520"/>
                </a:cubicBezTo>
                <a:cubicBezTo>
                  <a:pt x="14163" y="60538"/>
                  <a:pt x="14162" y="60557"/>
                  <a:pt x="14161" y="60577"/>
                </a:cubicBezTo>
                <a:cubicBezTo>
                  <a:pt x="14158" y="60615"/>
                  <a:pt x="14156" y="60654"/>
                  <a:pt x="14152" y="60692"/>
                </a:cubicBezTo>
                <a:cubicBezTo>
                  <a:pt x="14149" y="60713"/>
                  <a:pt x="14148" y="60736"/>
                  <a:pt x="14146" y="60757"/>
                </a:cubicBezTo>
                <a:cubicBezTo>
                  <a:pt x="14141" y="60800"/>
                  <a:pt x="14137" y="60844"/>
                  <a:pt x="14131" y="60887"/>
                </a:cubicBezTo>
                <a:cubicBezTo>
                  <a:pt x="14128" y="60909"/>
                  <a:pt x="14126" y="60931"/>
                  <a:pt x="14121" y="60952"/>
                </a:cubicBezTo>
                <a:cubicBezTo>
                  <a:pt x="14115" y="60996"/>
                  <a:pt x="14108" y="61038"/>
                  <a:pt x="14101" y="61081"/>
                </a:cubicBezTo>
                <a:cubicBezTo>
                  <a:pt x="14093" y="61124"/>
                  <a:pt x="14087" y="61167"/>
                  <a:pt x="14077" y="61209"/>
                </a:cubicBezTo>
                <a:cubicBezTo>
                  <a:pt x="14074" y="61232"/>
                  <a:pt x="14070" y="61252"/>
                  <a:pt x="14065" y="61274"/>
                </a:cubicBezTo>
                <a:cubicBezTo>
                  <a:pt x="14061" y="61289"/>
                  <a:pt x="14059" y="61305"/>
                  <a:pt x="14055" y="61321"/>
                </a:cubicBezTo>
                <a:cubicBezTo>
                  <a:pt x="14049" y="61352"/>
                  <a:pt x="14041" y="61383"/>
                  <a:pt x="14034" y="61416"/>
                </a:cubicBezTo>
                <a:cubicBezTo>
                  <a:pt x="14029" y="61431"/>
                  <a:pt x="14025" y="61448"/>
                  <a:pt x="14021" y="61463"/>
                </a:cubicBezTo>
                <a:cubicBezTo>
                  <a:pt x="14016" y="61483"/>
                  <a:pt x="14011" y="61505"/>
                  <a:pt x="14006" y="61525"/>
                </a:cubicBezTo>
                <a:cubicBezTo>
                  <a:pt x="13996" y="61566"/>
                  <a:pt x="13984" y="61608"/>
                  <a:pt x="13973" y="61649"/>
                </a:cubicBezTo>
                <a:cubicBezTo>
                  <a:pt x="13868" y="62020"/>
                  <a:pt x="13722" y="62374"/>
                  <a:pt x="13542" y="62705"/>
                </a:cubicBezTo>
                <a:cubicBezTo>
                  <a:pt x="13522" y="62742"/>
                  <a:pt x="13501" y="62779"/>
                  <a:pt x="13481" y="62815"/>
                </a:cubicBezTo>
                <a:cubicBezTo>
                  <a:pt x="12582" y="64376"/>
                  <a:pt x="10895" y="65430"/>
                  <a:pt x="8969" y="65430"/>
                </a:cubicBezTo>
                <a:cubicBezTo>
                  <a:pt x="8387" y="65430"/>
                  <a:pt x="7825" y="65335"/>
                  <a:pt x="7302" y="65157"/>
                </a:cubicBezTo>
                <a:cubicBezTo>
                  <a:pt x="7261" y="65142"/>
                  <a:pt x="7221" y="65128"/>
                  <a:pt x="7181" y="65115"/>
                </a:cubicBezTo>
                <a:cubicBezTo>
                  <a:pt x="7122" y="65092"/>
                  <a:pt x="7063" y="65070"/>
                  <a:pt x="7004" y="65045"/>
                </a:cubicBezTo>
                <a:cubicBezTo>
                  <a:pt x="6965" y="65029"/>
                  <a:pt x="6925" y="65013"/>
                  <a:pt x="6888" y="64995"/>
                </a:cubicBezTo>
                <a:cubicBezTo>
                  <a:pt x="6771" y="64944"/>
                  <a:pt x="6657" y="64890"/>
                  <a:pt x="6546" y="64830"/>
                </a:cubicBezTo>
                <a:cubicBezTo>
                  <a:pt x="6509" y="64811"/>
                  <a:pt x="6472" y="64790"/>
                  <a:pt x="6436" y="64770"/>
                </a:cubicBezTo>
                <a:cubicBezTo>
                  <a:pt x="6289" y="64688"/>
                  <a:pt x="6147" y="64599"/>
                  <a:pt x="6010" y="64504"/>
                </a:cubicBezTo>
                <a:cubicBezTo>
                  <a:pt x="5976" y="64480"/>
                  <a:pt x="5942" y="64456"/>
                  <a:pt x="5907" y="64431"/>
                </a:cubicBezTo>
                <a:cubicBezTo>
                  <a:pt x="5689" y="64272"/>
                  <a:pt x="5483" y="64095"/>
                  <a:pt x="5291" y="63903"/>
                </a:cubicBezTo>
                <a:cubicBezTo>
                  <a:pt x="5203" y="63815"/>
                  <a:pt x="5117" y="63723"/>
                  <a:pt x="5036" y="63629"/>
                </a:cubicBezTo>
                <a:cubicBezTo>
                  <a:pt x="5009" y="63597"/>
                  <a:pt x="4981" y="63567"/>
                  <a:pt x="4955" y="63534"/>
                </a:cubicBezTo>
                <a:cubicBezTo>
                  <a:pt x="4942" y="63517"/>
                  <a:pt x="4928" y="63501"/>
                  <a:pt x="4915" y="63485"/>
                </a:cubicBezTo>
                <a:cubicBezTo>
                  <a:pt x="4875" y="63437"/>
                  <a:pt x="4837" y="63387"/>
                  <a:pt x="4800" y="63336"/>
                </a:cubicBezTo>
                <a:cubicBezTo>
                  <a:pt x="4776" y="63304"/>
                  <a:pt x="4750" y="63269"/>
                  <a:pt x="4726" y="63235"/>
                </a:cubicBezTo>
                <a:cubicBezTo>
                  <a:pt x="4702" y="63202"/>
                  <a:pt x="4677" y="63168"/>
                  <a:pt x="4654" y="63133"/>
                </a:cubicBezTo>
                <a:cubicBezTo>
                  <a:pt x="4643" y="63115"/>
                  <a:pt x="4631" y="63099"/>
                  <a:pt x="4619" y="63081"/>
                </a:cubicBezTo>
                <a:cubicBezTo>
                  <a:pt x="4597" y="63046"/>
                  <a:pt x="4573" y="63010"/>
                  <a:pt x="4552" y="62974"/>
                </a:cubicBezTo>
                <a:lnTo>
                  <a:pt x="4486" y="62867"/>
                </a:lnTo>
                <a:cubicBezTo>
                  <a:pt x="4476" y="62849"/>
                  <a:pt x="4465" y="62831"/>
                  <a:pt x="4454" y="62814"/>
                </a:cubicBezTo>
                <a:cubicBezTo>
                  <a:pt x="4434" y="62778"/>
                  <a:pt x="4413" y="62741"/>
                  <a:pt x="4393" y="62703"/>
                </a:cubicBezTo>
                <a:cubicBezTo>
                  <a:pt x="3992" y="61966"/>
                  <a:pt x="3764" y="61122"/>
                  <a:pt x="3764" y="60226"/>
                </a:cubicBezTo>
                <a:cubicBezTo>
                  <a:pt x="3764" y="59148"/>
                  <a:pt x="4087" y="58128"/>
                  <a:pt x="4678" y="57274"/>
                </a:cubicBezTo>
                <a:cubicBezTo>
                  <a:pt x="4708" y="57232"/>
                  <a:pt x="4737" y="57191"/>
                  <a:pt x="4766" y="57150"/>
                </a:cubicBezTo>
                <a:cubicBezTo>
                  <a:pt x="4842" y="57048"/>
                  <a:pt x="4921" y="56948"/>
                  <a:pt x="5005" y="56850"/>
                </a:cubicBezTo>
                <a:cubicBezTo>
                  <a:pt x="5030" y="56822"/>
                  <a:pt x="5054" y="56793"/>
                  <a:pt x="5080" y="56763"/>
                </a:cubicBezTo>
                <a:cubicBezTo>
                  <a:pt x="5105" y="56736"/>
                  <a:pt x="5131" y="56706"/>
                  <a:pt x="5158" y="56679"/>
                </a:cubicBezTo>
                <a:cubicBezTo>
                  <a:pt x="5386" y="56435"/>
                  <a:pt x="5639" y="56210"/>
                  <a:pt x="5918" y="56008"/>
                </a:cubicBezTo>
                <a:cubicBezTo>
                  <a:pt x="6895" y="55302"/>
                  <a:pt x="7466" y="54172"/>
                  <a:pt x="7466" y="52967"/>
                </a:cubicBezTo>
                <a:lnTo>
                  <a:pt x="7466" y="5266"/>
                </a:lnTo>
                <a:cubicBezTo>
                  <a:pt x="7466" y="4435"/>
                  <a:pt x="8144" y="3765"/>
                  <a:pt x="8967" y="3765"/>
                </a:cubicBezTo>
                <a:close/>
                <a:moveTo>
                  <a:pt x="8969" y="0"/>
                </a:moveTo>
                <a:cubicBezTo>
                  <a:pt x="6064" y="0"/>
                  <a:pt x="3701" y="2361"/>
                  <a:pt x="3701" y="5266"/>
                </a:cubicBezTo>
                <a:lnTo>
                  <a:pt x="3701" y="52971"/>
                </a:lnTo>
                <a:cubicBezTo>
                  <a:pt x="1456" y="54599"/>
                  <a:pt x="0" y="57240"/>
                  <a:pt x="0" y="60227"/>
                </a:cubicBezTo>
                <a:cubicBezTo>
                  <a:pt x="0" y="65177"/>
                  <a:pt x="4018" y="69194"/>
                  <a:pt x="8967" y="69194"/>
                </a:cubicBezTo>
                <a:cubicBezTo>
                  <a:pt x="13917" y="69194"/>
                  <a:pt x="17934" y="65177"/>
                  <a:pt x="17934" y="60227"/>
                </a:cubicBezTo>
                <a:cubicBezTo>
                  <a:pt x="17937" y="57241"/>
                  <a:pt x="16480" y="54598"/>
                  <a:pt x="14235" y="52971"/>
                </a:cubicBezTo>
                <a:lnTo>
                  <a:pt x="14235" y="5266"/>
                </a:lnTo>
                <a:cubicBezTo>
                  <a:pt x="14235" y="2363"/>
                  <a:pt x="11873" y="0"/>
                  <a:pt x="8969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4" name="Google Shape;3834;p40"/>
          <p:cNvSpPr/>
          <p:nvPr/>
        </p:nvSpPr>
        <p:spPr>
          <a:xfrm>
            <a:off x="4534375" y="1812200"/>
            <a:ext cx="75125" cy="528875"/>
          </a:xfrm>
          <a:custGeom>
            <a:rect b="b" l="l" r="r" t="t"/>
            <a:pathLst>
              <a:path extrusionOk="0" h="21155" w="3005">
                <a:moveTo>
                  <a:pt x="1505" y="0"/>
                </a:moveTo>
                <a:cubicBezTo>
                  <a:pt x="1504" y="0"/>
                  <a:pt x="1503" y="0"/>
                  <a:pt x="1503" y="0"/>
                </a:cubicBezTo>
                <a:cubicBezTo>
                  <a:pt x="680" y="0"/>
                  <a:pt x="1" y="670"/>
                  <a:pt x="1" y="1501"/>
                </a:cubicBezTo>
                <a:lnTo>
                  <a:pt x="1" y="21155"/>
                </a:lnTo>
                <a:lnTo>
                  <a:pt x="3005" y="21155"/>
                </a:lnTo>
                <a:lnTo>
                  <a:pt x="3005" y="1501"/>
                </a:lnTo>
                <a:cubicBezTo>
                  <a:pt x="3005" y="678"/>
                  <a:pt x="2338" y="0"/>
                  <a:pt x="1505" y="0"/>
                </a:cubicBezTo>
                <a:close/>
              </a:path>
            </a:pathLst>
          </a:custGeom>
          <a:solidFill>
            <a:srgbClr val="C7D3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5" name="Google Shape;3835;p40"/>
          <p:cNvSpPr/>
          <p:nvPr/>
        </p:nvSpPr>
        <p:spPr>
          <a:xfrm>
            <a:off x="4697075" y="3256200"/>
            <a:ext cx="850" cy="3125"/>
          </a:xfrm>
          <a:custGeom>
            <a:rect b="b" l="l" r="r" t="t"/>
            <a:pathLst>
              <a:path extrusionOk="0" h="125" w="34">
                <a:moveTo>
                  <a:pt x="0" y="124"/>
                </a:moveTo>
                <a:cubicBezTo>
                  <a:pt x="11" y="83"/>
                  <a:pt x="24" y="41"/>
                  <a:pt x="34" y="0"/>
                </a:cubicBezTo>
                <a:cubicBezTo>
                  <a:pt x="24" y="41"/>
                  <a:pt x="11" y="83"/>
                  <a:pt x="0" y="124"/>
                </a:cubicBezTo>
                <a:close/>
              </a:path>
            </a:pathLst>
          </a:custGeom>
          <a:solidFill>
            <a:srgbClr val="C7D3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6" name="Google Shape;3836;p40"/>
          <p:cNvSpPr/>
          <p:nvPr/>
        </p:nvSpPr>
        <p:spPr>
          <a:xfrm>
            <a:off x="4698325" y="3249900"/>
            <a:ext cx="1075" cy="4750"/>
          </a:xfrm>
          <a:custGeom>
            <a:rect b="b" l="l" r="r" t="t"/>
            <a:pathLst>
              <a:path extrusionOk="0" h="190" w="43">
                <a:moveTo>
                  <a:pt x="0" y="190"/>
                </a:moveTo>
                <a:cubicBezTo>
                  <a:pt x="16" y="128"/>
                  <a:pt x="30" y="64"/>
                  <a:pt x="42" y="1"/>
                </a:cubicBezTo>
                <a:cubicBezTo>
                  <a:pt x="30" y="64"/>
                  <a:pt x="16" y="128"/>
                  <a:pt x="0" y="190"/>
                </a:cubicBezTo>
                <a:close/>
              </a:path>
            </a:pathLst>
          </a:custGeom>
          <a:solidFill>
            <a:srgbClr val="C7D3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7" name="Google Shape;3837;p40"/>
          <p:cNvSpPr/>
          <p:nvPr/>
        </p:nvSpPr>
        <p:spPr>
          <a:xfrm>
            <a:off x="4699700" y="3245150"/>
            <a:ext cx="600" cy="3225"/>
          </a:xfrm>
          <a:custGeom>
            <a:rect b="b" l="l" r="r" t="t"/>
            <a:pathLst>
              <a:path extrusionOk="0" h="129" w="24">
                <a:moveTo>
                  <a:pt x="1" y="128"/>
                </a:moveTo>
                <a:cubicBezTo>
                  <a:pt x="8" y="85"/>
                  <a:pt x="16" y="42"/>
                  <a:pt x="23" y="0"/>
                </a:cubicBezTo>
                <a:cubicBezTo>
                  <a:pt x="16" y="42"/>
                  <a:pt x="8" y="85"/>
                  <a:pt x="1" y="128"/>
                </a:cubicBezTo>
                <a:close/>
              </a:path>
            </a:pathLst>
          </a:custGeom>
          <a:solidFill>
            <a:srgbClr val="C7D3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8" name="Google Shape;3838;p40"/>
          <p:cNvSpPr/>
          <p:nvPr/>
        </p:nvSpPr>
        <p:spPr>
          <a:xfrm>
            <a:off x="4700275" y="3241900"/>
            <a:ext cx="525" cy="3275"/>
          </a:xfrm>
          <a:custGeom>
            <a:rect b="b" l="l" r="r" t="t"/>
            <a:pathLst>
              <a:path extrusionOk="0" h="131" w="21">
                <a:moveTo>
                  <a:pt x="20" y="1"/>
                </a:moveTo>
                <a:cubicBezTo>
                  <a:pt x="14" y="45"/>
                  <a:pt x="6" y="86"/>
                  <a:pt x="0" y="130"/>
                </a:cubicBezTo>
                <a:cubicBezTo>
                  <a:pt x="8" y="86"/>
                  <a:pt x="14" y="45"/>
                  <a:pt x="20" y="1"/>
                </a:cubicBezTo>
                <a:close/>
              </a:path>
            </a:pathLst>
          </a:custGeom>
          <a:solidFill>
            <a:srgbClr val="C7D3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9" name="Google Shape;3839;p40"/>
          <p:cNvSpPr/>
          <p:nvPr/>
        </p:nvSpPr>
        <p:spPr>
          <a:xfrm>
            <a:off x="4701875" y="3217325"/>
            <a:ext cx="150" cy="4400"/>
          </a:xfrm>
          <a:custGeom>
            <a:rect b="b" l="l" r="r" t="t"/>
            <a:pathLst>
              <a:path extrusionOk="0" h="176" w="6">
                <a:moveTo>
                  <a:pt x="1" y="0"/>
                </a:moveTo>
                <a:lnTo>
                  <a:pt x="1" y="0"/>
                </a:lnTo>
                <a:cubicBezTo>
                  <a:pt x="1" y="2"/>
                  <a:pt x="1" y="4"/>
                  <a:pt x="1" y="6"/>
                </a:cubicBezTo>
                <a:lnTo>
                  <a:pt x="1" y="6"/>
                </a:lnTo>
                <a:cubicBezTo>
                  <a:pt x="1" y="4"/>
                  <a:pt x="1" y="2"/>
                  <a:pt x="1" y="0"/>
                </a:cubicBezTo>
                <a:close/>
                <a:moveTo>
                  <a:pt x="1" y="6"/>
                </a:moveTo>
                <a:cubicBezTo>
                  <a:pt x="3" y="62"/>
                  <a:pt x="4" y="119"/>
                  <a:pt x="6" y="175"/>
                </a:cubicBezTo>
                <a:cubicBezTo>
                  <a:pt x="6" y="119"/>
                  <a:pt x="3" y="63"/>
                  <a:pt x="1" y="6"/>
                </a:cubicBezTo>
                <a:close/>
              </a:path>
            </a:pathLst>
          </a:custGeom>
          <a:solidFill>
            <a:srgbClr val="C7D3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0" name="Google Shape;3840;p40"/>
          <p:cNvSpPr/>
          <p:nvPr/>
        </p:nvSpPr>
        <p:spPr>
          <a:xfrm>
            <a:off x="4701525" y="3221800"/>
            <a:ext cx="525" cy="13600"/>
          </a:xfrm>
          <a:custGeom>
            <a:rect b="b" l="l" r="r" t="t"/>
            <a:pathLst>
              <a:path extrusionOk="0" h="544" w="21">
                <a:moveTo>
                  <a:pt x="19" y="1"/>
                </a:moveTo>
                <a:cubicBezTo>
                  <a:pt x="21" y="26"/>
                  <a:pt x="21" y="53"/>
                  <a:pt x="21" y="78"/>
                </a:cubicBezTo>
                <a:cubicBezTo>
                  <a:pt x="21" y="52"/>
                  <a:pt x="21" y="26"/>
                  <a:pt x="19" y="1"/>
                </a:cubicBezTo>
                <a:close/>
                <a:moveTo>
                  <a:pt x="21" y="81"/>
                </a:moveTo>
                <a:lnTo>
                  <a:pt x="21" y="81"/>
                </a:lnTo>
                <a:cubicBezTo>
                  <a:pt x="21" y="237"/>
                  <a:pt x="12" y="391"/>
                  <a:pt x="0" y="544"/>
                </a:cubicBezTo>
                <a:cubicBezTo>
                  <a:pt x="12" y="391"/>
                  <a:pt x="21" y="238"/>
                  <a:pt x="21" y="81"/>
                </a:cubicBezTo>
                <a:close/>
              </a:path>
            </a:pathLst>
          </a:custGeom>
          <a:solidFill>
            <a:srgbClr val="C7D3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1" name="Google Shape;3841;p40"/>
          <p:cNvSpPr/>
          <p:nvPr/>
        </p:nvSpPr>
        <p:spPr>
          <a:xfrm>
            <a:off x="4457625" y="3285700"/>
            <a:ext cx="1550" cy="2750"/>
          </a:xfrm>
          <a:custGeom>
            <a:rect b="b" l="l" r="r" t="t"/>
            <a:pathLst>
              <a:path extrusionOk="0" h="110" w="62">
                <a:moveTo>
                  <a:pt x="0" y="0"/>
                </a:moveTo>
                <a:lnTo>
                  <a:pt x="0" y="0"/>
                </a:lnTo>
                <a:cubicBezTo>
                  <a:pt x="20" y="37"/>
                  <a:pt x="40" y="74"/>
                  <a:pt x="61" y="110"/>
                </a:cubicBezTo>
                <a:cubicBezTo>
                  <a:pt x="41" y="74"/>
                  <a:pt x="21" y="37"/>
                  <a:pt x="0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2" name="Google Shape;3842;p40"/>
          <p:cNvSpPr/>
          <p:nvPr/>
        </p:nvSpPr>
        <p:spPr>
          <a:xfrm>
            <a:off x="4459950" y="3289775"/>
            <a:ext cx="1650" cy="2725"/>
          </a:xfrm>
          <a:custGeom>
            <a:rect b="b" l="l" r="r" t="t"/>
            <a:pathLst>
              <a:path extrusionOk="0" h="109" w="66">
                <a:moveTo>
                  <a:pt x="0" y="1"/>
                </a:moveTo>
                <a:cubicBezTo>
                  <a:pt x="21" y="37"/>
                  <a:pt x="42" y="72"/>
                  <a:pt x="66" y="108"/>
                </a:cubicBezTo>
                <a:lnTo>
                  <a:pt x="0" y="1"/>
                </a:ln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3" name="Google Shape;3843;p40"/>
          <p:cNvSpPr/>
          <p:nvPr/>
        </p:nvSpPr>
        <p:spPr>
          <a:xfrm>
            <a:off x="4461575" y="3292475"/>
            <a:ext cx="1725" cy="2650"/>
          </a:xfrm>
          <a:custGeom>
            <a:rect b="b" l="l" r="r" t="t"/>
            <a:pathLst>
              <a:path extrusionOk="0" h="106" w="69">
                <a:moveTo>
                  <a:pt x="1" y="0"/>
                </a:moveTo>
                <a:cubicBezTo>
                  <a:pt x="22" y="36"/>
                  <a:pt x="46" y="70"/>
                  <a:pt x="68" y="106"/>
                </a:cubicBezTo>
                <a:cubicBezTo>
                  <a:pt x="46" y="70"/>
                  <a:pt x="22" y="36"/>
                  <a:pt x="1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4" name="Google Shape;3844;p40"/>
          <p:cNvSpPr/>
          <p:nvPr/>
        </p:nvSpPr>
        <p:spPr>
          <a:xfrm>
            <a:off x="4464750" y="3146850"/>
            <a:ext cx="2225" cy="3125"/>
          </a:xfrm>
          <a:custGeom>
            <a:rect b="b" l="l" r="r" t="t"/>
            <a:pathLst>
              <a:path extrusionOk="0" h="125" w="89">
                <a:moveTo>
                  <a:pt x="89" y="0"/>
                </a:moveTo>
                <a:lnTo>
                  <a:pt x="89" y="0"/>
                </a:lnTo>
                <a:cubicBezTo>
                  <a:pt x="58" y="41"/>
                  <a:pt x="28" y="82"/>
                  <a:pt x="1" y="124"/>
                </a:cubicBezTo>
                <a:cubicBezTo>
                  <a:pt x="28" y="82"/>
                  <a:pt x="59" y="41"/>
                  <a:pt x="89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5" name="Google Shape;3845;p40"/>
          <p:cNvSpPr/>
          <p:nvPr/>
        </p:nvSpPr>
        <p:spPr>
          <a:xfrm>
            <a:off x="4465925" y="3299000"/>
            <a:ext cx="1875" cy="2525"/>
          </a:xfrm>
          <a:custGeom>
            <a:rect b="b" l="l" r="r" t="t"/>
            <a:pathLst>
              <a:path extrusionOk="0" h="101" w="75">
                <a:moveTo>
                  <a:pt x="1" y="0"/>
                </a:moveTo>
                <a:cubicBezTo>
                  <a:pt x="23" y="34"/>
                  <a:pt x="49" y="68"/>
                  <a:pt x="74" y="100"/>
                </a:cubicBezTo>
                <a:cubicBezTo>
                  <a:pt x="49" y="68"/>
                  <a:pt x="25" y="34"/>
                  <a:pt x="1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6" name="Google Shape;3846;p40"/>
          <p:cNvSpPr/>
          <p:nvPr/>
        </p:nvSpPr>
        <p:spPr>
          <a:xfrm>
            <a:off x="4467750" y="3301500"/>
            <a:ext cx="2900" cy="3725"/>
          </a:xfrm>
          <a:custGeom>
            <a:rect b="b" l="l" r="r" t="t"/>
            <a:pathLst>
              <a:path extrusionOk="0" h="149" w="116">
                <a:moveTo>
                  <a:pt x="0" y="0"/>
                </a:moveTo>
                <a:cubicBezTo>
                  <a:pt x="37" y="51"/>
                  <a:pt x="76" y="101"/>
                  <a:pt x="116" y="149"/>
                </a:cubicBezTo>
                <a:cubicBezTo>
                  <a:pt x="76" y="101"/>
                  <a:pt x="37" y="51"/>
                  <a:pt x="0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7" name="Google Shape;3847;p40"/>
          <p:cNvSpPr/>
          <p:nvPr/>
        </p:nvSpPr>
        <p:spPr>
          <a:xfrm>
            <a:off x="4471600" y="3306425"/>
            <a:ext cx="2050" cy="2450"/>
          </a:xfrm>
          <a:custGeom>
            <a:rect b="b" l="l" r="r" t="t"/>
            <a:pathLst>
              <a:path extrusionOk="0" h="98" w="82">
                <a:moveTo>
                  <a:pt x="1" y="1"/>
                </a:moveTo>
                <a:lnTo>
                  <a:pt x="82" y="97"/>
                </a:ln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8" name="Google Shape;3848;p40"/>
          <p:cNvSpPr/>
          <p:nvPr/>
        </p:nvSpPr>
        <p:spPr>
          <a:xfrm>
            <a:off x="4472875" y="3135075"/>
            <a:ext cx="3875" cy="4325"/>
          </a:xfrm>
          <a:custGeom>
            <a:rect b="b" l="l" r="r" t="t"/>
            <a:pathLst>
              <a:path extrusionOk="0" h="173" w="155">
                <a:moveTo>
                  <a:pt x="154" y="1"/>
                </a:moveTo>
                <a:cubicBezTo>
                  <a:pt x="102" y="57"/>
                  <a:pt x="51" y="114"/>
                  <a:pt x="1" y="173"/>
                </a:cubicBezTo>
                <a:cubicBezTo>
                  <a:pt x="51" y="114"/>
                  <a:pt x="102" y="57"/>
                  <a:pt x="154" y="1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9" name="Google Shape;3849;p40"/>
          <p:cNvSpPr/>
          <p:nvPr/>
        </p:nvSpPr>
        <p:spPr>
          <a:xfrm>
            <a:off x="4473650" y="3308800"/>
            <a:ext cx="6400" cy="6875"/>
          </a:xfrm>
          <a:custGeom>
            <a:rect b="b" l="l" r="r" t="t"/>
            <a:pathLst>
              <a:path extrusionOk="0" h="275" w="256">
                <a:moveTo>
                  <a:pt x="0" y="1"/>
                </a:moveTo>
                <a:cubicBezTo>
                  <a:pt x="82" y="96"/>
                  <a:pt x="168" y="188"/>
                  <a:pt x="255" y="274"/>
                </a:cubicBezTo>
                <a:cubicBezTo>
                  <a:pt x="168" y="186"/>
                  <a:pt x="82" y="96"/>
                  <a:pt x="0" y="1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0" name="Google Shape;3850;p40"/>
          <p:cNvSpPr/>
          <p:nvPr/>
        </p:nvSpPr>
        <p:spPr>
          <a:xfrm>
            <a:off x="4495450" y="3328850"/>
            <a:ext cx="2575" cy="1825"/>
          </a:xfrm>
          <a:custGeom>
            <a:rect b="b" l="l" r="r" t="t"/>
            <a:pathLst>
              <a:path extrusionOk="0" h="73" w="103">
                <a:moveTo>
                  <a:pt x="0" y="0"/>
                </a:moveTo>
                <a:lnTo>
                  <a:pt x="0" y="0"/>
                </a:lnTo>
                <a:cubicBezTo>
                  <a:pt x="33" y="26"/>
                  <a:pt x="68" y="50"/>
                  <a:pt x="103" y="73"/>
                </a:cubicBezTo>
                <a:cubicBezTo>
                  <a:pt x="68" y="49"/>
                  <a:pt x="33" y="25"/>
                  <a:pt x="0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1" name="Google Shape;3851;p40"/>
          <p:cNvSpPr/>
          <p:nvPr/>
        </p:nvSpPr>
        <p:spPr>
          <a:xfrm>
            <a:off x="4508650" y="3337300"/>
            <a:ext cx="2750" cy="1550"/>
          </a:xfrm>
          <a:custGeom>
            <a:rect b="b" l="l" r="r" t="t"/>
            <a:pathLst>
              <a:path extrusionOk="0" h="62" w="110">
                <a:moveTo>
                  <a:pt x="0" y="1"/>
                </a:moveTo>
                <a:cubicBezTo>
                  <a:pt x="36" y="21"/>
                  <a:pt x="73" y="42"/>
                  <a:pt x="110" y="61"/>
                </a:cubicBezTo>
                <a:cubicBezTo>
                  <a:pt x="73" y="42"/>
                  <a:pt x="37" y="21"/>
                  <a:pt x="0" y="1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2" name="Google Shape;3852;p40"/>
          <p:cNvSpPr/>
          <p:nvPr/>
        </p:nvSpPr>
        <p:spPr>
          <a:xfrm>
            <a:off x="4519925" y="3342950"/>
            <a:ext cx="2950" cy="1275"/>
          </a:xfrm>
          <a:custGeom>
            <a:rect b="b" l="l" r="r" t="t"/>
            <a:pathLst>
              <a:path extrusionOk="0" h="51" w="118">
                <a:moveTo>
                  <a:pt x="1" y="0"/>
                </a:moveTo>
                <a:cubicBezTo>
                  <a:pt x="40" y="17"/>
                  <a:pt x="77" y="34"/>
                  <a:pt x="117" y="50"/>
                </a:cubicBezTo>
                <a:cubicBezTo>
                  <a:pt x="78" y="34"/>
                  <a:pt x="40" y="17"/>
                  <a:pt x="1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3" name="Google Shape;3853;p40"/>
          <p:cNvSpPr/>
          <p:nvPr/>
        </p:nvSpPr>
        <p:spPr>
          <a:xfrm>
            <a:off x="4522850" y="3344200"/>
            <a:ext cx="4475" cy="1750"/>
          </a:xfrm>
          <a:custGeom>
            <a:rect b="b" l="l" r="r" t="t"/>
            <a:pathLst>
              <a:path extrusionOk="0" h="70" w="179">
                <a:moveTo>
                  <a:pt x="0" y="0"/>
                </a:moveTo>
                <a:cubicBezTo>
                  <a:pt x="59" y="25"/>
                  <a:pt x="118" y="47"/>
                  <a:pt x="178" y="70"/>
                </a:cubicBezTo>
                <a:cubicBezTo>
                  <a:pt x="118" y="46"/>
                  <a:pt x="59" y="24"/>
                  <a:pt x="0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4" name="Google Shape;3854;p40"/>
          <p:cNvSpPr/>
          <p:nvPr/>
        </p:nvSpPr>
        <p:spPr>
          <a:xfrm>
            <a:off x="4527300" y="3345875"/>
            <a:ext cx="3000" cy="1100"/>
          </a:xfrm>
          <a:custGeom>
            <a:rect b="b" l="l" r="r" t="t"/>
            <a:pathLst>
              <a:path extrusionOk="0" h="44" w="120">
                <a:moveTo>
                  <a:pt x="0" y="1"/>
                </a:moveTo>
                <a:cubicBezTo>
                  <a:pt x="39" y="16"/>
                  <a:pt x="79" y="30"/>
                  <a:pt x="120" y="44"/>
                </a:cubicBezTo>
                <a:cubicBezTo>
                  <a:pt x="80" y="30"/>
                  <a:pt x="39" y="15"/>
                  <a:pt x="0" y="1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5" name="Google Shape;3855;p40"/>
          <p:cNvSpPr/>
          <p:nvPr/>
        </p:nvSpPr>
        <p:spPr>
          <a:xfrm>
            <a:off x="4495700" y="3042375"/>
            <a:ext cx="38700" cy="75975"/>
          </a:xfrm>
          <a:custGeom>
            <a:rect b="b" l="l" r="r" t="t"/>
            <a:pathLst>
              <a:path extrusionOk="0" h="3039" w="1548">
                <a:moveTo>
                  <a:pt x="1548" y="1"/>
                </a:moveTo>
                <a:lnTo>
                  <a:pt x="1548" y="1"/>
                </a:lnTo>
                <a:cubicBezTo>
                  <a:pt x="1547" y="1203"/>
                  <a:pt x="968" y="2333"/>
                  <a:pt x="1" y="3038"/>
                </a:cubicBezTo>
                <a:cubicBezTo>
                  <a:pt x="977" y="2333"/>
                  <a:pt x="1547" y="1203"/>
                  <a:pt x="1548" y="1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6" name="Google Shape;3856;p40"/>
          <p:cNvSpPr/>
          <p:nvPr/>
        </p:nvSpPr>
        <p:spPr>
          <a:xfrm>
            <a:off x="4609475" y="2023225"/>
            <a:ext cx="92375" cy="1193675"/>
          </a:xfrm>
          <a:custGeom>
            <a:rect b="b" l="l" r="r" t="t"/>
            <a:pathLst>
              <a:path extrusionOk="0" h="47747" w="3695">
                <a:moveTo>
                  <a:pt x="1" y="1"/>
                </a:moveTo>
                <a:lnTo>
                  <a:pt x="1" y="40765"/>
                </a:lnTo>
                <a:cubicBezTo>
                  <a:pt x="1" y="41968"/>
                  <a:pt x="581" y="43098"/>
                  <a:pt x="1549" y="43804"/>
                </a:cubicBezTo>
                <a:cubicBezTo>
                  <a:pt x="2840" y="44746"/>
                  <a:pt x="3615" y="46172"/>
                  <a:pt x="3694" y="47747"/>
                </a:cubicBezTo>
                <a:cubicBezTo>
                  <a:pt x="3616" y="46164"/>
                  <a:pt x="2849" y="44746"/>
                  <a:pt x="1558" y="43804"/>
                </a:cubicBezTo>
                <a:cubicBezTo>
                  <a:pt x="581" y="43098"/>
                  <a:pt x="10" y="41968"/>
                  <a:pt x="10" y="40765"/>
                </a:cubicBezTo>
                <a:lnTo>
                  <a:pt x="10" y="1"/>
                </a:ln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7" name="Google Shape;3857;p40"/>
          <p:cNvSpPr/>
          <p:nvPr/>
        </p:nvSpPr>
        <p:spPr>
          <a:xfrm>
            <a:off x="4441800" y="2341050"/>
            <a:ext cx="260250" cy="1012825"/>
          </a:xfrm>
          <a:custGeom>
            <a:rect b="b" l="l" r="r" t="t"/>
            <a:pathLst>
              <a:path extrusionOk="0" h="40513" w="10410">
                <a:moveTo>
                  <a:pt x="3703" y="1"/>
                </a:moveTo>
                <a:lnTo>
                  <a:pt x="3703" y="28051"/>
                </a:lnTo>
                <a:cubicBezTo>
                  <a:pt x="3703" y="29254"/>
                  <a:pt x="3132" y="30384"/>
                  <a:pt x="2155" y="31090"/>
                </a:cubicBezTo>
                <a:cubicBezTo>
                  <a:pt x="1876" y="31292"/>
                  <a:pt x="1623" y="31517"/>
                  <a:pt x="1395" y="31761"/>
                </a:cubicBezTo>
                <a:cubicBezTo>
                  <a:pt x="1368" y="31788"/>
                  <a:pt x="1342" y="31818"/>
                  <a:pt x="1317" y="31847"/>
                </a:cubicBezTo>
                <a:cubicBezTo>
                  <a:pt x="1291" y="31875"/>
                  <a:pt x="1267" y="31904"/>
                  <a:pt x="1242" y="31934"/>
                </a:cubicBezTo>
                <a:cubicBezTo>
                  <a:pt x="1158" y="32031"/>
                  <a:pt x="1079" y="32130"/>
                  <a:pt x="1003" y="32232"/>
                </a:cubicBezTo>
                <a:cubicBezTo>
                  <a:pt x="974" y="32273"/>
                  <a:pt x="945" y="32314"/>
                  <a:pt x="915" y="32356"/>
                </a:cubicBezTo>
                <a:cubicBezTo>
                  <a:pt x="324" y="33210"/>
                  <a:pt x="1" y="34231"/>
                  <a:pt x="1" y="35308"/>
                </a:cubicBezTo>
                <a:cubicBezTo>
                  <a:pt x="1" y="36205"/>
                  <a:pt x="229" y="37049"/>
                  <a:pt x="630" y="37786"/>
                </a:cubicBezTo>
                <a:cubicBezTo>
                  <a:pt x="650" y="37823"/>
                  <a:pt x="671" y="37860"/>
                  <a:pt x="691" y="37896"/>
                </a:cubicBezTo>
                <a:cubicBezTo>
                  <a:pt x="702" y="37914"/>
                  <a:pt x="713" y="37931"/>
                  <a:pt x="723" y="37950"/>
                </a:cubicBezTo>
                <a:lnTo>
                  <a:pt x="789" y="38057"/>
                </a:lnTo>
                <a:cubicBezTo>
                  <a:pt x="810" y="38093"/>
                  <a:pt x="834" y="38129"/>
                  <a:pt x="856" y="38163"/>
                </a:cubicBezTo>
                <a:cubicBezTo>
                  <a:pt x="868" y="38181"/>
                  <a:pt x="880" y="38197"/>
                  <a:pt x="891" y="38216"/>
                </a:cubicBezTo>
                <a:cubicBezTo>
                  <a:pt x="914" y="38250"/>
                  <a:pt x="938" y="38284"/>
                  <a:pt x="963" y="38318"/>
                </a:cubicBezTo>
                <a:cubicBezTo>
                  <a:pt x="987" y="38351"/>
                  <a:pt x="1013" y="38386"/>
                  <a:pt x="1037" y="38418"/>
                </a:cubicBezTo>
                <a:cubicBezTo>
                  <a:pt x="1074" y="38469"/>
                  <a:pt x="1112" y="38519"/>
                  <a:pt x="1152" y="38567"/>
                </a:cubicBezTo>
                <a:cubicBezTo>
                  <a:pt x="1165" y="38584"/>
                  <a:pt x="1178" y="38600"/>
                  <a:pt x="1192" y="38616"/>
                </a:cubicBezTo>
                <a:cubicBezTo>
                  <a:pt x="1218" y="38649"/>
                  <a:pt x="1245" y="38679"/>
                  <a:pt x="1273" y="38712"/>
                </a:cubicBezTo>
                <a:cubicBezTo>
                  <a:pt x="1354" y="38805"/>
                  <a:pt x="1440" y="38897"/>
                  <a:pt x="1528" y="38985"/>
                </a:cubicBezTo>
                <a:cubicBezTo>
                  <a:pt x="1720" y="39178"/>
                  <a:pt x="1925" y="39354"/>
                  <a:pt x="2144" y="39513"/>
                </a:cubicBezTo>
                <a:cubicBezTo>
                  <a:pt x="2179" y="39538"/>
                  <a:pt x="2212" y="39562"/>
                  <a:pt x="2247" y="39587"/>
                </a:cubicBezTo>
                <a:cubicBezTo>
                  <a:pt x="2384" y="39681"/>
                  <a:pt x="2526" y="39771"/>
                  <a:pt x="2672" y="39853"/>
                </a:cubicBezTo>
                <a:cubicBezTo>
                  <a:pt x="2708" y="39873"/>
                  <a:pt x="2746" y="39894"/>
                  <a:pt x="2783" y="39912"/>
                </a:cubicBezTo>
                <a:cubicBezTo>
                  <a:pt x="2894" y="39972"/>
                  <a:pt x="3008" y="40027"/>
                  <a:pt x="3125" y="40078"/>
                </a:cubicBezTo>
                <a:cubicBezTo>
                  <a:pt x="3162" y="40095"/>
                  <a:pt x="3202" y="40111"/>
                  <a:pt x="3241" y="40127"/>
                </a:cubicBezTo>
                <a:cubicBezTo>
                  <a:pt x="3300" y="40152"/>
                  <a:pt x="3359" y="40175"/>
                  <a:pt x="3418" y="40197"/>
                </a:cubicBezTo>
                <a:cubicBezTo>
                  <a:pt x="3458" y="40211"/>
                  <a:pt x="3498" y="40224"/>
                  <a:pt x="3539" y="40239"/>
                </a:cubicBezTo>
                <a:cubicBezTo>
                  <a:pt x="4062" y="40417"/>
                  <a:pt x="4624" y="40513"/>
                  <a:pt x="5205" y="40513"/>
                </a:cubicBezTo>
                <a:cubicBezTo>
                  <a:pt x="7132" y="40513"/>
                  <a:pt x="8819" y="39459"/>
                  <a:pt x="9717" y="37897"/>
                </a:cubicBezTo>
                <a:cubicBezTo>
                  <a:pt x="9738" y="37861"/>
                  <a:pt x="9758" y="37824"/>
                  <a:pt x="9779" y="37787"/>
                </a:cubicBezTo>
                <a:cubicBezTo>
                  <a:pt x="9959" y="37456"/>
                  <a:pt x="10105" y="37102"/>
                  <a:pt x="10210" y="36732"/>
                </a:cubicBezTo>
                <a:cubicBezTo>
                  <a:pt x="10221" y="36691"/>
                  <a:pt x="10233" y="36648"/>
                  <a:pt x="10243" y="36607"/>
                </a:cubicBezTo>
                <a:cubicBezTo>
                  <a:pt x="10248" y="36587"/>
                  <a:pt x="10253" y="36565"/>
                  <a:pt x="10258" y="36545"/>
                </a:cubicBezTo>
                <a:cubicBezTo>
                  <a:pt x="10262" y="36530"/>
                  <a:pt x="10266" y="36513"/>
                  <a:pt x="10269" y="36498"/>
                </a:cubicBezTo>
                <a:cubicBezTo>
                  <a:pt x="10278" y="36466"/>
                  <a:pt x="10285" y="36436"/>
                  <a:pt x="10292" y="36403"/>
                </a:cubicBezTo>
                <a:cubicBezTo>
                  <a:pt x="10295" y="36387"/>
                  <a:pt x="10298" y="36371"/>
                  <a:pt x="10302" y="36356"/>
                </a:cubicBezTo>
                <a:cubicBezTo>
                  <a:pt x="10307" y="36334"/>
                  <a:pt x="10310" y="36314"/>
                  <a:pt x="10314" y="36292"/>
                </a:cubicBezTo>
                <a:cubicBezTo>
                  <a:pt x="10324" y="36249"/>
                  <a:pt x="10330" y="36206"/>
                  <a:pt x="10338" y="36164"/>
                </a:cubicBezTo>
                <a:cubicBezTo>
                  <a:pt x="10345" y="36120"/>
                  <a:pt x="10352" y="36078"/>
                  <a:pt x="10358" y="36034"/>
                </a:cubicBezTo>
                <a:cubicBezTo>
                  <a:pt x="10363" y="36013"/>
                  <a:pt x="10365" y="35991"/>
                  <a:pt x="10368" y="35970"/>
                </a:cubicBezTo>
                <a:cubicBezTo>
                  <a:pt x="10374" y="35926"/>
                  <a:pt x="10378" y="35883"/>
                  <a:pt x="10382" y="35839"/>
                </a:cubicBezTo>
                <a:cubicBezTo>
                  <a:pt x="10385" y="35818"/>
                  <a:pt x="10386" y="35796"/>
                  <a:pt x="10389" y="35774"/>
                </a:cubicBezTo>
                <a:cubicBezTo>
                  <a:pt x="10393" y="35736"/>
                  <a:pt x="10395" y="35697"/>
                  <a:pt x="10397" y="35659"/>
                </a:cubicBezTo>
                <a:lnTo>
                  <a:pt x="10401" y="35602"/>
                </a:lnTo>
                <a:cubicBezTo>
                  <a:pt x="10407" y="35504"/>
                  <a:pt x="10410" y="35407"/>
                  <a:pt x="10410" y="35308"/>
                </a:cubicBezTo>
                <a:cubicBezTo>
                  <a:pt x="10410" y="35281"/>
                  <a:pt x="10410" y="35256"/>
                  <a:pt x="10407" y="35230"/>
                </a:cubicBezTo>
                <a:lnTo>
                  <a:pt x="10407" y="35226"/>
                </a:lnTo>
                <a:cubicBezTo>
                  <a:pt x="10407" y="35168"/>
                  <a:pt x="10405" y="35109"/>
                  <a:pt x="10401" y="35051"/>
                </a:cubicBezTo>
                <a:cubicBezTo>
                  <a:pt x="10401" y="35045"/>
                  <a:pt x="10400" y="35040"/>
                  <a:pt x="10400" y="35033"/>
                </a:cubicBezTo>
                <a:cubicBezTo>
                  <a:pt x="10320" y="33459"/>
                  <a:pt x="9546" y="32033"/>
                  <a:pt x="8254" y="31091"/>
                </a:cubicBezTo>
                <a:cubicBezTo>
                  <a:pt x="7286" y="30385"/>
                  <a:pt x="6707" y="29255"/>
                  <a:pt x="6707" y="28052"/>
                </a:cubicBezTo>
                <a:lnTo>
                  <a:pt x="670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8" name="Google Shape;3858;p40"/>
          <p:cNvSpPr/>
          <p:nvPr/>
        </p:nvSpPr>
        <p:spPr>
          <a:xfrm>
            <a:off x="4609475" y="2341050"/>
            <a:ext cx="250" cy="701075"/>
          </a:xfrm>
          <a:custGeom>
            <a:rect b="b" l="l" r="r" t="t"/>
            <a:pathLst>
              <a:path extrusionOk="0" h="28043" w="10">
                <a:moveTo>
                  <a:pt x="1" y="1"/>
                </a:moveTo>
                <a:lnTo>
                  <a:pt x="1" y="28042"/>
                </a:lnTo>
                <a:lnTo>
                  <a:pt x="10" y="28042"/>
                </a:lnTo>
                <a:lnTo>
                  <a:pt x="10" y="1"/>
                </a:lnTo>
                <a:close/>
              </a:path>
            </a:pathLst>
          </a:custGeom>
          <a:solidFill>
            <a:srgbClr val="FBFF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9" name="Google Shape;3859;p40"/>
          <p:cNvSpPr/>
          <p:nvPr/>
        </p:nvSpPr>
        <p:spPr>
          <a:xfrm>
            <a:off x="4609475" y="2599375"/>
            <a:ext cx="250" cy="442725"/>
          </a:xfrm>
          <a:custGeom>
            <a:rect b="b" l="l" r="r" t="t"/>
            <a:pathLst>
              <a:path extrusionOk="0" h="17709" w="10">
                <a:moveTo>
                  <a:pt x="1" y="1"/>
                </a:moveTo>
                <a:lnTo>
                  <a:pt x="1" y="17708"/>
                </a:lnTo>
                <a:lnTo>
                  <a:pt x="10" y="17708"/>
                </a:lnTo>
                <a:lnTo>
                  <a:pt x="10" y="1"/>
                </a:lnTo>
                <a:close/>
              </a:path>
            </a:pathLst>
          </a:custGeom>
          <a:solidFill>
            <a:srgbClr val="59EC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0" name="Google Shape;3860;p40"/>
          <p:cNvSpPr/>
          <p:nvPr/>
        </p:nvSpPr>
        <p:spPr>
          <a:xfrm>
            <a:off x="4609475" y="2853850"/>
            <a:ext cx="250" cy="188450"/>
          </a:xfrm>
          <a:custGeom>
            <a:rect b="b" l="l" r="r" t="t"/>
            <a:pathLst>
              <a:path extrusionOk="0" h="7538" w="10">
                <a:moveTo>
                  <a:pt x="1" y="1"/>
                </a:moveTo>
                <a:lnTo>
                  <a:pt x="1" y="7537"/>
                </a:lnTo>
                <a:lnTo>
                  <a:pt x="10" y="7537"/>
                </a:lnTo>
                <a:lnTo>
                  <a:pt x="10" y="1"/>
                </a:lnTo>
                <a:close/>
              </a:path>
            </a:pathLst>
          </a:custGeom>
          <a:solidFill>
            <a:srgbClr val="00C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1" name="Google Shape;3861;p40"/>
          <p:cNvSpPr/>
          <p:nvPr/>
        </p:nvSpPr>
        <p:spPr>
          <a:xfrm>
            <a:off x="5212517" y="1734425"/>
            <a:ext cx="448375" cy="1729900"/>
          </a:xfrm>
          <a:custGeom>
            <a:rect b="b" l="l" r="r" t="t"/>
            <a:pathLst>
              <a:path extrusionOk="0" h="69196" w="17935">
                <a:moveTo>
                  <a:pt x="8967" y="3766"/>
                </a:moveTo>
                <a:cubicBezTo>
                  <a:pt x="9799" y="3766"/>
                  <a:pt x="10468" y="4446"/>
                  <a:pt x="10468" y="5267"/>
                </a:cubicBezTo>
                <a:lnTo>
                  <a:pt x="10468" y="52971"/>
                </a:lnTo>
                <a:cubicBezTo>
                  <a:pt x="10468" y="54175"/>
                  <a:pt x="11048" y="55305"/>
                  <a:pt x="12016" y="56011"/>
                </a:cubicBezTo>
                <a:cubicBezTo>
                  <a:pt x="13308" y="56953"/>
                  <a:pt x="14081" y="58379"/>
                  <a:pt x="14162" y="59954"/>
                </a:cubicBezTo>
                <a:cubicBezTo>
                  <a:pt x="14163" y="59966"/>
                  <a:pt x="14163" y="59977"/>
                  <a:pt x="14163" y="59990"/>
                </a:cubicBezTo>
                <a:lnTo>
                  <a:pt x="14167" y="60109"/>
                </a:lnTo>
                <a:cubicBezTo>
                  <a:pt x="14167" y="60135"/>
                  <a:pt x="14169" y="60161"/>
                  <a:pt x="14169" y="60187"/>
                </a:cubicBezTo>
                <a:lnTo>
                  <a:pt x="14169" y="60227"/>
                </a:lnTo>
                <a:cubicBezTo>
                  <a:pt x="14170" y="63097"/>
                  <a:pt x="11836" y="65431"/>
                  <a:pt x="8967" y="65431"/>
                </a:cubicBezTo>
                <a:cubicBezTo>
                  <a:pt x="6098" y="65431"/>
                  <a:pt x="3764" y="63097"/>
                  <a:pt x="3764" y="60228"/>
                </a:cubicBezTo>
                <a:cubicBezTo>
                  <a:pt x="3764" y="58545"/>
                  <a:pt x="4551" y="57007"/>
                  <a:pt x="5918" y="56011"/>
                </a:cubicBezTo>
                <a:cubicBezTo>
                  <a:pt x="6850" y="55339"/>
                  <a:pt x="7412" y="54278"/>
                  <a:pt x="7461" y="53137"/>
                </a:cubicBezTo>
                <a:cubicBezTo>
                  <a:pt x="7463" y="53120"/>
                  <a:pt x="7463" y="53101"/>
                  <a:pt x="7464" y="53083"/>
                </a:cubicBezTo>
                <a:cubicBezTo>
                  <a:pt x="7465" y="53045"/>
                  <a:pt x="7465" y="53007"/>
                  <a:pt x="7465" y="52970"/>
                </a:cubicBezTo>
                <a:lnTo>
                  <a:pt x="7465" y="5267"/>
                </a:lnTo>
                <a:cubicBezTo>
                  <a:pt x="7465" y="4435"/>
                  <a:pt x="8145" y="3766"/>
                  <a:pt x="8967" y="3766"/>
                </a:cubicBezTo>
                <a:close/>
                <a:moveTo>
                  <a:pt x="8967" y="1"/>
                </a:moveTo>
                <a:cubicBezTo>
                  <a:pt x="6062" y="1"/>
                  <a:pt x="3702" y="2363"/>
                  <a:pt x="3702" y="5267"/>
                </a:cubicBezTo>
                <a:lnTo>
                  <a:pt x="3702" y="52971"/>
                </a:lnTo>
                <a:cubicBezTo>
                  <a:pt x="1457" y="54599"/>
                  <a:pt x="0" y="57242"/>
                  <a:pt x="0" y="60228"/>
                </a:cubicBezTo>
                <a:cubicBezTo>
                  <a:pt x="0" y="65178"/>
                  <a:pt x="4017" y="69195"/>
                  <a:pt x="8967" y="69195"/>
                </a:cubicBezTo>
                <a:cubicBezTo>
                  <a:pt x="13917" y="69195"/>
                  <a:pt x="17935" y="65178"/>
                  <a:pt x="17935" y="60228"/>
                </a:cubicBezTo>
                <a:cubicBezTo>
                  <a:pt x="17934" y="57243"/>
                  <a:pt x="16478" y="54600"/>
                  <a:pt x="14234" y="52971"/>
                </a:cubicBezTo>
                <a:lnTo>
                  <a:pt x="14234" y="5267"/>
                </a:lnTo>
                <a:cubicBezTo>
                  <a:pt x="14234" y="2363"/>
                  <a:pt x="11873" y="1"/>
                  <a:pt x="8967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2" name="Google Shape;3862;p40"/>
          <p:cNvSpPr/>
          <p:nvPr/>
        </p:nvSpPr>
        <p:spPr>
          <a:xfrm>
            <a:off x="5162934" y="3061550"/>
            <a:ext cx="38675" cy="73200"/>
          </a:xfrm>
          <a:custGeom>
            <a:rect b="b" l="l" r="r" t="t"/>
            <a:pathLst>
              <a:path extrusionOk="0" h="2928" w="1547">
                <a:moveTo>
                  <a:pt x="1546" y="0"/>
                </a:moveTo>
                <a:lnTo>
                  <a:pt x="1546" y="0"/>
                </a:lnTo>
                <a:cubicBezTo>
                  <a:pt x="1511" y="1161"/>
                  <a:pt x="938" y="2244"/>
                  <a:pt x="0" y="2927"/>
                </a:cubicBezTo>
                <a:cubicBezTo>
                  <a:pt x="948" y="2244"/>
                  <a:pt x="1511" y="1162"/>
                  <a:pt x="1546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3" name="Google Shape;3863;p40"/>
          <p:cNvSpPr/>
          <p:nvPr/>
        </p:nvSpPr>
        <p:spPr>
          <a:xfrm>
            <a:off x="5276759" y="2039625"/>
            <a:ext cx="92375" cy="1193675"/>
          </a:xfrm>
          <a:custGeom>
            <a:rect b="b" l="l" r="r" t="t"/>
            <a:pathLst>
              <a:path extrusionOk="0" h="47747" w="3695">
                <a:moveTo>
                  <a:pt x="0" y="1"/>
                </a:moveTo>
                <a:lnTo>
                  <a:pt x="0" y="40764"/>
                </a:lnTo>
                <a:cubicBezTo>
                  <a:pt x="0" y="41968"/>
                  <a:pt x="580" y="43098"/>
                  <a:pt x="1547" y="43804"/>
                </a:cubicBezTo>
                <a:cubicBezTo>
                  <a:pt x="2840" y="44745"/>
                  <a:pt x="3613" y="46172"/>
                  <a:pt x="3694" y="47747"/>
                </a:cubicBezTo>
                <a:cubicBezTo>
                  <a:pt x="3614" y="46165"/>
                  <a:pt x="2848" y="44746"/>
                  <a:pt x="1557" y="43804"/>
                </a:cubicBezTo>
                <a:cubicBezTo>
                  <a:pt x="580" y="43098"/>
                  <a:pt x="9" y="41968"/>
                  <a:pt x="9" y="40764"/>
                </a:cubicBezTo>
                <a:lnTo>
                  <a:pt x="9" y="1"/>
                </a:ln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4" name="Google Shape;3864;p40"/>
          <p:cNvSpPr/>
          <p:nvPr/>
        </p:nvSpPr>
        <p:spPr>
          <a:xfrm>
            <a:off x="5399117" y="1828575"/>
            <a:ext cx="75125" cy="787225"/>
          </a:xfrm>
          <a:custGeom>
            <a:rect b="b" l="l" r="r" t="t"/>
            <a:pathLst>
              <a:path extrusionOk="0" h="31489" w="3005">
                <a:moveTo>
                  <a:pt x="1502" y="0"/>
                </a:moveTo>
                <a:cubicBezTo>
                  <a:pt x="680" y="0"/>
                  <a:pt x="0" y="669"/>
                  <a:pt x="0" y="1501"/>
                </a:cubicBezTo>
                <a:lnTo>
                  <a:pt x="0" y="31489"/>
                </a:lnTo>
                <a:lnTo>
                  <a:pt x="3004" y="31489"/>
                </a:lnTo>
                <a:lnTo>
                  <a:pt x="3004" y="1501"/>
                </a:lnTo>
                <a:cubicBezTo>
                  <a:pt x="3004" y="678"/>
                  <a:pt x="2336" y="0"/>
                  <a:pt x="1502" y="0"/>
                </a:cubicBezTo>
                <a:close/>
              </a:path>
            </a:pathLst>
          </a:custGeom>
          <a:solidFill>
            <a:srgbClr val="C7D3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5" name="Google Shape;3865;p40"/>
          <p:cNvSpPr/>
          <p:nvPr/>
        </p:nvSpPr>
        <p:spPr>
          <a:xfrm>
            <a:off x="5276709" y="2357450"/>
            <a:ext cx="250" cy="701075"/>
          </a:xfrm>
          <a:custGeom>
            <a:rect b="b" l="l" r="r" t="t"/>
            <a:pathLst>
              <a:path extrusionOk="0" h="28043" w="10">
                <a:moveTo>
                  <a:pt x="0" y="1"/>
                </a:moveTo>
                <a:lnTo>
                  <a:pt x="0" y="28042"/>
                </a:lnTo>
                <a:lnTo>
                  <a:pt x="10" y="28042"/>
                </a:lnTo>
                <a:lnTo>
                  <a:pt x="10" y="1"/>
                </a:lnTo>
                <a:close/>
              </a:path>
            </a:pathLst>
          </a:custGeom>
          <a:solidFill>
            <a:srgbClr val="FBFF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6" name="Google Shape;3866;p40"/>
          <p:cNvSpPr/>
          <p:nvPr/>
        </p:nvSpPr>
        <p:spPr>
          <a:xfrm>
            <a:off x="5306617" y="2615775"/>
            <a:ext cx="260175" cy="754425"/>
          </a:xfrm>
          <a:custGeom>
            <a:rect b="b" l="l" r="r" t="t"/>
            <a:pathLst>
              <a:path extrusionOk="0" h="30177" w="10407">
                <a:moveTo>
                  <a:pt x="3701" y="1"/>
                </a:moveTo>
                <a:lnTo>
                  <a:pt x="3701" y="17716"/>
                </a:lnTo>
                <a:cubicBezTo>
                  <a:pt x="3701" y="17753"/>
                  <a:pt x="3701" y="17791"/>
                  <a:pt x="3700" y="17829"/>
                </a:cubicBezTo>
                <a:cubicBezTo>
                  <a:pt x="3699" y="17847"/>
                  <a:pt x="3699" y="17866"/>
                  <a:pt x="3697" y="17883"/>
                </a:cubicBezTo>
                <a:cubicBezTo>
                  <a:pt x="3648" y="19024"/>
                  <a:pt x="3086" y="20085"/>
                  <a:pt x="2154" y="20757"/>
                </a:cubicBezTo>
                <a:cubicBezTo>
                  <a:pt x="787" y="21753"/>
                  <a:pt x="0" y="23291"/>
                  <a:pt x="0" y="24974"/>
                </a:cubicBezTo>
                <a:cubicBezTo>
                  <a:pt x="0" y="27843"/>
                  <a:pt x="2334" y="30177"/>
                  <a:pt x="5203" y="30177"/>
                </a:cubicBezTo>
                <a:cubicBezTo>
                  <a:pt x="8072" y="30177"/>
                  <a:pt x="10406" y="27843"/>
                  <a:pt x="10406" y="24974"/>
                </a:cubicBezTo>
                <a:lnTo>
                  <a:pt x="10406" y="24933"/>
                </a:lnTo>
                <a:cubicBezTo>
                  <a:pt x="10406" y="24907"/>
                  <a:pt x="10405" y="24881"/>
                  <a:pt x="10405" y="24855"/>
                </a:cubicBezTo>
                <a:lnTo>
                  <a:pt x="10401" y="24736"/>
                </a:lnTo>
                <a:cubicBezTo>
                  <a:pt x="10401" y="24723"/>
                  <a:pt x="10401" y="24712"/>
                  <a:pt x="10399" y="24699"/>
                </a:cubicBezTo>
                <a:cubicBezTo>
                  <a:pt x="10319" y="23125"/>
                  <a:pt x="9545" y="21699"/>
                  <a:pt x="8253" y="20757"/>
                </a:cubicBezTo>
                <a:cubicBezTo>
                  <a:pt x="7286" y="20051"/>
                  <a:pt x="6705" y="18921"/>
                  <a:pt x="6705" y="17717"/>
                </a:cubicBezTo>
                <a:lnTo>
                  <a:pt x="670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7" name="Google Shape;3867;p40"/>
          <p:cNvSpPr/>
          <p:nvPr/>
        </p:nvSpPr>
        <p:spPr>
          <a:xfrm>
            <a:off x="5276709" y="2615775"/>
            <a:ext cx="250" cy="442725"/>
          </a:xfrm>
          <a:custGeom>
            <a:rect b="b" l="l" r="r" t="t"/>
            <a:pathLst>
              <a:path extrusionOk="0" h="17709" w="10">
                <a:moveTo>
                  <a:pt x="0" y="1"/>
                </a:moveTo>
                <a:lnTo>
                  <a:pt x="0" y="17708"/>
                </a:lnTo>
                <a:lnTo>
                  <a:pt x="10" y="17708"/>
                </a:lnTo>
                <a:lnTo>
                  <a:pt x="10" y="1"/>
                </a:lnTo>
                <a:close/>
              </a:path>
            </a:pathLst>
          </a:custGeom>
          <a:solidFill>
            <a:srgbClr val="59EC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8" name="Google Shape;3868;p40"/>
          <p:cNvSpPr/>
          <p:nvPr/>
        </p:nvSpPr>
        <p:spPr>
          <a:xfrm>
            <a:off x="5276709" y="2870250"/>
            <a:ext cx="250" cy="188475"/>
          </a:xfrm>
          <a:custGeom>
            <a:rect b="b" l="l" r="r" t="t"/>
            <a:pathLst>
              <a:path extrusionOk="0" h="7539" w="10">
                <a:moveTo>
                  <a:pt x="0" y="1"/>
                </a:moveTo>
                <a:lnTo>
                  <a:pt x="0" y="7538"/>
                </a:lnTo>
                <a:lnTo>
                  <a:pt x="10" y="7538"/>
                </a:lnTo>
                <a:lnTo>
                  <a:pt x="10" y="1"/>
                </a:lnTo>
                <a:close/>
              </a:path>
            </a:pathLst>
          </a:custGeom>
          <a:solidFill>
            <a:srgbClr val="00C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9" name="Google Shape;3869;p40"/>
          <p:cNvSpPr/>
          <p:nvPr/>
        </p:nvSpPr>
        <p:spPr>
          <a:xfrm>
            <a:off x="6079475" y="1701675"/>
            <a:ext cx="448450" cy="1729875"/>
          </a:xfrm>
          <a:custGeom>
            <a:rect b="b" l="l" r="r" t="t"/>
            <a:pathLst>
              <a:path extrusionOk="0" h="69195" w="17938">
                <a:moveTo>
                  <a:pt x="8969" y="3766"/>
                </a:moveTo>
                <a:cubicBezTo>
                  <a:pt x="9801" y="3766"/>
                  <a:pt x="10470" y="4444"/>
                  <a:pt x="10470" y="5267"/>
                </a:cubicBezTo>
                <a:lnTo>
                  <a:pt x="10470" y="52971"/>
                </a:lnTo>
                <a:cubicBezTo>
                  <a:pt x="10470" y="54174"/>
                  <a:pt x="11049" y="55305"/>
                  <a:pt x="12018" y="56011"/>
                </a:cubicBezTo>
                <a:cubicBezTo>
                  <a:pt x="13309" y="56952"/>
                  <a:pt x="14083" y="58378"/>
                  <a:pt x="14164" y="59952"/>
                </a:cubicBezTo>
                <a:cubicBezTo>
                  <a:pt x="14164" y="59959"/>
                  <a:pt x="14164" y="59964"/>
                  <a:pt x="14165" y="59970"/>
                </a:cubicBezTo>
                <a:cubicBezTo>
                  <a:pt x="14168" y="60029"/>
                  <a:pt x="14170" y="60087"/>
                  <a:pt x="14170" y="60145"/>
                </a:cubicBezTo>
                <a:lnTo>
                  <a:pt x="14170" y="60149"/>
                </a:lnTo>
                <a:lnTo>
                  <a:pt x="14170" y="60227"/>
                </a:lnTo>
                <a:cubicBezTo>
                  <a:pt x="14170" y="60325"/>
                  <a:pt x="14168" y="60423"/>
                  <a:pt x="14163" y="60520"/>
                </a:cubicBezTo>
                <a:cubicBezTo>
                  <a:pt x="14164" y="60538"/>
                  <a:pt x="14163" y="60558"/>
                  <a:pt x="14162" y="60578"/>
                </a:cubicBezTo>
                <a:cubicBezTo>
                  <a:pt x="14158" y="60616"/>
                  <a:pt x="14156" y="60655"/>
                  <a:pt x="14152" y="60693"/>
                </a:cubicBezTo>
                <a:cubicBezTo>
                  <a:pt x="14149" y="60714"/>
                  <a:pt x="14148" y="60736"/>
                  <a:pt x="14146" y="60758"/>
                </a:cubicBezTo>
                <a:cubicBezTo>
                  <a:pt x="14141" y="60801"/>
                  <a:pt x="14137" y="60845"/>
                  <a:pt x="14131" y="60888"/>
                </a:cubicBezTo>
                <a:cubicBezTo>
                  <a:pt x="14128" y="60911"/>
                  <a:pt x="14124" y="60932"/>
                  <a:pt x="14122" y="60954"/>
                </a:cubicBezTo>
                <a:cubicBezTo>
                  <a:pt x="14115" y="60998"/>
                  <a:pt x="14108" y="61040"/>
                  <a:pt x="14102" y="61083"/>
                </a:cubicBezTo>
                <a:cubicBezTo>
                  <a:pt x="14095" y="61125"/>
                  <a:pt x="14088" y="61168"/>
                  <a:pt x="14080" y="61210"/>
                </a:cubicBezTo>
                <a:cubicBezTo>
                  <a:pt x="14076" y="61233"/>
                  <a:pt x="14071" y="61253"/>
                  <a:pt x="14066" y="61275"/>
                </a:cubicBezTo>
                <a:cubicBezTo>
                  <a:pt x="14062" y="61290"/>
                  <a:pt x="14060" y="61307"/>
                  <a:pt x="14056" y="61322"/>
                </a:cubicBezTo>
                <a:cubicBezTo>
                  <a:pt x="14050" y="61354"/>
                  <a:pt x="14042" y="61384"/>
                  <a:pt x="14035" y="61417"/>
                </a:cubicBezTo>
                <a:cubicBezTo>
                  <a:pt x="14031" y="61432"/>
                  <a:pt x="14026" y="61448"/>
                  <a:pt x="14023" y="61464"/>
                </a:cubicBezTo>
                <a:cubicBezTo>
                  <a:pt x="14018" y="61485"/>
                  <a:pt x="14013" y="61506"/>
                  <a:pt x="14008" y="61527"/>
                </a:cubicBezTo>
                <a:cubicBezTo>
                  <a:pt x="13998" y="61567"/>
                  <a:pt x="13986" y="61609"/>
                  <a:pt x="13974" y="61650"/>
                </a:cubicBezTo>
                <a:cubicBezTo>
                  <a:pt x="13870" y="62020"/>
                  <a:pt x="13724" y="62375"/>
                  <a:pt x="13544" y="62705"/>
                </a:cubicBezTo>
                <a:cubicBezTo>
                  <a:pt x="13523" y="62743"/>
                  <a:pt x="13503" y="62780"/>
                  <a:pt x="13482" y="62816"/>
                </a:cubicBezTo>
                <a:cubicBezTo>
                  <a:pt x="12583" y="64377"/>
                  <a:pt x="10898" y="65431"/>
                  <a:pt x="8970" y="65431"/>
                </a:cubicBezTo>
                <a:cubicBezTo>
                  <a:pt x="8388" y="65431"/>
                  <a:pt x="7826" y="65336"/>
                  <a:pt x="7303" y="65158"/>
                </a:cubicBezTo>
                <a:cubicBezTo>
                  <a:pt x="7262" y="65144"/>
                  <a:pt x="7223" y="65129"/>
                  <a:pt x="7183" y="65116"/>
                </a:cubicBezTo>
                <a:cubicBezTo>
                  <a:pt x="7123" y="65093"/>
                  <a:pt x="7065" y="65071"/>
                  <a:pt x="7005" y="65046"/>
                </a:cubicBezTo>
                <a:cubicBezTo>
                  <a:pt x="6965" y="65030"/>
                  <a:pt x="6928" y="65015"/>
                  <a:pt x="6889" y="64996"/>
                </a:cubicBezTo>
                <a:cubicBezTo>
                  <a:pt x="6772" y="64945"/>
                  <a:pt x="6658" y="64891"/>
                  <a:pt x="6547" y="64831"/>
                </a:cubicBezTo>
                <a:cubicBezTo>
                  <a:pt x="6510" y="64812"/>
                  <a:pt x="6473" y="64792"/>
                  <a:pt x="6437" y="64771"/>
                </a:cubicBezTo>
                <a:cubicBezTo>
                  <a:pt x="6291" y="64689"/>
                  <a:pt x="6148" y="64601"/>
                  <a:pt x="6012" y="64505"/>
                </a:cubicBezTo>
                <a:cubicBezTo>
                  <a:pt x="5977" y="64482"/>
                  <a:pt x="5944" y="64457"/>
                  <a:pt x="5910" y="64432"/>
                </a:cubicBezTo>
                <a:cubicBezTo>
                  <a:pt x="5691" y="64273"/>
                  <a:pt x="5485" y="64096"/>
                  <a:pt x="5293" y="63904"/>
                </a:cubicBezTo>
                <a:cubicBezTo>
                  <a:pt x="5205" y="63816"/>
                  <a:pt x="5119" y="63724"/>
                  <a:pt x="5037" y="63630"/>
                </a:cubicBezTo>
                <a:lnTo>
                  <a:pt x="4956" y="63535"/>
                </a:lnTo>
                <a:cubicBezTo>
                  <a:pt x="4944" y="63518"/>
                  <a:pt x="4929" y="63502"/>
                  <a:pt x="4917" y="63486"/>
                </a:cubicBezTo>
                <a:cubicBezTo>
                  <a:pt x="4877" y="63438"/>
                  <a:pt x="4838" y="63388"/>
                  <a:pt x="4801" y="63338"/>
                </a:cubicBezTo>
                <a:cubicBezTo>
                  <a:pt x="4776" y="63305"/>
                  <a:pt x="4751" y="63270"/>
                  <a:pt x="4728" y="63236"/>
                </a:cubicBezTo>
                <a:cubicBezTo>
                  <a:pt x="4703" y="63204"/>
                  <a:pt x="4679" y="63169"/>
                  <a:pt x="4656" y="63134"/>
                </a:cubicBezTo>
                <a:cubicBezTo>
                  <a:pt x="4645" y="63117"/>
                  <a:pt x="4633" y="63100"/>
                  <a:pt x="4621" y="63082"/>
                </a:cubicBezTo>
                <a:cubicBezTo>
                  <a:pt x="4598" y="63047"/>
                  <a:pt x="4575" y="63011"/>
                  <a:pt x="4554" y="62975"/>
                </a:cubicBezTo>
                <a:lnTo>
                  <a:pt x="4488" y="62868"/>
                </a:lnTo>
                <a:cubicBezTo>
                  <a:pt x="4478" y="62851"/>
                  <a:pt x="4467" y="62832"/>
                  <a:pt x="4457" y="62815"/>
                </a:cubicBezTo>
                <a:cubicBezTo>
                  <a:pt x="4436" y="62779"/>
                  <a:pt x="4416" y="62742"/>
                  <a:pt x="4395" y="62704"/>
                </a:cubicBezTo>
                <a:cubicBezTo>
                  <a:pt x="3993" y="61968"/>
                  <a:pt x="3766" y="61123"/>
                  <a:pt x="3766" y="60227"/>
                </a:cubicBezTo>
                <a:cubicBezTo>
                  <a:pt x="3766" y="59149"/>
                  <a:pt x="4089" y="58131"/>
                  <a:pt x="4680" y="57275"/>
                </a:cubicBezTo>
                <a:cubicBezTo>
                  <a:pt x="4709" y="57233"/>
                  <a:pt x="4739" y="57192"/>
                  <a:pt x="4769" y="57151"/>
                </a:cubicBezTo>
                <a:cubicBezTo>
                  <a:pt x="4843" y="57049"/>
                  <a:pt x="4923" y="56949"/>
                  <a:pt x="5006" y="56852"/>
                </a:cubicBezTo>
                <a:cubicBezTo>
                  <a:pt x="5032" y="56823"/>
                  <a:pt x="5056" y="56794"/>
                  <a:pt x="5082" y="56765"/>
                </a:cubicBezTo>
                <a:cubicBezTo>
                  <a:pt x="5107" y="56737"/>
                  <a:pt x="5133" y="56707"/>
                  <a:pt x="5160" y="56680"/>
                </a:cubicBezTo>
                <a:cubicBezTo>
                  <a:pt x="5388" y="56436"/>
                  <a:pt x="5642" y="56211"/>
                  <a:pt x="5920" y="56010"/>
                </a:cubicBezTo>
                <a:cubicBezTo>
                  <a:pt x="6897" y="55304"/>
                  <a:pt x="7467" y="54173"/>
                  <a:pt x="7467" y="52969"/>
                </a:cubicBezTo>
                <a:lnTo>
                  <a:pt x="7467" y="5267"/>
                </a:lnTo>
                <a:cubicBezTo>
                  <a:pt x="7467" y="4434"/>
                  <a:pt x="8146" y="3766"/>
                  <a:pt x="8969" y="3766"/>
                </a:cubicBezTo>
                <a:close/>
                <a:moveTo>
                  <a:pt x="8969" y="0"/>
                </a:moveTo>
                <a:cubicBezTo>
                  <a:pt x="6064" y="0"/>
                  <a:pt x="3701" y="2361"/>
                  <a:pt x="3701" y="5267"/>
                </a:cubicBezTo>
                <a:lnTo>
                  <a:pt x="3701" y="52971"/>
                </a:lnTo>
                <a:cubicBezTo>
                  <a:pt x="1458" y="54600"/>
                  <a:pt x="1" y="57240"/>
                  <a:pt x="1" y="60227"/>
                </a:cubicBezTo>
                <a:cubicBezTo>
                  <a:pt x="1" y="65177"/>
                  <a:pt x="4018" y="69194"/>
                  <a:pt x="8968" y="69194"/>
                </a:cubicBezTo>
                <a:cubicBezTo>
                  <a:pt x="13917" y="69194"/>
                  <a:pt x="17934" y="65177"/>
                  <a:pt x="17934" y="60227"/>
                </a:cubicBezTo>
                <a:cubicBezTo>
                  <a:pt x="17937" y="57240"/>
                  <a:pt x="16480" y="54599"/>
                  <a:pt x="14235" y="52971"/>
                </a:cubicBezTo>
                <a:lnTo>
                  <a:pt x="14235" y="5267"/>
                </a:lnTo>
                <a:cubicBezTo>
                  <a:pt x="14235" y="2362"/>
                  <a:pt x="11873" y="0"/>
                  <a:pt x="8969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0" name="Google Shape;3870;p40"/>
          <p:cNvSpPr/>
          <p:nvPr/>
        </p:nvSpPr>
        <p:spPr>
          <a:xfrm>
            <a:off x="5664859" y="3269275"/>
            <a:ext cx="1550" cy="2775"/>
          </a:xfrm>
          <a:custGeom>
            <a:rect b="b" l="l" r="r" t="t"/>
            <a:pathLst>
              <a:path extrusionOk="0" h="111" w="62">
                <a:moveTo>
                  <a:pt x="0" y="0"/>
                </a:moveTo>
                <a:lnTo>
                  <a:pt x="0" y="0"/>
                </a:lnTo>
                <a:cubicBezTo>
                  <a:pt x="20" y="38"/>
                  <a:pt x="40" y="75"/>
                  <a:pt x="62" y="111"/>
                </a:cubicBezTo>
                <a:cubicBezTo>
                  <a:pt x="41" y="75"/>
                  <a:pt x="21" y="38"/>
                  <a:pt x="0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1" name="Google Shape;3871;p40"/>
          <p:cNvSpPr/>
          <p:nvPr/>
        </p:nvSpPr>
        <p:spPr>
          <a:xfrm>
            <a:off x="5667184" y="3273350"/>
            <a:ext cx="1650" cy="2725"/>
          </a:xfrm>
          <a:custGeom>
            <a:rect b="b" l="l" r="r" t="t"/>
            <a:pathLst>
              <a:path extrusionOk="0" h="109" w="66">
                <a:moveTo>
                  <a:pt x="0" y="1"/>
                </a:moveTo>
                <a:cubicBezTo>
                  <a:pt x="21" y="39"/>
                  <a:pt x="43" y="73"/>
                  <a:pt x="66" y="108"/>
                </a:cubicBezTo>
                <a:lnTo>
                  <a:pt x="0" y="1"/>
                </a:ln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2" name="Google Shape;3872;p40"/>
          <p:cNvSpPr/>
          <p:nvPr/>
        </p:nvSpPr>
        <p:spPr>
          <a:xfrm>
            <a:off x="5668784" y="3276050"/>
            <a:ext cx="1725" cy="2675"/>
          </a:xfrm>
          <a:custGeom>
            <a:rect b="b" l="l" r="r" t="t"/>
            <a:pathLst>
              <a:path extrusionOk="0" h="107" w="69">
                <a:moveTo>
                  <a:pt x="1" y="0"/>
                </a:moveTo>
                <a:lnTo>
                  <a:pt x="1" y="0"/>
                </a:lnTo>
                <a:cubicBezTo>
                  <a:pt x="22" y="36"/>
                  <a:pt x="45" y="71"/>
                  <a:pt x="68" y="107"/>
                </a:cubicBezTo>
                <a:cubicBezTo>
                  <a:pt x="45" y="71"/>
                  <a:pt x="23" y="36"/>
                  <a:pt x="1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3" name="Google Shape;3873;p40"/>
          <p:cNvSpPr/>
          <p:nvPr/>
        </p:nvSpPr>
        <p:spPr>
          <a:xfrm>
            <a:off x="5671984" y="3130450"/>
            <a:ext cx="2225" cy="3125"/>
          </a:xfrm>
          <a:custGeom>
            <a:rect b="b" l="l" r="r" t="t"/>
            <a:pathLst>
              <a:path extrusionOk="0" h="125" w="89">
                <a:moveTo>
                  <a:pt x="89" y="0"/>
                </a:moveTo>
                <a:lnTo>
                  <a:pt x="89" y="0"/>
                </a:lnTo>
                <a:cubicBezTo>
                  <a:pt x="58" y="41"/>
                  <a:pt x="28" y="82"/>
                  <a:pt x="1" y="124"/>
                </a:cubicBezTo>
                <a:cubicBezTo>
                  <a:pt x="28" y="82"/>
                  <a:pt x="59" y="41"/>
                  <a:pt x="89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4" name="Google Shape;3874;p40"/>
          <p:cNvSpPr/>
          <p:nvPr/>
        </p:nvSpPr>
        <p:spPr>
          <a:xfrm>
            <a:off x="5673159" y="3282575"/>
            <a:ext cx="1875" cy="2550"/>
          </a:xfrm>
          <a:custGeom>
            <a:rect b="b" l="l" r="r" t="t"/>
            <a:pathLst>
              <a:path extrusionOk="0" h="102" w="75">
                <a:moveTo>
                  <a:pt x="1" y="0"/>
                </a:moveTo>
                <a:cubicBezTo>
                  <a:pt x="23" y="35"/>
                  <a:pt x="49" y="69"/>
                  <a:pt x="74" y="102"/>
                </a:cubicBezTo>
                <a:cubicBezTo>
                  <a:pt x="49" y="69"/>
                  <a:pt x="25" y="35"/>
                  <a:pt x="1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5" name="Google Shape;3875;p40"/>
          <p:cNvSpPr/>
          <p:nvPr/>
        </p:nvSpPr>
        <p:spPr>
          <a:xfrm>
            <a:off x="5674984" y="3285100"/>
            <a:ext cx="2925" cy="3725"/>
          </a:xfrm>
          <a:custGeom>
            <a:rect b="b" l="l" r="r" t="t"/>
            <a:pathLst>
              <a:path extrusionOk="0" h="149" w="117">
                <a:moveTo>
                  <a:pt x="0" y="1"/>
                </a:moveTo>
                <a:lnTo>
                  <a:pt x="0" y="1"/>
                </a:lnTo>
                <a:cubicBezTo>
                  <a:pt x="38" y="51"/>
                  <a:pt x="76" y="101"/>
                  <a:pt x="116" y="149"/>
                </a:cubicBezTo>
                <a:cubicBezTo>
                  <a:pt x="77" y="101"/>
                  <a:pt x="39" y="51"/>
                  <a:pt x="0" y="1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6" name="Google Shape;3876;p40"/>
          <p:cNvSpPr/>
          <p:nvPr/>
        </p:nvSpPr>
        <p:spPr>
          <a:xfrm>
            <a:off x="5678834" y="3290050"/>
            <a:ext cx="2050" cy="2400"/>
          </a:xfrm>
          <a:custGeom>
            <a:rect b="b" l="l" r="r" t="t"/>
            <a:pathLst>
              <a:path extrusionOk="0" h="96" w="82">
                <a:moveTo>
                  <a:pt x="1" y="0"/>
                </a:moveTo>
                <a:lnTo>
                  <a:pt x="82" y="95"/>
                </a:ln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7" name="Google Shape;3877;p40"/>
          <p:cNvSpPr/>
          <p:nvPr/>
        </p:nvSpPr>
        <p:spPr>
          <a:xfrm>
            <a:off x="5680134" y="3118675"/>
            <a:ext cx="3850" cy="4300"/>
          </a:xfrm>
          <a:custGeom>
            <a:rect b="b" l="l" r="r" t="t"/>
            <a:pathLst>
              <a:path extrusionOk="0" h="172" w="154">
                <a:moveTo>
                  <a:pt x="154" y="1"/>
                </a:moveTo>
                <a:cubicBezTo>
                  <a:pt x="101" y="57"/>
                  <a:pt x="50" y="114"/>
                  <a:pt x="0" y="172"/>
                </a:cubicBezTo>
                <a:cubicBezTo>
                  <a:pt x="50" y="114"/>
                  <a:pt x="101" y="57"/>
                  <a:pt x="154" y="1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8" name="Google Shape;3878;p40"/>
          <p:cNvSpPr/>
          <p:nvPr/>
        </p:nvSpPr>
        <p:spPr>
          <a:xfrm>
            <a:off x="5680884" y="3292400"/>
            <a:ext cx="6400" cy="6875"/>
          </a:xfrm>
          <a:custGeom>
            <a:rect b="b" l="l" r="r" t="t"/>
            <a:pathLst>
              <a:path extrusionOk="0" h="275" w="256">
                <a:moveTo>
                  <a:pt x="0" y="1"/>
                </a:moveTo>
                <a:cubicBezTo>
                  <a:pt x="82" y="96"/>
                  <a:pt x="168" y="188"/>
                  <a:pt x="256" y="274"/>
                </a:cubicBezTo>
                <a:cubicBezTo>
                  <a:pt x="168" y="186"/>
                  <a:pt x="82" y="96"/>
                  <a:pt x="0" y="1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9" name="Google Shape;3879;p40"/>
          <p:cNvSpPr/>
          <p:nvPr/>
        </p:nvSpPr>
        <p:spPr>
          <a:xfrm>
            <a:off x="5702684" y="3312475"/>
            <a:ext cx="2575" cy="1850"/>
          </a:xfrm>
          <a:custGeom>
            <a:rect b="b" l="l" r="r" t="t"/>
            <a:pathLst>
              <a:path extrusionOk="0" h="74" w="103">
                <a:moveTo>
                  <a:pt x="1" y="0"/>
                </a:moveTo>
                <a:cubicBezTo>
                  <a:pt x="33" y="25"/>
                  <a:pt x="68" y="50"/>
                  <a:pt x="103" y="73"/>
                </a:cubicBezTo>
                <a:cubicBezTo>
                  <a:pt x="68" y="50"/>
                  <a:pt x="33" y="25"/>
                  <a:pt x="1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0" name="Google Shape;3880;p40"/>
          <p:cNvSpPr/>
          <p:nvPr/>
        </p:nvSpPr>
        <p:spPr>
          <a:xfrm>
            <a:off x="5715884" y="3320925"/>
            <a:ext cx="2775" cy="1525"/>
          </a:xfrm>
          <a:custGeom>
            <a:rect b="b" l="l" r="r" t="t"/>
            <a:pathLst>
              <a:path extrusionOk="0" h="61" w="111">
                <a:moveTo>
                  <a:pt x="0" y="0"/>
                </a:moveTo>
                <a:lnTo>
                  <a:pt x="0" y="0"/>
                </a:lnTo>
                <a:cubicBezTo>
                  <a:pt x="36" y="21"/>
                  <a:pt x="73" y="41"/>
                  <a:pt x="111" y="60"/>
                </a:cubicBezTo>
                <a:cubicBezTo>
                  <a:pt x="73" y="41"/>
                  <a:pt x="37" y="21"/>
                  <a:pt x="0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1" name="Google Shape;3881;p40"/>
          <p:cNvSpPr/>
          <p:nvPr/>
        </p:nvSpPr>
        <p:spPr>
          <a:xfrm>
            <a:off x="6251675" y="3326550"/>
            <a:ext cx="2950" cy="1275"/>
          </a:xfrm>
          <a:custGeom>
            <a:rect b="b" l="l" r="r" t="t"/>
            <a:pathLst>
              <a:path extrusionOk="0" h="51" w="118">
                <a:moveTo>
                  <a:pt x="1" y="0"/>
                </a:moveTo>
                <a:cubicBezTo>
                  <a:pt x="40" y="17"/>
                  <a:pt x="78" y="34"/>
                  <a:pt x="117" y="50"/>
                </a:cubicBezTo>
                <a:cubicBezTo>
                  <a:pt x="80" y="34"/>
                  <a:pt x="40" y="17"/>
                  <a:pt x="1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2" name="Google Shape;3882;p40"/>
          <p:cNvSpPr/>
          <p:nvPr/>
        </p:nvSpPr>
        <p:spPr>
          <a:xfrm>
            <a:off x="6254600" y="3327775"/>
            <a:ext cx="4475" cy="1725"/>
          </a:xfrm>
          <a:custGeom>
            <a:rect b="b" l="l" r="r" t="t"/>
            <a:pathLst>
              <a:path extrusionOk="0" h="69" w="179">
                <a:moveTo>
                  <a:pt x="0" y="0"/>
                </a:moveTo>
                <a:cubicBezTo>
                  <a:pt x="60" y="24"/>
                  <a:pt x="118" y="47"/>
                  <a:pt x="178" y="69"/>
                </a:cubicBezTo>
                <a:cubicBezTo>
                  <a:pt x="118" y="47"/>
                  <a:pt x="60" y="24"/>
                  <a:pt x="0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3" name="Google Shape;3883;p40"/>
          <p:cNvSpPr/>
          <p:nvPr/>
        </p:nvSpPr>
        <p:spPr>
          <a:xfrm>
            <a:off x="6259050" y="3329475"/>
            <a:ext cx="3025" cy="1075"/>
          </a:xfrm>
          <a:custGeom>
            <a:rect b="b" l="l" r="r" t="t"/>
            <a:pathLst>
              <a:path extrusionOk="0" h="43" w="121">
                <a:moveTo>
                  <a:pt x="0" y="1"/>
                </a:moveTo>
                <a:cubicBezTo>
                  <a:pt x="40" y="16"/>
                  <a:pt x="79" y="31"/>
                  <a:pt x="120" y="43"/>
                </a:cubicBezTo>
                <a:cubicBezTo>
                  <a:pt x="80" y="31"/>
                  <a:pt x="40" y="15"/>
                  <a:pt x="0" y="1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4" name="Google Shape;3884;p40"/>
          <p:cNvSpPr/>
          <p:nvPr/>
        </p:nvSpPr>
        <p:spPr>
          <a:xfrm>
            <a:off x="6227450" y="3026000"/>
            <a:ext cx="38700" cy="75950"/>
          </a:xfrm>
          <a:custGeom>
            <a:rect b="b" l="l" r="r" t="t"/>
            <a:pathLst>
              <a:path extrusionOk="0" h="3038" w="1548">
                <a:moveTo>
                  <a:pt x="1548" y="0"/>
                </a:moveTo>
                <a:lnTo>
                  <a:pt x="1548" y="0"/>
                </a:lnTo>
                <a:cubicBezTo>
                  <a:pt x="1547" y="1203"/>
                  <a:pt x="968" y="2332"/>
                  <a:pt x="1" y="3038"/>
                </a:cubicBezTo>
                <a:cubicBezTo>
                  <a:pt x="977" y="2332"/>
                  <a:pt x="1547" y="1203"/>
                  <a:pt x="1548" y="0"/>
                </a:cubicBez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5" name="Google Shape;3885;p40"/>
          <p:cNvSpPr/>
          <p:nvPr/>
        </p:nvSpPr>
        <p:spPr>
          <a:xfrm>
            <a:off x="6341250" y="2006825"/>
            <a:ext cx="92350" cy="1193650"/>
          </a:xfrm>
          <a:custGeom>
            <a:rect b="b" l="l" r="r" t="t"/>
            <a:pathLst>
              <a:path extrusionOk="0" h="47746" w="3694">
                <a:moveTo>
                  <a:pt x="1" y="1"/>
                </a:moveTo>
                <a:lnTo>
                  <a:pt x="1" y="40765"/>
                </a:lnTo>
                <a:cubicBezTo>
                  <a:pt x="1" y="41968"/>
                  <a:pt x="580" y="43099"/>
                  <a:pt x="1548" y="43805"/>
                </a:cubicBezTo>
                <a:cubicBezTo>
                  <a:pt x="2840" y="44746"/>
                  <a:pt x="3614" y="46172"/>
                  <a:pt x="3694" y="47746"/>
                </a:cubicBezTo>
                <a:cubicBezTo>
                  <a:pt x="3615" y="46164"/>
                  <a:pt x="2848" y="44746"/>
                  <a:pt x="1557" y="43805"/>
                </a:cubicBezTo>
                <a:cubicBezTo>
                  <a:pt x="580" y="43099"/>
                  <a:pt x="9" y="41968"/>
                  <a:pt x="9" y="40765"/>
                </a:cubicBezTo>
                <a:lnTo>
                  <a:pt x="9" y="1"/>
                </a:lnTo>
                <a:close/>
              </a:path>
            </a:pathLst>
          </a:custGeom>
          <a:solidFill>
            <a:srgbClr val="FF6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6" name="Google Shape;3886;p40"/>
          <p:cNvSpPr/>
          <p:nvPr/>
        </p:nvSpPr>
        <p:spPr>
          <a:xfrm>
            <a:off x="6341250" y="2324625"/>
            <a:ext cx="250" cy="701100"/>
          </a:xfrm>
          <a:custGeom>
            <a:rect b="b" l="l" r="r" t="t"/>
            <a:pathLst>
              <a:path extrusionOk="0" h="28044" w="10">
                <a:moveTo>
                  <a:pt x="1" y="1"/>
                </a:moveTo>
                <a:lnTo>
                  <a:pt x="1" y="28043"/>
                </a:lnTo>
                <a:lnTo>
                  <a:pt x="9" y="28043"/>
                </a:lnTo>
                <a:lnTo>
                  <a:pt x="9" y="1"/>
                </a:lnTo>
                <a:close/>
              </a:path>
            </a:pathLst>
          </a:custGeom>
          <a:solidFill>
            <a:srgbClr val="FBFF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7" name="Google Shape;3887;p40"/>
          <p:cNvSpPr/>
          <p:nvPr/>
        </p:nvSpPr>
        <p:spPr>
          <a:xfrm>
            <a:off x="6266125" y="1795800"/>
            <a:ext cx="75150" cy="1041700"/>
          </a:xfrm>
          <a:custGeom>
            <a:rect b="b" l="l" r="r" t="t"/>
            <a:pathLst>
              <a:path extrusionOk="0" h="41668" w="3006">
                <a:moveTo>
                  <a:pt x="1507" y="1"/>
                </a:moveTo>
                <a:cubicBezTo>
                  <a:pt x="1505" y="1"/>
                  <a:pt x="1504" y="1"/>
                  <a:pt x="1503" y="1"/>
                </a:cubicBezTo>
                <a:cubicBezTo>
                  <a:pt x="680" y="1"/>
                  <a:pt x="1" y="669"/>
                  <a:pt x="1" y="1502"/>
                </a:cubicBezTo>
                <a:lnTo>
                  <a:pt x="1" y="41668"/>
                </a:lnTo>
                <a:lnTo>
                  <a:pt x="3006" y="41668"/>
                </a:lnTo>
                <a:lnTo>
                  <a:pt x="3006" y="1502"/>
                </a:lnTo>
                <a:cubicBezTo>
                  <a:pt x="3006" y="679"/>
                  <a:pt x="2339" y="1"/>
                  <a:pt x="1507" y="1"/>
                </a:cubicBezTo>
                <a:close/>
              </a:path>
            </a:pathLst>
          </a:custGeom>
          <a:solidFill>
            <a:srgbClr val="C7D3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8" name="Google Shape;3888;p40"/>
          <p:cNvSpPr/>
          <p:nvPr/>
        </p:nvSpPr>
        <p:spPr>
          <a:xfrm>
            <a:off x="6341250" y="2582975"/>
            <a:ext cx="250" cy="442700"/>
          </a:xfrm>
          <a:custGeom>
            <a:rect b="b" l="l" r="r" t="t"/>
            <a:pathLst>
              <a:path extrusionOk="0" h="17708" w="10">
                <a:moveTo>
                  <a:pt x="1" y="0"/>
                </a:moveTo>
                <a:lnTo>
                  <a:pt x="1" y="17707"/>
                </a:lnTo>
                <a:lnTo>
                  <a:pt x="9" y="17707"/>
                </a:lnTo>
                <a:lnTo>
                  <a:pt x="9" y="0"/>
                </a:lnTo>
                <a:close/>
              </a:path>
            </a:pathLst>
          </a:custGeom>
          <a:solidFill>
            <a:srgbClr val="59EC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9" name="Google Shape;3889;p40"/>
          <p:cNvSpPr/>
          <p:nvPr/>
        </p:nvSpPr>
        <p:spPr>
          <a:xfrm>
            <a:off x="6173600" y="2837450"/>
            <a:ext cx="260200" cy="500025"/>
          </a:xfrm>
          <a:custGeom>
            <a:rect b="b" l="l" r="r" t="t"/>
            <a:pathLst>
              <a:path extrusionOk="0" h="20001" w="10408">
                <a:moveTo>
                  <a:pt x="3702" y="1"/>
                </a:moveTo>
                <a:lnTo>
                  <a:pt x="3702" y="7538"/>
                </a:lnTo>
                <a:cubicBezTo>
                  <a:pt x="3702" y="8742"/>
                  <a:pt x="3132" y="9873"/>
                  <a:pt x="2155" y="10579"/>
                </a:cubicBezTo>
                <a:cubicBezTo>
                  <a:pt x="1877" y="10780"/>
                  <a:pt x="1623" y="11005"/>
                  <a:pt x="1395" y="11249"/>
                </a:cubicBezTo>
                <a:cubicBezTo>
                  <a:pt x="1368" y="11276"/>
                  <a:pt x="1342" y="11306"/>
                  <a:pt x="1317" y="11334"/>
                </a:cubicBezTo>
                <a:cubicBezTo>
                  <a:pt x="1291" y="11363"/>
                  <a:pt x="1267" y="11392"/>
                  <a:pt x="1241" y="11421"/>
                </a:cubicBezTo>
                <a:cubicBezTo>
                  <a:pt x="1158" y="11518"/>
                  <a:pt x="1078" y="11618"/>
                  <a:pt x="1004" y="11720"/>
                </a:cubicBezTo>
                <a:cubicBezTo>
                  <a:pt x="974" y="11761"/>
                  <a:pt x="944" y="11802"/>
                  <a:pt x="915" y="11844"/>
                </a:cubicBezTo>
                <a:cubicBezTo>
                  <a:pt x="324" y="12700"/>
                  <a:pt x="1" y="13718"/>
                  <a:pt x="1" y="14796"/>
                </a:cubicBezTo>
                <a:cubicBezTo>
                  <a:pt x="1" y="15692"/>
                  <a:pt x="228" y="16537"/>
                  <a:pt x="630" y="17273"/>
                </a:cubicBezTo>
                <a:cubicBezTo>
                  <a:pt x="651" y="17311"/>
                  <a:pt x="671" y="17348"/>
                  <a:pt x="692" y="17384"/>
                </a:cubicBezTo>
                <a:cubicBezTo>
                  <a:pt x="702" y="17401"/>
                  <a:pt x="713" y="17420"/>
                  <a:pt x="723" y="17437"/>
                </a:cubicBezTo>
                <a:lnTo>
                  <a:pt x="789" y="17544"/>
                </a:lnTo>
                <a:cubicBezTo>
                  <a:pt x="810" y="17580"/>
                  <a:pt x="833" y="17616"/>
                  <a:pt x="856" y="17651"/>
                </a:cubicBezTo>
                <a:cubicBezTo>
                  <a:pt x="868" y="17669"/>
                  <a:pt x="880" y="17686"/>
                  <a:pt x="891" y="17703"/>
                </a:cubicBezTo>
                <a:cubicBezTo>
                  <a:pt x="914" y="17738"/>
                  <a:pt x="938" y="17773"/>
                  <a:pt x="963" y="17805"/>
                </a:cubicBezTo>
                <a:cubicBezTo>
                  <a:pt x="986" y="17839"/>
                  <a:pt x="1011" y="17874"/>
                  <a:pt x="1036" y="17907"/>
                </a:cubicBezTo>
                <a:cubicBezTo>
                  <a:pt x="1073" y="17957"/>
                  <a:pt x="1112" y="18007"/>
                  <a:pt x="1152" y="18055"/>
                </a:cubicBezTo>
                <a:cubicBezTo>
                  <a:pt x="1164" y="18071"/>
                  <a:pt x="1179" y="18087"/>
                  <a:pt x="1191" y="18104"/>
                </a:cubicBezTo>
                <a:lnTo>
                  <a:pt x="1272" y="18199"/>
                </a:lnTo>
                <a:cubicBezTo>
                  <a:pt x="1354" y="18293"/>
                  <a:pt x="1440" y="18385"/>
                  <a:pt x="1528" y="18473"/>
                </a:cubicBezTo>
                <a:cubicBezTo>
                  <a:pt x="1720" y="18665"/>
                  <a:pt x="1926" y="18842"/>
                  <a:pt x="2145" y="19001"/>
                </a:cubicBezTo>
                <a:cubicBezTo>
                  <a:pt x="2179" y="19026"/>
                  <a:pt x="2212" y="19051"/>
                  <a:pt x="2247" y="19074"/>
                </a:cubicBezTo>
                <a:cubicBezTo>
                  <a:pt x="2383" y="19170"/>
                  <a:pt x="2526" y="19258"/>
                  <a:pt x="2672" y="19340"/>
                </a:cubicBezTo>
                <a:cubicBezTo>
                  <a:pt x="2708" y="19361"/>
                  <a:pt x="2745" y="19381"/>
                  <a:pt x="2782" y="19400"/>
                </a:cubicBezTo>
                <a:cubicBezTo>
                  <a:pt x="2893" y="19460"/>
                  <a:pt x="3007" y="19514"/>
                  <a:pt x="3124" y="19565"/>
                </a:cubicBezTo>
                <a:cubicBezTo>
                  <a:pt x="3163" y="19584"/>
                  <a:pt x="3200" y="19599"/>
                  <a:pt x="3240" y="19615"/>
                </a:cubicBezTo>
                <a:cubicBezTo>
                  <a:pt x="3300" y="19640"/>
                  <a:pt x="3358" y="19662"/>
                  <a:pt x="3418" y="19685"/>
                </a:cubicBezTo>
                <a:cubicBezTo>
                  <a:pt x="3458" y="19698"/>
                  <a:pt x="3497" y="19713"/>
                  <a:pt x="3538" y="19727"/>
                </a:cubicBezTo>
                <a:cubicBezTo>
                  <a:pt x="4061" y="19905"/>
                  <a:pt x="4623" y="20000"/>
                  <a:pt x="5205" y="20000"/>
                </a:cubicBezTo>
                <a:cubicBezTo>
                  <a:pt x="7133" y="20000"/>
                  <a:pt x="8818" y="18946"/>
                  <a:pt x="9717" y="17385"/>
                </a:cubicBezTo>
                <a:cubicBezTo>
                  <a:pt x="9738" y="17349"/>
                  <a:pt x="9758" y="17312"/>
                  <a:pt x="9779" y="17274"/>
                </a:cubicBezTo>
                <a:cubicBezTo>
                  <a:pt x="9959" y="16944"/>
                  <a:pt x="10105" y="16589"/>
                  <a:pt x="10209" y="16219"/>
                </a:cubicBezTo>
                <a:cubicBezTo>
                  <a:pt x="10221" y="16178"/>
                  <a:pt x="10233" y="16136"/>
                  <a:pt x="10243" y="16096"/>
                </a:cubicBezTo>
                <a:cubicBezTo>
                  <a:pt x="10248" y="16075"/>
                  <a:pt x="10253" y="16054"/>
                  <a:pt x="10258" y="16033"/>
                </a:cubicBezTo>
                <a:cubicBezTo>
                  <a:pt x="10261" y="16017"/>
                  <a:pt x="10266" y="16001"/>
                  <a:pt x="10270" y="15986"/>
                </a:cubicBezTo>
                <a:cubicBezTo>
                  <a:pt x="10277" y="15953"/>
                  <a:pt x="10285" y="15923"/>
                  <a:pt x="10291" y="15891"/>
                </a:cubicBezTo>
                <a:cubicBezTo>
                  <a:pt x="10295" y="15876"/>
                  <a:pt x="10297" y="15859"/>
                  <a:pt x="10301" y="15844"/>
                </a:cubicBezTo>
                <a:cubicBezTo>
                  <a:pt x="10306" y="15822"/>
                  <a:pt x="10311" y="15802"/>
                  <a:pt x="10315" y="15779"/>
                </a:cubicBezTo>
                <a:cubicBezTo>
                  <a:pt x="10323" y="15737"/>
                  <a:pt x="10330" y="15694"/>
                  <a:pt x="10337" y="15652"/>
                </a:cubicBezTo>
                <a:cubicBezTo>
                  <a:pt x="10343" y="15609"/>
                  <a:pt x="10350" y="15567"/>
                  <a:pt x="10357" y="15523"/>
                </a:cubicBezTo>
                <a:cubicBezTo>
                  <a:pt x="10359" y="15501"/>
                  <a:pt x="10363" y="15480"/>
                  <a:pt x="10366" y="15457"/>
                </a:cubicBezTo>
                <a:cubicBezTo>
                  <a:pt x="10372" y="15414"/>
                  <a:pt x="10376" y="15370"/>
                  <a:pt x="10381" y="15327"/>
                </a:cubicBezTo>
                <a:cubicBezTo>
                  <a:pt x="10383" y="15305"/>
                  <a:pt x="10384" y="15283"/>
                  <a:pt x="10387" y="15262"/>
                </a:cubicBezTo>
                <a:cubicBezTo>
                  <a:pt x="10391" y="15224"/>
                  <a:pt x="10393" y="15185"/>
                  <a:pt x="10397" y="15147"/>
                </a:cubicBezTo>
                <a:lnTo>
                  <a:pt x="10400" y="15089"/>
                </a:lnTo>
                <a:cubicBezTo>
                  <a:pt x="10405" y="14992"/>
                  <a:pt x="10408" y="14894"/>
                  <a:pt x="10408" y="14796"/>
                </a:cubicBezTo>
                <a:cubicBezTo>
                  <a:pt x="10408" y="14770"/>
                  <a:pt x="10408" y="14744"/>
                  <a:pt x="10407" y="14717"/>
                </a:cubicBezTo>
                <a:lnTo>
                  <a:pt x="10407" y="14713"/>
                </a:lnTo>
                <a:cubicBezTo>
                  <a:pt x="10407" y="14654"/>
                  <a:pt x="10404" y="14597"/>
                  <a:pt x="10402" y="14538"/>
                </a:cubicBezTo>
                <a:cubicBezTo>
                  <a:pt x="10400" y="14531"/>
                  <a:pt x="10400" y="14526"/>
                  <a:pt x="10400" y="14520"/>
                </a:cubicBezTo>
                <a:cubicBezTo>
                  <a:pt x="10320" y="12945"/>
                  <a:pt x="9546" y="11520"/>
                  <a:pt x="8254" y="10579"/>
                </a:cubicBezTo>
                <a:cubicBezTo>
                  <a:pt x="7286" y="9873"/>
                  <a:pt x="6707" y="8742"/>
                  <a:pt x="6707" y="7538"/>
                </a:cubicBezTo>
                <a:lnTo>
                  <a:pt x="6707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0" name="Google Shape;3890;p40"/>
          <p:cNvSpPr/>
          <p:nvPr/>
        </p:nvSpPr>
        <p:spPr>
          <a:xfrm>
            <a:off x="6341250" y="2837475"/>
            <a:ext cx="250" cy="188450"/>
          </a:xfrm>
          <a:custGeom>
            <a:rect b="b" l="l" r="r" t="t"/>
            <a:pathLst>
              <a:path extrusionOk="0" h="7538" w="10">
                <a:moveTo>
                  <a:pt x="1" y="1"/>
                </a:moveTo>
                <a:lnTo>
                  <a:pt x="1" y="7538"/>
                </a:lnTo>
                <a:lnTo>
                  <a:pt x="9" y="7538"/>
                </a:lnTo>
                <a:lnTo>
                  <a:pt x="9" y="1"/>
                </a:lnTo>
                <a:close/>
              </a:path>
            </a:pathLst>
          </a:custGeom>
          <a:solidFill>
            <a:srgbClr val="00C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4" name="Shape 3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5" name="Google Shape;3895;p41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96" name="Google Shape;3896;p41"/>
          <p:cNvSpPr/>
          <p:nvPr/>
        </p:nvSpPr>
        <p:spPr>
          <a:xfrm>
            <a:off x="4374967" y="2738150"/>
            <a:ext cx="1970231" cy="1979949"/>
          </a:xfrm>
          <a:custGeom>
            <a:rect b="b" l="l" r="r" t="t"/>
            <a:pathLst>
              <a:path extrusionOk="0" h="11410" w="11354">
                <a:moveTo>
                  <a:pt x="1" y="0"/>
                </a:moveTo>
                <a:lnTo>
                  <a:pt x="1" y="11410"/>
                </a:lnTo>
                <a:cubicBezTo>
                  <a:pt x="6299" y="11410"/>
                  <a:pt x="11353" y="6299"/>
                  <a:pt x="11353" y="29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7" name="Google Shape;3897;p41"/>
          <p:cNvSpPr/>
          <p:nvPr/>
        </p:nvSpPr>
        <p:spPr>
          <a:xfrm>
            <a:off x="2798802" y="2736241"/>
            <a:ext cx="3143971" cy="1572159"/>
          </a:xfrm>
          <a:custGeom>
            <a:rect b="b" l="l" r="r" t="t"/>
            <a:pathLst>
              <a:path extrusionOk="0" h="9060" w="18118">
                <a:moveTo>
                  <a:pt x="0" y="0"/>
                </a:moveTo>
                <a:cubicBezTo>
                  <a:pt x="0" y="5104"/>
                  <a:pt x="4055" y="9059"/>
                  <a:pt x="9058" y="9059"/>
                </a:cubicBezTo>
                <a:cubicBezTo>
                  <a:pt x="14062" y="9059"/>
                  <a:pt x="18118" y="5144"/>
                  <a:pt x="18118" y="4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8" name="Google Shape;3898;p41"/>
          <p:cNvSpPr/>
          <p:nvPr/>
        </p:nvSpPr>
        <p:spPr>
          <a:xfrm>
            <a:off x="3312969" y="1686900"/>
            <a:ext cx="2122762" cy="2119638"/>
          </a:xfrm>
          <a:custGeom>
            <a:rect b="b" l="l" r="r" t="t"/>
            <a:pathLst>
              <a:path extrusionOk="0" h="12215" w="12233">
                <a:moveTo>
                  <a:pt x="6123" y="0"/>
                </a:moveTo>
                <a:cubicBezTo>
                  <a:pt x="2757" y="0"/>
                  <a:pt x="0" y="2730"/>
                  <a:pt x="0" y="6107"/>
                </a:cubicBezTo>
                <a:cubicBezTo>
                  <a:pt x="0" y="9484"/>
                  <a:pt x="2731" y="12215"/>
                  <a:pt x="6108" y="12215"/>
                </a:cubicBezTo>
                <a:cubicBezTo>
                  <a:pt x="9484" y="12215"/>
                  <a:pt x="12232" y="9465"/>
                  <a:pt x="12232" y="6087"/>
                </a:cubicBezTo>
                <a:lnTo>
                  <a:pt x="6113" y="6052"/>
                </a:lnTo>
                <a:lnTo>
                  <a:pt x="6123" y="6046"/>
                </a:lnTo>
                <a:lnTo>
                  <a:pt x="612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9" name="Google Shape;3899;p41"/>
          <p:cNvSpPr txBox="1"/>
          <p:nvPr/>
        </p:nvSpPr>
        <p:spPr>
          <a:xfrm>
            <a:off x="537559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0" name="Google Shape;3900;p41"/>
          <p:cNvSpPr txBox="1"/>
          <p:nvPr/>
        </p:nvSpPr>
        <p:spPr>
          <a:xfrm>
            <a:off x="537559" y="15426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1" name="Google Shape;3901;p41"/>
          <p:cNvSpPr txBox="1"/>
          <p:nvPr/>
        </p:nvSpPr>
        <p:spPr>
          <a:xfrm>
            <a:off x="6671085" y="30327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2" name="Google Shape;3902;p41"/>
          <p:cNvSpPr txBox="1"/>
          <p:nvPr/>
        </p:nvSpPr>
        <p:spPr>
          <a:xfrm>
            <a:off x="7288785" y="24164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endParaRPr b="1" sz="3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3" name="Google Shape;3903;p41"/>
          <p:cNvSpPr txBox="1"/>
          <p:nvPr/>
        </p:nvSpPr>
        <p:spPr>
          <a:xfrm>
            <a:off x="537559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B</a:t>
            </a:r>
            <a:endParaRPr b="1" sz="3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4" name="Google Shape;3904;p41"/>
          <p:cNvSpPr txBox="1"/>
          <p:nvPr/>
        </p:nvSpPr>
        <p:spPr>
          <a:xfrm>
            <a:off x="537559" y="9426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b="1" sz="3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905" name="Google Shape;3905;p41"/>
          <p:cNvGrpSpPr/>
          <p:nvPr/>
        </p:nvGrpSpPr>
        <p:grpSpPr>
          <a:xfrm>
            <a:off x="5525246" y="2325114"/>
            <a:ext cx="308926" cy="306146"/>
            <a:chOff x="-20572500" y="3319025"/>
            <a:chExt cx="305625" cy="302875"/>
          </a:xfrm>
        </p:grpSpPr>
        <p:sp>
          <p:nvSpPr>
            <p:cNvPr id="3906" name="Google Shape;3906;p41"/>
            <p:cNvSpPr/>
            <p:nvPr/>
          </p:nvSpPr>
          <p:spPr>
            <a:xfrm>
              <a:off x="-20429150" y="3569900"/>
              <a:ext cx="18150" cy="52000"/>
            </a:xfrm>
            <a:custGeom>
              <a:rect b="b" l="l" r="r" t="t"/>
              <a:pathLst>
                <a:path extrusionOk="0" h="2080" w="726">
                  <a:moveTo>
                    <a:pt x="347" y="0"/>
                  </a:moveTo>
                  <a:lnTo>
                    <a:pt x="1" y="126"/>
                  </a:lnTo>
                  <a:lnTo>
                    <a:pt x="1" y="1733"/>
                  </a:lnTo>
                  <a:cubicBezTo>
                    <a:pt x="1" y="1922"/>
                    <a:pt x="158" y="2079"/>
                    <a:pt x="347" y="2079"/>
                  </a:cubicBezTo>
                  <a:cubicBezTo>
                    <a:pt x="568" y="2079"/>
                    <a:pt x="725" y="1922"/>
                    <a:pt x="725" y="1733"/>
                  </a:cubicBezTo>
                  <a:lnTo>
                    <a:pt x="725" y="126"/>
                  </a:lnTo>
                  <a:lnTo>
                    <a:pt x="3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7" name="Google Shape;3907;p41"/>
            <p:cNvSpPr/>
            <p:nvPr/>
          </p:nvSpPr>
          <p:spPr>
            <a:xfrm>
              <a:off x="-20572500" y="3319025"/>
              <a:ext cx="305625" cy="267350"/>
            </a:xfrm>
            <a:custGeom>
              <a:rect b="b" l="l" r="r" t="t"/>
              <a:pathLst>
                <a:path extrusionOk="0" h="10694" w="12225">
                  <a:moveTo>
                    <a:pt x="6097" y="1"/>
                  </a:moveTo>
                  <a:cubicBezTo>
                    <a:pt x="5979" y="1"/>
                    <a:pt x="5861" y="48"/>
                    <a:pt x="5798" y="143"/>
                  </a:cubicBezTo>
                  <a:lnTo>
                    <a:pt x="5168" y="1119"/>
                  </a:lnTo>
                  <a:cubicBezTo>
                    <a:pt x="4758" y="1749"/>
                    <a:pt x="4034" y="2159"/>
                    <a:pt x="3246" y="2159"/>
                  </a:cubicBezTo>
                  <a:cubicBezTo>
                    <a:pt x="2931" y="2159"/>
                    <a:pt x="2773" y="2537"/>
                    <a:pt x="3025" y="2757"/>
                  </a:cubicBezTo>
                  <a:cubicBezTo>
                    <a:pt x="3593" y="3388"/>
                    <a:pt x="3813" y="4900"/>
                    <a:pt x="3403" y="5813"/>
                  </a:cubicBezTo>
                  <a:cubicBezTo>
                    <a:pt x="2931" y="5656"/>
                    <a:pt x="2490" y="5372"/>
                    <a:pt x="2143" y="5057"/>
                  </a:cubicBezTo>
                  <a:cubicBezTo>
                    <a:pt x="2080" y="4994"/>
                    <a:pt x="2006" y="4966"/>
                    <a:pt x="1932" y="4966"/>
                  </a:cubicBezTo>
                  <a:cubicBezTo>
                    <a:pt x="1823" y="4966"/>
                    <a:pt x="1714" y="5026"/>
                    <a:pt x="1639" y="5120"/>
                  </a:cubicBezTo>
                  <a:cubicBezTo>
                    <a:pt x="1293" y="5624"/>
                    <a:pt x="789" y="6034"/>
                    <a:pt x="221" y="6286"/>
                  </a:cubicBezTo>
                  <a:cubicBezTo>
                    <a:pt x="64" y="6381"/>
                    <a:pt x="1" y="6570"/>
                    <a:pt x="64" y="6759"/>
                  </a:cubicBezTo>
                  <a:cubicBezTo>
                    <a:pt x="284" y="7326"/>
                    <a:pt x="411" y="7956"/>
                    <a:pt x="379" y="8523"/>
                  </a:cubicBezTo>
                  <a:cubicBezTo>
                    <a:pt x="379" y="8743"/>
                    <a:pt x="537" y="8932"/>
                    <a:pt x="726" y="8932"/>
                  </a:cubicBezTo>
                  <a:lnTo>
                    <a:pt x="883" y="8932"/>
                  </a:lnTo>
                  <a:cubicBezTo>
                    <a:pt x="1293" y="8932"/>
                    <a:pt x="1671" y="8964"/>
                    <a:pt x="2049" y="9121"/>
                  </a:cubicBezTo>
                  <a:lnTo>
                    <a:pt x="1482" y="10193"/>
                  </a:lnTo>
                  <a:cubicBezTo>
                    <a:pt x="1349" y="10432"/>
                    <a:pt x="1530" y="10694"/>
                    <a:pt x="1779" y="10694"/>
                  </a:cubicBezTo>
                  <a:cubicBezTo>
                    <a:pt x="1825" y="10694"/>
                    <a:pt x="1874" y="10685"/>
                    <a:pt x="1923" y="10665"/>
                  </a:cubicBezTo>
                  <a:lnTo>
                    <a:pt x="5735" y="9405"/>
                  </a:lnTo>
                  <a:lnTo>
                    <a:pt x="5735" y="9153"/>
                  </a:lnTo>
                  <a:lnTo>
                    <a:pt x="2395" y="7830"/>
                  </a:lnTo>
                  <a:cubicBezTo>
                    <a:pt x="2206" y="7735"/>
                    <a:pt x="2112" y="7546"/>
                    <a:pt x="2206" y="7357"/>
                  </a:cubicBezTo>
                  <a:cubicBezTo>
                    <a:pt x="2252" y="7219"/>
                    <a:pt x="2366" y="7131"/>
                    <a:pt x="2498" y="7131"/>
                  </a:cubicBezTo>
                  <a:cubicBezTo>
                    <a:pt x="2546" y="7131"/>
                    <a:pt x="2597" y="7143"/>
                    <a:pt x="2647" y="7168"/>
                  </a:cubicBezTo>
                  <a:lnTo>
                    <a:pt x="5735" y="8397"/>
                  </a:lnTo>
                  <a:lnTo>
                    <a:pt x="5735" y="3923"/>
                  </a:lnTo>
                  <a:cubicBezTo>
                    <a:pt x="5735" y="3734"/>
                    <a:pt x="5892" y="3577"/>
                    <a:pt x="6081" y="3577"/>
                  </a:cubicBezTo>
                  <a:cubicBezTo>
                    <a:pt x="6302" y="3577"/>
                    <a:pt x="6459" y="3734"/>
                    <a:pt x="6459" y="3923"/>
                  </a:cubicBezTo>
                  <a:lnTo>
                    <a:pt x="6459" y="8397"/>
                  </a:lnTo>
                  <a:lnTo>
                    <a:pt x="9515" y="7168"/>
                  </a:lnTo>
                  <a:cubicBezTo>
                    <a:pt x="9566" y="7143"/>
                    <a:pt x="9619" y="7131"/>
                    <a:pt x="9671" y="7131"/>
                  </a:cubicBezTo>
                  <a:cubicBezTo>
                    <a:pt x="9811" y="7131"/>
                    <a:pt x="9942" y="7219"/>
                    <a:pt x="9988" y="7357"/>
                  </a:cubicBezTo>
                  <a:cubicBezTo>
                    <a:pt x="10083" y="7546"/>
                    <a:pt x="9988" y="7735"/>
                    <a:pt x="9799" y="7830"/>
                  </a:cubicBezTo>
                  <a:lnTo>
                    <a:pt x="6459" y="9153"/>
                  </a:lnTo>
                  <a:lnTo>
                    <a:pt x="6459" y="9405"/>
                  </a:lnTo>
                  <a:lnTo>
                    <a:pt x="10272" y="10665"/>
                  </a:lnTo>
                  <a:cubicBezTo>
                    <a:pt x="10311" y="10685"/>
                    <a:pt x="10352" y="10694"/>
                    <a:pt x="10394" y="10694"/>
                  </a:cubicBezTo>
                  <a:cubicBezTo>
                    <a:pt x="10619" y="10694"/>
                    <a:pt x="10841" y="10432"/>
                    <a:pt x="10681" y="10193"/>
                  </a:cubicBezTo>
                  <a:lnTo>
                    <a:pt x="10146" y="9121"/>
                  </a:lnTo>
                  <a:cubicBezTo>
                    <a:pt x="10492" y="8995"/>
                    <a:pt x="10902" y="8932"/>
                    <a:pt x="11280" y="8932"/>
                  </a:cubicBezTo>
                  <a:lnTo>
                    <a:pt x="11437" y="8932"/>
                  </a:lnTo>
                  <a:cubicBezTo>
                    <a:pt x="11658" y="8932"/>
                    <a:pt x="11847" y="8806"/>
                    <a:pt x="11847" y="8523"/>
                  </a:cubicBezTo>
                  <a:cubicBezTo>
                    <a:pt x="11815" y="7956"/>
                    <a:pt x="11910" y="7326"/>
                    <a:pt x="12162" y="6759"/>
                  </a:cubicBezTo>
                  <a:cubicBezTo>
                    <a:pt x="12225" y="6570"/>
                    <a:pt x="12162" y="6381"/>
                    <a:pt x="12004" y="6286"/>
                  </a:cubicBezTo>
                  <a:cubicBezTo>
                    <a:pt x="11437" y="6034"/>
                    <a:pt x="10933" y="5624"/>
                    <a:pt x="10587" y="5120"/>
                  </a:cubicBezTo>
                  <a:cubicBezTo>
                    <a:pt x="10518" y="5001"/>
                    <a:pt x="10404" y="4946"/>
                    <a:pt x="10293" y="4946"/>
                  </a:cubicBezTo>
                  <a:cubicBezTo>
                    <a:pt x="10200" y="4946"/>
                    <a:pt x="10109" y="4985"/>
                    <a:pt x="10051" y="5057"/>
                  </a:cubicBezTo>
                  <a:cubicBezTo>
                    <a:pt x="9704" y="5372"/>
                    <a:pt x="9263" y="5656"/>
                    <a:pt x="8791" y="5813"/>
                  </a:cubicBezTo>
                  <a:cubicBezTo>
                    <a:pt x="8413" y="4900"/>
                    <a:pt x="8602" y="3325"/>
                    <a:pt x="9200" y="2757"/>
                  </a:cubicBezTo>
                  <a:cubicBezTo>
                    <a:pt x="9421" y="2537"/>
                    <a:pt x="9263" y="2159"/>
                    <a:pt x="8948" y="2159"/>
                  </a:cubicBezTo>
                  <a:cubicBezTo>
                    <a:pt x="8161" y="2159"/>
                    <a:pt x="7468" y="1749"/>
                    <a:pt x="7027" y="1119"/>
                  </a:cubicBezTo>
                  <a:lnTo>
                    <a:pt x="6396" y="143"/>
                  </a:lnTo>
                  <a:cubicBezTo>
                    <a:pt x="6333" y="48"/>
                    <a:pt x="6215" y="1"/>
                    <a:pt x="60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08" name="Google Shape;3908;p41"/>
          <p:cNvGrpSpPr/>
          <p:nvPr/>
        </p:nvGrpSpPr>
        <p:grpSpPr>
          <a:xfrm>
            <a:off x="5957540" y="2324521"/>
            <a:ext cx="312893" cy="307334"/>
            <a:chOff x="-20199150" y="3317850"/>
            <a:chExt cx="309550" cy="304050"/>
          </a:xfrm>
        </p:grpSpPr>
        <p:sp>
          <p:nvSpPr>
            <p:cNvPr id="3909" name="Google Shape;3909;p41"/>
            <p:cNvSpPr/>
            <p:nvPr/>
          </p:nvSpPr>
          <p:spPr>
            <a:xfrm>
              <a:off x="-20161350" y="3507675"/>
              <a:ext cx="68550" cy="43325"/>
            </a:xfrm>
            <a:custGeom>
              <a:rect b="b" l="l" r="r" t="t"/>
              <a:pathLst>
                <a:path extrusionOk="0" h="1733" w="2742">
                  <a:moveTo>
                    <a:pt x="2647" y="0"/>
                  </a:moveTo>
                  <a:cubicBezTo>
                    <a:pt x="2174" y="158"/>
                    <a:pt x="1639" y="284"/>
                    <a:pt x="1072" y="284"/>
                  </a:cubicBezTo>
                  <a:cubicBezTo>
                    <a:pt x="788" y="284"/>
                    <a:pt x="505" y="252"/>
                    <a:pt x="221" y="221"/>
                  </a:cubicBezTo>
                  <a:cubicBezTo>
                    <a:pt x="64" y="567"/>
                    <a:pt x="1" y="945"/>
                    <a:pt x="1" y="1386"/>
                  </a:cubicBezTo>
                  <a:cubicBezTo>
                    <a:pt x="1" y="1575"/>
                    <a:pt x="158" y="1733"/>
                    <a:pt x="347" y="1733"/>
                  </a:cubicBezTo>
                  <a:cubicBezTo>
                    <a:pt x="1292" y="1733"/>
                    <a:pt x="2174" y="1292"/>
                    <a:pt x="2741" y="630"/>
                  </a:cubicBezTo>
                  <a:cubicBezTo>
                    <a:pt x="2710" y="441"/>
                    <a:pt x="2678" y="189"/>
                    <a:pt x="26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0" name="Google Shape;3910;p41"/>
            <p:cNvSpPr/>
            <p:nvPr/>
          </p:nvSpPr>
          <p:spPr>
            <a:xfrm>
              <a:off x="-20161350" y="3389525"/>
              <a:ext cx="68550" cy="43350"/>
            </a:xfrm>
            <a:custGeom>
              <a:rect b="b" l="l" r="r" t="t"/>
              <a:pathLst>
                <a:path extrusionOk="0" h="1734" w="2742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757"/>
                    <a:pt x="64" y="1166"/>
                    <a:pt x="221" y="1544"/>
                  </a:cubicBezTo>
                  <a:cubicBezTo>
                    <a:pt x="505" y="1513"/>
                    <a:pt x="788" y="1481"/>
                    <a:pt x="1072" y="1481"/>
                  </a:cubicBezTo>
                  <a:cubicBezTo>
                    <a:pt x="1639" y="1481"/>
                    <a:pt x="2174" y="1576"/>
                    <a:pt x="2647" y="1733"/>
                  </a:cubicBezTo>
                  <a:cubicBezTo>
                    <a:pt x="2678" y="1544"/>
                    <a:pt x="2741" y="1292"/>
                    <a:pt x="2741" y="1103"/>
                  </a:cubicBezTo>
                  <a:cubicBezTo>
                    <a:pt x="2174" y="442"/>
                    <a:pt x="1292" y="1"/>
                    <a:pt x="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1" name="Google Shape;3911;p41"/>
            <p:cNvSpPr/>
            <p:nvPr/>
          </p:nvSpPr>
          <p:spPr>
            <a:xfrm>
              <a:off x="-20199150" y="3443075"/>
              <a:ext cx="97675" cy="53225"/>
            </a:xfrm>
            <a:custGeom>
              <a:rect b="b" l="l" r="r" t="t"/>
              <a:pathLst>
                <a:path extrusionOk="0" h="2129" w="3907">
                  <a:moveTo>
                    <a:pt x="2584" y="1"/>
                  </a:moveTo>
                  <a:cubicBezTo>
                    <a:pt x="1260" y="1"/>
                    <a:pt x="252" y="725"/>
                    <a:pt x="221" y="788"/>
                  </a:cubicBezTo>
                  <a:cubicBezTo>
                    <a:pt x="0" y="914"/>
                    <a:pt x="0" y="1230"/>
                    <a:pt x="221" y="1324"/>
                  </a:cubicBezTo>
                  <a:cubicBezTo>
                    <a:pt x="252" y="1387"/>
                    <a:pt x="1260" y="2112"/>
                    <a:pt x="2584" y="2112"/>
                  </a:cubicBezTo>
                  <a:cubicBezTo>
                    <a:pt x="2669" y="2123"/>
                    <a:pt x="2754" y="2128"/>
                    <a:pt x="2839" y="2128"/>
                  </a:cubicBezTo>
                  <a:cubicBezTo>
                    <a:pt x="3224" y="2128"/>
                    <a:pt x="3597" y="2020"/>
                    <a:pt x="3907" y="1891"/>
                  </a:cubicBezTo>
                  <a:cubicBezTo>
                    <a:pt x="3844" y="1639"/>
                    <a:pt x="3718" y="1450"/>
                    <a:pt x="3592" y="1230"/>
                  </a:cubicBezTo>
                  <a:cubicBezTo>
                    <a:pt x="3560" y="1103"/>
                    <a:pt x="3560" y="1009"/>
                    <a:pt x="3592" y="914"/>
                  </a:cubicBezTo>
                  <a:cubicBezTo>
                    <a:pt x="3718" y="662"/>
                    <a:pt x="3844" y="473"/>
                    <a:pt x="3907" y="221"/>
                  </a:cubicBezTo>
                  <a:cubicBezTo>
                    <a:pt x="3529" y="127"/>
                    <a:pt x="3088" y="1"/>
                    <a:pt x="25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2" name="Google Shape;3912;p41"/>
            <p:cNvSpPr/>
            <p:nvPr/>
          </p:nvSpPr>
          <p:spPr>
            <a:xfrm>
              <a:off x="-20091250" y="3479325"/>
              <a:ext cx="92175" cy="142575"/>
            </a:xfrm>
            <a:custGeom>
              <a:rect b="b" l="l" r="r" t="t"/>
              <a:pathLst>
                <a:path extrusionOk="0" h="5703" w="3687">
                  <a:moveTo>
                    <a:pt x="190" y="0"/>
                  </a:moveTo>
                  <a:cubicBezTo>
                    <a:pt x="946" y="1638"/>
                    <a:pt x="883" y="3592"/>
                    <a:pt x="95" y="5198"/>
                  </a:cubicBezTo>
                  <a:cubicBezTo>
                    <a:pt x="0" y="5450"/>
                    <a:pt x="158" y="5702"/>
                    <a:pt x="442" y="5702"/>
                  </a:cubicBezTo>
                  <a:lnTo>
                    <a:pt x="3245" y="5702"/>
                  </a:lnTo>
                  <a:cubicBezTo>
                    <a:pt x="3529" y="5702"/>
                    <a:pt x="3687" y="5450"/>
                    <a:pt x="3592" y="5198"/>
                  </a:cubicBezTo>
                  <a:cubicBezTo>
                    <a:pt x="2741" y="3592"/>
                    <a:pt x="2741" y="1607"/>
                    <a:pt x="34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3" name="Google Shape;3913;p41"/>
            <p:cNvSpPr/>
            <p:nvPr/>
          </p:nvSpPr>
          <p:spPr>
            <a:xfrm>
              <a:off x="-20090475" y="3317850"/>
              <a:ext cx="91400" cy="142575"/>
            </a:xfrm>
            <a:custGeom>
              <a:rect b="b" l="l" r="r" t="t"/>
              <a:pathLst>
                <a:path extrusionOk="0" h="5703" w="3656">
                  <a:moveTo>
                    <a:pt x="411" y="1"/>
                  </a:moveTo>
                  <a:cubicBezTo>
                    <a:pt x="285" y="1"/>
                    <a:pt x="159" y="95"/>
                    <a:pt x="64" y="158"/>
                  </a:cubicBezTo>
                  <a:cubicBezTo>
                    <a:pt x="1" y="284"/>
                    <a:pt x="1" y="410"/>
                    <a:pt x="64" y="505"/>
                  </a:cubicBezTo>
                  <a:cubicBezTo>
                    <a:pt x="915" y="2143"/>
                    <a:pt x="915" y="4096"/>
                    <a:pt x="159" y="5703"/>
                  </a:cubicBezTo>
                  <a:lnTo>
                    <a:pt x="3467" y="5703"/>
                  </a:lnTo>
                  <a:cubicBezTo>
                    <a:pt x="2710" y="4065"/>
                    <a:pt x="2710" y="2143"/>
                    <a:pt x="3530" y="505"/>
                  </a:cubicBezTo>
                  <a:cubicBezTo>
                    <a:pt x="3656" y="284"/>
                    <a:pt x="3467" y="1"/>
                    <a:pt x="32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4" name="Google Shape;3914;p41"/>
            <p:cNvSpPr/>
            <p:nvPr/>
          </p:nvSpPr>
          <p:spPr>
            <a:xfrm>
              <a:off x="-19984925" y="3389525"/>
              <a:ext cx="94550" cy="107925"/>
            </a:xfrm>
            <a:custGeom>
              <a:rect b="b" l="l" r="r" t="t"/>
              <a:pathLst>
                <a:path extrusionOk="0" h="4317" w="3782">
                  <a:moveTo>
                    <a:pt x="473" y="1"/>
                  </a:moveTo>
                  <a:cubicBezTo>
                    <a:pt x="190" y="1"/>
                    <a:pt x="1" y="316"/>
                    <a:pt x="158" y="568"/>
                  </a:cubicBezTo>
                  <a:cubicBezTo>
                    <a:pt x="946" y="1702"/>
                    <a:pt x="946" y="3119"/>
                    <a:pt x="253" y="4317"/>
                  </a:cubicBezTo>
                  <a:lnTo>
                    <a:pt x="3529" y="4317"/>
                  </a:lnTo>
                  <a:cubicBezTo>
                    <a:pt x="2868" y="3151"/>
                    <a:pt x="2868" y="1702"/>
                    <a:pt x="3624" y="568"/>
                  </a:cubicBezTo>
                  <a:cubicBezTo>
                    <a:pt x="3781" y="316"/>
                    <a:pt x="3624" y="1"/>
                    <a:pt x="33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5" name="Google Shape;3915;p41"/>
            <p:cNvSpPr/>
            <p:nvPr/>
          </p:nvSpPr>
          <p:spPr>
            <a:xfrm>
              <a:off x="-19984125" y="3514750"/>
              <a:ext cx="94525" cy="107150"/>
            </a:xfrm>
            <a:custGeom>
              <a:rect b="b" l="l" r="r" t="t"/>
              <a:pathLst>
                <a:path extrusionOk="0" h="4286" w="3781">
                  <a:moveTo>
                    <a:pt x="221" y="1"/>
                  </a:moveTo>
                  <a:cubicBezTo>
                    <a:pt x="914" y="1135"/>
                    <a:pt x="914" y="2647"/>
                    <a:pt x="158" y="3750"/>
                  </a:cubicBezTo>
                  <a:cubicBezTo>
                    <a:pt x="0" y="3970"/>
                    <a:pt x="158" y="4285"/>
                    <a:pt x="473" y="4285"/>
                  </a:cubicBezTo>
                  <a:lnTo>
                    <a:pt x="3308" y="4285"/>
                  </a:lnTo>
                  <a:cubicBezTo>
                    <a:pt x="3592" y="4285"/>
                    <a:pt x="3781" y="3970"/>
                    <a:pt x="3623" y="3750"/>
                  </a:cubicBezTo>
                  <a:cubicBezTo>
                    <a:pt x="2836" y="2584"/>
                    <a:pt x="2804" y="1135"/>
                    <a:pt x="34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16" name="Google Shape;3916;p41"/>
          <p:cNvGrpSpPr/>
          <p:nvPr/>
        </p:nvGrpSpPr>
        <p:grpSpPr>
          <a:xfrm>
            <a:off x="4983357" y="2372547"/>
            <a:ext cx="332806" cy="283656"/>
            <a:chOff x="-19835275" y="3330250"/>
            <a:chExt cx="329250" cy="280625"/>
          </a:xfrm>
        </p:grpSpPr>
        <p:sp>
          <p:nvSpPr>
            <p:cNvPr id="3917" name="Google Shape;3917;p41"/>
            <p:cNvSpPr/>
            <p:nvPr/>
          </p:nvSpPr>
          <p:spPr>
            <a:xfrm>
              <a:off x="-19768325" y="3361750"/>
              <a:ext cx="197725" cy="249125"/>
            </a:xfrm>
            <a:custGeom>
              <a:rect b="b" l="l" r="r" t="t"/>
              <a:pathLst>
                <a:path extrusionOk="0" h="9965" w="7909">
                  <a:moveTo>
                    <a:pt x="3927" y="1"/>
                  </a:moveTo>
                  <a:cubicBezTo>
                    <a:pt x="3797" y="1"/>
                    <a:pt x="3671" y="56"/>
                    <a:pt x="3624" y="166"/>
                  </a:cubicBezTo>
                  <a:lnTo>
                    <a:pt x="1103" y="5302"/>
                  </a:lnTo>
                  <a:cubicBezTo>
                    <a:pt x="1" y="7412"/>
                    <a:pt x="1607" y="9964"/>
                    <a:pt x="3970" y="9964"/>
                  </a:cubicBezTo>
                  <a:cubicBezTo>
                    <a:pt x="6333" y="9964"/>
                    <a:pt x="7908" y="7412"/>
                    <a:pt x="6837" y="5302"/>
                  </a:cubicBezTo>
                  <a:lnTo>
                    <a:pt x="4254" y="166"/>
                  </a:lnTo>
                  <a:cubicBezTo>
                    <a:pt x="4191" y="56"/>
                    <a:pt x="4057" y="1"/>
                    <a:pt x="39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8" name="Google Shape;3918;p41"/>
            <p:cNvSpPr/>
            <p:nvPr/>
          </p:nvSpPr>
          <p:spPr>
            <a:xfrm>
              <a:off x="-19622625" y="3330250"/>
              <a:ext cx="116600" cy="189250"/>
            </a:xfrm>
            <a:custGeom>
              <a:rect b="b" l="l" r="r" t="t"/>
              <a:pathLst>
                <a:path extrusionOk="0" h="7570" w="4664">
                  <a:moveTo>
                    <a:pt x="1683" y="1"/>
                  </a:moveTo>
                  <a:cubicBezTo>
                    <a:pt x="1553" y="1"/>
                    <a:pt x="1419" y="56"/>
                    <a:pt x="1356" y="166"/>
                  </a:cubicBezTo>
                  <a:lnTo>
                    <a:pt x="1" y="2939"/>
                  </a:lnTo>
                  <a:lnTo>
                    <a:pt x="1608" y="6215"/>
                  </a:lnTo>
                  <a:cubicBezTo>
                    <a:pt x="1828" y="6625"/>
                    <a:pt x="1954" y="7097"/>
                    <a:pt x="1986" y="7570"/>
                  </a:cubicBezTo>
                  <a:cubicBezTo>
                    <a:pt x="3687" y="7381"/>
                    <a:pt x="4664" y="5585"/>
                    <a:pt x="3876" y="4010"/>
                  </a:cubicBezTo>
                  <a:lnTo>
                    <a:pt x="1986" y="166"/>
                  </a:lnTo>
                  <a:cubicBezTo>
                    <a:pt x="1938" y="56"/>
                    <a:pt x="1812" y="1"/>
                    <a:pt x="16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9" name="Google Shape;3919;p41"/>
            <p:cNvSpPr/>
            <p:nvPr/>
          </p:nvSpPr>
          <p:spPr>
            <a:xfrm>
              <a:off x="-19835275" y="3330250"/>
              <a:ext cx="116600" cy="189250"/>
            </a:xfrm>
            <a:custGeom>
              <a:rect b="b" l="l" r="r" t="t"/>
              <a:pathLst>
                <a:path extrusionOk="0" h="7570" w="4664">
                  <a:moveTo>
                    <a:pt x="2982" y="1"/>
                  </a:moveTo>
                  <a:cubicBezTo>
                    <a:pt x="2852" y="1"/>
                    <a:pt x="2726" y="56"/>
                    <a:pt x="2679" y="166"/>
                  </a:cubicBezTo>
                  <a:lnTo>
                    <a:pt x="788" y="4010"/>
                  </a:lnTo>
                  <a:cubicBezTo>
                    <a:pt x="1" y="5522"/>
                    <a:pt x="977" y="7381"/>
                    <a:pt x="2679" y="7570"/>
                  </a:cubicBezTo>
                  <a:cubicBezTo>
                    <a:pt x="2710" y="7097"/>
                    <a:pt x="2868" y="6593"/>
                    <a:pt x="3057" y="6152"/>
                  </a:cubicBezTo>
                  <a:lnTo>
                    <a:pt x="4663" y="2876"/>
                  </a:lnTo>
                  <a:lnTo>
                    <a:pt x="3309" y="166"/>
                  </a:lnTo>
                  <a:cubicBezTo>
                    <a:pt x="3246" y="56"/>
                    <a:pt x="3112" y="1"/>
                    <a:pt x="29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3" name="Shape 3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4" name="Google Shape;3924;p42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5" name="Google Shape;3925;p42"/>
          <p:cNvSpPr/>
          <p:nvPr/>
        </p:nvSpPr>
        <p:spPr>
          <a:xfrm>
            <a:off x="4177922" y="2700253"/>
            <a:ext cx="967316" cy="1668060"/>
          </a:xfrm>
          <a:custGeom>
            <a:rect b="b" l="l" r="r" t="t"/>
            <a:pathLst>
              <a:path extrusionOk="0" h="21488" w="12461">
                <a:moveTo>
                  <a:pt x="5911" y="0"/>
                </a:moveTo>
                <a:lnTo>
                  <a:pt x="5407" y="9936"/>
                </a:lnTo>
                <a:lnTo>
                  <a:pt x="796" y="4686"/>
                </a:lnTo>
                <a:lnTo>
                  <a:pt x="0" y="5409"/>
                </a:lnTo>
                <a:lnTo>
                  <a:pt x="4901" y="12023"/>
                </a:lnTo>
                <a:cubicBezTo>
                  <a:pt x="5549" y="14182"/>
                  <a:pt x="4444" y="21487"/>
                  <a:pt x="4444" y="21487"/>
                </a:cubicBezTo>
                <a:lnTo>
                  <a:pt x="8718" y="21381"/>
                </a:lnTo>
                <a:cubicBezTo>
                  <a:pt x="8718" y="21381"/>
                  <a:pt x="8359" y="18647"/>
                  <a:pt x="7927" y="13536"/>
                </a:cubicBezTo>
                <a:cubicBezTo>
                  <a:pt x="7494" y="8425"/>
                  <a:pt x="8214" y="8425"/>
                  <a:pt x="8214" y="8425"/>
                </a:cubicBezTo>
                <a:lnTo>
                  <a:pt x="12461" y="3315"/>
                </a:lnTo>
                <a:lnTo>
                  <a:pt x="11597" y="2162"/>
                </a:lnTo>
                <a:lnTo>
                  <a:pt x="7566" y="6481"/>
                </a:lnTo>
                <a:lnTo>
                  <a:pt x="7083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6" name="Google Shape;3926;p42"/>
          <p:cNvSpPr/>
          <p:nvPr/>
        </p:nvSpPr>
        <p:spPr>
          <a:xfrm>
            <a:off x="-1" y="4268550"/>
            <a:ext cx="9143970" cy="874940"/>
          </a:xfrm>
          <a:custGeom>
            <a:rect b="b" l="l" r="r" t="t"/>
            <a:pathLst>
              <a:path extrusionOk="0" h="11271" w="54979">
                <a:moveTo>
                  <a:pt x="0" y="0"/>
                </a:moveTo>
                <a:lnTo>
                  <a:pt x="0" y="11271"/>
                </a:lnTo>
                <a:lnTo>
                  <a:pt x="54978" y="11271"/>
                </a:lnTo>
                <a:lnTo>
                  <a:pt x="54978" y="0"/>
                </a:lnTo>
                <a:close/>
              </a:path>
            </a:pathLst>
          </a:custGeom>
          <a:solidFill>
            <a:srgbClr val="7DC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7" name="Google Shape;3927;p42"/>
          <p:cNvSpPr/>
          <p:nvPr/>
        </p:nvSpPr>
        <p:spPr>
          <a:xfrm>
            <a:off x="-1" y="4268550"/>
            <a:ext cx="9143970" cy="874940"/>
          </a:xfrm>
          <a:custGeom>
            <a:rect b="b" l="l" r="r" t="t"/>
            <a:pathLst>
              <a:path extrusionOk="0" h="11271" w="54979">
                <a:moveTo>
                  <a:pt x="0" y="0"/>
                </a:moveTo>
                <a:lnTo>
                  <a:pt x="0" y="11271"/>
                </a:lnTo>
                <a:lnTo>
                  <a:pt x="54978" y="11271"/>
                </a:lnTo>
                <a:lnTo>
                  <a:pt x="5497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8" name="Google Shape;3928;p42"/>
          <p:cNvSpPr/>
          <p:nvPr/>
        </p:nvSpPr>
        <p:spPr>
          <a:xfrm>
            <a:off x="-1" y="4268550"/>
            <a:ext cx="6240732" cy="874940"/>
          </a:xfrm>
          <a:custGeom>
            <a:rect b="b" l="l" r="r" t="t"/>
            <a:pathLst>
              <a:path extrusionOk="0" h="11271" w="37523">
                <a:moveTo>
                  <a:pt x="0" y="0"/>
                </a:moveTo>
                <a:lnTo>
                  <a:pt x="0" y="11271"/>
                </a:lnTo>
                <a:lnTo>
                  <a:pt x="37523" y="11271"/>
                </a:lnTo>
                <a:lnTo>
                  <a:pt x="37523" y="0"/>
                </a:lnTo>
                <a:close/>
              </a:path>
            </a:pathLst>
          </a:custGeom>
          <a:solidFill>
            <a:srgbClr val="39B5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9" name="Google Shape;3929;p42"/>
          <p:cNvSpPr/>
          <p:nvPr/>
        </p:nvSpPr>
        <p:spPr>
          <a:xfrm>
            <a:off x="-1" y="4268550"/>
            <a:ext cx="6240732" cy="874940"/>
          </a:xfrm>
          <a:custGeom>
            <a:rect b="b" l="l" r="r" t="t"/>
            <a:pathLst>
              <a:path extrusionOk="0" h="11271" w="37523">
                <a:moveTo>
                  <a:pt x="0" y="0"/>
                </a:moveTo>
                <a:lnTo>
                  <a:pt x="0" y="11271"/>
                </a:lnTo>
                <a:lnTo>
                  <a:pt x="37523" y="11271"/>
                </a:lnTo>
                <a:lnTo>
                  <a:pt x="3752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0" name="Google Shape;3930;p42"/>
          <p:cNvSpPr/>
          <p:nvPr/>
        </p:nvSpPr>
        <p:spPr>
          <a:xfrm>
            <a:off x="-1" y="4268550"/>
            <a:ext cx="2994713" cy="874940"/>
          </a:xfrm>
          <a:custGeom>
            <a:rect b="b" l="l" r="r" t="t"/>
            <a:pathLst>
              <a:path extrusionOk="0" h="11271" w="18006">
                <a:moveTo>
                  <a:pt x="0" y="0"/>
                </a:moveTo>
                <a:lnTo>
                  <a:pt x="0" y="11271"/>
                </a:lnTo>
                <a:lnTo>
                  <a:pt x="18005" y="11271"/>
                </a:lnTo>
                <a:lnTo>
                  <a:pt x="18005" y="0"/>
                </a:lnTo>
                <a:close/>
              </a:path>
            </a:pathLst>
          </a:custGeom>
          <a:solidFill>
            <a:srgbClr val="22B5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1" name="Google Shape;3931;p42"/>
          <p:cNvSpPr/>
          <p:nvPr/>
        </p:nvSpPr>
        <p:spPr>
          <a:xfrm>
            <a:off x="-1" y="4268550"/>
            <a:ext cx="2994713" cy="874940"/>
          </a:xfrm>
          <a:custGeom>
            <a:rect b="b" l="l" r="r" t="t"/>
            <a:pathLst>
              <a:path extrusionOk="0" h="11271" w="18006">
                <a:moveTo>
                  <a:pt x="0" y="0"/>
                </a:moveTo>
                <a:lnTo>
                  <a:pt x="0" y="11271"/>
                </a:lnTo>
                <a:lnTo>
                  <a:pt x="18005" y="11271"/>
                </a:lnTo>
                <a:lnTo>
                  <a:pt x="180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2" name="Google Shape;3932;p42"/>
          <p:cNvSpPr/>
          <p:nvPr/>
        </p:nvSpPr>
        <p:spPr>
          <a:xfrm>
            <a:off x="-1" y="4444535"/>
            <a:ext cx="9143970" cy="698958"/>
          </a:xfrm>
          <a:custGeom>
            <a:rect b="b" l="l" r="r" t="t"/>
            <a:pathLst>
              <a:path extrusionOk="0" h="9004" w="54979">
                <a:moveTo>
                  <a:pt x="0" y="1"/>
                </a:moveTo>
                <a:lnTo>
                  <a:pt x="0" y="9004"/>
                </a:lnTo>
                <a:lnTo>
                  <a:pt x="54978" y="9004"/>
                </a:lnTo>
                <a:lnTo>
                  <a:pt x="54978" y="1"/>
                </a:lnTo>
                <a:close/>
              </a:path>
            </a:pathLst>
          </a:custGeom>
          <a:solidFill>
            <a:srgbClr val="C69C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3" name="Google Shape;3933;p42"/>
          <p:cNvSpPr/>
          <p:nvPr/>
        </p:nvSpPr>
        <p:spPr>
          <a:xfrm>
            <a:off x="-1" y="4444535"/>
            <a:ext cx="9143970" cy="698958"/>
          </a:xfrm>
          <a:custGeom>
            <a:rect b="b" l="l" r="r" t="t"/>
            <a:pathLst>
              <a:path extrusionOk="0" h="9004" w="54979">
                <a:moveTo>
                  <a:pt x="0" y="1"/>
                </a:moveTo>
                <a:lnTo>
                  <a:pt x="0" y="9004"/>
                </a:lnTo>
                <a:lnTo>
                  <a:pt x="54978" y="9004"/>
                </a:lnTo>
                <a:lnTo>
                  <a:pt x="5497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4" name="Google Shape;3934;p42"/>
          <p:cNvSpPr/>
          <p:nvPr/>
        </p:nvSpPr>
        <p:spPr>
          <a:xfrm>
            <a:off x="3833333" y="1161525"/>
            <a:ext cx="1639260" cy="1639260"/>
          </a:xfrm>
          <a:custGeom>
            <a:rect b="b" l="l" r="r" t="t"/>
            <a:pathLst>
              <a:path extrusionOk="0" h="21117" w="21117">
                <a:moveTo>
                  <a:pt x="10558" y="0"/>
                </a:moveTo>
                <a:cubicBezTo>
                  <a:pt x="7757" y="0"/>
                  <a:pt x="5073" y="1112"/>
                  <a:pt x="3093" y="3092"/>
                </a:cubicBezTo>
                <a:cubicBezTo>
                  <a:pt x="1113" y="5073"/>
                  <a:pt x="1" y="7758"/>
                  <a:pt x="1" y="10558"/>
                </a:cubicBezTo>
                <a:cubicBezTo>
                  <a:pt x="1" y="13359"/>
                  <a:pt x="1113" y="16044"/>
                  <a:pt x="3093" y="18024"/>
                </a:cubicBezTo>
                <a:cubicBezTo>
                  <a:pt x="5073" y="20004"/>
                  <a:pt x="7757" y="21117"/>
                  <a:pt x="10558" y="21117"/>
                </a:cubicBezTo>
                <a:cubicBezTo>
                  <a:pt x="13358" y="21117"/>
                  <a:pt x="16043" y="20004"/>
                  <a:pt x="18024" y="18024"/>
                </a:cubicBezTo>
                <a:cubicBezTo>
                  <a:pt x="20004" y="16044"/>
                  <a:pt x="21116" y="13359"/>
                  <a:pt x="21116" y="10558"/>
                </a:cubicBezTo>
                <a:cubicBezTo>
                  <a:pt x="21116" y="7758"/>
                  <a:pt x="20004" y="5073"/>
                  <a:pt x="18024" y="3092"/>
                </a:cubicBezTo>
                <a:cubicBezTo>
                  <a:pt x="16043" y="1112"/>
                  <a:pt x="13358" y="0"/>
                  <a:pt x="105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5" name="Google Shape;3935;p42"/>
          <p:cNvSpPr/>
          <p:nvPr/>
        </p:nvSpPr>
        <p:spPr>
          <a:xfrm>
            <a:off x="3961031" y="1289300"/>
            <a:ext cx="1383710" cy="1383710"/>
          </a:xfrm>
          <a:custGeom>
            <a:rect b="b" l="l" r="r" t="t"/>
            <a:pathLst>
              <a:path extrusionOk="0" h="17825" w="17825">
                <a:moveTo>
                  <a:pt x="8913" y="1"/>
                </a:moveTo>
                <a:cubicBezTo>
                  <a:pt x="6549" y="1"/>
                  <a:pt x="4283" y="940"/>
                  <a:pt x="2611" y="2611"/>
                </a:cubicBezTo>
                <a:cubicBezTo>
                  <a:pt x="940" y="4282"/>
                  <a:pt x="1" y="6549"/>
                  <a:pt x="1" y="8912"/>
                </a:cubicBezTo>
                <a:cubicBezTo>
                  <a:pt x="1" y="11276"/>
                  <a:pt x="940" y="13542"/>
                  <a:pt x="2611" y="15214"/>
                </a:cubicBezTo>
                <a:cubicBezTo>
                  <a:pt x="4283" y="16885"/>
                  <a:pt x="6549" y="17824"/>
                  <a:pt x="8913" y="17824"/>
                </a:cubicBezTo>
                <a:cubicBezTo>
                  <a:pt x="11276" y="17824"/>
                  <a:pt x="13544" y="16885"/>
                  <a:pt x="15215" y="15214"/>
                </a:cubicBezTo>
                <a:cubicBezTo>
                  <a:pt x="16886" y="13542"/>
                  <a:pt x="17825" y="11276"/>
                  <a:pt x="17825" y="8912"/>
                </a:cubicBezTo>
                <a:cubicBezTo>
                  <a:pt x="17825" y="6549"/>
                  <a:pt x="16886" y="4282"/>
                  <a:pt x="15215" y="2611"/>
                </a:cubicBezTo>
                <a:cubicBezTo>
                  <a:pt x="13544" y="940"/>
                  <a:pt x="11276" y="1"/>
                  <a:pt x="891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6" name="Google Shape;3936;p42"/>
          <p:cNvSpPr/>
          <p:nvPr/>
        </p:nvSpPr>
        <p:spPr>
          <a:xfrm>
            <a:off x="5014050" y="2364670"/>
            <a:ext cx="741886" cy="741964"/>
          </a:xfrm>
          <a:custGeom>
            <a:rect b="b" l="l" r="r" t="t"/>
            <a:pathLst>
              <a:path extrusionOk="0" h="9558" w="9557">
                <a:moveTo>
                  <a:pt x="4779" y="0"/>
                </a:moveTo>
                <a:cubicBezTo>
                  <a:pt x="2139" y="0"/>
                  <a:pt x="0" y="2140"/>
                  <a:pt x="0" y="4779"/>
                </a:cubicBezTo>
                <a:cubicBezTo>
                  <a:pt x="0" y="6046"/>
                  <a:pt x="504" y="7261"/>
                  <a:pt x="1399" y="8157"/>
                </a:cubicBezTo>
                <a:cubicBezTo>
                  <a:pt x="2295" y="9054"/>
                  <a:pt x="3511" y="9557"/>
                  <a:pt x="4779" y="9557"/>
                </a:cubicBezTo>
                <a:cubicBezTo>
                  <a:pt x="6045" y="9557"/>
                  <a:pt x="7261" y="9054"/>
                  <a:pt x="8157" y="8157"/>
                </a:cubicBezTo>
                <a:cubicBezTo>
                  <a:pt x="9052" y="7261"/>
                  <a:pt x="9557" y="6046"/>
                  <a:pt x="9557" y="4779"/>
                </a:cubicBezTo>
                <a:cubicBezTo>
                  <a:pt x="9557" y="3511"/>
                  <a:pt x="9052" y="2296"/>
                  <a:pt x="8157" y="1400"/>
                </a:cubicBezTo>
                <a:cubicBezTo>
                  <a:pt x="7261" y="504"/>
                  <a:pt x="6045" y="0"/>
                  <a:pt x="477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7" name="Google Shape;3937;p42"/>
          <p:cNvSpPr/>
          <p:nvPr/>
        </p:nvSpPr>
        <p:spPr>
          <a:xfrm>
            <a:off x="3455054" y="2424831"/>
            <a:ext cx="992468" cy="992468"/>
          </a:xfrm>
          <a:custGeom>
            <a:rect b="b" l="l" r="r" t="t"/>
            <a:pathLst>
              <a:path extrusionOk="0" h="12785" w="12785">
                <a:moveTo>
                  <a:pt x="6393" y="0"/>
                </a:moveTo>
                <a:cubicBezTo>
                  <a:pt x="4698" y="0"/>
                  <a:pt x="3071" y="674"/>
                  <a:pt x="1873" y="1872"/>
                </a:cubicBezTo>
                <a:cubicBezTo>
                  <a:pt x="673" y="3072"/>
                  <a:pt x="0" y="4697"/>
                  <a:pt x="0" y="6393"/>
                </a:cubicBezTo>
                <a:cubicBezTo>
                  <a:pt x="0" y="8088"/>
                  <a:pt x="673" y="9714"/>
                  <a:pt x="1873" y="10913"/>
                </a:cubicBezTo>
                <a:cubicBezTo>
                  <a:pt x="3071" y="12111"/>
                  <a:pt x="4698" y="12785"/>
                  <a:pt x="6393" y="12785"/>
                </a:cubicBezTo>
                <a:cubicBezTo>
                  <a:pt x="8087" y="12785"/>
                  <a:pt x="9714" y="12111"/>
                  <a:pt x="10912" y="10913"/>
                </a:cubicBezTo>
                <a:cubicBezTo>
                  <a:pt x="12112" y="9714"/>
                  <a:pt x="12785" y="8088"/>
                  <a:pt x="12785" y="6393"/>
                </a:cubicBezTo>
                <a:cubicBezTo>
                  <a:pt x="12785" y="4697"/>
                  <a:pt x="12112" y="3072"/>
                  <a:pt x="10912" y="1872"/>
                </a:cubicBezTo>
                <a:cubicBezTo>
                  <a:pt x="9714" y="674"/>
                  <a:pt x="8087" y="0"/>
                  <a:pt x="639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8" name="Google Shape;3938;p42"/>
          <p:cNvSpPr/>
          <p:nvPr/>
        </p:nvSpPr>
        <p:spPr>
          <a:xfrm>
            <a:off x="3961031" y="1289300"/>
            <a:ext cx="1383710" cy="1383710"/>
          </a:xfrm>
          <a:custGeom>
            <a:rect b="b" l="l" r="r" t="t"/>
            <a:pathLst>
              <a:path extrusionOk="0" h="17825" w="17825">
                <a:moveTo>
                  <a:pt x="8913" y="1"/>
                </a:moveTo>
                <a:cubicBezTo>
                  <a:pt x="6549" y="1"/>
                  <a:pt x="4283" y="940"/>
                  <a:pt x="2611" y="2611"/>
                </a:cubicBezTo>
                <a:cubicBezTo>
                  <a:pt x="940" y="4282"/>
                  <a:pt x="1" y="6549"/>
                  <a:pt x="1" y="8912"/>
                </a:cubicBezTo>
                <a:cubicBezTo>
                  <a:pt x="1" y="11276"/>
                  <a:pt x="940" y="13542"/>
                  <a:pt x="2611" y="15214"/>
                </a:cubicBezTo>
                <a:cubicBezTo>
                  <a:pt x="4283" y="16885"/>
                  <a:pt x="6549" y="17824"/>
                  <a:pt x="8913" y="17824"/>
                </a:cubicBezTo>
                <a:cubicBezTo>
                  <a:pt x="11276" y="17824"/>
                  <a:pt x="13544" y="16885"/>
                  <a:pt x="15215" y="15214"/>
                </a:cubicBezTo>
                <a:cubicBezTo>
                  <a:pt x="16886" y="13542"/>
                  <a:pt x="17825" y="11276"/>
                  <a:pt x="17825" y="8912"/>
                </a:cubicBezTo>
                <a:cubicBezTo>
                  <a:pt x="17825" y="6549"/>
                  <a:pt x="16886" y="4282"/>
                  <a:pt x="15215" y="2611"/>
                </a:cubicBezTo>
                <a:cubicBezTo>
                  <a:pt x="13544" y="940"/>
                  <a:pt x="11276" y="1"/>
                  <a:pt x="8913" y="1"/>
                </a:cubicBezTo>
                <a:close/>
              </a:path>
            </a:pathLst>
          </a:custGeom>
          <a:solidFill>
            <a:srgbClr val="FFFFFF">
              <a:alpha val="137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39" name="Google Shape;3939;p42"/>
          <p:cNvGrpSpPr/>
          <p:nvPr/>
        </p:nvGrpSpPr>
        <p:grpSpPr>
          <a:xfrm>
            <a:off x="4908554" y="2259252"/>
            <a:ext cx="952567" cy="952567"/>
            <a:chOff x="4375154" y="2259252"/>
            <a:chExt cx="952567" cy="952567"/>
          </a:xfrm>
        </p:grpSpPr>
        <p:sp>
          <p:nvSpPr>
            <p:cNvPr id="3940" name="Google Shape;3940;p42"/>
            <p:cNvSpPr/>
            <p:nvPr/>
          </p:nvSpPr>
          <p:spPr>
            <a:xfrm>
              <a:off x="4375154" y="2259252"/>
              <a:ext cx="952567" cy="952567"/>
            </a:xfrm>
            <a:custGeom>
              <a:rect b="b" l="l" r="r" t="t"/>
              <a:pathLst>
                <a:path extrusionOk="0" h="12271" w="12271">
                  <a:moveTo>
                    <a:pt x="6136" y="1"/>
                  </a:moveTo>
                  <a:cubicBezTo>
                    <a:pt x="4509" y="1"/>
                    <a:pt x="2948" y="647"/>
                    <a:pt x="1797" y="1797"/>
                  </a:cubicBezTo>
                  <a:cubicBezTo>
                    <a:pt x="647" y="2948"/>
                    <a:pt x="1" y="4509"/>
                    <a:pt x="1" y="6136"/>
                  </a:cubicBezTo>
                  <a:cubicBezTo>
                    <a:pt x="1" y="7763"/>
                    <a:pt x="647" y="9323"/>
                    <a:pt x="1797" y="10474"/>
                  </a:cubicBezTo>
                  <a:cubicBezTo>
                    <a:pt x="2948" y="11624"/>
                    <a:pt x="4509" y="12271"/>
                    <a:pt x="6136" y="12271"/>
                  </a:cubicBezTo>
                  <a:cubicBezTo>
                    <a:pt x="7762" y="12271"/>
                    <a:pt x="9324" y="11624"/>
                    <a:pt x="10474" y="10474"/>
                  </a:cubicBezTo>
                  <a:cubicBezTo>
                    <a:pt x="11625" y="9323"/>
                    <a:pt x="12271" y="7763"/>
                    <a:pt x="12271" y="6136"/>
                  </a:cubicBezTo>
                  <a:cubicBezTo>
                    <a:pt x="12271" y="4509"/>
                    <a:pt x="11625" y="2948"/>
                    <a:pt x="10474" y="1797"/>
                  </a:cubicBezTo>
                  <a:cubicBezTo>
                    <a:pt x="9324" y="647"/>
                    <a:pt x="7762" y="1"/>
                    <a:pt x="61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1" name="Google Shape;3941;p42"/>
            <p:cNvSpPr/>
            <p:nvPr/>
          </p:nvSpPr>
          <p:spPr>
            <a:xfrm>
              <a:off x="4480650" y="2364670"/>
              <a:ext cx="741886" cy="741964"/>
            </a:xfrm>
            <a:custGeom>
              <a:rect b="b" l="l" r="r" t="t"/>
              <a:pathLst>
                <a:path extrusionOk="0" h="9558" w="9557">
                  <a:moveTo>
                    <a:pt x="4779" y="0"/>
                  </a:moveTo>
                  <a:cubicBezTo>
                    <a:pt x="2139" y="0"/>
                    <a:pt x="0" y="2140"/>
                    <a:pt x="0" y="4779"/>
                  </a:cubicBezTo>
                  <a:cubicBezTo>
                    <a:pt x="0" y="6046"/>
                    <a:pt x="504" y="7261"/>
                    <a:pt x="1399" y="8157"/>
                  </a:cubicBezTo>
                  <a:cubicBezTo>
                    <a:pt x="2295" y="9054"/>
                    <a:pt x="3511" y="9557"/>
                    <a:pt x="4779" y="9557"/>
                  </a:cubicBezTo>
                  <a:cubicBezTo>
                    <a:pt x="6045" y="9557"/>
                    <a:pt x="7261" y="9054"/>
                    <a:pt x="8157" y="8157"/>
                  </a:cubicBezTo>
                  <a:cubicBezTo>
                    <a:pt x="9052" y="7261"/>
                    <a:pt x="9557" y="6046"/>
                    <a:pt x="9557" y="4779"/>
                  </a:cubicBezTo>
                  <a:cubicBezTo>
                    <a:pt x="9557" y="3511"/>
                    <a:pt x="9052" y="2296"/>
                    <a:pt x="8157" y="1400"/>
                  </a:cubicBezTo>
                  <a:cubicBezTo>
                    <a:pt x="7261" y="504"/>
                    <a:pt x="6045" y="0"/>
                    <a:pt x="4779" y="0"/>
                  </a:cubicBezTo>
                  <a:close/>
                </a:path>
              </a:pathLst>
            </a:custGeom>
            <a:solidFill>
              <a:srgbClr val="FFFFFF">
                <a:alpha val="1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42" name="Google Shape;3942;p42"/>
          <p:cNvGrpSpPr/>
          <p:nvPr/>
        </p:nvGrpSpPr>
        <p:grpSpPr>
          <a:xfrm>
            <a:off x="3344590" y="2314445"/>
            <a:ext cx="1213163" cy="1213085"/>
            <a:chOff x="2811190" y="2314445"/>
            <a:chExt cx="1213163" cy="1213085"/>
          </a:xfrm>
        </p:grpSpPr>
        <p:sp>
          <p:nvSpPr>
            <p:cNvPr id="3943" name="Google Shape;3943;p42"/>
            <p:cNvSpPr/>
            <p:nvPr/>
          </p:nvSpPr>
          <p:spPr>
            <a:xfrm>
              <a:off x="2811190" y="2314445"/>
              <a:ext cx="1213163" cy="1213085"/>
            </a:xfrm>
            <a:custGeom>
              <a:rect b="b" l="l" r="r" t="t"/>
              <a:pathLst>
                <a:path extrusionOk="0" h="15627" w="15628">
                  <a:moveTo>
                    <a:pt x="7814" y="1"/>
                  </a:moveTo>
                  <a:cubicBezTo>
                    <a:pt x="5742" y="1"/>
                    <a:pt x="3755" y="823"/>
                    <a:pt x="2290" y="2289"/>
                  </a:cubicBezTo>
                  <a:cubicBezTo>
                    <a:pt x="824" y="3754"/>
                    <a:pt x="1" y="5742"/>
                    <a:pt x="1" y="7814"/>
                  </a:cubicBezTo>
                  <a:cubicBezTo>
                    <a:pt x="1" y="9886"/>
                    <a:pt x="824" y="11873"/>
                    <a:pt x="2290" y="13339"/>
                  </a:cubicBezTo>
                  <a:cubicBezTo>
                    <a:pt x="3755" y="14804"/>
                    <a:pt x="5742" y="15627"/>
                    <a:pt x="7814" y="15627"/>
                  </a:cubicBezTo>
                  <a:cubicBezTo>
                    <a:pt x="9886" y="15627"/>
                    <a:pt x="11874" y="14804"/>
                    <a:pt x="13339" y="13339"/>
                  </a:cubicBezTo>
                  <a:cubicBezTo>
                    <a:pt x="14804" y="11873"/>
                    <a:pt x="15627" y="9886"/>
                    <a:pt x="15627" y="7814"/>
                  </a:cubicBezTo>
                  <a:cubicBezTo>
                    <a:pt x="15627" y="5742"/>
                    <a:pt x="14804" y="3754"/>
                    <a:pt x="13339" y="2289"/>
                  </a:cubicBezTo>
                  <a:cubicBezTo>
                    <a:pt x="11874" y="823"/>
                    <a:pt x="9886" y="1"/>
                    <a:pt x="78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4" name="Google Shape;3944;p42"/>
            <p:cNvSpPr/>
            <p:nvPr/>
          </p:nvSpPr>
          <p:spPr>
            <a:xfrm>
              <a:off x="2921654" y="2424831"/>
              <a:ext cx="992468" cy="992468"/>
            </a:xfrm>
            <a:custGeom>
              <a:rect b="b" l="l" r="r" t="t"/>
              <a:pathLst>
                <a:path extrusionOk="0" h="12785" w="12785">
                  <a:moveTo>
                    <a:pt x="6393" y="0"/>
                  </a:moveTo>
                  <a:cubicBezTo>
                    <a:pt x="4698" y="0"/>
                    <a:pt x="3071" y="674"/>
                    <a:pt x="1873" y="1872"/>
                  </a:cubicBezTo>
                  <a:cubicBezTo>
                    <a:pt x="673" y="3072"/>
                    <a:pt x="0" y="4697"/>
                    <a:pt x="0" y="6393"/>
                  </a:cubicBezTo>
                  <a:cubicBezTo>
                    <a:pt x="0" y="8088"/>
                    <a:pt x="673" y="9714"/>
                    <a:pt x="1873" y="10913"/>
                  </a:cubicBezTo>
                  <a:cubicBezTo>
                    <a:pt x="3071" y="12111"/>
                    <a:pt x="4698" y="12785"/>
                    <a:pt x="6393" y="12785"/>
                  </a:cubicBezTo>
                  <a:cubicBezTo>
                    <a:pt x="8087" y="12785"/>
                    <a:pt x="9714" y="12111"/>
                    <a:pt x="10912" y="10913"/>
                  </a:cubicBezTo>
                  <a:cubicBezTo>
                    <a:pt x="12112" y="9714"/>
                    <a:pt x="12785" y="8088"/>
                    <a:pt x="12785" y="6393"/>
                  </a:cubicBezTo>
                  <a:cubicBezTo>
                    <a:pt x="12785" y="4697"/>
                    <a:pt x="12112" y="3072"/>
                    <a:pt x="10912" y="1872"/>
                  </a:cubicBezTo>
                  <a:cubicBezTo>
                    <a:pt x="9714" y="674"/>
                    <a:pt x="8087" y="0"/>
                    <a:pt x="6393" y="0"/>
                  </a:cubicBezTo>
                  <a:close/>
                </a:path>
              </a:pathLst>
            </a:custGeom>
            <a:solidFill>
              <a:srgbClr val="FFFFFF">
                <a:alpha val="1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45" name="Google Shape;3945;p42"/>
          <p:cNvSpPr txBox="1"/>
          <p:nvPr/>
        </p:nvSpPr>
        <p:spPr>
          <a:xfrm>
            <a:off x="385159" y="34137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46" name="Google Shape;3946;p42"/>
          <p:cNvSpPr txBox="1"/>
          <p:nvPr/>
        </p:nvSpPr>
        <p:spPr>
          <a:xfrm>
            <a:off x="385159" y="15426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47" name="Google Shape;3947;p42"/>
          <p:cNvSpPr txBox="1"/>
          <p:nvPr/>
        </p:nvSpPr>
        <p:spPr>
          <a:xfrm>
            <a:off x="6823485" y="26517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48" name="Google Shape;3948;p42"/>
          <p:cNvSpPr txBox="1"/>
          <p:nvPr/>
        </p:nvSpPr>
        <p:spPr>
          <a:xfrm>
            <a:off x="7441185" y="20354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endParaRPr b="1" sz="3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49" name="Google Shape;3949;p42"/>
          <p:cNvSpPr txBox="1"/>
          <p:nvPr/>
        </p:nvSpPr>
        <p:spPr>
          <a:xfrm>
            <a:off x="385159" y="27974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B</a:t>
            </a:r>
            <a:endParaRPr b="1" sz="3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50" name="Google Shape;3950;p42"/>
          <p:cNvSpPr txBox="1"/>
          <p:nvPr/>
        </p:nvSpPr>
        <p:spPr>
          <a:xfrm>
            <a:off x="385159" y="9426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b="1" sz="3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51" name="Google Shape;3951;p42"/>
          <p:cNvSpPr txBox="1"/>
          <p:nvPr/>
        </p:nvSpPr>
        <p:spPr>
          <a:xfrm>
            <a:off x="4730397" y="23920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27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52" name="Google Shape;3952;p42"/>
          <p:cNvSpPr txBox="1"/>
          <p:nvPr/>
        </p:nvSpPr>
        <p:spPr>
          <a:xfrm>
            <a:off x="3290284" y="257263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54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53" name="Google Shape;3953;p42"/>
          <p:cNvSpPr txBox="1"/>
          <p:nvPr/>
        </p:nvSpPr>
        <p:spPr>
          <a:xfrm>
            <a:off x="3955259" y="158998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132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7" name="Shape 3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8" name="Google Shape;3958;p43"/>
          <p:cNvSpPr/>
          <p:nvPr/>
        </p:nvSpPr>
        <p:spPr>
          <a:xfrm>
            <a:off x="2001283" y="2165405"/>
            <a:ext cx="989528" cy="628831"/>
          </a:xfrm>
          <a:custGeom>
            <a:rect b="b" l="l" r="r" t="t"/>
            <a:pathLst>
              <a:path extrusionOk="0" h="6053" w="9525">
                <a:moveTo>
                  <a:pt x="7736" y="1"/>
                </a:moveTo>
                <a:lnTo>
                  <a:pt x="7736" y="2207"/>
                </a:lnTo>
                <a:lnTo>
                  <a:pt x="6933" y="2212"/>
                </a:lnTo>
                <a:lnTo>
                  <a:pt x="6933" y="1424"/>
                </a:lnTo>
                <a:lnTo>
                  <a:pt x="6387" y="1424"/>
                </a:lnTo>
                <a:lnTo>
                  <a:pt x="6387" y="2903"/>
                </a:lnTo>
                <a:lnTo>
                  <a:pt x="6247" y="2903"/>
                </a:lnTo>
                <a:lnTo>
                  <a:pt x="6247" y="2402"/>
                </a:lnTo>
                <a:lnTo>
                  <a:pt x="5843" y="1777"/>
                </a:lnTo>
                <a:lnTo>
                  <a:pt x="5463" y="1777"/>
                </a:lnTo>
                <a:lnTo>
                  <a:pt x="5463" y="1351"/>
                </a:lnTo>
                <a:lnTo>
                  <a:pt x="5294" y="1351"/>
                </a:lnTo>
                <a:lnTo>
                  <a:pt x="5294" y="1777"/>
                </a:lnTo>
                <a:lnTo>
                  <a:pt x="5203" y="1777"/>
                </a:lnTo>
                <a:lnTo>
                  <a:pt x="5203" y="1351"/>
                </a:lnTo>
                <a:lnTo>
                  <a:pt x="5035" y="1351"/>
                </a:lnTo>
                <a:lnTo>
                  <a:pt x="5035" y="1777"/>
                </a:lnTo>
                <a:lnTo>
                  <a:pt x="4673" y="1777"/>
                </a:lnTo>
                <a:lnTo>
                  <a:pt x="4673" y="73"/>
                </a:lnTo>
                <a:lnTo>
                  <a:pt x="3203" y="73"/>
                </a:lnTo>
                <a:lnTo>
                  <a:pt x="3203" y="4272"/>
                </a:lnTo>
                <a:lnTo>
                  <a:pt x="2922" y="4272"/>
                </a:lnTo>
                <a:lnTo>
                  <a:pt x="2922" y="1287"/>
                </a:lnTo>
                <a:lnTo>
                  <a:pt x="1371" y="1287"/>
                </a:lnTo>
                <a:lnTo>
                  <a:pt x="1371" y="2806"/>
                </a:lnTo>
                <a:lnTo>
                  <a:pt x="946" y="2806"/>
                </a:lnTo>
                <a:lnTo>
                  <a:pt x="946" y="2423"/>
                </a:lnTo>
                <a:lnTo>
                  <a:pt x="792" y="2423"/>
                </a:lnTo>
                <a:lnTo>
                  <a:pt x="792" y="2806"/>
                </a:lnTo>
                <a:lnTo>
                  <a:pt x="712" y="2806"/>
                </a:lnTo>
                <a:lnTo>
                  <a:pt x="712" y="2423"/>
                </a:lnTo>
                <a:lnTo>
                  <a:pt x="560" y="2423"/>
                </a:lnTo>
                <a:lnTo>
                  <a:pt x="560" y="2806"/>
                </a:lnTo>
                <a:lnTo>
                  <a:pt x="218" y="2806"/>
                </a:lnTo>
                <a:lnTo>
                  <a:pt x="0" y="3142"/>
                </a:lnTo>
                <a:lnTo>
                  <a:pt x="0" y="6053"/>
                </a:lnTo>
                <a:lnTo>
                  <a:pt x="9524" y="6053"/>
                </a:lnTo>
                <a:lnTo>
                  <a:pt x="9524" y="2369"/>
                </a:lnTo>
                <a:lnTo>
                  <a:pt x="9228" y="1806"/>
                </a:lnTo>
                <a:lnTo>
                  <a:pt x="922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9" name="Google Shape;3959;p43"/>
          <p:cNvSpPr/>
          <p:nvPr/>
        </p:nvSpPr>
        <p:spPr>
          <a:xfrm>
            <a:off x="2913516" y="2361543"/>
            <a:ext cx="26803" cy="26803"/>
          </a:xfrm>
          <a:custGeom>
            <a:rect b="b" l="l" r="r" t="t"/>
            <a:pathLst>
              <a:path extrusionOk="0" h="258" w="258">
                <a:moveTo>
                  <a:pt x="0" y="0"/>
                </a:moveTo>
                <a:lnTo>
                  <a:pt x="0" y="257"/>
                </a:lnTo>
                <a:lnTo>
                  <a:pt x="257" y="257"/>
                </a:lnTo>
                <a:lnTo>
                  <a:pt x="2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0" name="Google Shape;3960;p43"/>
          <p:cNvSpPr/>
          <p:nvPr/>
        </p:nvSpPr>
        <p:spPr>
          <a:xfrm>
            <a:off x="2913516" y="2306899"/>
            <a:ext cx="26803" cy="26803"/>
          </a:xfrm>
          <a:custGeom>
            <a:rect b="b" l="l" r="r" t="t"/>
            <a:pathLst>
              <a:path extrusionOk="0" h="258" w="258">
                <a:moveTo>
                  <a:pt x="0" y="1"/>
                </a:moveTo>
                <a:lnTo>
                  <a:pt x="0" y="257"/>
                </a:lnTo>
                <a:lnTo>
                  <a:pt x="257" y="257"/>
                </a:lnTo>
                <a:lnTo>
                  <a:pt x="25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1" name="Google Shape;3961;p43"/>
          <p:cNvSpPr/>
          <p:nvPr/>
        </p:nvSpPr>
        <p:spPr>
          <a:xfrm>
            <a:off x="2913516" y="2252254"/>
            <a:ext cx="26803" cy="26907"/>
          </a:xfrm>
          <a:custGeom>
            <a:rect b="b" l="l" r="r" t="t"/>
            <a:pathLst>
              <a:path extrusionOk="0" h="259" w="258">
                <a:moveTo>
                  <a:pt x="0" y="1"/>
                </a:moveTo>
                <a:lnTo>
                  <a:pt x="0" y="258"/>
                </a:lnTo>
                <a:lnTo>
                  <a:pt x="257" y="258"/>
                </a:lnTo>
                <a:lnTo>
                  <a:pt x="25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2" name="Google Shape;3962;p43"/>
          <p:cNvSpPr/>
          <p:nvPr/>
        </p:nvSpPr>
        <p:spPr>
          <a:xfrm>
            <a:off x="2913516" y="2197714"/>
            <a:ext cx="26803" cy="26803"/>
          </a:xfrm>
          <a:custGeom>
            <a:rect b="b" l="l" r="r" t="t"/>
            <a:pathLst>
              <a:path extrusionOk="0" h="258" w="258">
                <a:moveTo>
                  <a:pt x="0" y="1"/>
                </a:moveTo>
                <a:lnTo>
                  <a:pt x="0" y="258"/>
                </a:lnTo>
                <a:lnTo>
                  <a:pt x="257" y="258"/>
                </a:lnTo>
                <a:lnTo>
                  <a:pt x="25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3" name="Google Shape;3963;p43"/>
          <p:cNvSpPr/>
          <p:nvPr/>
        </p:nvSpPr>
        <p:spPr>
          <a:xfrm>
            <a:off x="2870196" y="2361543"/>
            <a:ext cx="26907" cy="26803"/>
          </a:xfrm>
          <a:custGeom>
            <a:rect b="b" l="l" r="r" t="t"/>
            <a:pathLst>
              <a:path extrusionOk="0" h="258" w="259">
                <a:moveTo>
                  <a:pt x="1" y="0"/>
                </a:moveTo>
                <a:lnTo>
                  <a:pt x="1" y="257"/>
                </a:lnTo>
                <a:lnTo>
                  <a:pt x="259" y="257"/>
                </a:lnTo>
                <a:lnTo>
                  <a:pt x="25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4" name="Google Shape;3964;p43"/>
          <p:cNvSpPr/>
          <p:nvPr/>
        </p:nvSpPr>
        <p:spPr>
          <a:xfrm>
            <a:off x="2870196" y="2306899"/>
            <a:ext cx="26907" cy="26803"/>
          </a:xfrm>
          <a:custGeom>
            <a:rect b="b" l="l" r="r" t="t"/>
            <a:pathLst>
              <a:path extrusionOk="0" h="258" w="259">
                <a:moveTo>
                  <a:pt x="1" y="1"/>
                </a:moveTo>
                <a:lnTo>
                  <a:pt x="1" y="257"/>
                </a:lnTo>
                <a:lnTo>
                  <a:pt x="259" y="257"/>
                </a:lnTo>
                <a:lnTo>
                  <a:pt x="25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5" name="Google Shape;3965;p43"/>
          <p:cNvSpPr/>
          <p:nvPr/>
        </p:nvSpPr>
        <p:spPr>
          <a:xfrm>
            <a:off x="2870196" y="2252254"/>
            <a:ext cx="26907" cy="26907"/>
          </a:xfrm>
          <a:custGeom>
            <a:rect b="b" l="l" r="r" t="t"/>
            <a:pathLst>
              <a:path extrusionOk="0" h="259" w="259">
                <a:moveTo>
                  <a:pt x="1" y="1"/>
                </a:moveTo>
                <a:lnTo>
                  <a:pt x="1" y="258"/>
                </a:lnTo>
                <a:lnTo>
                  <a:pt x="259" y="258"/>
                </a:lnTo>
                <a:lnTo>
                  <a:pt x="25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6" name="Google Shape;3966;p43"/>
          <p:cNvSpPr/>
          <p:nvPr/>
        </p:nvSpPr>
        <p:spPr>
          <a:xfrm>
            <a:off x="2870196" y="2197714"/>
            <a:ext cx="26907" cy="26803"/>
          </a:xfrm>
          <a:custGeom>
            <a:rect b="b" l="l" r="r" t="t"/>
            <a:pathLst>
              <a:path extrusionOk="0" h="258" w="259">
                <a:moveTo>
                  <a:pt x="1" y="1"/>
                </a:moveTo>
                <a:lnTo>
                  <a:pt x="1" y="258"/>
                </a:lnTo>
                <a:lnTo>
                  <a:pt x="259" y="258"/>
                </a:lnTo>
                <a:lnTo>
                  <a:pt x="25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7" name="Google Shape;3967;p43"/>
          <p:cNvSpPr/>
          <p:nvPr/>
        </p:nvSpPr>
        <p:spPr>
          <a:xfrm>
            <a:off x="2827082" y="2361543"/>
            <a:ext cx="26803" cy="26803"/>
          </a:xfrm>
          <a:custGeom>
            <a:rect b="b" l="l" r="r" t="t"/>
            <a:pathLst>
              <a:path extrusionOk="0" h="258" w="258">
                <a:moveTo>
                  <a:pt x="1" y="0"/>
                </a:moveTo>
                <a:lnTo>
                  <a:pt x="1" y="257"/>
                </a:lnTo>
                <a:lnTo>
                  <a:pt x="257" y="257"/>
                </a:lnTo>
                <a:lnTo>
                  <a:pt x="2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8" name="Google Shape;3968;p43"/>
          <p:cNvSpPr/>
          <p:nvPr/>
        </p:nvSpPr>
        <p:spPr>
          <a:xfrm>
            <a:off x="2827082" y="2306899"/>
            <a:ext cx="26803" cy="26803"/>
          </a:xfrm>
          <a:custGeom>
            <a:rect b="b" l="l" r="r" t="t"/>
            <a:pathLst>
              <a:path extrusionOk="0" h="258" w="258">
                <a:moveTo>
                  <a:pt x="1" y="1"/>
                </a:moveTo>
                <a:lnTo>
                  <a:pt x="1" y="257"/>
                </a:lnTo>
                <a:lnTo>
                  <a:pt x="257" y="257"/>
                </a:lnTo>
                <a:lnTo>
                  <a:pt x="25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9" name="Google Shape;3969;p43"/>
          <p:cNvSpPr/>
          <p:nvPr/>
        </p:nvSpPr>
        <p:spPr>
          <a:xfrm>
            <a:off x="2827082" y="2252254"/>
            <a:ext cx="26803" cy="26907"/>
          </a:xfrm>
          <a:custGeom>
            <a:rect b="b" l="l" r="r" t="t"/>
            <a:pathLst>
              <a:path extrusionOk="0" h="259" w="258">
                <a:moveTo>
                  <a:pt x="1" y="1"/>
                </a:moveTo>
                <a:lnTo>
                  <a:pt x="1" y="258"/>
                </a:lnTo>
                <a:lnTo>
                  <a:pt x="257" y="258"/>
                </a:lnTo>
                <a:lnTo>
                  <a:pt x="25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0" name="Google Shape;3970;p43"/>
          <p:cNvSpPr/>
          <p:nvPr/>
        </p:nvSpPr>
        <p:spPr>
          <a:xfrm>
            <a:off x="2827082" y="2197714"/>
            <a:ext cx="26803" cy="26803"/>
          </a:xfrm>
          <a:custGeom>
            <a:rect b="b" l="l" r="r" t="t"/>
            <a:pathLst>
              <a:path extrusionOk="0" h="258" w="258">
                <a:moveTo>
                  <a:pt x="1" y="1"/>
                </a:moveTo>
                <a:lnTo>
                  <a:pt x="1" y="258"/>
                </a:lnTo>
                <a:lnTo>
                  <a:pt x="257" y="258"/>
                </a:lnTo>
                <a:lnTo>
                  <a:pt x="25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1" name="Google Shape;3971;p43"/>
          <p:cNvSpPr/>
          <p:nvPr/>
        </p:nvSpPr>
        <p:spPr>
          <a:xfrm>
            <a:off x="2771295" y="2615442"/>
            <a:ext cx="26803" cy="26803"/>
          </a:xfrm>
          <a:custGeom>
            <a:rect b="b" l="l" r="r" t="t"/>
            <a:pathLst>
              <a:path extrusionOk="0" h="258" w="258">
                <a:moveTo>
                  <a:pt x="0" y="1"/>
                </a:moveTo>
                <a:lnTo>
                  <a:pt x="0" y="258"/>
                </a:lnTo>
                <a:lnTo>
                  <a:pt x="257" y="258"/>
                </a:lnTo>
                <a:lnTo>
                  <a:pt x="25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2" name="Google Shape;3972;p43"/>
          <p:cNvSpPr/>
          <p:nvPr/>
        </p:nvSpPr>
        <p:spPr>
          <a:xfrm>
            <a:off x="2771295" y="2506257"/>
            <a:ext cx="26803" cy="26699"/>
          </a:xfrm>
          <a:custGeom>
            <a:rect b="b" l="l" r="r" t="t"/>
            <a:pathLst>
              <a:path extrusionOk="0" h="257" w="258">
                <a:moveTo>
                  <a:pt x="0" y="0"/>
                </a:moveTo>
                <a:lnTo>
                  <a:pt x="0" y="257"/>
                </a:lnTo>
                <a:lnTo>
                  <a:pt x="257" y="257"/>
                </a:lnTo>
                <a:lnTo>
                  <a:pt x="2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3" name="Google Shape;3973;p43"/>
          <p:cNvSpPr/>
          <p:nvPr/>
        </p:nvSpPr>
        <p:spPr>
          <a:xfrm>
            <a:off x="2771295" y="2451717"/>
            <a:ext cx="26803" cy="26803"/>
          </a:xfrm>
          <a:custGeom>
            <a:rect b="b" l="l" r="r" t="t"/>
            <a:pathLst>
              <a:path extrusionOk="0" h="258" w="258">
                <a:moveTo>
                  <a:pt x="0" y="0"/>
                </a:moveTo>
                <a:lnTo>
                  <a:pt x="0" y="258"/>
                </a:lnTo>
                <a:lnTo>
                  <a:pt x="257" y="258"/>
                </a:lnTo>
                <a:lnTo>
                  <a:pt x="2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4" name="Google Shape;3974;p43"/>
          <p:cNvSpPr/>
          <p:nvPr/>
        </p:nvSpPr>
        <p:spPr>
          <a:xfrm>
            <a:off x="2728078" y="2560798"/>
            <a:ext cx="26803" cy="26803"/>
          </a:xfrm>
          <a:custGeom>
            <a:rect b="b" l="l" r="r" t="t"/>
            <a:pathLst>
              <a:path extrusionOk="0" h="258" w="258">
                <a:moveTo>
                  <a:pt x="1" y="1"/>
                </a:moveTo>
                <a:lnTo>
                  <a:pt x="1" y="258"/>
                </a:lnTo>
                <a:lnTo>
                  <a:pt x="258" y="258"/>
                </a:lnTo>
                <a:lnTo>
                  <a:pt x="25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5" name="Google Shape;3975;p43"/>
          <p:cNvSpPr/>
          <p:nvPr/>
        </p:nvSpPr>
        <p:spPr>
          <a:xfrm>
            <a:off x="2728078" y="2451717"/>
            <a:ext cx="26803" cy="26803"/>
          </a:xfrm>
          <a:custGeom>
            <a:rect b="b" l="l" r="r" t="t"/>
            <a:pathLst>
              <a:path extrusionOk="0" h="258" w="258">
                <a:moveTo>
                  <a:pt x="1" y="0"/>
                </a:moveTo>
                <a:lnTo>
                  <a:pt x="1" y="258"/>
                </a:lnTo>
                <a:lnTo>
                  <a:pt x="258" y="258"/>
                </a:lnTo>
                <a:lnTo>
                  <a:pt x="25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6" name="Google Shape;3976;p43"/>
          <p:cNvSpPr/>
          <p:nvPr/>
        </p:nvSpPr>
        <p:spPr>
          <a:xfrm>
            <a:off x="2684965" y="2506257"/>
            <a:ext cx="26803" cy="26699"/>
          </a:xfrm>
          <a:custGeom>
            <a:rect b="b" l="l" r="r" t="t"/>
            <a:pathLst>
              <a:path extrusionOk="0" h="257" w="258">
                <a:moveTo>
                  <a:pt x="1" y="0"/>
                </a:moveTo>
                <a:lnTo>
                  <a:pt x="1" y="257"/>
                </a:lnTo>
                <a:lnTo>
                  <a:pt x="257" y="257"/>
                </a:lnTo>
                <a:lnTo>
                  <a:pt x="2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7" name="Google Shape;3977;p43"/>
          <p:cNvSpPr/>
          <p:nvPr/>
        </p:nvSpPr>
        <p:spPr>
          <a:xfrm>
            <a:off x="2684965" y="2451717"/>
            <a:ext cx="26803" cy="26803"/>
          </a:xfrm>
          <a:custGeom>
            <a:rect b="b" l="l" r="r" t="t"/>
            <a:pathLst>
              <a:path extrusionOk="0" h="258" w="258">
                <a:moveTo>
                  <a:pt x="1" y="0"/>
                </a:moveTo>
                <a:lnTo>
                  <a:pt x="1" y="258"/>
                </a:lnTo>
                <a:lnTo>
                  <a:pt x="257" y="258"/>
                </a:lnTo>
                <a:lnTo>
                  <a:pt x="2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8" name="Google Shape;3978;p43"/>
          <p:cNvSpPr/>
          <p:nvPr/>
        </p:nvSpPr>
        <p:spPr>
          <a:xfrm>
            <a:off x="2584713" y="2606508"/>
            <a:ext cx="26803" cy="26803"/>
          </a:xfrm>
          <a:custGeom>
            <a:rect b="b" l="l" r="r" t="t"/>
            <a:pathLst>
              <a:path extrusionOk="0" h="258" w="258">
                <a:moveTo>
                  <a:pt x="1" y="1"/>
                </a:moveTo>
                <a:lnTo>
                  <a:pt x="1" y="258"/>
                </a:lnTo>
                <a:lnTo>
                  <a:pt x="258" y="258"/>
                </a:lnTo>
                <a:lnTo>
                  <a:pt x="25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9" name="Google Shape;3979;p43"/>
          <p:cNvSpPr/>
          <p:nvPr/>
        </p:nvSpPr>
        <p:spPr>
          <a:xfrm>
            <a:off x="2584713" y="2497531"/>
            <a:ext cx="26803" cy="26595"/>
          </a:xfrm>
          <a:custGeom>
            <a:rect b="b" l="l" r="r" t="t"/>
            <a:pathLst>
              <a:path extrusionOk="0" h="256" w="258">
                <a:moveTo>
                  <a:pt x="1" y="0"/>
                </a:moveTo>
                <a:lnTo>
                  <a:pt x="1" y="256"/>
                </a:lnTo>
                <a:lnTo>
                  <a:pt x="258" y="256"/>
                </a:lnTo>
                <a:lnTo>
                  <a:pt x="25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0" name="Google Shape;3980;p43"/>
          <p:cNvSpPr/>
          <p:nvPr/>
        </p:nvSpPr>
        <p:spPr>
          <a:xfrm>
            <a:off x="2584713" y="2442887"/>
            <a:ext cx="26803" cy="26803"/>
          </a:xfrm>
          <a:custGeom>
            <a:rect b="b" l="l" r="r" t="t"/>
            <a:pathLst>
              <a:path extrusionOk="0" h="258" w="258">
                <a:moveTo>
                  <a:pt x="1" y="0"/>
                </a:moveTo>
                <a:lnTo>
                  <a:pt x="1" y="257"/>
                </a:lnTo>
                <a:lnTo>
                  <a:pt x="258" y="257"/>
                </a:lnTo>
                <a:lnTo>
                  <a:pt x="25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1" name="Google Shape;3981;p43"/>
          <p:cNvSpPr/>
          <p:nvPr/>
        </p:nvSpPr>
        <p:spPr>
          <a:xfrm>
            <a:off x="2541704" y="2606508"/>
            <a:ext cx="26803" cy="26803"/>
          </a:xfrm>
          <a:custGeom>
            <a:rect b="b" l="l" r="r" t="t"/>
            <a:pathLst>
              <a:path extrusionOk="0" h="258" w="258">
                <a:moveTo>
                  <a:pt x="0" y="1"/>
                </a:moveTo>
                <a:lnTo>
                  <a:pt x="0" y="258"/>
                </a:lnTo>
                <a:lnTo>
                  <a:pt x="257" y="258"/>
                </a:lnTo>
                <a:lnTo>
                  <a:pt x="25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2" name="Google Shape;3982;p43"/>
          <p:cNvSpPr/>
          <p:nvPr/>
        </p:nvSpPr>
        <p:spPr>
          <a:xfrm>
            <a:off x="2541704" y="2442887"/>
            <a:ext cx="26803" cy="26803"/>
          </a:xfrm>
          <a:custGeom>
            <a:rect b="b" l="l" r="r" t="t"/>
            <a:pathLst>
              <a:path extrusionOk="0" h="258" w="258">
                <a:moveTo>
                  <a:pt x="0" y="0"/>
                </a:moveTo>
                <a:lnTo>
                  <a:pt x="0" y="257"/>
                </a:lnTo>
                <a:lnTo>
                  <a:pt x="257" y="257"/>
                </a:lnTo>
                <a:lnTo>
                  <a:pt x="2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3" name="Google Shape;3983;p43"/>
          <p:cNvSpPr/>
          <p:nvPr/>
        </p:nvSpPr>
        <p:spPr>
          <a:xfrm>
            <a:off x="2498487" y="2552072"/>
            <a:ext cx="26803" cy="26699"/>
          </a:xfrm>
          <a:custGeom>
            <a:rect b="b" l="l" r="r" t="t"/>
            <a:pathLst>
              <a:path extrusionOk="0" h="257" w="258">
                <a:moveTo>
                  <a:pt x="1" y="0"/>
                </a:moveTo>
                <a:lnTo>
                  <a:pt x="1" y="257"/>
                </a:lnTo>
                <a:lnTo>
                  <a:pt x="258" y="257"/>
                </a:lnTo>
                <a:lnTo>
                  <a:pt x="25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4" name="Google Shape;3984;p43"/>
          <p:cNvSpPr/>
          <p:nvPr/>
        </p:nvSpPr>
        <p:spPr>
          <a:xfrm>
            <a:off x="2498487" y="2497531"/>
            <a:ext cx="26803" cy="26595"/>
          </a:xfrm>
          <a:custGeom>
            <a:rect b="b" l="l" r="r" t="t"/>
            <a:pathLst>
              <a:path extrusionOk="0" h="256" w="258">
                <a:moveTo>
                  <a:pt x="1" y="0"/>
                </a:moveTo>
                <a:lnTo>
                  <a:pt x="1" y="256"/>
                </a:lnTo>
                <a:lnTo>
                  <a:pt x="258" y="256"/>
                </a:lnTo>
                <a:lnTo>
                  <a:pt x="25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5" name="Google Shape;3985;p43"/>
          <p:cNvSpPr/>
          <p:nvPr/>
        </p:nvSpPr>
        <p:spPr>
          <a:xfrm>
            <a:off x="2435843" y="2381178"/>
            <a:ext cx="26803" cy="26803"/>
          </a:xfrm>
          <a:custGeom>
            <a:rect b="b" l="l" r="r" t="t"/>
            <a:pathLst>
              <a:path extrusionOk="0" h="258" w="258">
                <a:moveTo>
                  <a:pt x="0" y="1"/>
                </a:moveTo>
                <a:lnTo>
                  <a:pt x="0" y="258"/>
                </a:lnTo>
                <a:lnTo>
                  <a:pt x="257" y="258"/>
                </a:lnTo>
                <a:lnTo>
                  <a:pt x="25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6" name="Google Shape;3986;p43"/>
          <p:cNvSpPr/>
          <p:nvPr/>
        </p:nvSpPr>
        <p:spPr>
          <a:xfrm>
            <a:off x="2435843" y="2326533"/>
            <a:ext cx="26803" cy="26803"/>
          </a:xfrm>
          <a:custGeom>
            <a:rect b="b" l="l" r="r" t="t"/>
            <a:pathLst>
              <a:path extrusionOk="0" h="258" w="258">
                <a:moveTo>
                  <a:pt x="0" y="1"/>
                </a:moveTo>
                <a:lnTo>
                  <a:pt x="0" y="258"/>
                </a:lnTo>
                <a:lnTo>
                  <a:pt x="257" y="258"/>
                </a:lnTo>
                <a:lnTo>
                  <a:pt x="25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7" name="Google Shape;3987;p43"/>
          <p:cNvSpPr/>
          <p:nvPr/>
        </p:nvSpPr>
        <p:spPr>
          <a:xfrm>
            <a:off x="2435843" y="2271889"/>
            <a:ext cx="26803" cy="26907"/>
          </a:xfrm>
          <a:custGeom>
            <a:rect b="b" l="l" r="r" t="t"/>
            <a:pathLst>
              <a:path extrusionOk="0" h="259" w="258">
                <a:moveTo>
                  <a:pt x="0" y="1"/>
                </a:moveTo>
                <a:lnTo>
                  <a:pt x="0" y="259"/>
                </a:lnTo>
                <a:lnTo>
                  <a:pt x="257" y="259"/>
                </a:lnTo>
                <a:lnTo>
                  <a:pt x="25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8" name="Google Shape;3988;p43"/>
          <p:cNvSpPr/>
          <p:nvPr/>
        </p:nvSpPr>
        <p:spPr>
          <a:xfrm>
            <a:off x="2435843" y="2217348"/>
            <a:ext cx="26803" cy="26803"/>
          </a:xfrm>
          <a:custGeom>
            <a:rect b="b" l="l" r="r" t="t"/>
            <a:pathLst>
              <a:path extrusionOk="0" h="258" w="258">
                <a:moveTo>
                  <a:pt x="0" y="0"/>
                </a:moveTo>
                <a:lnTo>
                  <a:pt x="0" y="258"/>
                </a:lnTo>
                <a:lnTo>
                  <a:pt x="257" y="258"/>
                </a:lnTo>
                <a:lnTo>
                  <a:pt x="2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9" name="Google Shape;3989;p43"/>
          <p:cNvSpPr/>
          <p:nvPr/>
        </p:nvSpPr>
        <p:spPr>
          <a:xfrm>
            <a:off x="2392626" y="2381178"/>
            <a:ext cx="26803" cy="26803"/>
          </a:xfrm>
          <a:custGeom>
            <a:rect b="b" l="l" r="r" t="t"/>
            <a:pathLst>
              <a:path extrusionOk="0" h="258" w="258">
                <a:moveTo>
                  <a:pt x="1" y="1"/>
                </a:moveTo>
                <a:lnTo>
                  <a:pt x="1" y="258"/>
                </a:lnTo>
                <a:lnTo>
                  <a:pt x="258" y="258"/>
                </a:lnTo>
                <a:lnTo>
                  <a:pt x="25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0" name="Google Shape;3990;p43"/>
          <p:cNvSpPr/>
          <p:nvPr/>
        </p:nvSpPr>
        <p:spPr>
          <a:xfrm>
            <a:off x="2392626" y="2326533"/>
            <a:ext cx="26803" cy="26803"/>
          </a:xfrm>
          <a:custGeom>
            <a:rect b="b" l="l" r="r" t="t"/>
            <a:pathLst>
              <a:path extrusionOk="0" h="258" w="258">
                <a:moveTo>
                  <a:pt x="1" y="1"/>
                </a:moveTo>
                <a:lnTo>
                  <a:pt x="1" y="258"/>
                </a:lnTo>
                <a:lnTo>
                  <a:pt x="258" y="258"/>
                </a:lnTo>
                <a:lnTo>
                  <a:pt x="25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1" name="Google Shape;3991;p43"/>
          <p:cNvSpPr/>
          <p:nvPr/>
        </p:nvSpPr>
        <p:spPr>
          <a:xfrm>
            <a:off x="2392626" y="2271889"/>
            <a:ext cx="26803" cy="26907"/>
          </a:xfrm>
          <a:custGeom>
            <a:rect b="b" l="l" r="r" t="t"/>
            <a:pathLst>
              <a:path extrusionOk="0" h="259" w="258">
                <a:moveTo>
                  <a:pt x="1" y="1"/>
                </a:moveTo>
                <a:lnTo>
                  <a:pt x="1" y="259"/>
                </a:lnTo>
                <a:lnTo>
                  <a:pt x="258" y="259"/>
                </a:lnTo>
                <a:lnTo>
                  <a:pt x="25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2" name="Google Shape;3992;p43"/>
          <p:cNvSpPr/>
          <p:nvPr/>
        </p:nvSpPr>
        <p:spPr>
          <a:xfrm>
            <a:off x="2392626" y="2217348"/>
            <a:ext cx="26803" cy="26803"/>
          </a:xfrm>
          <a:custGeom>
            <a:rect b="b" l="l" r="r" t="t"/>
            <a:pathLst>
              <a:path extrusionOk="0" h="258" w="258">
                <a:moveTo>
                  <a:pt x="1" y="0"/>
                </a:moveTo>
                <a:lnTo>
                  <a:pt x="1" y="258"/>
                </a:lnTo>
                <a:lnTo>
                  <a:pt x="258" y="258"/>
                </a:lnTo>
                <a:lnTo>
                  <a:pt x="25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3" name="Google Shape;3993;p43"/>
          <p:cNvSpPr/>
          <p:nvPr/>
        </p:nvSpPr>
        <p:spPr>
          <a:xfrm>
            <a:off x="2349513" y="2381178"/>
            <a:ext cx="26907" cy="26803"/>
          </a:xfrm>
          <a:custGeom>
            <a:rect b="b" l="l" r="r" t="t"/>
            <a:pathLst>
              <a:path extrusionOk="0" h="258" w="259">
                <a:moveTo>
                  <a:pt x="0" y="1"/>
                </a:moveTo>
                <a:lnTo>
                  <a:pt x="0" y="258"/>
                </a:lnTo>
                <a:lnTo>
                  <a:pt x="258" y="258"/>
                </a:lnTo>
                <a:lnTo>
                  <a:pt x="25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4" name="Google Shape;3994;p43"/>
          <p:cNvSpPr/>
          <p:nvPr/>
        </p:nvSpPr>
        <p:spPr>
          <a:xfrm>
            <a:off x="2349513" y="2326533"/>
            <a:ext cx="26907" cy="26803"/>
          </a:xfrm>
          <a:custGeom>
            <a:rect b="b" l="l" r="r" t="t"/>
            <a:pathLst>
              <a:path extrusionOk="0" h="258" w="259">
                <a:moveTo>
                  <a:pt x="0" y="1"/>
                </a:moveTo>
                <a:lnTo>
                  <a:pt x="0" y="258"/>
                </a:lnTo>
                <a:lnTo>
                  <a:pt x="258" y="258"/>
                </a:lnTo>
                <a:lnTo>
                  <a:pt x="25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5" name="Google Shape;3995;p43"/>
          <p:cNvSpPr/>
          <p:nvPr/>
        </p:nvSpPr>
        <p:spPr>
          <a:xfrm>
            <a:off x="2349513" y="2271889"/>
            <a:ext cx="26907" cy="26907"/>
          </a:xfrm>
          <a:custGeom>
            <a:rect b="b" l="l" r="r" t="t"/>
            <a:pathLst>
              <a:path extrusionOk="0" h="259" w="259">
                <a:moveTo>
                  <a:pt x="0" y="1"/>
                </a:moveTo>
                <a:lnTo>
                  <a:pt x="0" y="259"/>
                </a:lnTo>
                <a:lnTo>
                  <a:pt x="258" y="259"/>
                </a:lnTo>
                <a:lnTo>
                  <a:pt x="25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6" name="Google Shape;3996;p43"/>
          <p:cNvSpPr/>
          <p:nvPr/>
        </p:nvSpPr>
        <p:spPr>
          <a:xfrm>
            <a:off x="2349513" y="2217348"/>
            <a:ext cx="26907" cy="26803"/>
          </a:xfrm>
          <a:custGeom>
            <a:rect b="b" l="l" r="r" t="t"/>
            <a:pathLst>
              <a:path extrusionOk="0" h="258" w="259">
                <a:moveTo>
                  <a:pt x="0" y="0"/>
                </a:moveTo>
                <a:lnTo>
                  <a:pt x="0" y="258"/>
                </a:lnTo>
                <a:lnTo>
                  <a:pt x="258" y="258"/>
                </a:lnTo>
                <a:lnTo>
                  <a:pt x="25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7" name="Google Shape;3997;p43"/>
          <p:cNvSpPr/>
          <p:nvPr/>
        </p:nvSpPr>
        <p:spPr>
          <a:xfrm>
            <a:off x="2257157" y="2321443"/>
            <a:ext cx="18492" cy="386773"/>
          </a:xfrm>
          <a:custGeom>
            <a:rect b="b" l="l" r="r" t="t"/>
            <a:pathLst>
              <a:path extrusionOk="0" h="3723" w="178">
                <a:moveTo>
                  <a:pt x="0" y="1"/>
                </a:moveTo>
                <a:lnTo>
                  <a:pt x="0" y="3722"/>
                </a:lnTo>
                <a:lnTo>
                  <a:pt x="177" y="3722"/>
                </a:lnTo>
                <a:lnTo>
                  <a:pt x="17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8" name="Google Shape;3998;p43"/>
          <p:cNvSpPr/>
          <p:nvPr/>
        </p:nvSpPr>
        <p:spPr>
          <a:xfrm>
            <a:off x="2214875" y="2321443"/>
            <a:ext cx="18596" cy="386773"/>
          </a:xfrm>
          <a:custGeom>
            <a:rect b="b" l="l" r="r" t="t"/>
            <a:pathLst>
              <a:path extrusionOk="0" h="3723" w="179">
                <a:moveTo>
                  <a:pt x="0" y="1"/>
                </a:moveTo>
                <a:lnTo>
                  <a:pt x="0" y="3722"/>
                </a:lnTo>
                <a:lnTo>
                  <a:pt x="178" y="3722"/>
                </a:lnTo>
                <a:lnTo>
                  <a:pt x="17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9" name="Google Shape;3999;p43"/>
          <p:cNvSpPr/>
          <p:nvPr/>
        </p:nvSpPr>
        <p:spPr>
          <a:xfrm>
            <a:off x="2174359" y="2321443"/>
            <a:ext cx="18596" cy="386773"/>
          </a:xfrm>
          <a:custGeom>
            <a:rect b="b" l="l" r="r" t="t"/>
            <a:pathLst>
              <a:path extrusionOk="0" h="3723" w="179">
                <a:moveTo>
                  <a:pt x="0" y="1"/>
                </a:moveTo>
                <a:lnTo>
                  <a:pt x="0" y="3722"/>
                </a:lnTo>
                <a:lnTo>
                  <a:pt x="178" y="3722"/>
                </a:lnTo>
                <a:lnTo>
                  <a:pt x="17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0" name="Google Shape;4000;p43"/>
          <p:cNvSpPr/>
          <p:nvPr/>
        </p:nvSpPr>
        <p:spPr>
          <a:xfrm>
            <a:off x="2111819" y="2695331"/>
            <a:ext cx="26907" cy="26803"/>
          </a:xfrm>
          <a:custGeom>
            <a:rect b="b" l="l" r="r" t="t"/>
            <a:pathLst>
              <a:path extrusionOk="0" h="258" w="259">
                <a:moveTo>
                  <a:pt x="1" y="0"/>
                </a:moveTo>
                <a:lnTo>
                  <a:pt x="1" y="257"/>
                </a:lnTo>
                <a:lnTo>
                  <a:pt x="258" y="257"/>
                </a:lnTo>
                <a:lnTo>
                  <a:pt x="25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1" name="Google Shape;4001;p43"/>
          <p:cNvSpPr/>
          <p:nvPr/>
        </p:nvSpPr>
        <p:spPr>
          <a:xfrm>
            <a:off x="2111819" y="2640687"/>
            <a:ext cx="26907" cy="26803"/>
          </a:xfrm>
          <a:custGeom>
            <a:rect b="b" l="l" r="r" t="t"/>
            <a:pathLst>
              <a:path extrusionOk="0" h="258" w="259">
                <a:moveTo>
                  <a:pt x="1" y="0"/>
                </a:moveTo>
                <a:lnTo>
                  <a:pt x="1" y="257"/>
                </a:lnTo>
                <a:lnTo>
                  <a:pt x="258" y="257"/>
                </a:lnTo>
                <a:lnTo>
                  <a:pt x="25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2" name="Google Shape;4002;p43"/>
          <p:cNvSpPr/>
          <p:nvPr/>
        </p:nvSpPr>
        <p:spPr>
          <a:xfrm>
            <a:off x="2111819" y="2586043"/>
            <a:ext cx="26907" cy="26803"/>
          </a:xfrm>
          <a:custGeom>
            <a:rect b="b" l="l" r="r" t="t"/>
            <a:pathLst>
              <a:path extrusionOk="0" h="258" w="259">
                <a:moveTo>
                  <a:pt x="1" y="0"/>
                </a:moveTo>
                <a:lnTo>
                  <a:pt x="1" y="257"/>
                </a:lnTo>
                <a:lnTo>
                  <a:pt x="258" y="257"/>
                </a:lnTo>
                <a:lnTo>
                  <a:pt x="25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3" name="Google Shape;4003;p43"/>
          <p:cNvSpPr/>
          <p:nvPr/>
        </p:nvSpPr>
        <p:spPr>
          <a:xfrm>
            <a:off x="2068706" y="2531398"/>
            <a:ext cx="26699" cy="26907"/>
          </a:xfrm>
          <a:custGeom>
            <a:rect b="b" l="l" r="r" t="t"/>
            <a:pathLst>
              <a:path extrusionOk="0" h="259" w="257">
                <a:moveTo>
                  <a:pt x="0" y="1"/>
                </a:moveTo>
                <a:lnTo>
                  <a:pt x="0" y="258"/>
                </a:lnTo>
                <a:lnTo>
                  <a:pt x="257" y="258"/>
                </a:lnTo>
                <a:lnTo>
                  <a:pt x="25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4" name="Google Shape;4004;p43"/>
          <p:cNvSpPr/>
          <p:nvPr/>
        </p:nvSpPr>
        <p:spPr>
          <a:xfrm>
            <a:off x="2025489" y="2640687"/>
            <a:ext cx="26803" cy="26803"/>
          </a:xfrm>
          <a:custGeom>
            <a:rect b="b" l="l" r="r" t="t"/>
            <a:pathLst>
              <a:path extrusionOk="0" h="258" w="258">
                <a:moveTo>
                  <a:pt x="1" y="0"/>
                </a:moveTo>
                <a:lnTo>
                  <a:pt x="1" y="257"/>
                </a:lnTo>
                <a:lnTo>
                  <a:pt x="258" y="257"/>
                </a:lnTo>
                <a:lnTo>
                  <a:pt x="25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5" name="Google Shape;4005;p43"/>
          <p:cNvSpPr/>
          <p:nvPr/>
        </p:nvSpPr>
        <p:spPr>
          <a:xfrm>
            <a:off x="2025489" y="2531398"/>
            <a:ext cx="26803" cy="26907"/>
          </a:xfrm>
          <a:custGeom>
            <a:rect b="b" l="l" r="r" t="t"/>
            <a:pathLst>
              <a:path extrusionOk="0" h="259" w="258">
                <a:moveTo>
                  <a:pt x="1" y="1"/>
                </a:moveTo>
                <a:lnTo>
                  <a:pt x="1" y="258"/>
                </a:lnTo>
                <a:lnTo>
                  <a:pt x="258" y="258"/>
                </a:lnTo>
                <a:lnTo>
                  <a:pt x="25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6" name="Google Shape;4006;p43"/>
          <p:cNvSpPr/>
          <p:nvPr/>
        </p:nvSpPr>
        <p:spPr>
          <a:xfrm>
            <a:off x="2001387" y="2899053"/>
            <a:ext cx="5143678" cy="2251865"/>
          </a:xfrm>
          <a:custGeom>
            <a:rect b="b" l="l" r="r" t="t"/>
            <a:pathLst>
              <a:path extrusionOk="0" h="21676" w="49512">
                <a:moveTo>
                  <a:pt x="49219" y="1"/>
                </a:moveTo>
                <a:cubicBezTo>
                  <a:pt x="48525" y="1"/>
                  <a:pt x="46615" y="69"/>
                  <a:pt x="43832" y="712"/>
                </a:cubicBezTo>
                <a:cubicBezTo>
                  <a:pt x="41563" y="1237"/>
                  <a:pt x="36353" y="2763"/>
                  <a:pt x="33072" y="2916"/>
                </a:cubicBezTo>
                <a:cubicBezTo>
                  <a:pt x="32698" y="2933"/>
                  <a:pt x="32316" y="2941"/>
                  <a:pt x="31926" y="2941"/>
                </a:cubicBezTo>
                <a:cubicBezTo>
                  <a:pt x="26236" y="2941"/>
                  <a:pt x="18929" y="1195"/>
                  <a:pt x="13630" y="573"/>
                </a:cubicBezTo>
                <a:cubicBezTo>
                  <a:pt x="9260" y="59"/>
                  <a:pt x="3515" y="1"/>
                  <a:pt x="1122" y="1"/>
                </a:cubicBezTo>
                <a:cubicBezTo>
                  <a:pt x="415" y="1"/>
                  <a:pt x="0" y="6"/>
                  <a:pt x="0" y="6"/>
                </a:cubicBezTo>
                <a:lnTo>
                  <a:pt x="0" y="21646"/>
                </a:lnTo>
                <a:lnTo>
                  <a:pt x="49511" y="21676"/>
                </a:lnTo>
                <a:lnTo>
                  <a:pt x="49511" y="501"/>
                </a:lnTo>
                <a:lnTo>
                  <a:pt x="49459" y="501"/>
                </a:lnTo>
                <a:lnTo>
                  <a:pt x="49459" y="4"/>
                </a:lnTo>
                <a:cubicBezTo>
                  <a:pt x="49412" y="2"/>
                  <a:pt x="49332" y="1"/>
                  <a:pt x="4921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7" name="Google Shape;4007;p43"/>
          <p:cNvSpPr/>
          <p:nvPr/>
        </p:nvSpPr>
        <p:spPr>
          <a:xfrm>
            <a:off x="3060829" y="2761092"/>
            <a:ext cx="951506" cy="286002"/>
          </a:xfrm>
          <a:custGeom>
            <a:rect b="b" l="l" r="r" t="t"/>
            <a:pathLst>
              <a:path extrusionOk="0" h="2753" w="9159">
                <a:moveTo>
                  <a:pt x="4518" y="1"/>
                </a:moveTo>
                <a:cubicBezTo>
                  <a:pt x="4192" y="1"/>
                  <a:pt x="3828" y="64"/>
                  <a:pt x="3367" y="196"/>
                </a:cubicBezTo>
                <a:cubicBezTo>
                  <a:pt x="3107" y="270"/>
                  <a:pt x="2794" y="298"/>
                  <a:pt x="2472" y="298"/>
                </a:cubicBezTo>
                <a:cubicBezTo>
                  <a:pt x="1504" y="298"/>
                  <a:pt x="446" y="48"/>
                  <a:pt x="446" y="48"/>
                </a:cubicBezTo>
                <a:lnTo>
                  <a:pt x="446" y="48"/>
                </a:lnTo>
                <a:cubicBezTo>
                  <a:pt x="1" y="443"/>
                  <a:pt x="1583" y="1532"/>
                  <a:pt x="3069" y="1878"/>
                </a:cubicBezTo>
                <a:cubicBezTo>
                  <a:pt x="4554" y="2224"/>
                  <a:pt x="4652" y="2126"/>
                  <a:pt x="6584" y="2621"/>
                </a:cubicBezTo>
                <a:cubicBezTo>
                  <a:pt x="6945" y="2714"/>
                  <a:pt x="7267" y="2753"/>
                  <a:pt x="7546" y="2753"/>
                </a:cubicBezTo>
                <a:cubicBezTo>
                  <a:pt x="8756" y="2753"/>
                  <a:pt x="9158" y="2020"/>
                  <a:pt x="8515" y="1779"/>
                </a:cubicBezTo>
                <a:cubicBezTo>
                  <a:pt x="7723" y="1482"/>
                  <a:pt x="6436" y="641"/>
                  <a:pt x="5694" y="294"/>
                </a:cubicBezTo>
                <a:cubicBezTo>
                  <a:pt x="5281" y="101"/>
                  <a:pt x="4929" y="1"/>
                  <a:pt x="451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8" name="Google Shape;4008;p43"/>
          <p:cNvSpPr/>
          <p:nvPr/>
        </p:nvSpPr>
        <p:spPr>
          <a:xfrm>
            <a:off x="3328234" y="2832878"/>
            <a:ext cx="1164787" cy="295872"/>
          </a:xfrm>
          <a:custGeom>
            <a:rect b="b" l="l" r="r" t="t"/>
            <a:pathLst>
              <a:path extrusionOk="0" h="2848" w="11212">
                <a:moveTo>
                  <a:pt x="6535" y="60"/>
                </a:moveTo>
                <a:cubicBezTo>
                  <a:pt x="6345" y="60"/>
                  <a:pt x="6146" y="73"/>
                  <a:pt x="5941" y="99"/>
                </a:cubicBezTo>
                <a:cubicBezTo>
                  <a:pt x="4753" y="247"/>
                  <a:pt x="4159" y="0"/>
                  <a:pt x="2079" y="791"/>
                </a:cubicBezTo>
                <a:cubicBezTo>
                  <a:pt x="1" y="1584"/>
                  <a:pt x="7675" y="2228"/>
                  <a:pt x="8862" y="2575"/>
                </a:cubicBezTo>
                <a:cubicBezTo>
                  <a:pt x="9505" y="2762"/>
                  <a:pt x="10148" y="2847"/>
                  <a:pt x="10595" y="2847"/>
                </a:cubicBezTo>
                <a:cubicBezTo>
                  <a:pt x="10974" y="2847"/>
                  <a:pt x="11211" y="2786"/>
                  <a:pt x="11188" y="2673"/>
                </a:cubicBezTo>
                <a:cubicBezTo>
                  <a:pt x="11138" y="2426"/>
                  <a:pt x="10346" y="2029"/>
                  <a:pt x="9752" y="1683"/>
                </a:cubicBezTo>
                <a:cubicBezTo>
                  <a:pt x="9158" y="1337"/>
                  <a:pt x="9158" y="1337"/>
                  <a:pt x="8614" y="791"/>
                </a:cubicBezTo>
                <a:cubicBezTo>
                  <a:pt x="8164" y="341"/>
                  <a:pt x="7443" y="60"/>
                  <a:pt x="6535" y="6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9" name="Google Shape;4009;p43"/>
          <p:cNvSpPr/>
          <p:nvPr/>
        </p:nvSpPr>
        <p:spPr>
          <a:xfrm>
            <a:off x="2876429" y="2724420"/>
            <a:ext cx="1634981" cy="994203"/>
          </a:xfrm>
          <a:custGeom>
            <a:rect b="b" l="l" r="r" t="t"/>
            <a:pathLst>
              <a:path extrusionOk="0" h="9570" w="15738">
                <a:moveTo>
                  <a:pt x="1077" y="0"/>
                </a:moveTo>
                <a:cubicBezTo>
                  <a:pt x="704" y="0"/>
                  <a:pt x="1" y="114"/>
                  <a:pt x="192" y="401"/>
                </a:cubicBezTo>
                <a:cubicBezTo>
                  <a:pt x="401" y="717"/>
                  <a:pt x="737" y="1144"/>
                  <a:pt x="1034" y="1639"/>
                </a:cubicBezTo>
                <a:cubicBezTo>
                  <a:pt x="1330" y="2134"/>
                  <a:pt x="2023" y="4658"/>
                  <a:pt x="2370" y="5153"/>
                </a:cubicBezTo>
                <a:cubicBezTo>
                  <a:pt x="2420" y="5225"/>
                  <a:pt x="2461" y="5255"/>
                  <a:pt x="2495" y="5255"/>
                </a:cubicBezTo>
                <a:cubicBezTo>
                  <a:pt x="2683" y="5255"/>
                  <a:pt x="2676" y="4343"/>
                  <a:pt x="2944" y="4343"/>
                </a:cubicBezTo>
                <a:cubicBezTo>
                  <a:pt x="2965" y="4343"/>
                  <a:pt x="2988" y="4349"/>
                  <a:pt x="3014" y="4361"/>
                </a:cubicBezTo>
                <a:cubicBezTo>
                  <a:pt x="3410" y="4560"/>
                  <a:pt x="3508" y="5748"/>
                  <a:pt x="3558" y="6293"/>
                </a:cubicBezTo>
                <a:cubicBezTo>
                  <a:pt x="3588" y="6627"/>
                  <a:pt x="3785" y="6942"/>
                  <a:pt x="3991" y="6942"/>
                </a:cubicBezTo>
                <a:cubicBezTo>
                  <a:pt x="4121" y="6942"/>
                  <a:pt x="4254" y="6817"/>
                  <a:pt x="4350" y="6491"/>
                </a:cubicBezTo>
                <a:cubicBezTo>
                  <a:pt x="4598" y="5650"/>
                  <a:pt x="4350" y="5005"/>
                  <a:pt x="4944" y="4907"/>
                </a:cubicBezTo>
                <a:cubicBezTo>
                  <a:pt x="4972" y="4902"/>
                  <a:pt x="4999" y="4900"/>
                  <a:pt x="5025" y="4900"/>
                </a:cubicBezTo>
                <a:cubicBezTo>
                  <a:pt x="5547" y="4900"/>
                  <a:pt x="5641" y="5832"/>
                  <a:pt x="5736" y="6540"/>
                </a:cubicBezTo>
                <a:cubicBezTo>
                  <a:pt x="5787" y="6919"/>
                  <a:pt x="5992" y="7078"/>
                  <a:pt x="6213" y="7078"/>
                </a:cubicBezTo>
                <a:cubicBezTo>
                  <a:pt x="6426" y="7078"/>
                  <a:pt x="6655" y="6931"/>
                  <a:pt x="6776" y="6688"/>
                </a:cubicBezTo>
                <a:cubicBezTo>
                  <a:pt x="6869" y="6502"/>
                  <a:pt x="7018" y="6421"/>
                  <a:pt x="7192" y="6421"/>
                </a:cubicBezTo>
                <a:cubicBezTo>
                  <a:pt x="7479" y="6421"/>
                  <a:pt x="7834" y="6645"/>
                  <a:pt x="8112" y="6985"/>
                </a:cubicBezTo>
                <a:cubicBezTo>
                  <a:pt x="8491" y="7447"/>
                  <a:pt x="8410" y="9411"/>
                  <a:pt x="8904" y="9559"/>
                </a:cubicBezTo>
                <a:cubicBezTo>
                  <a:pt x="8928" y="9566"/>
                  <a:pt x="8950" y="9570"/>
                  <a:pt x="8971" y="9570"/>
                </a:cubicBezTo>
                <a:cubicBezTo>
                  <a:pt x="9392" y="9570"/>
                  <a:pt x="9312" y="8204"/>
                  <a:pt x="9499" y="7083"/>
                </a:cubicBezTo>
                <a:cubicBezTo>
                  <a:pt x="9578" y="6607"/>
                  <a:pt x="9722" y="6434"/>
                  <a:pt x="9893" y="6434"/>
                </a:cubicBezTo>
                <a:cubicBezTo>
                  <a:pt x="9917" y="6434"/>
                  <a:pt x="9942" y="6437"/>
                  <a:pt x="9967" y="6444"/>
                </a:cubicBezTo>
                <a:cubicBezTo>
                  <a:pt x="10210" y="6508"/>
                  <a:pt x="10490" y="7183"/>
                  <a:pt x="10985" y="7282"/>
                </a:cubicBezTo>
                <a:cubicBezTo>
                  <a:pt x="11008" y="7286"/>
                  <a:pt x="11031" y="7288"/>
                  <a:pt x="11054" y="7288"/>
                </a:cubicBezTo>
                <a:cubicBezTo>
                  <a:pt x="11539" y="7288"/>
                  <a:pt x="12148" y="6329"/>
                  <a:pt x="12668" y="5053"/>
                </a:cubicBezTo>
                <a:cubicBezTo>
                  <a:pt x="12956" y="4346"/>
                  <a:pt x="13203" y="4221"/>
                  <a:pt x="13466" y="4202"/>
                </a:cubicBezTo>
                <a:cubicBezTo>
                  <a:pt x="13473" y="4201"/>
                  <a:pt x="13480" y="4201"/>
                  <a:pt x="13487" y="4201"/>
                </a:cubicBezTo>
                <a:cubicBezTo>
                  <a:pt x="13707" y="4201"/>
                  <a:pt x="13822" y="4460"/>
                  <a:pt x="14301" y="4460"/>
                </a:cubicBezTo>
                <a:cubicBezTo>
                  <a:pt x="14797" y="4460"/>
                  <a:pt x="15738" y="3815"/>
                  <a:pt x="15440" y="3568"/>
                </a:cubicBezTo>
                <a:cubicBezTo>
                  <a:pt x="15142" y="3322"/>
                  <a:pt x="13855" y="2925"/>
                  <a:pt x="12816" y="2628"/>
                </a:cubicBezTo>
                <a:cubicBezTo>
                  <a:pt x="11932" y="2376"/>
                  <a:pt x="10689" y="2052"/>
                  <a:pt x="9362" y="2052"/>
                </a:cubicBezTo>
                <a:cubicBezTo>
                  <a:pt x="9129" y="2052"/>
                  <a:pt x="8893" y="2062"/>
                  <a:pt x="8656" y="2084"/>
                </a:cubicBezTo>
                <a:cubicBezTo>
                  <a:pt x="8457" y="2102"/>
                  <a:pt x="8267" y="2111"/>
                  <a:pt x="8083" y="2111"/>
                </a:cubicBezTo>
                <a:cubicBezTo>
                  <a:pt x="6801" y="2111"/>
                  <a:pt x="5827" y="1700"/>
                  <a:pt x="4399" y="1440"/>
                </a:cubicBezTo>
                <a:cubicBezTo>
                  <a:pt x="2765" y="1143"/>
                  <a:pt x="3062" y="152"/>
                  <a:pt x="1181" y="4"/>
                </a:cubicBezTo>
                <a:cubicBezTo>
                  <a:pt x="1151" y="1"/>
                  <a:pt x="1116" y="0"/>
                  <a:pt x="107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0" name="Google Shape;4010;p43"/>
          <p:cNvSpPr/>
          <p:nvPr/>
        </p:nvSpPr>
        <p:spPr>
          <a:xfrm>
            <a:off x="3768716" y="3772222"/>
            <a:ext cx="75838" cy="75838"/>
          </a:xfrm>
          <a:custGeom>
            <a:rect b="b" l="l" r="r" t="t"/>
            <a:pathLst>
              <a:path extrusionOk="0" h="730" w="730">
                <a:moveTo>
                  <a:pt x="365" y="0"/>
                </a:moveTo>
                <a:cubicBezTo>
                  <a:pt x="164" y="0"/>
                  <a:pt x="1" y="163"/>
                  <a:pt x="1" y="364"/>
                </a:cubicBezTo>
                <a:cubicBezTo>
                  <a:pt x="1" y="566"/>
                  <a:pt x="164" y="730"/>
                  <a:pt x="365" y="730"/>
                </a:cubicBezTo>
                <a:cubicBezTo>
                  <a:pt x="567" y="730"/>
                  <a:pt x="729" y="566"/>
                  <a:pt x="729" y="364"/>
                </a:cubicBezTo>
                <a:cubicBezTo>
                  <a:pt x="729" y="163"/>
                  <a:pt x="567" y="0"/>
                  <a:pt x="36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1" name="Google Shape;4011;p43"/>
          <p:cNvSpPr/>
          <p:nvPr/>
        </p:nvSpPr>
        <p:spPr>
          <a:xfrm>
            <a:off x="3496531" y="3496506"/>
            <a:ext cx="54541" cy="56930"/>
          </a:xfrm>
          <a:custGeom>
            <a:rect b="b" l="l" r="r" t="t"/>
            <a:pathLst>
              <a:path extrusionOk="0" h="548" w="525">
                <a:moveTo>
                  <a:pt x="263" y="0"/>
                </a:moveTo>
                <a:cubicBezTo>
                  <a:pt x="159" y="0"/>
                  <a:pt x="55" y="60"/>
                  <a:pt x="21" y="179"/>
                </a:cubicBezTo>
                <a:cubicBezTo>
                  <a:pt x="7" y="227"/>
                  <a:pt x="1" y="275"/>
                  <a:pt x="8" y="322"/>
                </a:cubicBezTo>
                <a:cubicBezTo>
                  <a:pt x="19" y="414"/>
                  <a:pt x="88" y="499"/>
                  <a:pt x="175" y="532"/>
                </a:cubicBezTo>
                <a:lnTo>
                  <a:pt x="186" y="536"/>
                </a:lnTo>
                <a:cubicBezTo>
                  <a:pt x="190" y="537"/>
                  <a:pt x="192" y="539"/>
                  <a:pt x="196" y="540"/>
                </a:cubicBezTo>
                <a:cubicBezTo>
                  <a:pt x="202" y="541"/>
                  <a:pt x="207" y="541"/>
                  <a:pt x="213" y="542"/>
                </a:cubicBezTo>
                <a:cubicBezTo>
                  <a:pt x="223" y="544"/>
                  <a:pt x="231" y="546"/>
                  <a:pt x="239" y="546"/>
                </a:cubicBezTo>
                <a:cubicBezTo>
                  <a:pt x="248" y="547"/>
                  <a:pt x="256" y="547"/>
                  <a:pt x="264" y="547"/>
                </a:cubicBezTo>
                <a:cubicBezTo>
                  <a:pt x="272" y="547"/>
                  <a:pt x="280" y="547"/>
                  <a:pt x="288" y="546"/>
                </a:cubicBezTo>
                <a:cubicBezTo>
                  <a:pt x="297" y="545"/>
                  <a:pt x="304" y="544"/>
                  <a:pt x="314" y="542"/>
                </a:cubicBezTo>
                <a:cubicBezTo>
                  <a:pt x="320" y="541"/>
                  <a:pt x="325" y="541"/>
                  <a:pt x="331" y="540"/>
                </a:cubicBezTo>
                <a:cubicBezTo>
                  <a:pt x="335" y="539"/>
                  <a:pt x="338" y="537"/>
                  <a:pt x="341" y="536"/>
                </a:cubicBezTo>
                <a:lnTo>
                  <a:pt x="354" y="532"/>
                </a:lnTo>
                <a:cubicBezTo>
                  <a:pt x="436" y="499"/>
                  <a:pt x="505" y="416"/>
                  <a:pt x="517" y="322"/>
                </a:cubicBezTo>
                <a:cubicBezTo>
                  <a:pt x="524" y="274"/>
                  <a:pt x="517" y="227"/>
                  <a:pt x="504" y="179"/>
                </a:cubicBezTo>
                <a:cubicBezTo>
                  <a:pt x="470" y="60"/>
                  <a:pt x="366" y="0"/>
                  <a:pt x="26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2" name="Google Shape;4012;p43"/>
          <p:cNvSpPr/>
          <p:nvPr/>
        </p:nvSpPr>
        <p:spPr>
          <a:xfrm>
            <a:off x="3546501" y="3570889"/>
            <a:ext cx="36776" cy="46334"/>
          </a:xfrm>
          <a:custGeom>
            <a:rect b="b" l="l" r="r" t="t"/>
            <a:pathLst>
              <a:path extrusionOk="0" h="446" w="354">
                <a:moveTo>
                  <a:pt x="178" y="1"/>
                </a:moveTo>
                <a:cubicBezTo>
                  <a:pt x="142" y="1"/>
                  <a:pt x="105" y="14"/>
                  <a:pt x="75" y="41"/>
                </a:cubicBezTo>
                <a:cubicBezTo>
                  <a:pt x="4" y="108"/>
                  <a:pt x="1" y="182"/>
                  <a:pt x="4" y="273"/>
                </a:cubicBezTo>
                <a:cubicBezTo>
                  <a:pt x="8" y="368"/>
                  <a:pt x="80" y="445"/>
                  <a:pt x="176" y="445"/>
                </a:cubicBezTo>
                <a:cubicBezTo>
                  <a:pt x="273" y="445"/>
                  <a:pt x="346" y="367"/>
                  <a:pt x="349" y="273"/>
                </a:cubicBezTo>
                <a:cubicBezTo>
                  <a:pt x="354" y="181"/>
                  <a:pt x="350" y="107"/>
                  <a:pt x="279" y="41"/>
                </a:cubicBezTo>
                <a:cubicBezTo>
                  <a:pt x="250" y="14"/>
                  <a:pt x="214" y="1"/>
                  <a:pt x="17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3" name="Google Shape;4013;p43"/>
          <p:cNvSpPr/>
          <p:nvPr/>
        </p:nvSpPr>
        <p:spPr>
          <a:xfrm>
            <a:off x="3718850" y="3719759"/>
            <a:ext cx="42074" cy="48308"/>
          </a:xfrm>
          <a:custGeom>
            <a:rect b="b" l="l" r="r" t="t"/>
            <a:pathLst>
              <a:path extrusionOk="0" h="465" w="405">
                <a:moveTo>
                  <a:pt x="197" y="1"/>
                </a:moveTo>
                <a:cubicBezTo>
                  <a:pt x="183" y="1"/>
                  <a:pt x="169" y="2"/>
                  <a:pt x="155" y="7"/>
                </a:cubicBezTo>
                <a:cubicBezTo>
                  <a:pt x="72" y="29"/>
                  <a:pt x="36" y="97"/>
                  <a:pt x="26" y="177"/>
                </a:cubicBezTo>
                <a:cubicBezTo>
                  <a:pt x="22" y="210"/>
                  <a:pt x="17" y="243"/>
                  <a:pt x="12" y="275"/>
                </a:cubicBezTo>
                <a:cubicBezTo>
                  <a:pt x="0" y="377"/>
                  <a:pt x="109" y="464"/>
                  <a:pt x="202" y="464"/>
                </a:cubicBezTo>
                <a:cubicBezTo>
                  <a:pt x="296" y="464"/>
                  <a:pt x="404" y="377"/>
                  <a:pt x="391" y="275"/>
                </a:cubicBezTo>
                <a:cubicBezTo>
                  <a:pt x="388" y="259"/>
                  <a:pt x="386" y="242"/>
                  <a:pt x="384" y="225"/>
                </a:cubicBezTo>
                <a:cubicBezTo>
                  <a:pt x="383" y="219"/>
                  <a:pt x="383" y="213"/>
                  <a:pt x="381" y="204"/>
                </a:cubicBezTo>
                <a:cubicBezTo>
                  <a:pt x="379" y="195"/>
                  <a:pt x="379" y="192"/>
                  <a:pt x="378" y="192"/>
                </a:cubicBezTo>
                <a:cubicBezTo>
                  <a:pt x="377" y="192"/>
                  <a:pt x="376" y="193"/>
                  <a:pt x="376" y="196"/>
                </a:cubicBezTo>
                <a:cubicBezTo>
                  <a:pt x="380" y="158"/>
                  <a:pt x="379" y="123"/>
                  <a:pt x="358" y="89"/>
                </a:cubicBezTo>
                <a:cubicBezTo>
                  <a:pt x="348" y="71"/>
                  <a:pt x="335" y="61"/>
                  <a:pt x="322" y="50"/>
                </a:cubicBezTo>
                <a:cubicBezTo>
                  <a:pt x="318" y="46"/>
                  <a:pt x="314" y="43"/>
                  <a:pt x="309" y="39"/>
                </a:cubicBezTo>
                <a:cubicBezTo>
                  <a:pt x="305" y="35"/>
                  <a:pt x="302" y="32"/>
                  <a:pt x="299" y="28"/>
                </a:cubicBezTo>
                <a:cubicBezTo>
                  <a:pt x="288" y="15"/>
                  <a:pt x="271" y="9"/>
                  <a:pt x="255" y="9"/>
                </a:cubicBezTo>
                <a:cubicBezTo>
                  <a:pt x="253" y="9"/>
                  <a:pt x="252" y="9"/>
                  <a:pt x="251" y="9"/>
                </a:cubicBezTo>
                <a:cubicBezTo>
                  <a:pt x="233" y="4"/>
                  <a:pt x="215" y="1"/>
                  <a:pt x="19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4" name="Google Shape;4014;p43"/>
          <p:cNvSpPr/>
          <p:nvPr/>
        </p:nvSpPr>
        <p:spPr>
          <a:xfrm>
            <a:off x="3278888" y="3475106"/>
            <a:ext cx="57554" cy="59112"/>
          </a:xfrm>
          <a:custGeom>
            <a:rect b="b" l="l" r="r" t="t"/>
            <a:pathLst>
              <a:path extrusionOk="0" h="569" w="554">
                <a:moveTo>
                  <a:pt x="277" y="0"/>
                </a:moveTo>
                <a:cubicBezTo>
                  <a:pt x="209" y="0"/>
                  <a:pt x="141" y="29"/>
                  <a:pt x="92" y="77"/>
                </a:cubicBezTo>
                <a:cubicBezTo>
                  <a:pt x="39" y="131"/>
                  <a:pt x="25" y="190"/>
                  <a:pt x="15" y="262"/>
                </a:cubicBezTo>
                <a:cubicBezTo>
                  <a:pt x="14" y="276"/>
                  <a:pt x="13" y="290"/>
                  <a:pt x="11" y="302"/>
                </a:cubicBezTo>
                <a:cubicBezTo>
                  <a:pt x="0" y="447"/>
                  <a:pt x="141" y="568"/>
                  <a:pt x="277" y="568"/>
                </a:cubicBezTo>
                <a:cubicBezTo>
                  <a:pt x="415" y="568"/>
                  <a:pt x="554" y="447"/>
                  <a:pt x="543" y="302"/>
                </a:cubicBezTo>
                <a:cubicBezTo>
                  <a:pt x="542" y="290"/>
                  <a:pt x="541" y="277"/>
                  <a:pt x="541" y="264"/>
                </a:cubicBezTo>
                <a:cubicBezTo>
                  <a:pt x="538" y="121"/>
                  <a:pt x="424" y="0"/>
                  <a:pt x="27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5" name="Google Shape;4015;p43"/>
          <p:cNvSpPr/>
          <p:nvPr/>
        </p:nvSpPr>
        <p:spPr>
          <a:xfrm>
            <a:off x="3361894" y="3405294"/>
            <a:ext cx="45711" cy="57034"/>
          </a:xfrm>
          <a:custGeom>
            <a:rect b="b" l="l" r="r" t="t"/>
            <a:pathLst>
              <a:path extrusionOk="0" h="549" w="440">
                <a:moveTo>
                  <a:pt x="220" y="1"/>
                </a:moveTo>
                <a:cubicBezTo>
                  <a:pt x="174" y="1"/>
                  <a:pt x="128" y="18"/>
                  <a:pt x="96" y="52"/>
                </a:cubicBezTo>
                <a:cubicBezTo>
                  <a:pt x="62" y="89"/>
                  <a:pt x="27" y="126"/>
                  <a:pt x="14" y="177"/>
                </a:cubicBezTo>
                <a:cubicBezTo>
                  <a:pt x="0" y="226"/>
                  <a:pt x="4" y="283"/>
                  <a:pt x="3" y="333"/>
                </a:cubicBezTo>
                <a:cubicBezTo>
                  <a:pt x="0" y="400"/>
                  <a:pt x="35" y="462"/>
                  <a:pt x="86" y="502"/>
                </a:cubicBezTo>
                <a:cubicBezTo>
                  <a:pt x="122" y="530"/>
                  <a:pt x="168" y="549"/>
                  <a:pt x="219" y="549"/>
                </a:cubicBezTo>
                <a:cubicBezTo>
                  <a:pt x="270" y="549"/>
                  <a:pt x="315" y="530"/>
                  <a:pt x="352" y="502"/>
                </a:cubicBezTo>
                <a:cubicBezTo>
                  <a:pt x="404" y="461"/>
                  <a:pt x="439" y="400"/>
                  <a:pt x="437" y="333"/>
                </a:cubicBezTo>
                <a:cubicBezTo>
                  <a:pt x="435" y="283"/>
                  <a:pt x="439" y="225"/>
                  <a:pt x="426" y="177"/>
                </a:cubicBezTo>
                <a:cubicBezTo>
                  <a:pt x="413" y="126"/>
                  <a:pt x="378" y="89"/>
                  <a:pt x="343" y="52"/>
                </a:cubicBezTo>
                <a:cubicBezTo>
                  <a:pt x="312" y="18"/>
                  <a:pt x="266" y="1"/>
                  <a:pt x="2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6" name="Google Shape;4016;p43"/>
          <p:cNvSpPr/>
          <p:nvPr/>
        </p:nvSpPr>
        <p:spPr>
          <a:xfrm>
            <a:off x="3446873" y="3525283"/>
            <a:ext cx="19843" cy="21193"/>
          </a:xfrm>
          <a:custGeom>
            <a:rect b="b" l="l" r="r" t="t"/>
            <a:pathLst>
              <a:path extrusionOk="0" h="204" w="191">
                <a:moveTo>
                  <a:pt x="96" y="1"/>
                </a:moveTo>
                <a:cubicBezTo>
                  <a:pt x="55" y="1"/>
                  <a:pt x="14" y="28"/>
                  <a:pt x="9" y="84"/>
                </a:cubicBezTo>
                <a:cubicBezTo>
                  <a:pt x="8" y="95"/>
                  <a:pt x="8" y="107"/>
                  <a:pt x="6" y="117"/>
                </a:cubicBezTo>
                <a:cubicBezTo>
                  <a:pt x="1" y="175"/>
                  <a:pt x="48" y="204"/>
                  <a:pt x="95" y="204"/>
                </a:cubicBezTo>
                <a:cubicBezTo>
                  <a:pt x="143" y="204"/>
                  <a:pt x="190" y="175"/>
                  <a:pt x="185" y="117"/>
                </a:cubicBezTo>
                <a:cubicBezTo>
                  <a:pt x="185" y="106"/>
                  <a:pt x="184" y="94"/>
                  <a:pt x="183" y="84"/>
                </a:cubicBezTo>
                <a:cubicBezTo>
                  <a:pt x="178" y="28"/>
                  <a:pt x="137" y="1"/>
                  <a:pt x="9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7" name="Google Shape;4017;p43"/>
          <p:cNvSpPr/>
          <p:nvPr/>
        </p:nvSpPr>
        <p:spPr>
          <a:xfrm>
            <a:off x="3924962" y="3499104"/>
            <a:ext cx="71994" cy="56099"/>
          </a:xfrm>
          <a:custGeom>
            <a:rect b="b" l="l" r="r" t="t"/>
            <a:pathLst>
              <a:path extrusionOk="0" h="540" w="693">
                <a:moveTo>
                  <a:pt x="346" y="1"/>
                </a:moveTo>
                <a:cubicBezTo>
                  <a:pt x="0" y="1"/>
                  <a:pt x="0" y="540"/>
                  <a:pt x="346" y="540"/>
                </a:cubicBezTo>
                <a:cubicBezTo>
                  <a:pt x="693" y="540"/>
                  <a:pt x="693" y="1"/>
                  <a:pt x="34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8" name="Google Shape;4018;p43"/>
          <p:cNvSpPr/>
          <p:nvPr/>
        </p:nvSpPr>
        <p:spPr>
          <a:xfrm>
            <a:off x="4019707" y="3533178"/>
            <a:ext cx="66176" cy="79889"/>
          </a:xfrm>
          <a:custGeom>
            <a:rect b="b" l="l" r="r" t="t"/>
            <a:pathLst>
              <a:path extrusionOk="0" h="769" w="637">
                <a:moveTo>
                  <a:pt x="346" y="1"/>
                </a:moveTo>
                <a:cubicBezTo>
                  <a:pt x="326" y="1"/>
                  <a:pt x="306" y="3"/>
                  <a:pt x="286" y="8"/>
                </a:cubicBezTo>
                <a:cubicBezTo>
                  <a:pt x="250" y="24"/>
                  <a:pt x="232" y="31"/>
                  <a:pt x="232" y="31"/>
                </a:cubicBezTo>
                <a:cubicBezTo>
                  <a:pt x="232" y="31"/>
                  <a:pt x="242" y="27"/>
                  <a:pt x="262" y="18"/>
                </a:cubicBezTo>
                <a:lnTo>
                  <a:pt x="262" y="18"/>
                </a:lnTo>
                <a:cubicBezTo>
                  <a:pt x="221" y="26"/>
                  <a:pt x="185" y="45"/>
                  <a:pt x="154" y="72"/>
                </a:cubicBezTo>
                <a:cubicBezTo>
                  <a:pt x="63" y="135"/>
                  <a:pt x="25" y="241"/>
                  <a:pt x="12" y="357"/>
                </a:cubicBezTo>
                <a:cubicBezTo>
                  <a:pt x="1" y="453"/>
                  <a:pt x="34" y="551"/>
                  <a:pt x="83" y="631"/>
                </a:cubicBezTo>
                <a:cubicBezTo>
                  <a:pt x="136" y="721"/>
                  <a:pt x="236" y="768"/>
                  <a:pt x="333" y="768"/>
                </a:cubicBezTo>
                <a:cubicBezTo>
                  <a:pt x="427" y="768"/>
                  <a:pt x="519" y="725"/>
                  <a:pt x="569" y="631"/>
                </a:cubicBezTo>
                <a:cubicBezTo>
                  <a:pt x="587" y="598"/>
                  <a:pt x="609" y="555"/>
                  <a:pt x="618" y="521"/>
                </a:cubicBezTo>
                <a:cubicBezTo>
                  <a:pt x="636" y="447"/>
                  <a:pt x="621" y="378"/>
                  <a:pt x="609" y="307"/>
                </a:cubicBezTo>
                <a:cubicBezTo>
                  <a:pt x="604" y="286"/>
                  <a:pt x="603" y="265"/>
                  <a:pt x="595" y="245"/>
                </a:cubicBezTo>
                <a:cubicBezTo>
                  <a:pt x="588" y="222"/>
                  <a:pt x="579" y="202"/>
                  <a:pt x="569" y="182"/>
                </a:cubicBezTo>
                <a:cubicBezTo>
                  <a:pt x="567" y="176"/>
                  <a:pt x="563" y="171"/>
                  <a:pt x="561" y="166"/>
                </a:cubicBezTo>
                <a:cubicBezTo>
                  <a:pt x="541" y="91"/>
                  <a:pt x="485" y="34"/>
                  <a:pt x="405" y="8"/>
                </a:cubicBezTo>
                <a:cubicBezTo>
                  <a:pt x="385" y="3"/>
                  <a:pt x="365" y="1"/>
                  <a:pt x="34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9" name="Google Shape;4019;p43"/>
          <p:cNvSpPr/>
          <p:nvPr/>
        </p:nvSpPr>
        <p:spPr>
          <a:xfrm>
            <a:off x="4112063" y="3477807"/>
            <a:ext cx="47477" cy="36776"/>
          </a:xfrm>
          <a:custGeom>
            <a:rect b="b" l="l" r="r" t="t"/>
            <a:pathLst>
              <a:path extrusionOk="0" h="354" w="457">
                <a:moveTo>
                  <a:pt x="228" y="1"/>
                </a:moveTo>
                <a:cubicBezTo>
                  <a:pt x="1" y="1"/>
                  <a:pt x="1" y="354"/>
                  <a:pt x="228" y="354"/>
                </a:cubicBezTo>
                <a:cubicBezTo>
                  <a:pt x="456" y="354"/>
                  <a:pt x="456" y="1"/>
                  <a:pt x="22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0" name="Google Shape;4020;p43"/>
          <p:cNvSpPr/>
          <p:nvPr/>
        </p:nvSpPr>
        <p:spPr>
          <a:xfrm>
            <a:off x="4243377" y="3196689"/>
            <a:ext cx="78643" cy="72513"/>
          </a:xfrm>
          <a:custGeom>
            <a:rect b="b" l="l" r="r" t="t"/>
            <a:pathLst>
              <a:path extrusionOk="0" h="698" w="757">
                <a:moveTo>
                  <a:pt x="439" y="1"/>
                </a:moveTo>
                <a:cubicBezTo>
                  <a:pt x="407" y="1"/>
                  <a:pt x="375" y="5"/>
                  <a:pt x="334" y="11"/>
                </a:cubicBezTo>
                <a:cubicBezTo>
                  <a:pt x="320" y="14"/>
                  <a:pt x="306" y="19"/>
                  <a:pt x="293" y="24"/>
                </a:cubicBezTo>
                <a:cubicBezTo>
                  <a:pt x="231" y="35"/>
                  <a:pt x="171" y="64"/>
                  <a:pt x="120" y="115"/>
                </a:cubicBezTo>
                <a:cubicBezTo>
                  <a:pt x="33" y="202"/>
                  <a:pt x="1" y="331"/>
                  <a:pt x="32" y="449"/>
                </a:cubicBezTo>
                <a:cubicBezTo>
                  <a:pt x="75" y="606"/>
                  <a:pt x="221" y="698"/>
                  <a:pt x="368" y="698"/>
                </a:cubicBezTo>
                <a:cubicBezTo>
                  <a:pt x="453" y="698"/>
                  <a:pt x="539" y="667"/>
                  <a:pt x="605" y="599"/>
                </a:cubicBezTo>
                <a:cubicBezTo>
                  <a:pt x="625" y="581"/>
                  <a:pt x="639" y="561"/>
                  <a:pt x="652" y="541"/>
                </a:cubicBezTo>
                <a:cubicBezTo>
                  <a:pt x="718" y="485"/>
                  <a:pt x="757" y="392"/>
                  <a:pt x="757" y="310"/>
                </a:cubicBezTo>
                <a:cubicBezTo>
                  <a:pt x="757" y="174"/>
                  <a:pt x="663" y="49"/>
                  <a:pt x="532" y="14"/>
                </a:cubicBezTo>
                <a:cubicBezTo>
                  <a:pt x="496" y="4"/>
                  <a:pt x="467" y="1"/>
                  <a:pt x="43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1" name="Google Shape;4021;p43"/>
          <p:cNvSpPr/>
          <p:nvPr/>
        </p:nvSpPr>
        <p:spPr>
          <a:xfrm>
            <a:off x="4168993" y="3327898"/>
            <a:ext cx="36465" cy="28361"/>
          </a:xfrm>
          <a:custGeom>
            <a:rect b="b" l="l" r="r" t="t"/>
            <a:pathLst>
              <a:path extrusionOk="0" h="273" w="351">
                <a:moveTo>
                  <a:pt x="175" y="0"/>
                </a:moveTo>
                <a:cubicBezTo>
                  <a:pt x="0" y="0"/>
                  <a:pt x="0" y="272"/>
                  <a:pt x="175" y="272"/>
                </a:cubicBezTo>
                <a:cubicBezTo>
                  <a:pt x="350" y="272"/>
                  <a:pt x="350" y="0"/>
                  <a:pt x="17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2" name="Google Shape;4022;p43"/>
          <p:cNvSpPr/>
          <p:nvPr/>
        </p:nvSpPr>
        <p:spPr>
          <a:xfrm>
            <a:off x="4195069" y="3396983"/>
            <a:ext cx="42178" cy="43113"/>
          </a:xfrm>
          <a:custGeom>
            <a:rect b="b" l="l" r="r" t="t"/>
            <a:pathLst>
              <a:path extrusionOk="0" h="415" w="406">
                <a:moveTo>
                  <a:pt x="221" y="1"/>
                </a:moveTo>
                <a:cubicBezTo>
                  <a:pt x="164" y="1"/>
                  <a:pt x="105" y="28"/>
                  <a:pt x="81" y="81"/>
                </a:cubicBezTo>
                <a:lnTo>
                  <a:pt x="38" y="173"/>
                </a:lnTo>
                <a:cubicBezTo>
                  <a:pt x="1" y="252"/>
                  <a:pt x="15" y="346"/>
                  <a:pt x="96" y="393"/>
                </a:cubicBezTo>
                <a:cubicBezTo>
                  <a:pt x="121" y="408"/>
                  <a:pt x="149" y="415"/>
                  <a:pt x="177" y="415"/>
                </a:cubicBezTo>
                <a:cubicBezTo>
                  <a:pt x="233" y="415"/>
                  <a:pt x="289" y="387"/>
                  <a:pt x="316" y="336"/>
                </a:cubicBezTo>
                <a:lnTo>
                  <a:pt x="364" y="246"/>
                </a:lnTo>
                <a:cubicBezTo>
                  <a:pt x="405" y="168"/>
                  <a:pt x="384" y="70"/>
                  <a:pt x="304" y="22"/>
                </a:cubicBezTo>
                <a:cubicBezTo>
                  <a:pt x="280" y="8"/>
                  <a:pt x="251" y="1"/>
                  <a:pt x="2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3" name="Google Shape;4023;p43"/>
          <p:cNvSpPr/>
          <p:nvPr/>
        </p:nvSpPr>
        <p:spPr>
          <a:xfrm>
            <a:off x="4254908" y="3315951"/>
            <a:ext cx="39477" cy="33348"/>
          </a:xfrm>
          <a:custGeom>
            <a:rect b="b" l="l" r="r" t="t"/>
            <a:pathLst>
              <a:path extrusionOk="0" h="321" w="380">
                <a:moveTo>
                  <a:pt x="194" y="1"/>
                </a:moveTo>
                <a:cubicBezTo>
                  <a:pt x="92" y="1"/>
                  <a:pt x="0" y="115"/>
                  <a:pt x="53" y="212"/>
                </a:cubicBezTo>
                <a:cubicBezTo>
                  <a:pt x="54" y="223"/>
                  <a:pt x="55" y="233"/>
                  <a:pt x="57" y="238"/>
                </a:cubicBezTo>
                <a:cubicBezTo>
                  <a:pt x="62" y="263"/>
                  <a:pt x="75" y="283"/>
                  <a:pt x="91" y="299"/>
                </a:cubicBezTo>
                <a:cubicBezTo>
                  <a:pt x="104" y="313"/>
                  <a:pt x="123" y="321"/>
                  <a:pt x="143" y="321"/>
                </a:cubicBezTo>
                <a:cubicBezTo>
                  <a:pt x="153" y="321"/>
                  <a:pt x="164" y="318"/>
                  <a:pt x="173" y="313"/>
                </a:cubicBezTo>
                <a:cubicBezTo>
                  <a:pt x="186" y="313"/>
                  <a:pt x="197" y="311"/>
                  <a:pt x="209" y="309"/>
                </a:cubicBezTo>
                <a:cubicBezTo>
                  <a:pt x="244" y="300"/>
                  <a:pt x="273" y="282"/>
                  <a:pt x="299" y="257"/>
                </a:cubicBezTo>
                <a:cubicBezTo>
                  <a:pt x="380" y="180"/>
                  <a:pt x="340" y="36"/>
                  <a:pt x="231" y="6"/>
                </a:cubicBezTo>
                <a:cubicBezTo>
                  <a:pt x="219" y="2"/>
                  <a:pt x="206" y="1"/>
                  <a:pt x="19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4" name="Google Shape;4024;p43"/>
          <p:cNvSpPr/>
          <p:nvPr/>
        </p:nvSpPr>
        <p:spPr>
          <a:xfrm>
            <a:off x="3628468" y="3459107"/>
            <a:ext cx="35426" cy="35218"/>
          </a:xfrm>
          <a:custGeom>
            <a:rect b="b" l="l" r="r" t="t"/>
            <a:pathLst>
              <a:path extrusionOk="0" h="339" w="341">
                <a:moveTo>
                  <a:pt x="181" y="0"/>
                </a:moveTo>
                <a:cubicBezTo>
                  <a:pt x="125" y="0"/>
                  <a:pt x="70" y="30"/>
                  <a:pt x="41" y="81"/>
                </a:cubicBezTo>
                <a:cubicBezTo>
                  <a:pt x="0" y="150"/>
                  <a:pt x="20" y="265"/>
                  <a:pt x="99" y="301"/>
                </a:cubicBezTo>
                <a:cubicBezTo>
                  <a:pt x="105" y="303"/>
                  <a:pt x="110" y="305"/>
                  <a:pt x="117" y="308"/>
                </a:cubicBezTo>
                <a:cubicBezTo>
                  <a:pt x="132" y="328"/>
                  <a:pt x="156" y="338"/>
                  <a:pt x="180" y="338"/>
                </a:cubicBezTo>
                <a:cubicBezTo>
                  <a:pt x="206" y="338"/>
                  <a:pt x="231" y="327"/>
                  <a:pt x="247" y="304"/>
                </a:cubicBezTo>
                <a:cubicBezTo>
                  <a:pt x="301" y="273"/>
                  <a:pt x="340" y="230"/>
                  <a:pt x="340" y="161"/>
                </a:cubicBezTo>
                <a:cubicBezTo>
                  <a:pt x="340" y="89"/>
                  <a:pt x="292" y="25"/>
                  <a:pt x="222" y="6"/>
                </a:cubicBezTo>
                <a:cubicBezTo>
                  <a:pt x="209" y="2"/>
                  <a:pt x="195" y="0"/>
                  <a:pt x="18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5" name="Google Shape;4025;p43"/>
          <p:cNvSpPr/>
          <p:nvPr/>
        </p:nvSpPr>
        <p:spPr>
          <a:xfrm>
            <a:off x="3409890" y="3317613"/>
            <a:ext cx="21920" cy="27634"/>
          </a:xfrm>
          <a:custGeom>
            <a:rect b="b" l="l" r="r" t="t"/>
            <a:pathLst>
              <a:path extrusionOk="0" h="266" w="211">
                <a:moveTo>
                  <a:pt x="105" y="0"/>
                </a:moveTo>
                <a:cubicBezTo>
                  <a:pt x="54" y="0"/>
                  <a:pt x="1" y="55"/>
                  <a:pt x="22" y="110"/>
                </a:cubicBezTo>
                <a:lnTo>
                  <a:pt x="75" y="244"/>
                </a:lnTo>
                <a:cubicBezTo>
                  <a:pt x="82" y="258"/>
                  <a:pt x="94" y="266"/>
                  <a:pt x="106" y="266"/>
                </a:cubicBezTo>
                <a:cubicBezTo>
                  <a:pt x="118" y="266"/>
                  <a:pt x="130" y="258"/>
                  <a:pt x="136" y="244"/>
                </a:cubicBezTo>
                <a:lnTo>
                  <a:pt x="189" y="110"/>
                </a:lnTo>
                <a:cubicBezTo>
                  <a:pt x="210" y="56"/>
                  <a:pt x="157" y="0"/>
                  <a:pt x="10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6" name="Google Shape;4026;p43"/>
          <p:cNvSpPr/>
          <p:nvPr/>
        </p:nvSpPr>
        <p:spPr>
          <a:xfrm>
            <a:off x="3653609" y="3524971"/>
            <a:ext cx="28050" cy="35010"/>
          </a:xfrm>
          <a:custGeom>
            <a:rect b="b" l="l" r="r" t="t"/>
            <a:pathLst>
              <a:path extrusionOk="0" h="337" w="270">
                <a:moveTo>
                  <a:pt x="136" y="0"/>
                </a:moveTo>
                <a:cubicBezTo>
                  <a:pt x="55" y="0"/>
                  <a:pt x="1" y="77"/>
                  <a:pt x="19" y="153"/>
                </a:cubicBezTo>
                <a:cubicBezTo>
                  <a:pt x="34" y="214"/>
                  <a:pt x="40" y="271"/>
                  <a:pt x="87" y="317"/>
                </a:cubicBezTo>
                <a:cubicBezTo>
                  <a:pt x="100" y="330"/>
                  <a:pt x="118" y="337"/>
                  <a:pt x="135" y="337"/>
                </a:cubicBezTo>
                <a:cubicBezTo>
                  <a:pt x="152" y="337"/>
                  <a:pt x="170" y="330"/>
                  <a:pt x="183" y="317"/>
                </a:cubicBezTo>
                <a:cubicBezTo>
                  <a:pt x="230" y="271"/>
                  <a:pt x="236" y="215"/>
                  <a:pt x="251" y="153"/>
                </a:cubicBezTo>
                <a:cubicBezTo>
                  <a:pt x="270" y="77"/>
                  <a:pt x="218" y="0"/>
                  <a:pt x="13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7" name="Google Shape;4027;p43"/>
          <p:cNvSpPr/>
          <p:nvPr/>
        </p:nvSpPr>
        <p:spPr>
          <a:xfrm>
            <a:off x="3582238" y="3651505"/>
            <a:ext cx="37400" cy="29192"/>
          </a:xfrm>
          <a:custGeom>
            <a:rect b="b" l="l" r="r" t="t"/>
            <a:pathLst>
              <a:path extrusionOk="0" h="281" w="360">
                <a:moveTo>
                  <a:pt x="179" y="1"/>
                </a:moveTo>
                <a:cubicBezTo>
                  <a:pt x="0" y="1"/>
                  <a:pt x="0" y="280"/>
                  <a:pt x="179" y="280"/>
                </a:cubicBezTo>
                <a:cubicBezTo>
                  <a:pt x="359" y="280"/>
                  <a:pt x="359" y="1"/>
                  <a:pt x="17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8" name="Google Shape;4028;p43"/>
          <p:cNvSpPr/>
          <p:nvPr/>
        </p:nvSpPr>
        <p:spPr>
          <a:xfrm>
            <a:off x="3392436" y="3517180"/>
            <a:ext cx="25868" cy="20050"/>
          </a:xfrm>
          <a:custGeom>
            <a:rect b="b" l="l" r="r" t="t"/>
            <a:pathLst>
              <a:path extrusionOk="0" h="193" w="249">
                <a:moveTo>
                  <a:pt x="125" y="1"/>
                </a:moveTo>
                <a:cubicBezTo>
                  <a:pt x="1" y="1"/>
                  <a:pt x="1" y="193"/>
                  <a:pt x="125" y="193"/>
                </a:cubicBezTo>
                <a:cubicBezTo>
                  <a:pt x="249" y="193"/>
                  <a:pt x="249" y="1"/>
                  <a:pt x="12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9" name="Google Shape;4029;p43"/>
          <p:cNvSpPr/>
          <p:nvPr/>
        </p:nvSpPr>
        <p:spPr>
          <a:xfrm>
            <a:off x="3185909" y="3278032"/>
            <a:ext cx="37711" cy="38750"/>
          </a:xfrm>
          <a:custGeom>
            <a:rect b="b" l="l" r="r" t="t"/>
            <a:pathLst>
              <a:path extrusionOk="0" h="373" w="363">
                <a:moveTo>
                  <a:pt x="182" y="0"/>
                </a:moveTo>
                <a:cubicBezTo>
                  <a:pt x="61" y="0"/>
                  <a:pt x="1" y="108"/>
                  <a:pt x="18" y="215"/>
                </a:cubicBezTo>
                <a:cubicBezTo>
                  <a:pt x="19" y="229"/>
                  <a:pt x="21" y="241"/>
                  <a:pt x="23" y="254"/>
                </a:cubicBezTo>
                <a:cubicBezTo>
                  <a:pt x="35" y="333"/>
                  <a:pt x="108" y="372"/>
                  <a:pt x="181" y="372"/>
                </a:cubicBezTo>
                <a:cubicBezTo>
                  <a:pt x="255" y="372"/>
                  <a:pt x="328" y="333"/>
                  <a:pt x="341" y="254"/>
                </a:cubicBezTo>
                <a:cubicBezTo>
                  <a:pt x="343" y="241"/>
                  <a:pt x="344" y="229"/>
                  <a:pt x="346" y="215"/>
                </a:cubicBezTo>
                <a:cubicBezTo>
                  <a:pt x="362" y="108"/>
                  <a:pt x="303" y="0"/>
                  <a:pt x="18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0" name="Google Shape;4030;p43"/>
          <p:cNvSpPr/>
          <p:nvPr/>
        </p:nvSpPr>
        <p:spPr>
          <a:xfrm>
            <a:off x="3207206" y="3380777"/>
            <a:ext cx="15999" cy="23582"/>
          </a:xfrm>
          <a:custGeom>
            <a:rect b="b" l="l" r="r" t="t"/>
            <a:pathLst>
              <a:path extrusionOk="0" h="227" w="154">
                <a:moveTo>
                  <a:pt x="76" y="0"/>
                </a:moveTo>
                <a:cubicBezTo>
                  <a:pt x="38" y="0"/>
                  <a:pt x="0" y="24"/>
                  <a:pt x="3" y="72"/>
                </a:cubicBezTo>
                <a:cubicBezTo>
                  <a:pt x="4" y="100"/>
                  <a:pt x="4" y="127"/>
                  <a:pt x="5" y="155"/>
                </a:cubicBezTo>
                <a:cubicBezTo>
                  <a:pt x="6" y="180"/>
                  <a:pt x="17" y="205"/>
                  <a:pt x="40" y="217"/>
                </a:cubicBezTo>
                <a:lnTo>
                  <a:pt x="48" y="221"/>
                </a:lnTo>
                <a:cubicBezTo>
                  <a:pt x="56" y="225"/>
                  <a:pt x="66" y="227"/>
                  <a:pt x="75" y="227"/>
                </a:cubicBezTo>
                <a:cubicBezTo>
                  <a:pt x="86" y="227"/>
                  <a:pt x="97" y="224"/>
                  <a:pt x="106" y="219"/>
                </a:cubicBezTo>
                <a:lnTo>
                  <a:pt x="106" y="221"/>
                </a:lnTo>
                <a:lnTo>
                  <a:pt x="113" y="217"/>
                </a:lnTo>
                <a:cubicBezTo>
                  <a:pt x="122" y="212"/>
                  <a:pt x="130" y="203"/>
                  <a:pt x="135" y="196"/>
                </a:cubicBezTo>
                <a:cubicBezTo>
                  <a:pt x="137" y="195"/>
                  <a:pt x="138" y="193"/>
                  <a:pt x="139" y="193"/>
                </a:cubicBezTo>
                <a:cubicBezTo>
                  <a:pt x="150" y="186"/>
                  <a:pt x="154" y="172"/>
                  <a:pt x="148" y="160"/>
                </a:cubicBezTo>
                <a:cubicBezTo>
                  <a:pt x="147" y="157"/>
                  <a:pt x="148" y="156"/>
                  <a:pt x="148" y="155"/>
                </a:cubicBezTo>
                <a:cubicBezTo>
                  <a:pt x="149" y="127"/>
                  <a:pt x="149" y="100"/>
                  <a:pt x="150" y="72"/>
                </a:cubicBezTo>
                <a:cubicBezTo>
                  <a:pt x="152" y="24"/>
                  <a:pt x="114" y="0"/>
                  <a:pt x="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1" name="Google Shape;4031;p43"/>
          <p:cNvSpPr/>
          <p:nvPr/>
        </p:nvSpPr>
        <p:spPr>
          <a:xfrm>
            <a:off x="3406565" y="3591459"/>
            <a:ext cx="30751" cy="25452"/>
          </a:xfrm>
          <a:custGeom>
            <a:rect b="b" l="l" r="r" t="t"/>
            <a:pathLst>
              <a:path extrusionOk="0" h="245" w="296">
                <a:moveTo>
                  <a:pt x="136" y="1"/>
                </a:moveTo>
                <a:cubicBezTo>
                  <a:pt x="129" y="1"/>
                  <a:pt x="122" y="2"/>
                  <a:pt x="115" y="4"/>
                </a:cubicBezTo>
                <a:cubicBezTo>
                  <a:pt x="72" y="15"/>
                  <a:pt x="34" y="50"/>
                  <a:pt x="22" y="92"/>
                </a:cubicBezTo>
                <a:cubicBezTo>
                  <a:pt x="1" y="169"/>
                  <a:pt x="63" y="245"/>
                  <a:pt x="139" y="245"/>
                </a:cubicBezTo>
                <a:cubicBezTo>
                  <a:pt x="150" y="245"/>
                  <a:pt x="160" y="243"/>
                  <a:pt x="171" y="240"/>
                </a:cubicBezTo>
                <a:cubicBezTo>
                  <a:pt x="264" y="215"/>
                  <a:pt x="296" y="66"/>
                  <a:pt x="198" y="20"/>
                </a:cubicBezTo>
                <a:cubicBezTo>
                  <a:pt x="178" y="10"/>
                  <a:pt x="158" y="1"/>
                  <a:pt x="1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2" name="Google Shape;4032;p43"/>
          <p:cNvSpPr/>
          <p:nvPr/>
        </p:nvSpPr>
        <p:spPr>
          <a:xfrm>
            <a:off x="3670958" y="3604341"/>
            <a:ext cx="50489" cy="46022"/>
          </a:xfrm>
          <a:custGeom>
            <a:rect b="b" l="l" r="r" t="t"/>
            <a:pathLst>
              <a:path extrusionOk="0" h="443" w="486">
                <a:moveTo>
                  <a:pt x="263" y="1"/>
                </a:moveTo>
                <a:cubicBezTo>
                  <a:pt x="212" y="1"/>
                  <a:pt x="162" y="20"/>
                  <a:pt x="125" y="59"/>
                </a:cubicBezTo>
                <a:cubicBezTo>
                  <a:pt x="110" y="75"/>
                  <a:pt x="94" y="93"/>
                  <a:pt x="78" y="110"/>
                </a:cubicBezTo>
                <a:lnTo>
                  <a:pt x="79" y="110"/>
                </a:lnTo>
                <a:cubicBezTo>
                  <a:pt x="69" y="121"/>
                  <a:pt x="59" y="134"/>
                  <a:pt x="49" y="149"/>
                </a:cubicBezTo>
                <a:cubicBezTo>
                  <a:pt x="1" y="223"/>
                  <a:pt x="21" y="326"/>
                  <a:pt x="79" y="386"/>
                </a:cubicBezTo>
                <a:cubicBezTo>
                  <a:pt x="118" y="424"/>
                  <a:pt x="166" y="442"/>
                  <a:pt x="215" y="442"/>
                </a:cubicBezTo>
                <a:cubicBezTo>
                  <a:pt x="265" y="442"/>
                  <a:pt x="315" y="423"/>
                  <a:pt x="356" y="386"/>
                </a:cubicBezTo>
                <a:cubicBezTo>
                  <a:pt x="373" y="371"/>
                  <a:pt x="390" y="354"/>
                  <a:pt x="407" y="338"/>
                </a:cubicBezTo>
                <a:cubicBezTo>
                  <a:pt x="486" y="266"/>
                  <a:pt x="481" y="132"/>
                  <a:pt x="406" y="59"/>
                </a:cubicBezTo>
                <a:cubicBezTo>
                  <a:pt x="368" y="21"/>
                  <a:pt x="316" y="1"/>
                  <a:pt x="2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3" name="Google Shape;4033;p43"/>
          <p:cNvSpPr/>
          <p:nvPr/>
        </p:nvSpPr>
        <p:spPr>
          <a:xfrm>
            <a:off x="3888394" y="3734199"/>
            <a:ext cx="37919" cy="41347"/>
          </a:xfrm>
          <a:custGeom>
            <a:rect b="b" l="l" r="r" t="t"/>
            <a:pathLst>
              <a:path extrusionOk="0" h="398" w="365">
                <a:moveTo>
                  <a:pt x="203" y="0"/>
                </a:moveTo>
                <a:cubicBezTo>
                  <a:pt x="181" y="0"/>
                  <a:pt x="158" y="7"/>
                  <a:pt x="135" y="21"/>
                </a:cubicBezTo>
                <a:cubicBezTo>
                  <a:pt x="79" y="57"/>
                  <a:pt x="38" y="99"/>
                  <a:pt x="20" y="165"/>
                </a:cubicBezTo>
                <a:cubicBezTo>
                  <a:pt x="0" y="232"/>
                  <a:pt x="11" y="311"/>
                  <a:pt x="64" y="361"/>
                </a:cubicBezTo>
                <a:cubicBezTo>
                  <a:pt x="90" y="386"/>
                  <a:pt x="121" y="398"/>
                  <a:pt x="152" y="398"/>
                </a:cubicBezTo>
                <a:cubicBezTo>
                  <a:pt x="185" y="398"/>
                  <a:pt x="217" y="385"/>
                  <a:pt x="245" y="361"/>
                </a:cubicBezTo>
                <a:cubicBezTo>
                  <a:pt x="292" y="320"/>
                  <a:pt x="296" y="249"/>
                  <a:pt x="318" y="204"/>
                </a:cubicBezTo>
                <a:cubicBezTo>
                  <a:pt x="365" y="113"/>
                  <a:pt x="295" y="0"/>
                  <a:pt x="2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4" name="Google Shape;4034;p43"/>
          <p:cNvSpPr/>
          <p:nvPr/>
        </p:nvSpPr>
        <p:spPr>
          <a:xfrm>
            <a:off x="3926209" y="3673322"/>
            <a:ext cx="28257" cy="29296"/>
          </a:xfrm>
          <a:custGeom>
            <a:rect b="b" l="l" r="r" t="t"/>
            <a:pathLst>
              <a:path extrusionOk="0" h="282" w="272">
                <a:moveTo>
                  <a:pt x="136" y="1"/>
                </a:moveTo>
                <a:cubicBezTo>
                  <a:pt x="46" y="1"/>
                  <a:pt x="0" y="81"/>
                  <a:pt x="14" y="162"/>
                </a:cubicBezTo>
                <a:cubicBezTo>
                  <a:pt x="15" y="173"/>
                  <a:pt x="17" y="184"/>
                  <a:pt x="19" y="194"/>
                </a:cubicBezTo>
                <a:cubicBezTo>
                  <a:pt x="27" y="252"/>
                  <a:pt x="81" y="282"/>
                  <a:pt x="135" y="282"/>
                </a:cubicBezTo>
                <a:cubicBezTo>
                  <a:pt x="189" y="282"/>
                  <a:pt x="243" y="252"/>
                  <a:pt x="252" y="194"/>
                </a:cubicBezTo>
                <a:cubicBezTo>
                  <a:pt x="254" y="184"/>
                  <a:pt x="256" y="173"/>
                  <a:pt x="257" y="162"/>
                </a:cubicBezTo>
                <a:cubicBezTo>
                  <a:pt x="271" y="81"/>
                  <a:pt x="225" y="1"/>
                  <a:pt x="1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5" name="Google Shape;4035;p43"/>
          <p:cNvSpPr/>
          <p:nvPr/>
        </p:nvSpPr>
        <p:spPr>
          <a:xfrm>
            <a:off x="4112790" y="3619612"/>
            <a:ext cx="66488" cy="51632"/>
          </a:xfrm>
          <a:custGeom>
            <a:rect b="b" l="l" r="r" t="t"/>
            <a:pathLst>
              <a:path extrusionOk="0" h="497" w="640">
                <a:moveTo>
                  <a:pt x="320" y="1"/>
                </a:moveTo>
                <a:cubicBezTo>
                  <a:pt x="0" y="1"/>
                  <a:pt x="0" y="496"/>
                  <a:pt x="320" y="496"/>
                </a:cubicBezTo>
                <a:cubicBezTo>
                  <a:pt x="321" y="496"/>
                  <a:pt x="321" y="496"/>
                  <a:pt x="321" y="496"/>
                </a:cubicBezTo>
                <a:cubicBezTo>
                  <a:pt x="640" y="496"/>
                  <a:pt x="639" y="1"/>
                  <a:pt x="32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6" name="Google Shape;4036;p43"/>
          <p:cNvSpPr/>
          <p:nvPr/>
        </p:nvSpPr>
        <p:spPr>
          <a:xfrm>
            <a:off x="4173357" y="3559877"/>
            <a:ext cx="31374" cy="27322"/>
          </a:xfrm>
          <a:custGeom>
            <a:rect b="b" l="l" r="r" t="t"/>
            <a:pathLst>
              <a:path extrusionOk="0" h="263" w="302">
                <a:moveTo>
                  <a:pt x="135" y="0"/>
                </a:moveTo>
                <a:cubicBezTo>
                  <a:pt x="65" y="0"/>
                  <a:pt x="0" y="52"/>
                  <a:pt x="0" y="131"/>
                </a:cubicBezTo>
                <a:cubicBezTo>
                  <a:pt x="0" y="211"/>
                  <a:pt x="65" y="263"/>
                  <a:pt x="135" y="263"/>
                </a:cubicBezTo>
                <a:cubicBezTo>
                  <a:pt x="157" y="263"/>
                  <a:pt x="180" y="258"/>
                  <a:pt x="201" y="246"/>
                </a:cubicBezTo>
                <a:cubicBezTo>
                  <a:pt x="210" y="241"/>
                  <a:pt x="219" y="237"/>
                  <a:pt x="226" y="232"/>
                </a:cubicBezTo>
                <a:cubicBezTo>
                  <a:pt x="301" y="182"/>
                  <a:pt x="301" y="80"/>
                  <a:pt x="226" y="30"/>
                </a:cubicBezTo>
                <a:cubicBezTo>
                  <a:pt x="219" y="24"/>
                  <a:pt x="210" y="19"/>
                  <a:pt x="201" y="16"/>
                </a:cubicBezTo>
                <a:cubicBezTo>
                  <a:pt x="180" y="5"/>
                  <a:pt x="157" y="0"/>
                  <a:pt x="1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7" name="Google Shape;4037;p43"/>
          <p:cNvSpPr/>
          <p:nvPr/>
        </p:nvSpPr>
        <p:spPr>
          <a:xfrm>
            <a:off x="3319715" y="3603510"/>
            <a:ext cx="50489" cy="53606"/>
          </a:xfrm>
          <a:custGeom>
            <a:rect b="b" l="l" r="r" t="t"/>
            <a:pathLst>
              <a:path extrusionOk="0" h="516" w="486">
                <a:moveTo>
                  <a:pt x="259" y="0"/>
                </a:moveTo>
                <a:cubicBezTo>
                  <a:pt x="176" y="0"/>
                  <a:pt x="94" y="53"/>
                  <a:pt x="52" y="123"/>
                </a:cubicBezTo>
                <a:cubicBezTo>
                  <a:pt x="7" y="198"/>
                  <a:pt x="0" y="278"/>
                  <a:pt x="28" y="361"/>
                </a:cubicBezTo>
                <a:cubicBezTo>
                  <a:pt x="56" y="447"/>
                  <a:pt x="137" y="515"/>
                  <a:pt x="228" y="515"/>
                </a:cubicBezTo>
                <a:cubicBezTo>
                  <a:pt x="238" y="515"/>
                  <a:pt x="247" y="515"/>
                  <a:pt x="257" y="513"/>
                </a:cubicBezTo>
                <a:cubicBezTo>
                  <a:pt x="263" y="514"/>
                  <a:pt x="269" y="514"/>
                  <a:pt x="276" y="514"/>
                </a:cubicBezTo>
                <a:cubicBezTo>
                  <a:pt x="323" y="514"/>
                  <a:pt x="370" y="494"/>
                  <a:pt x="409" y="462"/>
                </a:cubicBezTo>
                <a:cubicBezTo>
                  <a:pt x="461" y="418"/>
                  <a:pt x="476" y="350"/>
                  <a:pt x="466" y="288"/>
                </a:cubicBezTo>
                <a:cubicBezTo>
                  <a:pt x="478" y="262"/>
                  <a:pt x="485" y="236"/>
                  <a:pt x="485" y="206"/>
                </a:cubicBezTo>
                <a:cubicBezTo>
                  <a:pt x="485" y="84"/>
                  <a:pt x="391" y="16"/>
                  <a:pt x="280" y="1"/>
                </a:cubicBezTo>
                <a:cubicBezTo>
                  <a:pt x="273" y="1"/>
                  <a:pt x="266" y="0"/>
                  <a:pt x="25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8" name="Google Shape;4038;p43"/>
          <p:cNvSpPr/>
          <p:nvPr/>
        </p:nvSpPr>
        <p:spPr>
          <a:xfrm>
            <a:off x="5964788" y="1921375"/>
            <a:ext cx="590808" cy="272497"/>
          </a:xfrm>
          <a:custGeom>
            <a:rect b="b" l="l" r="r" t="t"/>
            <a:pathLst>
              <a:path extrusionOk="0" h="2623" w="5687">
                <a:moveTo>
                  <a:pt x="1511" y="0"/>
                </a:moveTo>
                <a:cubicBezTo>
                  <a:pt x="1502" y="0"/>
                  <a:pt x="1492" y="1"/>
                  <a:pt x="1482" y="1"/>
                </a:cubicBezTo>
                <a:cubicBezTo>
                  <a:pt x="1335" y="13"/>
                  <a:pt x="1214" y="105"/>
                  <a:pt x="1112" y="203"/>
                </a:cubicBezTo>
                <a:cubicBezTo>
                  <a:pt x="1060" y="254"/>
                  <a:pt x="1010" y="308"/>
                  <a:pt x="955" y="359"/>
                </a:cubicBezTo>
                <a:cubicBezTo>
                  <a:pt x="902" y="406"/>
                  <a:pt x="822" y="387"/>
                  <a:pt x="757" y="397"/>
                </a:cubicBezTo>
                <a:cubicBezTo>
                  <a:pt x="502" y="438"/>
                  <a:pt x="266" y="559"/>
                  <a:pt x="134" y="786"/>
                </a:cubicBezTo>
                <a:cubicBezTo>
                  <a:pt x="0" y="1019"/>
                  <a:pt x="43" y="1301"/>
                  <a:pt x="197" y="1507"/>
                </a:cubicBezTo>
                <a:cubicBezTo>
                  <a:pt x="368" y="1732"/>
                  <a:pt x="574" y="1870"/>
                  <a:pt x="856" y="1899"/>
                </a:cubicBezTo>
                <a:cubicBezTo>
                  <a:pt x="904" y="1904"/>
                  <a:pt x="951" y="1907"/>
                  <a:pt x="999" y="1907"/>
                </a:cubicBezTo>
                <a:cubicBezTo>
                  <a:pt x="1238" y="1907"/>
                  <a:pt x="1479" y="1853"/>
                  <a:pt x="1714" y="1823"/>
                </a:cubicBezTo>
                <a:cubicBezTo>
                  <a:pt x="1716" y="1822"/>
                  <a:pt x="1718" y="1822"/>
                  <a:pt x="1720" y="1822"/>
                </a:cubicBezTo>
                <a:cubicBezTo>
                  <a:pt x="1764" y="1822"/>
                  <a:pt x="1793" y="1882"/>
                  <a:pt x="1818" y="1914"/>
                </a:cubicBezTo>
                <a:cubicBezTo>
                  <a:pt x="1857" y="1962"/>
                  <a:pt x="1922" y="2001"/>
                  <a:pt x="1976" y="2026"/>
                </a:cubicBezTo>
                <a:cubicBezTo>
                  <a:pt x="2114" y="2094"/>
                  <a:pt x="2248" y="2141"/>
                  <a:pt x="2402" y="2141"/>
                </a:cubicBezTo>
                <a:cubicBezTo>
                  <a:pt x="2532" y="2141"/>
                  <a:pt x="2646" y="2109"/>
                  <a:pt x="2770" y="2078"/>
                </a:cubicBezTo>
                <a:cubicBezTo>
                  <a:pt x="2914" y="2040"/>
                  <a:pt x="3034" y="1932"/>
                  <a:pt x="3171" y="1879"/>
                </a:cubicBezTo>
                <a:cubicBezTo>
                  <a:pt x="3203" y="1866"/>
                  <a:pt x="3230" y="1858"/>
                  <a:pt x="3255" y="1858"/>
                </a:cubicBezTo>
                <a:cubicBezTo>
                  <a:pt x="3285" y="1858"/>
                  <a:pt x="3313" y="1869"/>
                  <a:pt x="3344" y="1898"/>
                </a:cubicBezTo>
                <a:cubicBezTo>
                  <a:pt x="3393" y="1942"/>
                  <a:pt x="3437" y="1981"/>
                  <a:pt x="3496" y="2014"/>
                </a:cubicBezTo>
                <a:cubicBezTo>
                  <a:pt x="3606" y="2075"/>
                  <a:pt x="3734" y="2100"/>
                  <a:pt x="3860" y="2100"/>
                </a:cubicBezTo>
                <a:cubicBezTo>
                  <a:pt x="3872" y="2100"/>
                  <a:pt x="3884" y="2099"/>
                  <a:pt x="3896" y="2099"/>
                </a:cubicBezTo>
                <a:cubicBezTo>
                  <a:pt x="3897" y="2099"/>
                  <a:pt x="3898" y="2099"/>
                  <a:pt x="3899" y="2099"/>
                </a:cubicBezTo>
                <a:cubicBezTo>
                  <a:pt x="3960" y="2099"/>
                  <a:pt x="4026" y="2208"/>
                  <a:pt x="4176" y="2223"/>
                </a:cubicBezTo>
                <a:cubicBezTo>
                  <a:pt x="4185" y="2224"/>
                  <a:pt x="4195" y="2224"/>
                  <a:pt x="4204" y="2224"/>
                </a:cubicBezTo>
                <a:cubicBezTo>
                  <a:pt x="4336" y="2224"/>
                  <a:pt x="4406" y="2129"/>
                  <a:pt x="4406" y="2129"/>
                </a:cubicBezTo>
                <a:cubicBezTo>
                  <a:pt x="4406" y="2129"/>
                  <a:pt x="4506" y="2268"/>
                  <a:pt x="4642" y="2344"/>
                </a:cubicBezTo>
                <a:cubicBezTo>
                  <a:pt x="4778" y="2418"/>
                  <a:pt x="5004" y="2449"/>
                  <a:pt x="5004" y="2449"/>
                </a:cubicBezTo>
                <a:cubicBezTo>
                  <a:pt x="5004" y="2449"/>
                  <a:pt x="5032" y="2540"/>
                  <a:pt x="5049" y="2623"/>
                </a:cubicBezTo>
                <a:lnTo>
                  <a:pt x="5672" y="2623"/>
                </a:lnTo>
                <a:cubicBezTo>
                  <a:pt x="5687" y="2510"/>
                  <a:pt x="5686" y="2339"/>
                  <a:pt x="5597" y="2142"/>
                </a:cubicBezTo>
                <a:cubicBezTo>
                  <a:pt x="5564" y="2072"/>
                  <a:pt x="5604" y="1959"/>
                  <a:pt x="5599" y="1881"/>
                </a:cubicBezTo>
                <a:cubicBezTo>
                  <a:pt x="5588" y="1720"/>
                  <a:pt x="5500" y="1614"/>
                  <a:pt x="5382" y="1530"/>
                </a:cubicBezTo>
                <a:cubicBezTo>
                  <a:pt x="5392" y="1505"/>
                  <a:pt x="5403" y="1479"/>
                  <a:pt x="5413" y="1454"/>
                </a:cubicBezTo>
                <a:cubicBezTo>
                  <a:pt x="5433" y="1398"/>
                  <a:pt x="5403" y="1311"/>
                  <a:pt x="5382" y="1259"/>
                </a:cubicBezTo>
                <a:cubicBezTo>
                  <a:pt x="5327" y="1124"/>
                  <a:pt x="5185" y="1055"/>
                  <a:pt x="5058" y="1004"/>
                </a:cubicBezTo>
                <a:cubicBezTo>
                  <a:pt x="5003" y="981"/>
                  <a:pt x="4942" y="965"/>
                  <a:pt x="4883" y="957"/>
                </a:cubicBezTo>
                <a:cubicBezTo>
                  <a:pt x="4873" y="956"/>
                  <a:pt x="4865" y="955"/>
                  <a:pt x="4856" y="955"/>
                </a:cubicBezTo>
                <a:cubicBezTo>
                  <a:pt x="4837" y="955"/>
                  <a:pt x="4819" y="958"/>
                  <a:pt x="4799" y="960"/>
                </a:cubicBezTo>
                <a:cubicBezTo>
                  <a:pt x="4796" y="960"/>
                  <a:pt x="4794" y="962"/>
                  <a:pt x="4792" y="962"/>
                </a:cubicBezTo>
                <a:cubicBezTo>
                  <a:pt x="4785" y="907"/>
                  <a:pt x="4802" y="848"/>
                  <a:pt x="4794" y="793"/>
                </a:cubicBezTo>
                <a:cubicBezTo>
                  <a:pt x="4780" y="713"/>
                  <a:pt x="4733" y="645"/>
                  <a:pt x="4686" y="580"/>
                </a:cubicBezTo>
                <a:cubicBezTo>
                  <a:pt x="4530" y="364"/>
                  <a:pt x="4277" y="249"/>
                  <a:pt x="4017" y="222"/>
                </a:cubicBezTo>
                <a:cubicBezTo>
                  <a:pt x="3990" y="219"/>
                  <a:pt x="3963" y="218"/>
                  <a:pt x="3935" y="218"/>
                </a:cubicBezTo>
                <a:cubicBezTo>
                  <a:pt x="3830" y="218"/>
                  <a:pt x="3721" y="237"/>
                  <a:pt x="3620" y="253"/>
                </a:cubicBezTo>
                <a:cubicBezTo>
                  <a:pt x="3569" y="262"/>
                  <a:pt x="3524" y="272"/>
                  <a:pt x="3476" y="272"/>
                </a:cubicBezTo>
                <a:cubicBezTo>
                  <a:pt x="3449" y="272"/>
                  <a:pt x="3422" y="269"/>
                  <a:pt x="3393" y="261"/>
                </a:cubicBezTo>
                <a:cubicBezTo>
                  <a:pt x="3327" y="244"/>
                  <a:pt x="3266" y="182"/>
                  <a:pt x="3204" y="154"/>
                </a:cubicBezTo>
                <a:cubicBezTo>
                  <a:pt x="3100" y="106"/>
                  <a:pt x="2989" y="87"/>
                  <a:pt x="2876" y="87"/>
                </a:cubicBezTo>
                <a:cubicBezTo>
                  <a:pt x="2673" y="87"/>
                  <a:pt x="2464" y="149"/>
                  <a:pt x="2282" y="216"/>
                </a:cubicBezTo>
                <a:cubicBezTo>
                  <a:pt x="2224" y="238"/>
                  <a:pt x="2174" y="248"/>
                  <a:pt x="2126" y="248"/>
                </a:cubicBezTo>
                <a:cubicBezTo>
                  <a:pt x="2051" y="248"/>
                  <a:pt x="1984" y="222"/>
                  <a:pt x="1906" y="170"/>
                </a:cubicBezTo>
                <a:cubicBezTo>
                  <a:pt x="1786" y="91"/>
                  <a:pt x="1659" y="0"/>
                  <a:pt x="15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9" name="Google Shape;4039;p43"/>
          <p:cNvSpPr/>
          <p:nvPr/>
        </p:nvSpPr>
        <p:spPr>
          <a:xfrm>
            <a:off x="6416178" y="1751000"/>
            <a:ext cx="604314" cy="352802"/>
          </a:xfrm>
          <a:custGeom>
            <a:rect b="b" l="l" r="r" t="t"/>
            <a:pathLst>
              <a:path extrusionOk="0" h="3396" w="5817">
                <a:moveTo>
                  <a:pt x="1511" y="0"/>
                </a:moveTo>
                <a:cubicBezTo>
                  <a:pt x="1502" y="0"/>
                  <a:pt x="1492" y="1"/>
                  <a:pt x="1483" y="1"/>
                </a:cubicBezTo>
                <a:cubicBezTo>
                  <a:pt x="1336" y="14"/>
                  <a:pt x="1214" y="106"/>
                  <a:pt x="1113" y="204"/>
                </a:cubicBezTo>
                <a:cubicBezTo>
                  <a:pt x="1061" y="255"/>
                  <a:pt x="1010" y="308"/>
                  <a:pt x="956" y="358"/>
                </a:cubicBezTo>
                <a:cubicBezTo>
                  <a:pt x="903" y="405"/>
                  <a:pt x="823" y="388"/>
                  <a:pt x="758" y="398"/>
                </a:cubicBezTo>
                <a:cubicBezTo>
                  <a:pt x="504" y="439"/>
                  <a:pt x="267" y="559"/>
                  <a:pt x="135" y="787"/>
                </a:cubicBezTo>
                <a:cubicBezTo>
                  <a:pt x="0" y="1018"/>
                  <a:pt x="43" y="1301"/>
                  <a:pt x="199" y="1507"/>
                </a:cubicBezTo>
                <a:cubicBezTo>
                  <a:pt x="369" y="1730"/>
                  <a:pt x="575" y="1871"/>
                  <a:pt x="856" y="1898"/>
                </a:cubicBezTo>
                <a:cubicBezTo>
                  <a:pt x="903" y="1903"/>
                  <a:pt x="951" y="1905"/>
                  <a:pt x="999" y="1905"/>
                </a:cubicBezTo>
                <a:cubicBezTo>
                  <a:pt x="1238" y="1905"/>
                  <a:pt x="1479" y="1851"/>
                  <a:pt x="1713" y="1822"/>
                </a:cubicBezTo>
                <a:cubicBezTo>
                  <a:pt x="1715" y="1821"/>
                  <a:pt x="1718" y="1821"/>
                  <a:pt x="1720" y="1821"/>
                </a:cubicBezTo>
                <a:cubicBezTo>
                  <a:pt x="1763" y="1821"/>
                  <a:pt x="1792" y="1880"/>
                  <a:pt x="1818" y="1913"/>
                </a:cubicBezTo>
                <a:cubicBezTo>
                  <a:pt x="1857" y="1961"/>
                  <a:pt x="1922" y="2000"/>
                  <a:pt x="1976" y="2025"/>
                </a:cubicBezTo>
                <a:cubicBezTo>
                  <a:pt x="2114" y="2093"/>
                  <a:pt x="2249" y="2140"/>
                  <a:pt x="2404" y="2140"/>
                </a:cubicBezTo>
                <a:cubicBezTo>
                  <a:pt x="2533" y="2140"/>
                  <a:pt x="2646" y="2108"/>
                  <a:pt x="2769" y="2076"/>
                </a:cubicBezTo>
                <a:cubicBezTo>
                  <a:pt x="2915" y="2039"/>
                  <a:pt x="3033" y="1932"/>
                  <a:pt x="3171" y="1878"/>
                </a:cubicBezTo>
                <a:cubicBezTo>
                  <a:pt x="3203" y="1865"/>
                  <a:pt x="3229" y="1857"/>
                  <a:pt x="3254" y="1857"/>
                </a:cubicBezTo>
                <a:cubicBezTo>
                  <a:pt x="3284" y="1857"/>
                  <a:pt x="3312" y="1869"/>
                  <a:pt x="3343" y="1897"/>
                </a:cubicBezTo>
                <a:cubicBezTo>
                  <a:pt x="3392" y="1942"/>
                  <a:pt x="3437" y="1980"/>
                  <a:pt x="3496" y="2014"/>
                </a:cubicBezTo>
                <a:cubicBezTo>
                  <a:pt x="3606" y="2074"/>
                  <a:pt x="3734" y="2099"/>
                  <a:pt x="3859" y="2099"/>
                </a:cubicBezTo>
                <a:cubicBezTo>
                  <a:pt x="3871" y="2099"/>
                  <a:pt x="3883" y="2098"/>
                  <a:pt x="3896" y="2098"/>
                </a:cubicBezTo>
                <a:cubicBezTo>
                  <a:pt x="3896" y="2098"/>
                  <a:pt x="3897" y="2098"/>
                  <a:pt x="3897" y="2098"/>
                </a:cubicBezTo>
                <a:cubicBezTo>
                  <a:pt x="3958" y="2098"/>
                  <a:pt x="4025" y="2206"/>
                  <a:pt x="4175" y="2222"/>
                </a:cubicBezTo>
                <a:cubicBezTo>
                  <a:pt x="4185" y="2223"/>
                  <a:pt x="4195" y="2223"/>
                  <a:pt x="4204" y="2223"/>
                </a:cubicBezTo>
                <a:cubicBezTo>
                  <a:pt x="4336" y="2223"/>
                  <a:pt x="4405" y="2127"/>
                  <a:pt x="4405" y="2127"/>
                </a:cubicBezTo>
                <a:cubicBezTo>
                  <a:pt x="4405" y="2127"/>
                  <a:pt x="4507" y="2267"/>
                  <a:pt x="4642" y="2342"/>
                </a:cubicBezTo>
                <a:cubicBezTo>
                  <a:pt x="4701" y="2374"/>
                  <a:pt x="4795" y="2405"/>
                  <a:pt x="4883" y="2428"/>
                </a:cubicBezTo>
                <a:cubicBezTo>
                  <a:pt x="4883" y="2434"/>
                  <a:pt x="4885" y="2440"/>
                  <a:pt x="4886" y="2447"/>
                </a:cubicBezTo>
                <a:cubicBezTo>
                  <a:pt x="4898" y="2495"/>
                  <a:pt x="4928" y="2532"/>
                  <a:pt x="4959" y="2568"/>
                </a:cubicBezTo>
                <a:cubicBezTo>
                  <a:pt x="4995" y="2613"/>
                  <a:pt x="5042" y="2636"/>
                  <a:pt x="5093" y="2646"/>
                </a:cubicBezTo>
                <a:cubicBezTo>
                  <a:pt x="5072" y="2895"/>
                  <a:pt x="5039" y="3336"/>
                  <a:pt x="5050" y="3395"/>
                </a:cubicBezTo>
                <a:lnTo>
                  <a:pt x="5673" y="3395"/>
                </a:lnTo>
                <a:cubicBezTo>
                  <a:pt x="5684" y="3311"/>
                  <a:pt x="5685" y="2784"/>
                  <a:pt x="5651" y="2430"/>
                </a:cubicBezTo>
                <a:cubicBezTo>
                  <a:pt x="5659" y="2424"/>
                  <a:pt x="5668" y="2418"/>
                  <a:pt x="5675" y="2410"/>
                </a:cubicBezTo>
                <a:cubicBezTo>
                  <a:pt x="5804" y="2295"/>
                  <a:pt x="5816" y="2111"/>
                  <a:pt x="5794" y="1953"/>
                </a:cubicBezTo>
                <a:cubicBezTo>
                  <a:pt x="5770" y="1779"/>
                  <a:pt x="5589" y="1515"/>
                  <a:pt x="5397" y="1495"/>
                </a:cubicBezTo>
                <a:cubicBezTo>
                  <a:pt x="5403" y="1482"/>
                  <a:pt x="5409" y="1468"/>
                  <a:pt x="5414" y="1453"/>
                </a:cubicBezTo>
                <a:cubicBezTo>
                  <a:pt x="5435" y="1397"/>
                  <a:pt x="5405" y="1310"/>
                  <a:pt x="5383" y="1258"/>
                </a:cubicBezTo>
                <a:cubicBezTo>
                  <a:pt x="5328" y="1124"/>
                  <a:pt x="5187" y="1054"/>
                  <a:pt x="5060" y="1003"/>
                </a:cubicBezTo>
                <a:cubicBezTo>
                  <a:pt x="5005" y="980"/>
                  <a:pt x="4944" y="965"/>
                  <a:pt x="4885" y="957"/>
                </a:cubicBezTo>
                <a:cubicBezTo>
                  <a:pt x="4876" y="956"/>
                  <a:pt x="4868" y="955"/>
                  <a:pt x="4860" y="955"/>
                </a:cubicBezTo>
                <a:cubicBezTo>
                  <a:pt x="4840" y="955"/>
                  <a:pt x="4821" y="958"/>
                  <a:pt x="4800" y="961"/>
                </a:cubicBezTo>
                <a:cubicBezTo>
                  <a:pt x="4798" y="961"/>
                  <a:pt x="4796" y="962"/>
                  <a:pt x="4794" y="962"/>
                </a:cubicBezTo>
                <a:cubicBezTo>
                  <a:pt x="4788" y="907"/>
                  <a:pt x="4804" y="848"/>
                  <a:pt x="4795" y="793"/>
                </a:cubicBezTo>
                <a:cubicBezTo>
                  <a:pt x="4783" y="712"/>
                  <a:pt x="4735" y="645"/>
                  <a:pt x="4688" y="579"/>
                </a:cubicBezTo>
                <a:cubicBezTo>
                  <a:pt x="4532" y="364"/>
                  <a:pt x="4278" y="250"/>
                  <a:pt x="4019" y="223"/>
                </a:cubicBezTo>
                <a:cubicBezTo>
                  <a:pt x="3992" y="220"/>
                  <a:pt x="3964" y="219"/>
                  <a:pt x="3937" y="219"/>
                </a:cubicBezTo>
                <a:cubicBezTo>
                  <a:pt x="3832" y="219"/>
                  <a:pt x="3724" y="238"/>
                  <a:pt x="3623" y="254"/>
                </a:cubicBezTo>
                <a:cubicBezTo>
                  <a:pt x="3571" y="263"/>
                  <a:pt x="3526" y="271"/>
                  <a:pt x="3478" y="271"/>
                </a:cubicBezTo>
                <a:cubicBezTo>
                  <a:pt x="3451" y="271"/>
                  <a:pt x="3424" y="269"/>
                  <a:pt x="3394" y="261"/>
                </a:cubicBezTo>
                <a:cubicBezTo>
                  <a:pt x="3330" y="245"/>
                  <a:pt x="3269" y="182"/>
                  <a:pt x="3205" y="154"/>
                </a:cubicBezTo>
                <a:cubicBezTo>
                  <a:pt x="3102" y="106"/>
                  <a:pt x="2992" y="87"/>
                  <a:pt x="2879" y="87"/>
                </a:cubicBezTo>
                <a:cubicBezTo>
                  <a:pt x="2676" y="87"/>
                  <a:pt x="2466" y="149"/>
                  <a:pt x="2283" y="216"/>
                </a:cubicBezTo>
                <a:cubicBezTo>
                  <a:pt x="2226" y="238"/>
                  <a:pt x="2175" y="248"/>
                  <a:pt x="2128" y="248"/>
                </a:cubicBezTo>
                <a:cubicBezTo>
                  <a:pt x="2053" y="248"/>
                  <a:pt x="1986" y="222"/>
                  <a:pt x="1908" y="170"/>
                </a:cubicBezTo>
                <a:cubicBezTo>
                  <a:pt x="1787" y="91"/>
                  <a:pt x="1659" y="0"/>
                  <a:pt x="15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0" name="Google Shape;4040;p43"/>
          <p:cNvSpPr/>
          <p:nvPr/>
        </p:nvSpPr>
        <p:spPr>
          <a:xfrm>
            <a:off x="6461472" y="2119279"/>
            <a:ext cx="683476" cy="674957"/>
          </a:xfrm>
          <a:custGeom>
            <a:rect b="b" l="l" r="r" t="t"/>
            <a:pathLst>
              <a:path extrusionOk="0" h="6497" w="6579">
                <a:moveTo>
                  <a:pt x="4540" y="1"/>
                </a:moveTo>
                <a:lnTo>
                  <a:pt x="4540" y="214"/>
                </a:lnTo>
                <a:lnTo>
                  <a:pt x="4588" y="214"/>
                </a:lnTo>
                <a:lnTo>
                  <a:pt x="4482" y="2942"/>
                </a:lnTo>
                <a:lnTo>
                  <a:pt x="3719" y="3244"/>
                </a:lnTo>
                <a:lnTo>
                  <a:pt x="3719" y="2664"/>
                </a:lnTo>
                <a:lnTo>
                  <a:pt x="2248" y="3244"/>
                </a:lnTo>
                <a:lnTo>
                  <a:pt x="2248" y="2664"/>
                </a:lnTo>
                <a:lnTo>
                  <a:pt x="992" y="3160"/>
                </a:lnTo>
                <a:lnTo>
                  <a:pt x="883" y="1083"/>
                </a:lnTo>
                <a:lnTo>
                  <a:pt x="931" y="1083"/>
                </a:lnTo>
                <a:lnTo>
                  <a:pt x="931" y="869"/>
                </a:lnTo>
                <a:lnTo>
                  <a:pt x="195" y="869"/>
                </a:lnTo>
                <a:lnTo>
                  <a:pt x="195" y="1083"/>
                </a:lnTo>
                <a:lnTo>
                  <a:pt x="243" y="1083"/>
                </a:lnTo>
                <a:lnTo>
                  <a:pt x="0" y="6497"/>
                </a:lnTo>
                <a:lnTo>
                  <a:pt x="6578" y="6497"/>
                </a:lnTo>
                <a:lnTo>
                  <a:pt x="6578" y="2283"/>
                </a:lnTo>
                <a:lnTo>
                  <a:pt x="5338" y="2773"/>
                </a:lnTo>
                <a:lnTo>
                  <a:pt x="5229" y="214"/>
                </a:lnTo>
                <a:lnTo>
                  <a:pt x="5277" y="214"/>
                </a:lnTo>
                <a:lnTo>
                  <a:pt x="527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1" name="Google Shape;4041;p43"/>
          <p:cNvSpPr/>
          <p:nvPr/>
        </p:nvSpPr>
        <p:spPr>
          <a:xfrm>
            <a:off x="4928097" y="2863212"/>
            <a:ext cx="1604646" cy="1720689"/>
          </a:xfrm>
          <a:custGeom>
            <a:rect b="b" l="l" r="r" t="t"/>
            <a:pathLst>
              <a:path extrusionOk="0" h="16563" w="15446">
                <a:moveTo>
                  <a:pt x="13476" y="0"/>
                </a:moveTo>
                <a:cubicBezTo>
                  <a:pt x="13221" y="0"/>
                  <a:pt x="12480" y="101"/>
                  <a:pt x="12277" y="1243"/>
                </a:cubicBezTo>
                <a:cubicBezTo>
                  <a:pt x="12031" y="2629"/>
                  <a:pt x="12425" y="2481"/>
                  <a:pt x="11782" y="3868"/>
                </a:cubicBezTo>
                <a:cubicBezTo>
                  <a:pt x="11138" y="5254"/>
                  <a:pt x="10742" y="8125"/>
                  <a:pt x="9950" y="9114"/>
                </a:cubicBezTo>
                <a:cubicBezTo>
                  <a:pt x="9158" y="10105"/>
                  <a:pt x="8813" y="11441"/>
                  <a:pt x="7079" y="11788"/>
                </a:cubicBezTo>
                <a:cubicBezTo>
                  <a:pt x="5346" y="12135"/>
                  <a:pt x="4554" y="13225"/>
                  <a:pt x="4010" y="14214"/>
                </a:cubicBezTo>
                <a:cubicBezTo>
                  <a:pt x="3464" y="15204"/>
                  <a:pt x="643" y="15402"/>
                  <a:pt x="197" y="16096"/>
                </a:cubicBezTo>
                <a:cubicBezTo>
                  <a:pt x="1" y="16401"/>
                  <a:pt x="343" y="16562"/>
                  <a:pt x="1088" y="16562"/>
                </a:cubicBezTo>
                <a:cubicBezTo>
                  <a:pt x="2033" y="16562"/>
                  <a:pt x="3627" y="16303"/>
                  <a:pt x="5593" y="15749"/>
                </a:cubicBezTo>
                <a:cubicBezTo>
                  <a:pt x="9107" y="14759"/>
                  <a:pt x="14257" y="12085"/>
                  <a:pt x="14851" y="10155"/>
                </a:cubicBezTo>
                <a:cubicBezTo>
                  <a:pt x="15446" y="8223"/>
                  <a:pt x="14835" y="3900"/>
                  <a:pt x="14736" y="3356"/>
                </a:cubicBezTo>
                <a:cubicBezTo>
                  <a:pt x="14638" y="2811"/>
                  <a:pt x="13614" y="2036"/>
                  <a:pt x="13416" y="1441"/>
                </a:cubicBezTo>
                <a:cubicBezTo>
                  <a:pt x="13218" y="846"/>
                  <a:pt x="13713" y="599"/>
                  <a:pt x="13713" y="599"/>
                </a:cubicBezTo>
                <a:lnTo>
                  <a:pt x="13563" y="5"/>
                </a:lnTo>
                <a:cubicBezTo>
                  <a:pt x="13563" y="5"/>
                  <a:pt x="13531" y="0"/>
                  <a:pt x="1347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2" name="Google Shape;4042;p43"/>
          <p:cNvSpPr/>
          <p:nvPr/>
        </p:nvSpPr>
        <p:spPr>
          <a:xfrm>
            <a:off x="6361637" y="2815736"/>
            <a:ext cx="166947" cy="157390"/>
          </a:xfrm>
          <a:custGeom>
            <a:rect b="b" l="l" r="r" t="t"/>
            <a:pathLst>
              <a:path extrusionOk="0" h="1515" w="1607">
                <a:moveTo>
                  <a:pt x="1" y="1"/>
                </a:moveTo>
                <a:lnTo>
                  <a:pt x="1" y="1515"/>
                </a:lnTo>
                <a:lnTo>
                  <a:pt x="1607" y="1515"/>
                </a:lnTo>
                <a:lnTo>
                  <a:pt x="160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3" name="Google Shape;4043;p43"/>
          <p:cNvSpPr/>
          <p:nvPr/>
        </p:nvSpPr>
        <p:spPr>
          <a:xfrm>
            <a:off x="6316654" y="2796829"/>
            <a:ext cx="75838" cy="195620"/>
          </a:xfrm>
          <a:custGeom>
            <a:rect b="b" l="l" r="r" t="t"/>
            <a:pathLst>
              <a:path extrusionOk="0" h="1883" w="730">
                <a:moveTo>
                  <a:pt x="1" y="0"/>
                </a:moveTo>
                <a:lnTo>
                  <a:pt x="1" y="1882"/>
                </a:lnTo>
                <a:lnTo>
                  <a:pt x="729" y="1882"/>
                </a:lnTo>
                <a:lnTo>
                  <a:pt x="7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4" name="Google Shape;4044;p43"/>
          <p:cNvSpPr/>
          <p:nvPr/>
        </p:nvSpPr>
        <p:spPr>
          <a:xfrm>
            <a:off x="207" y="2754962"/>
            <a:ext cx="9149060" cy="2395957"/>
          </a:xfrm>
          <a:custGeom>
            <a:rect b="b" l="l" r="r" t="t"/>
            <a:pathLst>
              <a:path extrusionOk="0" h="23063" w="88067">
                <a:moveTo>
                  <a:pt x="26365" y="0"/>
                </a:moveTo>
                <a:cubicBezTo>
                  <a:pt x="26257" y="0"/>
                  <a:pt x="26195" y="1"/>
                  <a:pt x="26195" y="1"/>
                </a:cubicBezTo>
                <a:lnTo>
                  <a:pt x="1" y="1"/>
                </a:lnTo>
                <a:lnTo>
                  <a:pt x="1" y="23063"/>
                </a:lnTo>
                <a:lnTo>
                  <a:pt x="88067" y="22930"/>
                </a:lnTo>
                <a:lnTo>
                  <a:pt x="88065" y="1"/>
                </a:lnTo>
                <a:lnTo>
                  <a:pt x="61968" y="1"/>
                </a:lnTo>
                <a:cubicBezTo>
                  <a:pt x="61968" y="1"/>
                  <a:pt x="62177" y="3700"/>
                  <a:pt x="61771" y="6246"/>
                </a:cubicBezTo>
                <a:cubicBezTo>
                  <a:pt x="61365" y="8791"/>
                  <a:pt x="58873" y="17338"/>
                  <a:pt x="44018" y="17338"/>
                </a:cubicBezTo>
                <a:cubicBezTo>
                  <a:pt x="29165" y="17338"/>
                  <a:pt x="30451" y="6312"/>
                  <a:pt x="30056" y="4794"/>
                </a:cubicBezTo>
                <a:cubicBezTo>
                  <a:pt x="29661" y="3276"/>
                  <a:pt x="29462" y="950"/>
                  <a:pt x="29264" y="454"/>
                </a:cubicBezTo>
                <a:cubicBezTo>
                  <a:pt x="29096" y="32"/>
                  <a:pt x="26986" y="0"/>
                  <a:pt x="263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5" name="Google Shape;4045;p43"/>
          <p:cNvSpPr/>
          <p:nvPr/>
        </p:nvSpPr>
        <p:spPr>
          <a:xfrm>
            <a:off x="4891009" y="1417732"/>
            <a:ext cx="316649" cy="316649"/>
          </a:xfrm>
          <a:custGeom>
            <a:rect b="b" l="l" r="r" t="t"/>
            <a:pathLst>
              <a:path extrusionOk="0" h="3048" w="3048">
                <a:moveTo>
                  <a:pt x="1524" y="1"/>
                </a:moveTo>
                <a:cubicBezTo>
                  <a:pt x="683" y="1"/>
                  <a:pt x="1" y="682"/>
                  <a:pt x="1" y="1524"/>
                </a:cubicBezTo>
                <a:cubicBezTo>
                  <a:pt x="1" y="2365"/>
                  <a:pt x="683" y="3048"/>
                  <a:pt x="1524" y="3048"/>
                </a:cubicBezTo>
                <a:cubicBezTo>
                  <a:pt x="2366" y="3048"/>
                  <a:pt x="3048" y="2365"/>
                  <a:pt x="3048" y="1524"/>
                </a:cubicBezTo>
                <a:cubicBezTo>
                  <a:pt x="3048" y="682"/>
                  <a:pt x="2366" y="1"/>
                  <a:pt x="152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6" name="Google Shape;4046;p43"/>
          <p:cNvSpPr/>
          <p:nvPr/>
        </p:nvSpPr>
        <p:spPr>
          <a:xfrm>
            <a:off x="5037906" y="1159781"/>
            <a:ext cx="22959" cy="169856"/>
          </a:xfrm>
          <a:custGeom>
            <a:rect b="b" l="l" r="r" t="t"/>
            <a:pathLst>
              <a:path extrusionOk="0" h="1635" w="221">
                <a:moveTo>
                  <a:pt x="111" y="0"/>
                </a:moveTo>
                <a:cubicBezTo>
                  <a:pt x="110" y="0"/>
                  <a:pt x="110" y="0"/>
                  <a:pt x="110" y="0"/>
                </a:cubicBezTo>
                <a:cubicBezTo>
                  <a:pt x="50" y="0"/>
                  <a:pt x="1" y="366"/>
                  <a:pt x="1" y="817"/>
                </a:cubicBezTo>
                <a:cubicBezTo>
                  <a:pt x="1" y="1268"/>
                  <a:pt x="49" y="1634"/>
                  <a:pt x="110" y="1634"/>
                </a:cubicBezTo>
                <a:cubicBezTo>
                  <a:pt x="171" y="1634"/>
                  <a:pt x="221" y="1269"/>
                  <a:pt x="221" y="817"/>
                </a:cubicBezTo>
                <a:cubicBezTo>
                  <a:pt x="221" y="366"/>
                  <a:pt x="172" y="0"/>
                  <a:pt x="11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7" name="Google Shape;4047;p43"/>
          <p:cNvSpPr/>
          <p:nvPr/>
        </p:nvSpPr>
        <p:spPr>
          <a:xfrm>
            <a:off x="5037906" y="1822578"/>
            <a:ext cx="22959" cy="169856"/>
          </a:xfrm>
          <a:custGeom>
            <a:rect b="b" l="l" r="r" t="t"/>
            <a:pathLst>
              <a:path extrusionOk="0" h="1635" w="221">
                <a:moveTo>
                  <a:pt x="110" y="1"/>
                </a:moveTo>
                <a:cubicBezTo>
                  <a:pt x="50" y="1"/>
                  <a:pt x="1" y="366"/>
                  <a:pt x="1" y="818"/>
                </a:cubicBezTo>
                <a:cubicBezTo>
                  <a:pt x="1" y="1270"/>
                  <a:pt x="49" y="1635"/>
                  <a:pt x="110" y="1635"/>
                </a:cubicBezTo>
                <a:cubicBezTo>
                  <a:pt x="171" y="1635"/>
                  <a:pt x="221" y="1270"/>
                  <a:pt x="221" y="818"/>
                </a:cubicBezTo>
                <a:cubicBezTo>
                  <a:pt x="221" y="366"/>
                  <a:pt x="172" y="1"/>
                  <a:pt x="11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8" name="Google Shape;4048;p43"/>
          <p:cNvSpPr/>
          <p:nvPr/>
        </p:nvSpPr>
        <p:spPr>
          <a:xfrm>
            <a:off x="4685728" y="1366619"/>
            <a:ext cx="153338" cy="87369"/>
          </a:xfrm>
          <a:custGeom>
            <a:rect b="b" l="l" r="r" t="t"/>
            <a:pathLst>
              <a:path extrusionOk="0" h="841" w="1476">
                <a:moveTo>
                  <a:pt x="61" y="1"/>
                </a:moveTo>
                <a:cubicBezTo>
                  <a:pt x="45" y="1"/>
                  <a:pt x="35" y="4"/>
                  <a:pt x="31" y="12"/>
                </a:cubicBezTo>
                <a:cubicBezTo>
                  <a:pt x="0" y="64"/>
                  <a:pt x="292" y="290"/>
                  <a:pt x="682" y="516"/>
                </a:cubicBezTo>
                <a:cubicBezTo>
                  <a:pt x="1018" y="710"/>
                  <a:pt x="1317" y="840"/>
                  <a:pt x="1414" y="840"/>
                </a:cubicBezTo>
                <a:cubicBezTo>
                  <a:pt x="1430" y="840"/>
                  <a:pt x="1441" y="837"/>
                  <a:pt x="1445" y="829"/>
                </a:cubicBezTo>
                <a:cubicBezTo>
                  <a:pt x="1475" y="777"/>
                  <a:pt x="1185" y="550"/>
                  <a:pt x="793" y="325"/>
                </a:cubicBezTo>
                <a:cubicBezTo>
                  <a:pt x="457" y="131"/>
                  <a:pt x="158" y="1"/>
                  <a:pt x="6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9" name="Google Shape;4049;p43"/>
          <p:cNvSpPr/>
          <p:nvPr/>
        </p:nvSpPr>
        <p:spPr>
          <a:xfrm>
            <a:off x="5259705" y="1698226"/>
            <a:ext cx="153338" cy="87265"/>
          </a:xfrm>
          <a:custGeom>
            <a:rect b="b" l="l" r="r" t="t"/>
            <a:pathLst>
              <a:path extrusionOk="0" h="840" w="1476">
                <a:moveTo>
                  <a:pt x="62" y="0"/>
                </a:moveTo>
                <a:cubicBezTo>
                  <a:pt x="46" y="0"/>
                  <a:pt x="35" y="4"/>
                  <a:pt x="31" y="11"/>
                </a:cubicBezTo>
                <a:cubicBezTo>
                  <a:pt x="0" y="63"/>
                  <a:pt x="292" y="289"/>
                  <a:pt x="683" y="514"/>
                </a:cubicBezTo>
                <a:cubicBezTo>
                  <a:pt x="1018" y="709"/>
                  <a:pt x="1317" y="839"/>
                  <a:pt x="1414" y="839"/>
                </a:cubicBezTo>
                <a:cubicBezTo>
                  <a:pt x="1430" y="839"/>
                  <a:pt x="1441" y="836"/>
                  <a:pt x="1445" y="829"/>
                </a:cubicBezTo>
                <a:cubicBezTo>
                  <a:pt x="1476" y="775"/>
                  <a:pt x="1185" y="549"/>
                  <a:pt x="793" y="324"/>
                </a:cubicBezTo>
                <a:cubicBezTo>
                  <a:pt x="459" y="130"/>
                  <a:pt x="160" y="0"/>
                  <a:pt x="6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0" name="Google Shape;4050;p43"/>
          <p:cNvSpPr/>
          <p:nvPr/>
        </p:nvSpPr>
        <p:spPr>
          <a:xfrm>
            <a:off x="4685728" y="1698226"/>
            <a:ext cx="153234" cy="87265"/>
          </a:xfrm>
          <a:custGeom>
            <a:rect b="b" l="l" r="r" t="t"/>
            <a:pathLst>
              <a:path extrusionOk="0" h="840" w="1475">
                <a:moveTo>
                  <a:pt x="1413" y="0"/>
                </a:moveTo>
                <a:cubicBezTo>
                  <a:pt x="1316" y="0"/>
                  <a:pt x="1017" y="131"/>
                  <a:pt x="681" y="324"/>
                </a:cubicBezTo>
                <a:cubicBezTo>
                  <a:pt x="292" y="549"/>
                  <a:pt x="0" y="775"/>
                  <a:pt x="30" y="829"/>
                </a:cubicBezTo>
                <a:cubicBezTo>
                  <a:pt x="34" y="836"/>
                  <a:pt x="44" y="839"/>
                  <a:pt x="60" y="839"/>
                </a:cubicBezTo>
                <a:cubicBezTo>
                  <a:pt x="156" y="839"/>
                  <a:pt x="455" y="708"/>
                  <a:pt x="792" y="514"/>
                </a:cubicBezTo>
                <a:cubicBezTo>
                  <a:pt x="1182" y="289"/>
                  <a:pt x="1474" y="63"/>
                  <a:pt x="1444" y="11"/>
                </a:cubicBezTo>
                <a:cubicBezTo>
                  <a:pt x="1439" y="4"/>
                  <a:pt x="1429" y="0"/>
                  <a:pt x="14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1" name="Google Shape;4051;p43"/>
          <p:cNvSpPr/>
          <p:nvPr/>
        </p:nvSpPr>
        <p:spPr>
          <a:xfrm>
            <a:off x="5259705" y="1366619"/>
            <a:ext cx="153442" cy="87369"/>
          </a:xfrm>
          <a:custGeom>
            <a:rect b="b" l="l" r="r" t="t"/>
            <a:pathLst>
              <a:path extrusionOk="0" h="841" w="1477">
                <a:moveTo>
                  <a:pt x="1415" y="1"/>
                </a:moveTo>
                <a:cubicBezTo>
                  <a:pt x="1319" y="1"/>
                  <a:pt x="1019" y="131"/>
                  <a:pt x="684" y="325"/>
                </a:cubicBezTo>
                <a:cubicBezTo>
                  <a:pt x="293" y="552"/>
                  <a:pt x="0" y="777"/>
                  <a:pt x="31" y="829"/>
                </a:cubicBezTo>
                <a:cubicBezTo>
                  <a:pt x="35" y="837"/>
                  <a:pt x="46" y="840"/>
                  <a:pt x="62" y="840"/>
                </a:cubicBezTo>
                <a:cubicBezTo>
                  <a:pt x="159" y="840"/>
                  <a:pt x="458" y="709"/>
                  <a:pt x="793" y="516"/>
                </a:cubicBezTo>
                <a:cubicBezTo>
                  <a:pt x="1183" y="291"/>
                  <a:pt x="1477" y="64"/>
                  <a:pt x="1446" y="12"/>
                </a:cubicBezTo>
                <a:cubicBezTo>
                  <a:pt x="1442" y="4"/>
                  <a:pt x="1431" y="1"/>
                  <a:pt x="141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2" name="Google Shape;4052;p43"/>
          <p:cNvSpPr/>
          <p:nvPr/>
        </p:nvSpPr>
        <p:spPr>
          <a:xfrm>
            <a:off x="4873764" y="1279458"/>
            <a:ext cx="78851" cy="121341"/>
          </a:xfrm>
          <a:custGeom>
            <a:rect b="b" l="l" r="r" t="t"/>
            <a:pathLst>
              <a:path extrusionOk="0" h="1168" w="759">
                <a:moveTo>
                  <a:pt x="50" y="1"/>
                </a:moveTo>
                <a:cubicBezTo>
                  <a:pt x="48" y="1"/>
                  <a:pt x="45" y="1"/>
                  <a:pt x="43" y="2"/>
                </a:cubicBezTo>
                <a:cubicBezTo>
                  <a:pt x="0" y="27"/>
                  <a:pt x="115" y="308"/>
                  <a:pt x="301" y="630"/>
                </a:cubicBezTo>
                <a:cubicBezTo>
                  <a:pt x="477" y="935"/>
                  <a:pt x="653" y="1168"/>
                  <a:pt x="708" y="1168"/>
                </a:cubicBezTo>
                <a:cubicBezTo>
                  <a:pt x="711" y="1168"/>
                  <a:pt x="713" y="1167"/>
                  <a:pt x="715" y="1166"/>
                </a:cubicBezTo>
                <a:cubicBezTo>
                  <a:pt x="758" y="1141"/>
                  <a:pt x="644" y="860"/>
                  <a:pt x="457" y="539"/>
                </a:cubicBezTo>
                <a:cubicBezTo>
                  <a:pt x="281" y="233"/>
                  <a:pt x="105" y="1"/>
                  <a:pt x="5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3" name="Google Shape;4053;p43"/>
          <p:cNvSpPr/>
          <p:nvPr/>
        </p:nvSpPr>
        <p:spPr>
          <a:xfrm>
            <a:off x="5146260" y="1751416"/>
            <a:ext cx="78851" cy="121341"/>
          </a:xfrm>
          <a:custGeom>
            <a:rect b="b" l="l" r="r" t="t"/>
            <a:pathLst>
              <a:path extrusionOk="0" h="1168" w="759">
                <a:moveTo>
                  <a:pt x="51" y="1"/>
                </a:moveTo>
                <a:cubicBezTo>
                  <a:pt x="48" y="1"/>
                  <a:pt x="46" y="1"/>
                  <a:pt x="43" y="2"/>
                </a:cubicBezTo>
                <a:cubicBezTo>
                  <a:pt x="0" y="27"/>
                  <a:pt x="115" y="308"/>
                  <a:pt x="300" y="630"/>
                </a:cubicBezTo>
                <a:cubicBezTo>
                  <a:pt x="477" y="935"/>
                  <a:pt x="654" y="1168"/>
                  <a:pt x="707" y="1168"/>
                </a:cubicBezTo>
                <a:cubicBezTo>
                  <a:pt x="710" y="1168"/>
                  <a:pt x="713" y="1167"/>
                  <a:pt x="715" y="1166"/>
                </a:cubicBezTo>
                <a:cubicBezTo>
                  <a:pt x="759" y="1141"/>
                  <a:pt x="643" y="860"/>
                  <a:pt x="458" y="539"/>
                </a:cubicBezTo>
                <a:cubicBezTo>
                  <a:pt x="282" y="232"/>
                  <a:pt x="106" y="1"/>
                  <a:pt x="5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4" name="Google Shape;4054;p43"/>
          <p:cNvSpPr/>
          <p:nvPr/>
        </p:nvSpPr>
        <p:spPr>
          <a:xfrm>
            <a:off x="4707025" y="1566601"/>
            <a:ext cx="139729" cy="19011"/>
          </a:xfrm>
          <a:custGeom>
            <a:rect b="b" l="l" r="r" t="t"/>
            <a:pathLst>
              <a:path extrusionOk="0" h="183" w="1345">
                <a:moveTo>
                  <a:pt x="673" y="0"/>
                </a:moveTo>
                <a:cubicBezTo>
                  <a:pt x="303" y="0"/>
                  <a:pt x="1" y="41"/>
                  <a:pt x="1" y="91"/>
                </a:cubicBezTo>
                <a:cubicBezTo>
                  <a:pt x="1" y="141"/>
                  <a:pt x="301" y="182"/>
                  <a:pt x="673" y="182"/>
                </a:cubicBezTo>
                <a:cubicBezTo>
                  <a:pt x="1043" y="182"/>
                  <a:pt x="1344" y="141"/>
                  <a:pt x="1344" y="91"/>
                </a:cubicBezTo>
                <a:cubicBezTo>
                  <a:pt x="1344" y="41"/>
                  <a:pt x="1043" y="0"/>
                  <a:pt x="67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5" name="Google Shape;4055;p43"/>
          <p:cNvSpPr/>
          <p:nvPr/>
        </p:nvSpPr>
        <p:spPr>
          <a:xfrm>
            <a:off x="5252018" y="1566601"/>
            <a:ext cx="139625" cy="19011"/>
          </a:xfrm>
          <a:custGeom>
            <a:rect b="b" l="l" r="r" t="t"/>
            <a:pathLst>
              <a:path extrusionOk="0" h="183" w="1344">
                <a:moveTo>
                  <a:pt x="673" y="0"/>
                </a:moveTo>
                <a:cubicBezTo>
                  <a:pt x="302" y="0"/>
                  <a:pt x="1" y="41"/>
                  <a:pt x="2" y="91"/>
                </a:cubicBezTo>
                <a:cubicBezTo>
                  <a:pt x="2" y="141"/>
                  <a:pt x="302" y="182"/>
                  <a:pt x="673" y="182"/>
                </a:cubicBezTo>
                <a:cubicBezTo>
                  <a:pt x="1044" y="182"/>
                  <a:pt x="1344" y="141"/>
                  <a:pt x="1344" y="91"/>
                </a:cubicBezTo>
                <a:cubicBezTo>
                  <a:pt x="1344" y="41"/>
                  <a:pt x="1044" y="0"/>
                  <a:pt x="67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6" name="Google Shape;4056;p43"/>
          <p:cNvSpPr/>
          <p:nvPr/>
        </p:nvSpPr>
        <p:spPr>
          <a:xfrm>
            <a:off x="4873764" y="1751416"/>
            <a:ext cx="78851" cy="121341"/>
          </a:xfrm>
          <a:custGeom>
            <a:rect b="b" l="l" r="r" t="t"/>
            <a:pathLst>
              <a:path extrusionOk="0" h="1168" w="759">
                <a:moveTo>
                  <a:pt x="707" y="1"/>
                </a:moveTo>
                <a:cubicBezTo>
                  <a:pt x="653" y="1"/>
                  <a:pt x="477" y="233"/>
                  <a:pt x="300" y="539"/>
                </a:cubicBezTo>
                <a:cubicBezTo>
                  <a:pt x="115" y="860"/>
                  <a:pt x="0" y="1140"/>
                  <a:pt x="43" y="1166"/>
                </a:cubicBezTo>
                <a:cubicBezTo>
                  <a:pt x="45" y="1167"/>
                  <a:pt x="48" y="1168"/>
                  <a:pt x="50" y="1168"/>
                </a:cubicBezTo>
                <a:cubicBezTo>
                  <a:pt x="105" y="1168"/>
                  <a:pt x="281" y="935"/>
                  <a:pt x="457" y="630"/>
                </a:cubicBezTo>
                <a:cubicBezTo>
                  <a:pt x="643" y="308"/>
                  <a:pt x="758" y="28"/>
                  <a:pt x="714" y="2"/>
                </a:cubicBezTo>
                <a:cubicBezTo>
                  <a:pt x="712" y="1"/>
                  <a:pt x="710" y="1"/>
                  <a:pt x="70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7" name="Google Shape;4057;p43"/>
          <p:cNvSpPr/>
          <p:nvPr/>
        </p:nvSpPr>
        <p:spPr>
          <a:xfrm>
            <a:off x="5146260" y="1279458"/>
            <a:ext cx="78851" cy="121341"/>
          </a:xfrm>
          <a:custGeom>
            <a:rect b="b" l="l" r="r" t="t"/>
            <a:pathLst>
              <a:path extrusionOk="0" h="1168" w="759">
                <a:moveTo>
                  <a:pt x="707" y="1"/>
                </a:moveTo>
                <a:cubicBezTo>
                  <a:pt x="654" y="1"/>
                  <a:pt x="477" y="233"/>
                  <a:pt x="300" y="539"/>
                </a:cubicBezTo>
                <a:cubicBezTo>
                  <a:pt x="115" y="860"/>
                  <a:pt x="0" y="1141"/>
                  <a:pt x="43" y="1166"/>
                </a:cubicBezTo>
                <a:cubicBezTo>
                  <a:pt x="46" y="1167"/>
                  <a:pt x="48" y="1168"/>
                  <a:pt x="51" y="1168"/>
                </a:cubicBezTo>
                <a:cubicBezTo>
                  <a:pt x="105" y="1168"/>
                  <a:pt x="282" y="935"/>
                  <a:pt x="458" y="630"/>
                </a:cubicBezTo>
                <a:cubicBezTo>
                  <a:pt x="643" y="308"/>
                  <a:pt x="759" y="28"/>
                  <a:pt x="715" y="2"/>
                </a:cubicBezTo>
                <a:cubicBezTo>
                  <a:pt x="713" y="1"/>
                  <a:pt x="710" y="1"/>
                  <a:pt x="70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8" name="Google Shape;4058;p43"/>
          <p:cNvSpPr/>
          <p:nvPr/>
        </p:nvSpPr>
        <p:spPr>
          <a:xfrm>
            <a:off x="3883511" y="5136983"/>
            <a:ext cx="1758296" cy="104"/>
          </a:xfrm>
          <a:custGeom>
            <a:rect b="b" l="l" r="r" t="t"/>
            <a:pathLst>
              <a:path extrusionOk="0" fill="none" h="1" w="16925">
                <a:moveTo>
                  <a:pt x="0" y="1"/>
                </a:moveTo>
                <a:lnTo>
                  <a:pt x="16925" y="1"/>
                </a:lnTo>
              </a:path>
            </a:pathLst>
          </a:custGeom>
          <a:noFill/>
          <a:ln cap="flat" cmpd="sng" w="25">
            <a:solidFill>
              <a:srgbClr val="FFFFFF"/>
            </a:solidFill>
            <a:prstDash val="solid"/>
            <a:miter lim="102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9" name="Google Shape;4059;p43"/>
          <p:cNvSpPr/>
          <p:nvPr/>
        </p:nvSpPr>
        <p:spPr>
          <a:xfrm>
            <a:off x="3883511" y="5007436"/>
            <a:ext cx="1758296" cy="104"/>
          </a:xfrm>
          <a:custGeom>
            <a:rect b="b" l="l" r="r" t="t"/>
            <a:pathLst>
              <a:path extrusionOk="0" fill="none" h="1" w="16925">
                <a:moveTo>
                  <a:pt x="0" y="1"/>
                </a:moveTo>
                <a:lnTo>
                  <a:pt x="16925" y="1"/>
                </a:lnTo>
              </a:path>
            </a:pathLst>
          </a:custGeom>
          <a:noFill/>
          <a:ln cap="flat" cmpd="sng" w="25">
            <a:solidFill>
              <a:srgbClr val="FFFFFF"/>
            </a:solidFill>
            <a:prstDash val="solid"/>
            <a:miter lim="102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0" name="Google Shape;4060;p43"/>
          <p:cNvSpPr/>
          <p:nvPr/>
        </p:nvSpPr>
        <p:spPr>
          <a:xfrm>
            <a:off x="3883511" y="4877889"/>
            <a:ext cx="1758296" cy="104"/>
          </a:xfrm>
          <a:custGeom>
            <a:rect b="b" l="l" r="r" t="t"/>
            <a:pathLst>
              <a:path extrusionOk="0" fill="none" h="1" w="16925">
                <a:moveTo>
                  <a:pt x="0" y="0"/>
                </a:moveTo>
                <a:lnTo>
                  <a:pt x="16925" y="0"/>
                </a:lnTo>
              </a:path>
            </a:pathLst>
          </a:custGeom>
          <a:noFill/>
          <a:ln cap="flat" cmpd="sng" w="25">
            <a:solidFill>
              <a:srgbClr val="FFFFFF"/>
            </a:solidFill>
            <a:prstDash val="solid"/>
            <a:miter lim="102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1" name="Google Shape;4061;p43"/>
          <p:cNvSpPr/>
          <p:nvPr/>
        </p:nvSpPr>
        <p:spPr>
          <a:xfrm>
            <a:off x="3883511" y="4748446"/>
            <a:ext cx="1758296" cy="104"/>
          </a:xfrm>
          <a:custGeom>
            <a:rect b="b" l="l" r="r" t="t"/>
            <a:pathLst>
              <a:path extrusionOk="0" fill="none" h="1" w="16925">
                <a:moveTo>
                  <a:pt x="0" y="0"/>
                </a:moveTo>
                <a:lnTo>
                  <a:pt x="16925" y="0"/>
                </a:lnTo>
              </a:path>
            </a:pathLst>
          </a:custGeom>
          <a:noFill/>
          <a:ln cap="flat" cmpd="sng" w="25">
            <a:solidFill>
              <a:srgbClr val="FFFFFF"/>
            </a:solidFill>
            <a:prstDash val="solid"/>
            <a:miter lim="102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2" name="Google Shape;4062;p43"/>
          <p:cNvSpPr/>
          <p:nvPr/>
        </p:nvSpPr>
        <p:spPr>
          <a:xfrm>
            <a:off x="4294801" y="3979476"/>
            <a:ext cx="303144" cy="116977"/>
          </a:xfrm>
          <a:custGeom>
            <a:rect b="b" l="l" r="r" t="t"/>
            <a:pathLst>
              <a:path extrusionOk="0" h="1126" w="2918">
                <a:moveTo>
                  <a:pt x="1173" y="0"/>
                </a:moveTo>
                <a:cubicBezTo>
                  <a:pt x="525" y="0"/>
                  <a:pt x="1" y="563"/>
                  <a:pt x="1" y="563"/>
                </a:cubicBezTo>
                <a:cubicBezTo>
                  <a:pt x="1" y="563"/>
                  <a:pt x="526" y="1126"/>
                  <a:pt x="1173" y="1126"/>
                </a:cubicBezTo>
                <a:cubicBezTo>
                  <a:pt x="1640" y="1126"/>
                  <a:pt x="2043" y="834"/>
                  <a:pt x="2231" y="671"/>
                </a:cubicBezTo>
                <a:lnTo>
                  <a:pt x="2918" y="997"/>
                </a:lnTo>
                <a:lnTo>
                  <a:pt x="2918" y="128"/>
                </a:lnTo>
                <a:lnTo>
                  <a:pt x="2231" y="455"/>
                </a:lnTo>
                <a:cubicBezTo>
                  <a:pt x="2042" y="292"/>
                  <a:pt x="1640" y="0"/>
                  <a:pt x="11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3" name="Google Shape;4063;p43"/>
          <p:cNvSpPr/>
          <p:nvPr/>
        </p:nvSpPr>
        <p:spPr>
          <a:xfrm>
            <a:off x="5515475" y="3595303"/>
            <a:ext cx="303248" cy="117081"/>
          </a:xfrm>
          <a:custGeom>
            <a:rect b="b" l="l" r="r" t="t"/>
            <a:pathLst>
              <a:path extrusionOk="0" h="1127" w="2919">
                <a:moveTo>
                  <a:pt x="1174" y="1"/>
                </a:moveTo>
                <a:cubicBezTo>
                  <a:pt x="525" y="1"/>
                  <a:pt x="0" y="563"/>
                  <a:pt x="0" y="563"/>
                </a:cubicBezTo>
                <a:cubicBezTo>
                  <a:pt x="0" y="563"/>
                  <a:pt x="526" y="1126"/>
                  <a:pt x="1174" y="1126"/>
                </a:cubicBezTo>
                <a:cubicBezTo>
                  <a:pt x="1640" y="1126"/>
                  <a:pt x="2043" y="835"/>
                  <a:pt x="2231" y="671"/>
                </a:cubicBezTo>
                <a:lnTo>
                  <a:pt x="2918" y="997"/>
                </a:lnTo>
                <a:lnTo>
                  <a:pt x="2918" y="129"/>
                </a:lnTo>
                <a:lnTo>
                  <a:pt x="2231" y="455"/>
                </a:lnTo>
                <a:cubicBezTo>
                  <a:pt x="2043" y="294"/>
                  <a:pt x="1640" y="1"/>
                  <a:pt x="117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4" name="Google Shape;4064;p43"/>
          <p:cNvSpPr/>
          <p:nvPr/>
        </p:nvSpPr>
        <p:spPr>
          <a:xfrm>
            <a:off x="4712843" y="3842346"/>
            <a:ext cx="178894" cy="68877"/>
          </a:xfrm>
          <a:custGeom>
            <a:rect b="b" l="l" r="r" t="t"/>
            <a:pathLst>
              <a:path extrusionOk="0" h="663" w="1722">
                <a:moveTo>
                  <a:pt x="694" y="1"/>
                </a:moveTo>
                <a:cubicBezTo>
                  <a:pt x="311" y="1"/>
                  <a:pt x="1" y="332"/>
                  <a:pt x="1" y="332"/>
                </a:cubicBezTo>
                <a:cubicBezTo>
                  <a:pt x="1" y="332"/>
                  <a:pt x="311" y="663"/>
                  <a:pt x="694" y="663"/>
                </a:cubicBezTo>
                <a:cubicBezTo>
                  <a:pt x="968" y="663"/>
                  <a:pt x="1206" y="491"/>
                  <a:pt x="1318" y="394"/>
                </a:cubicBezTo>
                <a:lnTo>
                  <a:pt x="1722" y="586"/>
                </a:lnTo>
                <a:lnTo>
                  <a:pt x="1722" y="74"/>
                </a:lnTo>
                <a:lnTo>
                  <a:pt x="1318" y="267"/>
                </a:lnTo>
                <a:cubicBezTo>
                  <a:pt x="1206" y="172"/>
                  <a:pt x="970" y="1"/>
                  <a:pt x="69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5" name="Google Shape;4065;p43"/>
          <p:cNvSpPr/>
          <p:nvPr/>
        </p:nvSpPr>
        <p:spPr>
          <a:xfrm>
            <a:off x="4425699" y="3680905"/>
            <a:ext cx="144508" cy="55788"/>
          </a:xfrm>
          <a:custGeom>
            <a:rect b="b" l="l" r="r" t="t"/>
            <a:pathLst>
              <a:path extrusionOk="0" h="537" w="1391">
                <a:moveTo>
                  <a:pt x="559" y="0"/>
                </a:moveTo>
                <a:cubicBezTo>
                  <a:pt x="251" y="0"/>
                  <a:pt x="0" y="269"/>
                  <a:pt x="0" y="269"/>
                </a:cubicBezTo>
                <a:cubicBezTo>
                  <a:pt x="0" y="269"/>
                  <a:pt x="251" y="536"/>
                  <a:pt x="559" y="536"/>
                </a:cubicBezTo>
                <a:cubicBezTo>
                  <a:pt x="782" y="536"/>
                  <a:pt x="973" y="397"/>
                  <a:pt x="1063" y="321"/>
                </a:cubicBezTo>
                <a:lnTo>
                  <a:pt x="1391" y="475"/>
                </a:lnTo>
                <a:lnTo>
                  <a:pt x="1391" y="62"/>
                </a:lnTo>
                <a:lnTo>
                  <a:pt x="1063" y="218"/>
                </a:lnTo>
                <a:cubicBezTo>
                  <a:pt x="973" y="140"/>
                  <a:pt x="782" y="0"/>
                  <a:pt x="55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6" name="Google Shape;4066;p43"/>
          <p:cNvSpPr/>
          <p:nvPr/>
        </p:nvSpPr>
        <p:spPr>
          <a:xfrm>
            <a:off x="3904393" y="3989553"/>
            <a:ext cx="144611" cy="55788"/>
          </a:xfrm>
          <a:custGeom>
            <a:rect b="b" l="l" r="r" t="t"/>
            <a:pathLst>
              <a:path extrusionOk="0" h="537" w="1392">
                <a:moveTo>
                  <a:pt x="559" y="1"/>
                </a:moveTo>
                <a:cubicBezTo>
                  <a:pt x="251" y="1"/>
                  <a:pt x="1" y="270"/>
                  <a:pt x="1" y="270"/>
                </a:cubicBezTo>
                <a:cubicBezTo>
                  <a:pt x="1" y="270"/>
                  <a:pt x="251" y="537"/>
                  <a:pt x="559" y="537"/>
                </a:cubicBezTo>
                <a:cubicBezTo>
                  <a:pt x="782" y="537"/>
                  <a:pt x="974" y="398"/>
                  <a:pt x="1064" y="321"/>
                </a:cubicBezTo>
                <a:lnTo>
                  <a:pt x="1391" y="475"/>
                </a:lnTo>
                <a:lnTo>
                  <a:pt x="1391" y="62"/>
                </a:lnTo>
                <a:lnTo>
                  <a:pt x="1064" y="219"/>
                </a:lnTo>
                <a:cubicBezTo>
                  <a:pt x="974" y="140"/>
                  <a:pt x="782" y="1"/>
                  <a:pt x="55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7" name="Google Shape;4067;p43"/>
          <p:cNvSpPr/>
          <p:nvPr/>
        </p:nvSpPr>
        <p:spPr>
          <a:xfrm>
            <a:off x="4147073" y="4145383"/>
            <a:ext cx="144404" cy="55788"/>
          </a:xfrm>
          <a:custGeom>
            <a:rect b="b" l="l" r="r" t="t"/>
            <a:pathLst>
              <a:path extrusionOk="0" h="537" w="1390">
                <a:moveTo>
                  <a:pt x="559" y="1"/>
                </a:moveTo>
                <a:cubicBezTo>
                  <a:pt x="251" y="1"/>
                  <a:pt x="1" y="270"/>
                  <a:pt x="1" y="270"/>
                </a:cubicBezTo>
                <a:cubicBezTo>
                  <a:pt x="1" y="270"/>
                  <a:pt x="251" y="537"/>
                  <a:pt x="559" y="537"/>
                </a:cubicBezTo>
                <a:cubicBezTo>
                  <a:pt x="781" y="537"/>
                  <a:pt x="974" y="398"/>
                  <a:pt x="1063" y="321"/>
                </a:cubicBezTo>
                <a:lnTo>
                  <a:pt x="1390" y="475"/>
                </a:lnTo>
                <a:lnTo>
                  <a:pt x="1390" y="62"/>
                </a:lnTo>
                <a:lnTo>
                  <a:pt x="1063" y="219"/>
                </a:lnTo>
                <a:cubicBezTo>
                  <a:pt x="974" y="141"/>
                  <a:pt x="781" y="1"/>
                  <a:pt x="55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8" name="Google Shape;4068;p43"/>
          <p:cNvSpPr/>
          <p:nvPr/>
        </p:nvSpPr>
        <p:spPr>
          <a:xfrm>
            <a:off x="5251186" y="3662310"/>
            <a:ext cx="144508" cy="55788"/>
          </a:xfrm>
          <a:custGeom>
            <a:rect b="b" l="l" r="r" t="t"/>
            <a:pathLst>
              <a:path extrusionOk="0" h="537" w="1391">
                <a:moveTo>
                  <a:pt x="559" y="0"/>
                </a:moveTo>
                <a:cubicBezTo>
                  <a:pt x="251" y="0"/>
                  <a:pt x="0" y="269"/>
                  <a:pt x="0" y="269"/>
                </a:cubicBezTo>
                <a:cubicBezTo>
                  <a:pt x="0" y="269"/>
                  <a:pt x="251" y="536"/>
                  <a:pt x="559" y="536"/>
                </a:cubicBezTo>
                <a:cubicBezTo>
                  <a:pt x="782" y="536"/>
                  <a:pt x="973" y="397"/>
                  <a:pt x="1063" y="320"/>
                </a:cubicBezTo>
                <a:lnTo>
                  <a:pt x="1391" y="475"/>
                </a:lnTo>
                <a:lnTo>
                  <a:pt x="1391" y="62"/>
                </a:lnTo>
                <a:lnTo>
                  <a:pt x="1063" y="218"/>
                </a:lnTo>
                <a:cubicBezTo>
                  <a:pt x="973" y="140"/>
                  <a:pt x="782" y="0"/>
                  <a:pt x="55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9" name="Google Shape;4069;p43"/>
          <p:cNvSpPr/>
          <p:nvPr/>
        </p:nvSpPr>
        <p:spPr>
          <a:xfrm>
            <a:off x="5402031" y="3822192"/>
            <a:ext cx="116977" cy="45191"/>
          </a:xfrm>
          <a:custGeom>
            <a:rect b="b" l="l" r="r" t="t"/>
            <a:pathLst>
              <a:path extrusionOk="0" h="435" w="1126">
                <a:moveTo>
                  <a:pt x="453" y="0"/>
                </a:moveTo>
                <a:cubicBezTo>
                  <a:pt x="202" y="0"/>
                  <a:pt x="0" y="218"/>
                  <a:pt x="0" y="218"/>
                </a:cubicBezTo>
                <a:cubicBezTo>
                  <a:pt x="0" y="218"/>
                  <a:pt x="202" y="435"/>
                  <a:pt x="453" y="435"/>
                </a:cubicBezTo>
                <a:cubicBezTo>
                  <a:pt x="634" y="435"/>
                  <a:pt x="788" y="322"/>
                  <a:pt x="861" y="260"/>
                </a:cubicBezTo>
                <a:lnTo>
                  <a:pt x="1126" y="385"/>
                </a:lnTo>
                <a:lnTo>
                  <a:pt x="1126" y="49"/>
                </a:lnTo>
                <a:lnTo>
                  <a:pt x="861" y="174"/>
                </a:lnTo>
                <a:cubicBezTo>
                  <a:pt x="789" y="113"/>
                  <a:pt x="634" y="0"/>
                  <a:pt x="45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0" name="Google Shape;4070;p43"/>
          <p:cNvSpPr/>
          <p:nvPr/>
        </p:nvSpPr>
        <p:spPr>
          <a:xfrm>
            <a:off x="4025317" y="4288332"/>
            <a:ext cx="117081" cy="45295"/>
          </a:xfrm>
          <a:custGeom>
            <a:rect b="b" l="l" r="r" t="t"/>
            <a:pathLst>
              <a:path extrusionOk="0" h="436" w="1127">
                <a:moveTo>
                  <a:pt x="453" y="1"/>
                </a:moveTo>
                <a:cubicBezTo>
                  <a:pt x="203" y="1"/>
                  <a:pt x="1" y="219"/>
                  <a:pt x="1" y="219"/>
                </a:cubicBezTo>
                <a:cubicBezTo>
                  <a:pt x="1" y="219"/>
                  <a:pt x="203" y="436"/>
                  <a:pt x="453" y="436"/>
                </a:cubicBezTo>
                <a:cubicBezTo>
                  <a:pt x="633" y="436"/>
                  <a:pt x="789" y="323"/>
                  <a:pt x="861" y="261"/>
                </a:cubicBezTo>
                <a:lnTo>
                  <a:pt x="1126" y="387"/>
                </a:lnTo>
                <a:lnTo>
                  <a:pt x="1126" y="51"/>
                </a:lnTo>
                <a:lnTo>
                  <a:pt x="861" y="177"/>
                </a:lnTo>
                <a:cubicBezTo>
                  <a:pt x="789" y="113"/>
                  <a:pt x="632" y="1"/>
                  <a:pt x="45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1" name="Google Shape;4071;p43"/>
          <p:cNvSpPr/>
          <p:nvPr/>
        </p:nvSpPr>
        <p:spPr>
          <a:xfrm>
            <a:off x="4819535" y="4132397"/>
            <a:ext cx="116977" cy="45295"/>
          </a:xfrm>
          <a:custGeom>
            <a:rect b="b" l="l" r="r" t="t"/>
            <a:pathLst>
              <a:path extrusionOk="0" h="436" w="1126">
                <a:moveTo>
                  <a:pt x="452" y="1"/>
                </a:moveTo>
                <a:cubicBezTo>
                  <a:pt x="202" y="1"/>
                  <a:pt x="0" y="218"/>
                  <a:pt x="0" y="218"/>
                </a:cubicBezTo>
                <a:cubicBezTo>
                  <a:pt x="0" y="218"/>
                  <a:pt x="202" y="436"/>
                  <a:pt x="452" y="436"/>
                </a:cubicBezTo>
                <a:cubicBezTo>
                  <a:pt x="634" y="436"/>
                  <a:pt x="788" y="323"/>
                  <a:pt x="861" y="261"/>
                </a:cubicBezTo>
                <a:lnTo>
                  <a:pt x="1126" y="386"/>
                </a:lnTo>
                <a:lnTo>
                  <a:pt x="1126" y="51"/>
                </a:lnTo>
                <a:lnTo>
                  <a:pt x="861" y="176"/>
                </a:lnTo>
                <a:cubicBezTo>
                  <a:pt x="788" y="113"/>
                  <a:pt x="634" y="1"/>
                  <a:pt x="45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2" name="Google Shape;4072;p43"/>
          <p:cNvSpPr/>
          <p:nvPr/>
        </p:nvSpPr>
        <p:spPr>
          <a:xfrm>
            <a:off x="3446562" y="2416915"/>
            <a:ext cx="264601" cy="206217"/>
          </a:xfrm>
          <a:custGeom>
            <a:rect b="b" l="l" r="r" t="t"/>
            <a:pathLst>
              <a:path extrusionOk="0" fill="none" h="1985" w="2547">
                <a:moveTo>
                  <a:pt x="1" y="1985"/>
                </a:moveTo>
                <a:cubicBezTo>
                  <a:pt x="140" y="1351"/>
                  <a:pt x="659" y="1"/>
                  <a:pt x="2546" y="22"/>
                </a:cubicBezTo>
              </a:path>
            </a:pathLst>
          </a:custGeom>
          <a:noFill/>
          <a:ln cap="flat" cmpd="sng" w="25">
            <a:solidFill>
              <a:srgbClr val="FFFFFF"/>
            </a:solidFill>
            <a:prstDash val="solid"/>
            <a:miter lim="102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3" name="Google Shape;4073;p43"/>
          <p:cNvSpPr/>
          <p:nvPr/>
        </p:nvSpPr>
        <p:spPr>
          <a:xfrm>
            <a:off x="3429940" y="2606197"/>
            <a:ext cx="38334" cy="50074"/>
          </a:xfrm>
          <a:custGeom>
            <a:rect b="b" l="l" r="r" t="t"/>
            <a:pathLst>
              <a:path extrusionOk="0" h="482" w="369">
                <a:moveTo>
                  <a:pt x="0" y="1"/>
                </a:moveTo>
                <a:lnTo>
                  <a:pt x="111" y="482"/>
                </a:lnTo>
                <a:lnTo>
                  <a:pt x="368" y="61"/>
                </a:lnTo>
                <a:lnTo>
                  <a:pt x="167" y="138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4" name="Google Shape;4074;p43"/>
          <p:cNvSpPr/>
          <p:nvPr/>
        </p:nvSpPr>
        <p:spPr>
          <a:xfrm>
            <a:off x="5395797" y="2449847"/>
            <a:ext cx="666127" cy="456689"/>
          </a:xfrm>
          <a:custGeom>
            <a:rect b="b" l="l" r="r" t="t"/>
            <a:pathLst>
              <a:path extrusionOk="0" fill="none" h="4396" w="6412">
                <a:moveTo>
                  <a:pt x="6411" y="4395"/>
                </a:moveTo>
                <a:cubicBezTo>
                  <a:pt x="5940" y="3360"/>
                  <a:pt x="4083" y="1"/>
                  <a:pt x="1" y="337"/>
                </a:cubicBezTo>
              </a:path>
            </a:pathLst>
          </a:custGeom>
          <a:noFill/>
          <a:ln cap="flat" cmpd="sng" w="25">
            <a:solidFill>
              <a:srgbClr val="FFFFFF"/>
            </a:solidFill>
            <a:prstDash val="solid"/>
            <a:miter lim="102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5" name="Google Shape;4075;p43"/>
          <p:cNvSpPr/>
          <p:nvPr/>
        </p:nvSpPr>
        <p:spPr>
          <a:xfrm>
            <a:off x="6038340" y="2886171"/>
            <a:ext cx="36672" cy="51320"/>
          </a:xfrm>
          <a:custGeom>
            <a:rect b="b" l="l" r="r" t="t"/>
            <a:pathLst>
              <a:path extrusionOk="0" h="494" w="353">
                <a:moveTo>
                  <a:pt x="343" y="1"/>
                </a:moveTo>
                <a:lnTo>
                  <a:pt x="215" y="174"/>
                </a:lnTo>
                <a:lnTo>
                  <a:pt x="0" y="148"/>
                </a:lnTo>
                <a:lnTo>
                  <a:pt x="352" y="493"/>
                </a:lnTo>
                <a:lnTo>
                  <a:pt x="34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6" name="Google Shape;4076;p43"/>
          <p:cNvSpPr/>
          <p:nvPr/>
        </p:nvSpPr>
        <p:spPr>
          <a:xfrm>
            <a:off x="3428070" y="1723782"/>
            <a:ext cx="367762" cy="174531"/>
          </a:xfrm>
          <a:custGeom>
            <a:rect b="b" l="l" r="r" t="t"/>
            <a:pathLst>
              <a:path extrusionOk="0" h="1680" w="3540">
                <a:moveTo>
                  <a:pt x="2197" y="0"/>
                </a:moveTo>
                <a:cubicBezTo>
                  <a:pt x="1814" y="0"/>
                  <a:pt x="1494" y="267"/>
                  <a:pt x="1410" y="627"/>
                </a:cubicBezTo>
                <a:lnTo>
                  <a:pt x="1403" y="627"/>
                </a:lnTo>
                <a:cubicBezTo>
                  <a:pt x="1106" y="627"/>
                  <a:pt x="860" y="852"/>
                  <a:pt x="828" y="1141"/>
                </a:cubicBezTo>
                <a:cubicBezTo>
                  <a:pt x="753" y="1105"/>
                  <a:pt x="670" y="1085"/>
                  <a:pt x="580" y="1085"/>
                </a:cubicBezTo>
                <a:cubicBezTo>
                  <a:pt x="261" y="1085"/>
                  <a:pt x="1" y="1345"/>
                  <a:pt x="1" y="1664"/>
                </a:cubicBezTo>
                <a:cubicBezTo>
                  <a:pt x="1" y="1669"/>
                  <a:pt x="1" y="1674"/>
                  <a:pt x="2" y="1679"/>
                </a:cubicBezTo>
                <a:lnTo>
                  <a:pt x="3537" y="1679"/>
                </a:lnTo>
                <a:cubicBezTo>
                  <a:pt x="3538" y="1664"/>
                  <a:pt x="3540" y="1649"/>
                  <a:pt x="3540" y="1633"/>
                </a:cubicBezTo>
                <a:cubicBezTo>
                  <a:pt x="3540" y="1316"/>
                  <a:pt x="3284" y="1058"/>
                  <a:pt x="2968" y="1054"/>
                </a:cubicBezTo>
                <a:cubicBezTo>
                  <a:pt x="2992" y="977"/>
                  <a:pt x="3006" y="894"/>
                  <a:pt x="3006" y="809"/>
                </a:cubicBezTo>
                <a:cubicBezTo>
                  <a:pt x="3006" y="363"/>
                  <a:pt x="2645" y="0"/>
                  <a:pt x="2197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7" name="Google Shape;4077;p43"/>
          <p:cNvSpPr/>
          <p:nvPr/>
        </p:nvSpPr>
        <p:spPr>
          <a:xfrm>
            <a:off x="5290040" y="1954099"/>
            <a:ext cx="380124" cy="180453"/>
          </a:xfrm>
          <a:custGeom>
            <a:rect b="b" l="l" r="r" t="t"/>
            <a:pathLst>
              <a:path extrusionOk="0" h="1737" w="3659">
                <a:moveTo>
                  <a:pt x="1388" y="1"/>
                </a:moveTo>
                <a:cubicBezTo>
                  <a:pt x="927" y="1"/>
                  <a:pt x="552" y="376"/>
                  <a:pt x="552" y="838"/>
                </a:cubicBezTo>
                <a:cubicBezTo>
                  <a:pt x="552" y="926"/>
                  <a:pt x="567" y="1010"/>
                  <a:pt x="592" y="1090"/>
                </a:cubicBezTo>
                <a:cubicBezTo>
                  <a:pt x="265" y="1094"/>
                  <a:pt x="1" y="1360"/>
                  <a:pt x="1" y="1689"/>
                </a:cubicBezTo>
                <a:cubicBezTo>
                  <a:pt x="1" y="1706"/>
                  <a:pt x="2" y="1722"/>
                  <a:pt x="4" y="1737"/>
                </a:cubicBezTo>
                <a:lnTo>
                  <a:pt x="4" y="1735"/>
                </a:lnTo>
                <a:lnTo>
                  <a:pt x="3658" y="1735"/>
                </a:lnTo>
                <a:cubicBezTo>
                  <a:pt x="3659" y="1730"/>
                  <a:pt x="3659" y="1725"/>
                  <a:pt x="3659" y="1720"/>
                </a:cubicBezTo>
                <a:cubicBezTo>
                  <a:pt x="3659" y="1389"/>
                  <a:pt x="3391" y="1120"/>
                  <a:pt x="3059" y="1120"/>
                </a:cubicBezTo>
                <a:cubicBezTo>
                  <a:pt x="2968" y="1120"/>
                  <a:pt x="2881" y="1141"/>
                  <a:pt x="2803" y="1179"/>
                </a:cubicBezTo>
                <a:cubicBezTo>
                  <a:pt x="2770" y="881"/>
                  <a:pt x="2517" y="648"/>
                  <a:pt x="2209" y="648"/>
                </a:cubicBezTo>
                <a:lnTo>
                  <a:pt x="2202" y="648"/>
                </a:lnTo>
                <a:cubicBezTo>
                  <a:pt x="2117" y="277"/>
                  <a:pt x="1785" y="1"/>
                  <a:pt x="1388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8" name="Google Shape;4078;p43"/>
          <p:cNvSpPr/>
          <p:nvPr/>
        </p:nvSpPr>
        <p:spPr>
          <a:xfrm>
            <a:off x="5591936" y="1262005"/>
            <a:ext cx="497829" cy="196763"/>
          </a:xfrm>
          <a:custGeom>
            <a:rect b="b" l="l" r="r" t="t"/>
            <a:pathLst>
              <a:path extrusionOk="0" h="1894" w="4792">
                <a:moveTo>
                  <a:pt x="2762" y="1"/>
                </a:moveTo>
                <a:cubicBezTo>
                  <a:pt x="2441" y="1"/>
                  <a:pt x="2165" y="189"/>
                  <a:pt x="2035" y="460"/>
                </a:cubicBezTo>
                <a:cubicBezTo>
                  <a:pt x="1940" y="420"/>
                  <a:pt x="1835" y="399"/>
                  <a:pt x="1726" y="399"/>
                </a:cubicBezTo>
                <a:cubicBezTo>
                  <a:pt x="1355" y="399"/>
                  <a:pt x="1043" y="649"/>
                  <a:pt x="947" y="990"/>
                </a:cubicBezTo>
                <a:cubicBezTo>
                  <a:pt x="903" y="983"/>
                  <a:pt x="856" y="978"/>
                  <a:pt x="809" y="978"/>
                </a:cubicBezTo>
                <a:cubicBezTo>
                  <a:pt x="363" y="978"/>
                  <a:pt x="1" y="1340"/>
                  <a:pt x="1" y="1786"/>
                </a:cubicBezTo>
                <a:cubicBezTo>
                  <a:pt x="1" y="1823"/>
                  <a:pt x="5" y="1858"/>
                  <a:pt x="9" y="1894"/>
                </a:cubicBezTo>
                <a:lnTo>
                  <a:pt x="4762" y="1894"/>
                </a:lnTo>
                <a:lnTo>
                  <a:pt x="4762" y="1892"/>
                </a:lnTo>
                <a:cubicBezTo>
                  <a:pt x="4781" y="1835"/>
                  <a:pt x="4791" y="1774"/>
                  <a:pt x="4791" y="1709"/>
                </a:cubicBezTo>
                <a:cubicBezTo>
                  <a:pt x="4791" y="1390"/>
                  <a:pt x="4531" y="1130"/>
                  <a:pt x="4211" y="1130"/>
                </a:cubicBezTo>
                <a:cubicBezTo>
                  <a:pt x="4195" y="1130"/>
                  <a:pt x="4178" y="1131"/>
                  <a:pt x="4162" y="1132"/>
                </a:cubicBezTo>
                <a:cubicBezTo>
                  <a:pt x="4126" y="817"/>
                  <a:pt x="3858" y="570"/>
                  <a:pt x="3534" y="565"/>
                </a:cubicBezTo>
                <a:cubicBezTo>
                  <a:pt x="3429" y="238"/>
                  <a:pt x="3124" y="1"/>
                  <a:pt x="2762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9" name="Google Shape;4079;p43"/>
          <p:cNvSpPr/>
          <p:nvPr/>
        </p:nvSpPr>
        <p:spPr>
          <a:xfrm>
            <a:off x="3795415" y="1387397"/>
            <a:ext cx="497725" cy="193646"/>
          </a:xfrm>
          <a:custGeom>
            <a:rect b="b" l="l" r="r" t="t"/>
            <a:pathLst>
              <a:path extrusionOk="0" h="1864" w="4791">
                <a:moveTo>
                  <a:pt x="2762" y="1"/>
                </a:moveTo>
                <a:cubicBezTo>
                  <a:pt x="2441" y="1"/>
                  <a:pt x="2165" y="189"/>
                  <a:pt x="2034" y="460"/>
                </a:cubicBezTo>
                <a:cubicBezTo>
                  <a:pt x="1940" y="420"/>
                  <a:pt x="1834" y="399"/>
                  <a:pt x="1726" y="399"/>
                </a:cubicBezTo>
                <a:cubicBezTo>
                  <a:pt x="1356" y="399"/>
                  <a:pt x="1043" y="650"/>
                  <a:pt x="947" y="991"/>
                </a:cubicBezTo>
                <a:cubicBezTo>
                  <a:pt x="902" y="983"/>
                  <a:pt x="856" y="978"/>
                  <a:pt x="809" y="978"/>
                </a:cubicBezTo>
                <a:cubicBezTo>
                  <a:pt x="363" y="978"/>
                  <a:pt x="1" y="1340"/>
                  <a:pt x="1" y="1786"/>
                </a:cubicBezTo>
                <a:cubicBezTo>
                  <a:pt x="1" y="1812"/>
                  <a:pt x="2" y="1838"/>
                  <a:pt x="5" y="1863"/>
                </a:cubicBezTo>
                <a:lnTo>
                  <a:pt x="4769" y="1863"/>
                </a:lnTo>
                <a:lnTo>
                  <a:pt x="4769" y="1862"/>
                </a:lnTo>
                <a:cubicBezTo>
                  <a:pt x="4783" y="1813"/>
                  <a:pt x="4790" y="1762"/>
                  <a:pt x="4790" y="1710"/>
                </a:cubicBezTo>
                <a:cubicBezTo>
                  <a:pt x="4790" y="1390"/>
                  <a:pt x="4530" y="1131"/>
                  <a:pt x="4211" y="1131"/>
                </a:cubicBezTo>
                <a:cubicBezTo>
                  <a:pt x="4195" y="1131"/>
                  <a:pt x="4177" y="1132"/>
                  <a:pt x="4161" y="1133"/>
                </a:cubicBezTo>
                <a:cubicBezTo>
                  <a:pt x="4125" y="817"/>
                  <a:pt x="3858" y="570"/>
                  <a:pt x="3533" y="567"/>
                </a:cubicBezTo>
                <a:cubicBezTo>
                  <a:pt x="3430" y="239"/>
                  <a:pt x="3124" y="1"/>
                  <a:pt x="2762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0" name="Google Shape;4080;p43"/>
          <p:cNvSpPr/>
          <p:nvPr/>
        </p:nvSpPr>
        <p:spPr>
          <a:xfrm>
            <a:off x="6084050" y="1502919"/>
            <a:ext cx="344491" cy="121029"/>
          </a:xfrm>
          <a:custGeom>
            <a:rect b="b" l="l" r="r" t="t"/>
            <a:pathLst>
              <a:path extrusionOk="0" h="1165" w="3316">
                <a:moveTo>
                  <a:pt x="2086" y="0"/>
                </a:moveTo>
                <a:cubicBezTo>
                  <a:pt x="1816" y="0"/>
                  <a:pt x="1586" y="169"/>
                  <a:pt x="1494" y="407"/>
                </a:cubicBezTo>
                <a:cubicBezTo>
                  <a:pt x="1452" y="396"/>
                  <a:pt x="1408" y="388"/>
                  <a:pt x="1362" y="388"/>
                </a:cubicBezTo>
                <a:cubicBezTo>
                  <a:pt x="1152" y="388"/>
                  <a:pt x="976" y="524"/>
                  <a:pt x="911" y="710"/>
                </a:cubicBezTo>
                <a:cubicBezTo>
                  <a:pt x="825" y="667"/>
                  <a:pt x="726" y="642"/>
                  <a:pt x="624" y="642"/>
                </a:cubicBezTo>
                <a:cubicBezTo>
                  <a:pt x="312" y="642"/>
                  <a:pt x="53" y="867"/>
                  <a:pt x="0" y="1164"/>
                </a:cubicBezTo>
                <a:lnTo>
                  <a:pt x="3315" y="1164"/>
                </a:lnTo>
                <a:cubicBezTo>
                  <a:pt x="3295" y="939"/>
                  <a:pt x="3108" y="761"/>
                  <a:pt x="2876" y="761"/>
                </a:cubicBezTo>
                <a:cubicBezTo>
                  <a:pt x="2813" y="761"/>
                  <a:pt x="2752" y="776"/>
                  <a:pt x="2699" y="800"/>
                </a:cubicBezTo>
                <a:cubicBezTo>
                  <a:pt x="2713" y="747"/>
                  <a:pt x="2721" y="693"/>
                  <a:pt x="2721" y="635"/>
                </a:cubicBezTo>
                <a:cubicBezTo>
                  <a:pt x="2721" y="285"/>
                  <a:pt x="2436" y="0"/>
                  <a:pt x="2086" y="0"/>
                </a:cubicBezTo>
                <a:close/>
                <a:moveTo>
                  <a:pt x="3315" y="1164"/>
                </a:moveTo>
                <a:lnTo>
                  <a:pt x="3315" y="1164"/>
                </a:lnTo>
                <a:cubicBezTo>
                  <a:pt x="3315" y="1164"/>
                  <a:pt x="3315" y="1164"/>
                  <a:pt x="3315" y="1165"/>
                </a:cubicBezTo>
                <a:lnTo>
                  <a:pt x="3315" y="1164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1" name="Google Shape;4081;p43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82" name="Google Shape;4082;p43"/>
          <p:cNvSpPr txBox="1"/>
          <p:nvPr/>
        </p:nvSpPr>
        <p:spPr>
          <a:xfrm flipH="1">
            <a:off x="6834295" y="126161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83" name="Google Shape;4083;p43"/>
          <p:cNvSpPr txBox="1"/>
          <p:nvPr/>
        </p:nvSpPr>
        <p:spPr>
          <a:xfrm flipH="1">
            <a:off x="6834295" y="409637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84" name="Google Shape;4084;p43"/>
          <p:cNvSpPr txBox="1"/>
          <p:nvPr/>
        </p:nvSpPr>
        <p:spPr>
          <a:xfrm flipH="1">
            <a:off x="7451995" y="378486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85" name="Google Shape;4085;p43"/>
          <p:cNvSpPr txBox="1"/>
          <p:nvPr/>
        </p:nvSpPr>
        <p:spPr>
          <a:xfrm flipH="1">
            <a:off x="7451995" y="953493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6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86" name="Google Shape;4086;p43"/>
          <p:cNvSpPr txBox="1"/>
          <p:nvPr/>
        </p:nvSpPr>
        <p:spPr>
          <a:xfrm flipH="1">
            <a:off x="360517" y="1297877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87" name="Google Shape;4087;p43"/>
          <p:cNvSpPr txBox="1"/>
          <p:nvPr/>
        </p:nvSpPr>
        <p:spPr>
          <a:xfrm flipH="1">
            <a:off x="360517" y="97662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6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88" name="Google Shape;4088;p43"/>
          <p:cNvSpPr txBox="1"/>
          <p:nvPr/>
        </p:nvSpPr>
        <p:spPr>
          <a:xfrm flipH="1">
            <a:off x="360517" y="378486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 sz="1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89" name="Google Shape;4089;p43"/>
          <p:cNvSpPr txBox="1"/>
          <p:nvPr/>
        </p:nvSpPr>
        <p:spPr>
          <a:xfrm flipH="1">
            <a:off x="360517" y="4044172"/>
            <a:ext cx="1987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 and the biggest planet in the Solar System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3" name="Shape 4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4" name="Google Shape;4094;p44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95" name="Google Shape;4095;p44"/>
          <p:cNvSpPr/>
          <p:nvPr/>
        </p:nvSpPr>
        <p:spPr>
          <a:xfrm>
            <a:off x="482157" y="1195101"/>
            <a:ext cx="1956899" cy="623470"/>
          </a:xfrm>
          <a:custGeom>
            <a:rect b="b" l="l" r="r" t="t"/>
            <a:pathLst>
              <a:path extrusionOk="0" h="7798" w="24475">
                <a:moveTo>
                  <a:pt x="2989" y="140"/>
                </a:moveTo>
                <a:lnTo>
                  <a:pt x="2989" y="141"/>
                </a:lnTo>
                <a:lnTo>
                  <a:pt x="23945" y="141"/>
                </a:lnTo>
                <a:cubicBezTo>
                  <a:pt x="24064" y="141"/>
                  <a:pt x="24171" y="197"/>
                  <a:pt x="24241" y="293"/>
                </a:cubicBezTo>
                <a:cubicBezTo>
                  <a:pt x="24309" y="389"/>
                  <a:pt x="24327" y="508"/>
                  <a:pt x="24289" y="620"/>
                </a:cubicBezTo>
                <a:lnTo>
                  <a:pt x="22785" y="5083"/>
                </a:lnTo>
                <a:cubicBezTo>
                  <a:pt x="22707" y="5313"/>
                  <a:pt x="22493" y="5466"/>
                  <a:pt x="22251" y="5466"/>
                </a:cubicBezTo>
                <a:lnTo>
                  <a:pt x="9270" y="5466"/>
                </a:lnTo>
                <a:cubicBezTo>
                  <a:pt x="8968" y="5466"/>
                  <a:pt x="8700" y="5659"/>
                  <a:pt x="8605" y="5945"/>
                </a:cubicBezTo>
                <a:lnTo>
                  <a:pt x="8156" y="7276"/>
                </a:lnTo>
                <a:cubicBezTo>
                  <a:pt x="8078" y="7505"/>
                  <a:pt x="7864" y="7659"/>
                  <a:pt x="7623" y="7659"/>
                </a:cubicBezTo>
                <a:lnTo>
                  <a:pt x="441" y="7659"/>
                </a:lnTo>
                <a:cubicBezTo>
                  <a:pt x="349" y="7659"/>
                  <a:pt x="267" y="7616"/>
                  <a:pt x="213" y="7542"/>
                </a:cubicBezTo>
                <a:cubicBezTo>
                  <a:pt x="160" y="7467"/>
                  <a:pt x="145" y="7375"/>
                  <a:pt x="175" y="7288"/>
                </a:cubicBezTo>
                <a:lnTo>
                  <a:pt x="2456" y="523"/>
                </a:lnTo>
                <a:cubicBezTo>
                  <a:pt x="2534" y="294"/>
                  <a:pt x="2747" y="140"/>
                  <a:pt x="2989" y="140"/>
                </a:cubicBezTo>
                <a:close/>
                <a:moveTo>
                  <a:pt x="2990" y="0"/>
                </a:moveTo>
                <a:cubicBezTo>
                  <a:pt x="2688" y="0"/>
                  <a:pt x="2421" y="193"/>
                  <a:pt x="2325" y="478"/>
                </a:cubicBezTo>
                <a:lnTo>
                  <a:pt x="44" y="7244"/>
                </a:lnTo>
                <a:cubicBezTo>
                  <a:pt x="0" y="7373"/>
                  <a:pt x="22" y="7511"/>
                  <a:pt x="100" y="7623"/>
                </a:cubicBezTo>
                <a:cubicBezTo>
                  <a:pt x="180" y="7733"/>
                  <a:pt x="304" y="7798"/>
                  <a:pt x="441" y="7798"/>
                </a:cubicBezTo>
                <a:lnTo>
                  <a:pt x="7623" y="7798"/>
                </a:lnTo>
                <a:cubicBezTo>
                  <a:pt x="7923" y="7798"/>
                  <a:pt x="8191" y="7606"/>
                  <a:pt x="8289" y="7318"/>
                </a:cubicBezTo>
                <a:lnTo>
                  <a:pt x="8738" y="5987"/>
                </a:lnTo>
                <a:cubicBezTo>
                  <a:pt x="8816" y="5758"/>
                  <a:pt x="9030" y="5604"/>
                  <a:pt x="9271" y="5604"/>
                </a:cubicBezTo>
                <a:lnTo>
                  <a:pt x="22252" y="5604"/>
                </a:lnTo>
                <a:cubicBezTo>
                  <a:pt x="22554" y="5604"/>
                  <a:pt x="22822" y="5413"/>
                  <a:pt x="22918" y="5127"/>
                </a:cubicBezTo>
                <a:lnTo>
                  <a:pt x="24422" y="663"/>
                </a:lnTo>
                <a:cubicBezTo>
                  <a:pt x="24475" y="508"/>
                  <a:pt x="24450" y="342"/>
                  <a:pt x="24354" y="210"/>
                </a:cubicBezTo>
                <a:cubicBezTo>
                  <a:pt x="24258" y="77"/>
                  <a:pt x="24109" y="0"/>
                  <a:pt x="2394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6" name="Google Shape;4096;p44"/>
          <p:cNvSpPr/>
          <p:nvPr/>
        </p:nvSpPr>
        <p:spPr>
          <a:xfrm>
            <a:off x="457211" y="1161520"/>
            <a:ext cx="796672" cy="581335"/>
          </a:xfrm>
          <a:custGeom>
            <a:rect b="b" l="l" r="r" t="t"/>
            <a:pathLst>
              <a:path extrusionOk="0" h="7271" w="9964">
                <a:moveTo>
                  <a:pt x="2657" y="1"/>
                </a:moveTo>
                <a:cubicBezTo>
                  <a:pt x="2474" y="1"/>
                  <a:pt x="2314" y="116"/>
                  <a:pt x="2254" y="289"/>
                </a:cubicBezTo>
                <a:lnTo>
                  <a:pt x="93" y="6709"/>
                </a:lnTo>
                <a:cubicBezTo>
                  <a:pt x="0" y="6985"/>
                  <a:pt x="206" y="7270"/>
                  <a:pt x="496" y="7270"/>
                </a:cubicBezTo>
                <a:lnTo>
                  <a:pt x="7307" y="7270"/>
                </a:lnTo>
                <a:cubicBezTo>
                  <a:pt x="7490" y="7270"/>
                  <a:pt x="7650" y="7154"/>
                  <a:pt x="7710" y="6981"/>
                </a:cubicBezTo>
                <a:lnTo>
                  <a:pt x="9871" y="561"/>
                </a:lnTo>
                <a:cubicBezTo>
                  <a:pt x="9964" y="285"/>
                  <a:pt x="9758" y="1"/>
                  <a:pt x="946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7" name="Google Shape;4097;p44"/>
          <p:cNvSpPr/>
          <p:nvPr/>
        </p:nvSpPr>
        <p:spPr>
          <a:xfrm>
            <a:off x="482157" y="3142189"/>
            <a:ext cx="1956899" cy="623470"/>
          </a:xfrm>
          <a:custGeom>
            <a:rect b="b" l="l" r="r" t="t"/>
            <a:pathLst>
              <a:path extrusionOk="0" h="7798" w="24475">
                <a:moveTo>
                  <a:pt x="2989" y="140"/>
                </a:moveTo>
                <a:lnTo>
                  <a:pt x="2989" y="141"/>
                </a:lnTo>
                <a:lnTo>
                  <a:pt x="23945" y="141"/>
                </a:lnTo>
                <a:cubicBezTo>
                  <a:pt x="24064" y="141"/>
                  <a:pt x="24171" y="197"/>
                  <a:pt x="24241" y="293"/>
                </a:cubicBezTo>
                <a:cubicBezTo>
                  <a:pt x="24309" y="389"/>
                  <a:pt x="24327" y="508"/>
                  <a:pt x="24289" y="620"/>
                </a:cubicBezTo>
                <a:lnTo>
                  <a:pt x="22785" y="5083"/>
                </a:lnTo>
                <a:cubicBezTo>
                  <a:pt x="22707" y="5313"/>
                  <a:pt x="22493" y="5466"/>
                  <a:pt x="22251" y="5466"/>
                </a:cubicBezTo>
                <a:lnTo>
                  <a:pt x="9270" y="5466"/>
                </a:lnTo>
                <a:cubicBezTo>
                  <a:pt x="8968" y="5466"/>
                  <a:pt x="8700" y="5659"/>
                  <a:pt x="8605" y="5945"/>
                </a:cubicBezTo>
                <a:lnTo>
                  <a:pt x="8156" y="7276"/>
                </a:lnTo>
                <a:cubicBezTo>
                  <a:pt x="8078" y="7505"/>
                  <a:pt x="7864" y="7659"/>
                  <a:pt x="7623" y="7659"/>
                </a:cubicBezTo>
                <a:lnTo>
                  <a:pt x="441" y="7659"/>
                </a:lnTo>
                <a:cubicBezTo>
                  <a:pt x="349" y="7659"/>
                  <a:pt x="267" y="7616"/>
                  <a:pt x="213" y="7542"/>
                </a:cubicBezTo>
                <a:cubicBezTo>
                  <a:pt x="160" y="7467"/>
                  <a:pt x="145" y="7375"/>
                  <a:pt x="175" y="7288"/>
                </a:cubicBezTo>
                <a:lnTo>
                  <a:pt x="2456" y="523"/>
                </a:lnTo>
                <a:cubicBezTo>
                  <a:pt x="2534" y="294"/>
                  <a:pt x="2747" y="140"/>
                  <a:pt x="2989" y="140"/>
                </a:cubicBezTo>
                <a:close/>
                <a:moveTo>
                  <a:pt x="2990" y="0"/>
                </a:moveTo>
                <a:cubicBezTo>
                  <a:pt x="2688" y="0"/>
                  <a:pt x="2421" y="193"/>
                  <a:pt x="2325" y="478"/>
                </a:cubicBezTo>
                <a:lnTo>
                  <a:pt x="44" y="7244"/>
                </a:lnTo>
                <a:cubicBezTo>
                  <a:pt x="0" y="7373"/>
                  <a:pt x="22" y="7511"/>
                  <a:pt x="100" y="7623"/>
                </a:cubicBezTo>
                <a:cubicBezTo>
                  <a:pt x="180" y="7733"/>
                  <a:pt x="304" y="7798"/>
                  <a:pt x="441" y="7798"/>
                </a:cubicBezTo>
                <a:lnTo>
                  <a:pt x="7623" y="7798"/>
                </a:lnTo>
                <a:cubicBezTo>
                  <a:pt x="7923" y="7798"/>
                  <a:pt x="8191" y="7606"/>
                  <a:pt x="8289" y="7318"/>
                </a:cubicBezTo>
                <a:lnTo>
                  <a:pt x="8738" y="5987"/>
                </a:lnTo>
                <a:cubicBezTo>
                  <a:pt x="8816" y="5758"/>
                  <a:pt x="9030" y="5604"/>
                  <a:pt x="9271" y="5604"/>
                </a:cubicBezTo>
                <a:lnTo>
                  <a:pt x="22252" y="5604"/>
                </a:lnTo>
                <a:cubicBezTo>
                  <a:pt x="22554" y="5604"/>
                  <a:pt x="22822" y="5413"/>
                  <a:pt x="22918" y="5127"/>
                </a:cubicBezTo>
                <a:lnTo>
                  <a:pt x="24422" y="663"/>
                </a:lnTo>
                <a:cubicBezTo>
                  <a:pt x="24475" y="508"/>
                  <a:pt x="24450" y="342"/>
                  <a:pt x="24354" y="210"/>
                </a:cubicBezTo>
                <a:cubicBezTo>
                  <a:pt x="24258" y="77"/>
                  <a:pt x="24109" y="0"/>
                  <a:pt x="2394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8" name="Google Shape;4098;p44"/>
          <p:cNvSpPr/>
          <p:nvPr/>
        </p:nvSpPr>
        <p:spPr>
          <a:xfrm>
            <a:off x="457211" y="3108607"/>
            <a:ext cx="796672" cy="581335"/>
          </a:xfrm>
          <a:custGeom>
            <a:rect b="b" l="l" r="r" t="t"/>
            <a:pathLst>
              <a:path extrusionOk="0" h="7271" w="9964">
                <a:moveTo>
                  <a:pt x="2657" y="1"/>
                </a:moveTo>
                <a:cubicBezTo>
                  <a:pt x="2474" y="1"/>
                  <a:pt x="2314" y="116"/>
                  <a:pt x="2254" y="289"/>
                </a:cubicBezTo>
                <a:lnTo>
                  <a:pt x="93" y="6709"/>
                </a:lnTo>
                <a:cubicBezTo>
                  <a:pt x="0" y="6985"/>
                  <a:pt x="206" y="7270"/>
                  <a:pt x="496" y="7270"/>
                </a:cubicBezTo>
                <a:lnTo>
                  <a:pt x="7307" y="7270"/>
                </a:lnTo>
                <a:cubicBezTo>
                  <a:pt x="7490" y="7270"/>
                  <a:pt x="7650" y="7154"/>
                  <a:pt x="7710" y="6981"/>
                </a:cubicBezTo>
                <a:lnTo>
                  <a:pt x="9871" y="561"/>
                </a:lnTo>
                <a:cubicBezTo>
                  <a:pt x="9964" y="285"/>
                  <a:pt x="9758" y="1"/>
                  <a:pt x="946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9" name="Google Shape;4099;p44"/>
          <p:cNvSpPr txBox="1"/>
          <p:nvPr/>
        </p:nvSpPr>
        <p:spPr>
          <a:xfrm>
            <a:off x="1293973" y="3656744"/>
            <a:ext cx="17601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00" name="Google Shape;4100;p44"/>
          <p:cNvSpPr txBox="1"/>
          <p:nvPr/>
        </p:nvSpPr>
        <p:spPr>
          <a:xfrm>
            <a:off x="1293973" y="1719750"/>
            <a:ext cx="17601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01" name="Google Shape;4101;p44"/>
          <p:cNvSpPr txBox="1"/>
          <p:nvPr/>
        </p:nvSpPr>
        <p:spPr>
          <a:xfrm>
            <a:off x="1293973" y="1227275"/>
            <a:ext cx="1152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 sz="1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02" name="Google Shape;4102;p44"/>
          <p:cNvSpPr txBox="1"/>
          <p:nvPr/>
        </p:nvSpPr>
        <p:spPr>
          <a:xfrm>
            <a:off x="1293973" y="3177175"/>
            <a:ext cx="1152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 sz="1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03" name="Google Shape;4103;p44"/>
          <p:cNvSpPr txBox="1"/>
          <p:nvPr/>
        </p:nvSpPr>
        <p:spPr>
          <a:xfrm>
            <a:off x="6057825" y="1719750"/>
            <a:ext cx="17601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04" name="Google Shape;4104;p44"/>
          <p:cNvSpPr txBox="1"/>
          <p:nvPr/>
        </p:nvSpPr>
        <p:spPr>
          <a:xfrm>
            <a:off x="6509025" y="122727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 sz="1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05" name="Google Shape;4105;p44"/>
          <p:cNvSpPr txBox="1"/>
          <p:nvPr/>
        </p:nvSpPr>
        <p:spPr>
          <a:xfrm>
            <a:off x="6509025" y="317716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 sz="160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06" name="Google Shape;4106;p44"/>
          <p:cNvSpPr/>
          <p:nvPr/>
        </p:nvSpPr>
        <p:spPr>
          <a:xfrm flipH="1">
            <a:off x="6705611" y="1195101"/>
            <a:ext cx="1956899" cy="623470"/>
          </a:xfrm>
          <a:custGeom>
            <a:rect b="b" l="l" r="r" t="t"/>
            <a:pathLst>
              <a:path extrusionOk="0" h="7798" w="24475">
                <a:moveTo>
                  <a:pt x="2989" y="140"/>
                </a:moveTo>
                <a:lnTo>
                  <a:pt x="2989" y="141"/>
                </a:lnTo>
                <a:lnTo>
                  <a:pt x="23945" y="141"/>
                </a:lnTo>
                <a:cubicBezTo>
                  <a:pt x="24064" y="141"/>
                  <a:pt x="24171" y="197"/>
                  <a:pt x="24241" y="293"/>
                </a:cubicBezTo>
                <a:cubicBezTo>
                  <a:pt x="24309" y="389"/>
                  <a:pt x="24327" y="508"/>
                  <a:pt x="24289" y="620"/>
                </a:cubicBezTo>
                <a:lnTo>
                  <a:pt x="22785" y="5083"/>
                </a:lnTo>
                <a:cubicBezTo>
                  <a:pt x="22707" y="5313"/>
                  <a:pt x="22493" y="5466"/>
                  <a:pt x="22251" y="5466"/>
                </a:cubicBezTo>
                <a:lnTo>
                  <a:pt x="9270" y="5466"/>
                </a:lnTo>
                <a:cubicBezTo>
                  <a:pt x="8968" y="5466"/>
                  <a:pt x="8700" y="5659"/>
                  <a:pt x="8605" y="5945"/>
                </a:cubicBezTo>
                <a:lnTo>
                  <a:pt x="8156" y="7276"/>
                </a:lnTo>
                <a:cubicBezTo>
                  <a:pt x="8078" y="7505"/>
                  <a:pt x="7864" y="7659"/>
                  <a:pt x="7623" y="7659"/>
                </a:cubicBezTo>
                <a:lnTo>
                  <a:pt x="441" y="7659"/>
                </a:lnTo>
                <a:cubicBezTo>
                  <a:pt x="349" y="7659"/>
                  <a:pt x="267" y="7616"/>
                  <a:pt x="213" y="7542"/>
                </a:cubicBezTo>
                <a:cubicBezTo>
                  <a:pt x="160" y="7467"/>
                  <a:pt x="145" y="7375"/>
                  <a:pt x="175" y="7288"/>
                </a:cubicBezTo>
                <a:lnTo>
                  <a:pt x="2456" y="523"/>
                </a:lnTo>
                <a:cubicBezTo>
                  <a:pt x="2534" y="294"/>
                  <a:pt x="2747" y="140"/>
                  <a:pt x="2989" y="140"/>
                </a:cubicBezTo>
                <a:close/>
                <a:moveTo>
                  <a:pt x="2990" y="0"/>
                </a:moveTo>
                <a:cubicBezTo>
                  <a:pt x="2688" y="0"/>
                  <a:pt x="2421" y="193"/>
                  <a:pt x="2325" y="478"/>
                </a:cubicBezTo>
                <a:lnTo>
                  <a:pt x="44" y="7244"/>
                </a:lnTo>
                <a:cubicBezTo>
                  <a:pt x="0" y="7373"/>
                  <a:pt x="22" y="7511"/>
                  <a:pt x="100" y="7623"/>
                </a:cubicBezTo>
                <a:cubicBezTo>
                  <a:pt x="180" y="7733"/>
                  <a:pt x="304" y="7798"/>
                  <a:pt x="441" y="7798"/>
                </a:cubicBezTo>
                <a:lnTo>
                  <a:pt x="7623" y="7798"/>
                </a:lnTo>
                <a:cubicBezTo>
                  <a:pt x="7923" y="7798"/>
                  <a:pt x="8191" y="7606"/>
                  <a:pt x="8289" y="7318"/>
                </a:cubicBezTo>
                <a:lnTo>
                  <a:pt x="8738" y="5987"/>
                </a:lnTo>
                <a:cubicBezTo>
                  <a:pt x="8816" y="5758"/>
                  <a:pt x="9030" y="5604"/>
                  <a:pt x="9271" y="5604"/>
                </a:cubicBezTo>
                <a:lnTo>
                  <a:pt x="22252" y="5604"/>
                </a:lnTo>
                <a:cubicBezTo>
                  <a:pt x="22554" y="5604"/>
                  <a:pt x="22822" y="5413"/>
                  <a:pt x="22918" y="5127"/>
                </a:cubicBezTo>
                <a:lnTo>
                  <a:pt x="24422" y="663"/>
                </a:lnTo>
                <a:cubicBezTo>
                  <a:pt x="24475" y="508"/>
                  <a:pt x="24450" y="342"/>
                  <a:pt x="24354" y="210"/>
                </a:cubicBezTo>
                <a:cubicBezTo>
                  <a:pt x="24258" y="77"/>
                  <a:pt x="24109" y="0"/>
                  <a:pt x="2394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7" name="Google Shape;4107;p44"/>
          <p:cNvSpPr/>
          <p:nvPr/>
        </p:nvSpPr>
        <p:spPr>
          <a:xfrm flipH="1">
            <a:off x="7890784" y="1161520"/>
            <a:ext cx="796672" cy="581335"/>
          </a:xfrm>
          <a:custGeom>
            <a:rect b="b" l="l" r="r" t="t"/>
            <a:pathLst>
              <a:path extrusionOk="0" h="7271" w="9964">
                <a:moveTo>
                  <a:pt x="2657" y="1"/>
                </a:moveTo>
                <a:cubicBezTo>
                  <a:pt x="2474" y="1"/>
                  <a:pt x="2314" y="116"/>
                  <a:pt x="2254" y="289"/>
                </a:cubicBezTo>
                <a:lnTo>
                  <a:pt x="93" y="6709"/>
                </a:lnTo>
                <a:cubicBezTo>
                  <a:pt x="0" y="6985"/>
                  <a:pt x="206" y="7270"/>
                  <a:pt x="496" y="7270"/>
                </a:cubicBezTo>
                <a:lnTo>
                  <a:pt x="7307" y="7270"/>
                </a:lnTo>
                <a:cubicBezTo>
                  <a:pt x="7490" y="7270"/>
                  <a:pt x="7650" y="7154"/>
                  <a:pt x="7710" y="6981"/>
                </a:cubicBezTo>
                <a:lnTo>
                  <a:pt x="9871" y="561"/>
                </a:lnTo>
                <a:cubicBezTo>
                  <a:pt x="9964" y="285"/>
                  <a:pt x="9758" y="1"/>
                  <a:pt x="946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8" name="Google Shape;4108;p44"/>
          <p:cNvSpPr/>
          <p:nvPr/>
        </p:nvSpPr>
        <p:spPr>
          <a:xfrm flipH="1">
            <a:off x="6705611" y="3142189"/>
            <a:ext cx="1956899" cy="623470"/>
          </a:xfrm>
          <a:custGeom>
            <a:rect b="b" l="l" r="r" t="t"/>
            <a:pathLst>
              <a:path extrusionOk="0" h="7798" w="24475">
                <a:moveTo>
                  <a:pt x="2989" y="140"/>
                </a:moveTo>
                <a:lnTo>
                  <a:pt x="2989" y="141"/>
                </a:lnTo>
                <a:lnTo>
                  <a:pt x="23945" y="141"/>
                </a:lnTo>
                <a:cubicBezTo>
                  <a:pt x="24064" y="141"/>
                  <a:pt x="24171" y="197"/>
                  <a:pt x="24241" y="293"/>
                </a:cubicBezTo>
                <a:cubicBezTo>
                  <a:pt x="24309" y="389"/>
                  <a:pt x="24327" y="508"/>
                  <a:pt x="24289" y="620"/>
                </a:cubicBezTo>
                <a:lnTo>
                  <a:pt x="22785" y="5083"/>
                </a:lnTo>
                <a:cubicBezTo>
                  <a:pt x="22707" y="5313"/>
                  <a:pt x="22493" y="5466"/>
                  <a:pt x="22251" y="5466"/>
                </a:cubicBezTo>
                <a:lnTo>
                  <a:pt x="9270" y="5466"/>
                </a:lnTo>
                <a:cubicBezTo>
                  <a:pt x="8968" y="5466"/>
                  <a:pt x="8700" y="5659"/>
                  <a:pt x="8605" y="5945"/>
                </a:cubicBezTo>
                <a:lnTo>
                  <a:pt x="8156" y="7276"/>
                </a:lnTo>
                <a:cubicBezTo>
                  <a:pt x="8078" y="7505"/>
                  <a:pt x="7864" y="7659"/>
                  <a:pt x="7623" y="7659"/>
                </a:cubicBezTo>
                <a:lnTo>
                  <a:pt x="441" y="7659"/>
                </a:lnTo>
                <a:cubicBezTo>
                  <a:pt x="349" y="7659"/>
                  <a:pt x="267" y="7616"/>
                  <a:pt x="213" y="7542"/>
                </a:cubicBezTo>
                <a:cubicBezTo>
                  <a:pt x="160" y="7467"/>
                  <a:pt x="145" y="7375"/>
                  <a:pt x="175" y="7288"/>
                </a:cubicBezTo>
                <a:lnTo>
                  <a:pt x="2456" y="523"/>
                </a:lnTo>
                <a:cubicBezTo>
                  <a:pt x="2534" y="294"/>
                  <a:pt x="2747" y="140"/>
                  <a:pt x="2989" y="140"/>
                </a:cubicBezTo>
                <a:close/>
                <a:moveTo>
                  <a:pt x="2990" y="0"/>
                </a:moveTo>
                <a:cubicBezTo>
                  <a:pt x="2688" y="0"/>
                  <a:pt x="2421" y="193"/>
                  <a:pt x="2325" y="478"/>
                </a:cubicBezTo>
                <a:lnTo>
                  <a:pt x="44" y="7244"/>
                </a:lnTo>
                <a:cubicBezTo>
                  <a:pt x="0" y="7373"/>
                  <a:pt x="22" y="7511"/>
                  <a:pt x="100" y="7623"/>
                </a:cubicBezTo>
                <a:cubicBezTo>
                  <a:pt x="180" y="7733"/>
                  <a:pt x="304" y="7798"/>
                  <a:pt x="441" y="7798"/>
                </a:cubicBezTo>
                <a:lnTo>
                  <a:pt x="7623" y="7798"/>
                </a:lnTo>
                <a:cubicBezTo>
                  <a:pt x="7923" y="7798"/>
                  <a:pt x="8191" y="7606"/>
                  <a:pt x="8289" y="7318"/>
                </a:cubicBezTo>
                <a:lnTo>
                  <a:pt x="8738" y="5987"/>
                </a:lnTo>
                <a:cubicBezTo>
                  <a:pt x="8816" y="5758"/>
                  <a:pt x="9030" y="5604"/>
                  <a:pt x="9271" y="5604"/>
                </a:cubicBezTo>
                <a:lnTo>
                  <a:pt x="22252" y="5604"/>
                </a:lnTo>
                <a:cubicBezTo>
                  <a:pt x="22554" y="5604"/>
                  <a:pt x="22822" y="5413"/>
                  <a:pt x="22918" y="5127"/>
                </a:cubicBezTo>
                <a:lnTo>
                  <a:pt x="24422" y="663"/>
                </a:lnTo>
                <a:cubicBezTo>
                  <a:pt x="24475" y="508"/>
                  <a:pt x="24450" y="342"/>
                  <a:pt x="24354" y="210"/>
                </a:cubicBezTo>
                <a:cubicBezTo>
                  <a:pt x="24258" y="77"/>
                  <a:pt x="24109" y="0"/>
                  <a:pt x="2394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9" name="Google Shape;4109;p44"/>
          <p:cNvSpPr/>
          <p:nvPr/>
        </p:nvSpPr>
        <p:spPr>
          <a:xfrm flipH="1">
            <a:off x="7890784" y="3108607"/>
            <a:ext cx="796672" cy="581335"/>
          </a:xfrm>
          <a:custGeom>
            <a:rect b="b" l="l" r="r" t="t"/>
            <a:pathLst>
              <a:path extrusionOk="0" h="7271" w="9964">
                <a:moveTo>
                  <a:pt x="2657" y="1"/>
                </a:moveTo>
                <a:cubicBezTo>
                  <a:pt x="2474" y="1"/>
                  <a:pt x="2314" y="116"/>
                  <a:pt x="2254" y="289"/>
                </a:cubicBezTo>
                <a:lnTo>
                  <a:pt x="93" y="6709"/>
                </a:lnTo>
                <a:cubicBezTo>
                  <a:pt x="0" y="6985"/>
                  <a:pt x="206" y="7270"/>
                  <a:pt x="496" y="7270"/>
                </a:cubicBezTo>
                <a:lnTo>
                  <a:pt x="7307" y="7270"/>
                </a:lnTo>
                <a:cubicBezTo>
                  <a:pt x="7490" y="7270"/>
                  <a:pt x="7650" y="7154"/>
                  <a:pt x="7710" y="6981"/>
                </a:cubicBezTo>
                <a:lnTo>
                  <a:pt x="9871" y="561"/>
                </a:lnTo>
                <a:cubicBezTo>
                  <a:pt x="9964" y="285"/>
                  <a:pt x="9758" y="1"/>
                  <a:pt x="946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0" name="Google Shape;4110;p44"/>
          <p:cNvSpPr txBox="1"/>
          <p:nvPr/>
        </p:nvSpPr>
        <p:spPr>
          <a:xfrm>
            <a:off x="6057825" y="3700950"/>
            <a:ext cx="17601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11" name="Google Shape;4111;p44"/>
          <p:cNvSpPr/>
          <p:nvPr/>
        </p:nvSpPr>
        <p:spPr>
          <a:xfrm>
            <a:off x="3685840" y="1544311"/>
            <a:ext cx="1780173" cy="1897094"/>
          </a:xfrm>
          <a:custGeom>
            <a:rect b="b" l="l" r="r" t="t"/>
            <a:pathLst>
              <a:path extrusionOk="0" h="7191" w="6748">
                <a:moveTo>
                  <a:pt x="3388" y="0"/>
                </a:moveTo>
                <a:cubicBezTo>
                  <a:pt x="3330" y="0"/>
                  <a:pt x="3273" y="2"/>
                  <a:pt x="3215" y="4"/>
                </a:cubicBezTo>
                <a:cubicBezTo>
                  <a:pt x="1486" y="77"/>
                  <a:pt x="74" y="1539"/>
                  <a:pt x="25" y="3268"/>
                </a:cubicBezTo>
                <a:cubicBezTo>
                  <a:pt x="0" y="4341"/>
                  <a:pt x="463" y="5289"/>
                  <a:pt x="1218" y="5924"/>
                </a:cubicBezTo>
                <a:cubicBezTo>
                  <a:pt x="1632" y="6265"/>
                  <a:pt x="1924" y="6702"/>
                  <a:pt x="2069" y="7190"/>
                </a:cubicBezTo>
                <a:lnTo>
                  <a:pt x="4726" y="7190"/>
                </a:lnTo>
                <a:lnTo>
                  <a:pt x="4726" y="7188"/>
                </a:lnTo>
                <a:cubicBezTo>
                  <a:pt x="4872" y="6701"/>
                  <a:pt x="5164" y="6262"/>
                  <a:pt x="5553" y="5923"/>
                </a:cubicBezTo>
                <a:cubicBezTo>
                  <a:pt x="6284" y="5314"/>
                  <a:pt x="6747" y="4388"/>
                  <a:pt x="6747" y="3366"/>
                </a:cubicBezTo>
                <a:cubicBezTo>
                  <a:pt x="6747" y="1523"/>
                  <a:pt x="5256" y="0"/>
                  <a:pt x="3388" y="0"/>
                </a:cubicBezTo>
                <a:close/>
              </a:path>
            </a:pathLst>
          </a:custGeom>
          <a:solidFill>
            <a:srgbClr val="FFF9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2" name="Google Shape;4112;p44"/>
          <p:cNvSpPr/>
          <p:nvPr/>
        </p:nvSpPr>
        <p:spPr>
          <a:xfrm>
            <a:off x="4379658" y="4031474"/>
            <a:ext cx="398613" cy="135337"/>
          </a:xfrm>
          <a:custGeom>
            <a:rect b="b" l="l" r="r" t="t"/>
            <a:pathLst>
              <a:path extrusionOk="0" h="513" w="1511">
                <a:moveTo>
                  <a:pt x="1" y="1"/>
                </a:moveTo>
                <a:cubicBezTo>
                  <a:pt x="123" y="295"/>
                  <a:pt x="415" y="513"/>
                  <a:pt x="756" y="513"/>
                </a:cubicBezTo>
                <a:cubicBezTo>
                  <a:pt x="1097" y="513"/>
                  <a:pt x="1388" y="295"/>
                  <a:pt x="151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3" name="Google Shape;4113;p44"/>
          <p:cNvSpPr/>
          <p:nvPr/>
        </p:nvSpPr>
        <p:spPr>
          <a:xfrm>
            <a:off x="4232189" y="3434217"/>
            <a:ext cx="700673" cy="604136"/>
          </a:xfrm>
          <a:custGeom>
            <a:rect b="b" l="l" r="r" t="t"/>
            <a:pathLst>
              <a:path extrusionOk="0" h="2290" w="2656">
                <a:moveTo>
                  <a:pt x="0" y="1"/>
                </a:moveTo>
                <a:lnTo>
                  <a:pt x="0" y="2284"/>
                </a:lnTo>
                <a:cubicBezTo>
                  <a:pt x="0" y="2286"/>
                  <a:pt x="2" y="2290"/>
                  <a:pt x="5" y="2290"/>
                </a:cubicBezTo>
                <a:lnTo>
                  <a:pt x="2648" y="2290"/>
                </a:lnTo>
                <a:cubicBezTo>
                  <a:pt x="2652" y="2290"/>
                  <a:pt x="2655" y="2286"/>
                  <a:pt x="2655" y="2284"/>
                </a:cubicBezTo>
                <a:lnTo>
                  <a:pt x="265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4" name="Google Shape;4114;p44"/>
          <p:cNvSpPr/>
          <p:nvPr/>
        </p:nvSpPr>
        <p:spPr>
          <a:xfrm>
            <a:off x="4161488" y="3537365"/>
            <a:ext cx="835215" cy="141405"/>
          </a:xfrm>
          <a:custGeom>
            <a:rect b="b" l="l" r="r" t="t"/>
            <a:pathLst>
              <a:path extrusionOk="0" h="536" w="3166">
                <a:moveTo>
                  <a:pt x="268" y="1"/>
                </a:moveTo>
                <a:cubicBezTo>
                  <a:pt x="122" y="1"/>
                  <a:pt x="0" y="122"/>
                  <a:pt x="0" y="268"/>
                </a:cubicBezTo>
                <a:cubicBezTo>
                  <a:pt x="0" y="414"/>
                  <a:pt x="122" y="536"/>
                  <a:pt x="268" y="536"/>
                </a:cubicBezTo>
                <a:lnTo>
                  <a:pt x="2898" y="536"/>
                </a:lnTo>
                <a:cubicBezTo>
                  <a:pt x="3044" y="536"/>
                  <a:pt x="3166" y="414"/>
                  <a:pt x="3165" y="268"/>
                </a:cubicBezTo>
                <a:cubicBezTo>
                  <a:pt x="3165" y="122"/>
                  <a:pt x="3043" y="1"/>
                  <a:pt x="289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5" name="Google Shape;4115;p44"/>
          <p:cNvSpPr/>
          <p:nvPr/>
        </p:nvSpPr>
        <p:spPr>
          <a:xfrm>
            <a:off x="4161488" y="3762128"/>
            <a:ext cx="835215" cy="141141"/>
          </a:xfrm>
          <a:custGeom>
            <a:rect b="b" l="l" r="r" t="t"/>
            <a:pathLst>
              <a:path extrusionOk="0" h="535" w="3166">
                <a:moveTo>
                  <a:pt x="268" y="1"/>
                </a:moveTo>
                <a:cubicBezTo>
                  <a:pt x="122" y="1"/>
                  <a:pt x="0" y="122"/>
                  <a:pt x="0" y="268"/>
                </a:cubicBezTo>
                <a:cubicBezTo>
                  <a:pt x="0" y="413"/>
                  <a:pt x="122" y="535"/>
                  <a:pt x="268" y="535"/>
                </a:cubicBezTo>
                <a:lnTo>
                  <a:pt x="2898" y="535"/>
                </a:lnTo>
                <a:cubicBezTo>
                  <a:pt x="3044" y="535"/>
                  <a:pt x="3166" y="413"/>
                  <a:pt x="3165" y="268"/>
                </a:cubicBezTo>
                <a:cubicBezTo>
                  <a:pt x="3165" y="122"/>
                  <a:pt x="3043" y="1"/>
                  <a:pt x="289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16" name="Google Shape;4116;p44"/>
          <p:cNvGrpSpPr/>
          <p:nvPr/>
        </p:nvGrpSpPr>
        <p:grpSpPr>
          <a:xfrm>
            <a:off x="4179024" y="2100854"/>
            <a:ext cx="806999" cy="783972"/>
            <a:chOff x="4078765" y="3089139"/>
            <a:chExt cx="818706" cy="795345"/>
          </a:xfrm>
        </p:grpSpPr>
        <p:sp>
          <p:nvSpPr>
            <p:cNvPr id="4117" name="Google Shape;4117;p44"/>
            <p:cNvSpPr/>
            <p:nvPr/>
          </p:nvSpPr>
          <p:spPr>
            <a:xfrm>
              <a:off x="4104550" y="3671519"/>
              <a:ext cx="239578" cy="147456"/>
            </a:xfrm>
            <a:custGeom>
              <a:rect b="b" l="l" r="r" t="t"/>
              <a:pathLst>
                <a:path extrusionOk="0" h="1767" w="2871">
                  <a:moveTo>
                    <a:pt x="1310" y="1"/>
                  </a:moveTo>
                  <a:lnTo>
                    <a:pt x="0" y="952"/>
                  </a:lnTo>
                  <a:cubicBezTo>
                    <a:pt x="300" y="1462"/>
                    <a:pt x="832" y="1767"/>
                    <a:pt x="1425" y="1767"/>
                  </a:cubicBezTo>
                  <a:lnTo>
                    <a:pt x="2529" y="1767"/>
                  </a:lnTo>
                  <a:cubicBezTo>
                    <a:pt x="2718" y="1767"/>
                    <a:pt x="2870" y="1615"/>
                    <a:pt x="2870" y="1426"/>
                  </a:cubicBezTo>
                  <a:lnTo>
                    <a:pt x="2870" y="609"/>
                  </a:lnTo>
                  <a:cubicBezTo>
                    <a:pt x="2870" y="422"/>
                    <a:pt x="2718" y="269"/>
                    <a:pt x="2529" y="269"/>
                  </a:cubicBezTo>
                  <a:lnTo>
                    <a:pt x="1425" y="269"/>
                  </a:lnTo>
                  <a:cubicBezTo>
                    <a:pt x="1351" y="269"/>
                    <a:pt x="1311" y="227"/>
                    <a:pt x="1290" y="191"/>
                  </a:cubicBezTo>
                  <a:cubicBezTo>
                    <a:pt x="1270" y="154"/>
                    <a:pt x="1253" y="99"/>
                    <a:pt x="1290" y="35"/>
                  </a:cubicBezTo>
                  <a:lnTo>
                    <a:pt x="13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44"/>
            <p:cNvSpPr/>
            <p:nvPr/>
          </p:nvSpPr>
          <p:spPr>
            <a:xfrm>
              <a:off x="4078765" y="3320372"/>
              <a:ext cx="275877" cy="497028"/>
            </a:xfrm>
            <a:custGeom>
              <a:rect b="b" l="l" r="r" t="t"/>
              <a:pathLst>
                <a:path extrusionOk="0" h="5956" w="3306">
                  <a:moveTo>
                    <a:pt x="2772" y="1"/>
                  </a:moveTo>
                  <a:cubicBezTo>
                    <a:pt x="2701" y="1"/>
                    <a:pt x="2629" y="21"/>
                    <a:pt x="2562" y="64"/>
                  </a:cubicBezTo>
                  <a:lnTo>
                    <a:pt x="553" y="1381"/>
                  </a:lnTo>
                  <a:cubicBezTo>
                    <a:pt x="305" y="1543"/>
                    <a:pt x="326" y="1913"/>
                    <a:pt x="590" y="2046"/>
                  </a:cubicBezTo>
                  <a:lnTo>
                    <a:pt x="1013" y="2259"/>
                  </a:lnTo>
                  <a:lnTo>
                    <a:pt x="316" y="3466"/>
                  </a:lnTo>
                  <a:cubicBezTo>
                    <a:pt x="14" y="3990"/>
                    <a:pt x="0" y="4641"/>
                    <a:pt x="307" y="5162"/>
                  </a:cubicBezTo>
                  <a:cubicBezTo>
                    <a:pt x="562" y="5594"/>
                    <a:pt x="985" y="5880"/>
                    <a:pt x="1470" y="5956"/>
                  </a:cubicBezTo>
                  <a:cubicBezTo>
                    <a:pt x="806" y="5486"/>
                    <a:pt x="1284" y="4735"/>
                    <a:pt x="1492" y="4406"/>
                  </a:cubicBezTo>
                  <a:cubicBezTo>
                    <a:pt x="1549" y="4314"/>
                    <a:pt x="1617" y="4210"/>
                    <a:pt x="1617" y="4210"/>
                  </a:cubicBezTo>
                  <a:lnTo>
                    <a:pt x="2353" y="2934"/>
                  </a:lnTo>
                  <a:lnTo>
                    <a:pt x="2735" y="3126"/>
                  </a:lnTo>
                  <a:cubicBezTo>
                    <a:pt x="2792" y="3155"/>
                    <a:pt x="2851" y="3168"/>
                    <a:pt x="2908" y="3168"/>
                  </a:cubicBezTo>
                  <a:cubicBezTo>
                    <a:pt x="3118" y="3168"/>
                    <a:pt x="3305" y="2994"/>
                    <a:pt x="3292" y="2762"/>
                  </a:cubicBezTo>
                  <a:lnTo>
                    <a:pt x="3157" y="364"/>
                  </a:lnTo>
                  <a:cubicBezTo>
                    <a:pt x="3145" y="148"/>
                    <a:pt x="2965" y="1"/>
                    <a:pt x="27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44"/>
            <p:cNvSpPr/>
            <p:nvPr/>
          </p:nvSpPr>
          <p:spPr>
            <a:xfrm>
              <a:off x="4312419" y="3089139"/>
              <a:ext cx="186672" cy="225482"/>
            </a:xfrm>
            <a:custGeom>
              <a:rect b="b" l="l" r="r" t="t"/>
              <a:pathLst>
                <a:path extrusionOk="0" h="2702" w="2237">
                  <a:moveTo>
                    <a:pt x="2070" y="1"/>
                  </a:moveTo>
                  <a:cubicBezTo>
                    <a:pt x="1479" y="4"/>
                    <a:pt x="948" y="311"/>
                    <a:pt x="650" y="823"/>
                  </a:cubicBezTo>
                  <a:lnTo>
                    <a:pt x="95" y="1778"/>
                  </a:lnTo>
                  <a:cubicBezTo>
                    <a:pt x="0" y="1940"/>
                    <a:pt x="55" y="2148"/>
                    <a:pt x="217" y="2244"/>
                  </a:cubicBezTo>
                  <a:lnTo>
                    <a:pt x="924" y="2655"/>
                  </a:lnTo>
                  <a:cubicBezTo>
                    <a:pt x="978" y="2687"/>
                    <a:pt x="1038" y="2702"/>
                    <a:pt x="1096" y="2702"/>
                  </a:cubicBezTo>
                  <a:cubicBezTo>
                    <a:pt x="1213" y="2702"/>
                    <a:pt x="1327" y="2641"/>
                    <a:pt x="1390" y="2532"/>
                  </a:cubicBezTo>
                  <a:lnTo>
                    <a:pt x="1946" y="1579"/>
                  </a:lnTo>
                  <a:cubicBezTo>
                    <a:pt x="1982" y="1513"/>
                    <a:pt x="2040" y="1500"/>
                    <a:pt x="2081" y="1500"/>
                  </a:cubicBezTo>
                  <a:cubicBezTo>
                    <a:pt x="2124" y="1500"/>
                    <a:pt x="2180" y="1513"/>
                    <a:pt x="2217" y="1579"/>
                  </a:cubicBezTo>
                  <a:lnTo>
                    <a:pt x="2236" y="1611"/>
                  </a:lnTo>
                  <a:lnTo>
                    <a:pt x="20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44"/>
            <p:cNvSpPr/>
            <p:nvPr/>
          </p:nvSpPr>
          <p:spPr>
            <a:xfrm>
              <a:off x="4379177" y="3089139"/>
              <a:ext cx="380187" cy="410407"/>
            </a:xfrm>
            <a:custGeom>
              <a:rect b="b" l="l" r="r" t="t"/>
              <a:pathLst>
                <a:path extrusionOk="0" h="4918" w="4556">
                  <a:moveTo>
                    <a:pt x="1278" y="1"/>
                  </a:moveTo>
                  <a:cubicBezTo>
                    <a:pt x="1276" y="1"/>
                    <a:pt x="1274" y="1"/>
                    <a:pt x="1272" y="1"/>
                  </a:cubicBezTo>
                  <a:cubicBezTo>
                    <a:pt x="769" y="4"/>
                    <a:pt x="310" y="225"/>
                    <a:pt x="1" y="607"/>
                  </a:cubicBezTo>
                  <a:cubicBezTo>
                    <a:pt x="126" y="549"/>
                    <a:pt x="242" y="524"/>
                    <a:pt x="349" y="524"/>
                  </a:cubicBezTo>
                  <a:cubicBezTo>
                    <a:pt x="873" y="524"/>
                    <a:pt x="1180" y="1117"/>
                    <a:pt x="1329" y="1404"/>
                  </a:cubicBezTo>
                  <a:cubicBezTo>
                    <a:pt x="1378" y="1500"/>
                    <a:pt x="1434" y="1611"/>
                    <a:pt x="1434" y="1611"/>
                  </a:cubicBezTo>
                  <a:lnTo>
                    <a:pt x="2166" y="2889"/>
                  </a:lnTo>
                  <a:lnTo>
                    <a:pt x="1808" y="3122"/>
                  </a:lnTo>
                  <a:cubicBezTo>
                    <a:pt x="1560" y="3283"/>
                    <a:pt x="1579" y="3653"/>
                    <a:pt x="1843" y="3787"/>
                  </a:cubicBezTo>
                  <a:lnTo>
                    <a:pt x="3985" y="4875"/>
                  </a:lnTo>
                  <a:cubicBezTo>
                    <a:pt x="4042" y="4904"/>
                    <a:pt x="4101" y="4918"/>
                    <a:pt x="4159" y="4918"/>
                  </a:cubicBezTo>
                  <a:cubicBezTo>
                    <a:pt x="4367" y="4918"/>
                    <a:pt x="4555" y="4744"/>
                    <a:pt x="4543" y="4512"/>
                  </a:cubicBezTo>
                  <a:lnTo>
                    <a:pt x="4417" y="2114"/>
                  </a:lnTo>
                  <a:cubicBezTo>
                    <a:pt x="4405" y="1897"/>
                    <a:pt x="4225" y="1749"/>
                    <a:pt x="4032" y="1749"/>
                  </a:cubicBezTo>
                  <a:cubicBezTo>
                    <a:pt x="3962" y="1749"/>
                    <a:pt x="3890" y="1769"/>
                    <a:pt x="3823" y="1812"/>
                  </a:cubicBezTo>
                  <a:lnTo>
                    <a:pt x="3426" y="2071"/>
                  </a:lnTo>
                  <a:lnTo>
                    <a:pt x="2733" y="862"/>
                  </a:lnTo>
                  <a:cubicBezTo>
                    <a:pt x="2433" y="339"/>
                    <a:pt x="1880" y="1"/>
                    <a:pt x="12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44"/>
            <p:cNvSpPr/>
            <p:nvPr/>
          </p:nvSpPr>
          <p:spPr>
            <a:xfrm>
              <a:off x="4714221" y="3519394"/>
              <a:ext cx="183251" cy="234077"/>
            </a:xfrm>
            <a:custGeom>
              <a:rect b="b" l="l" r="r" t="t"/>
              <a:pathLst>
                <a:path extrusionOk="0" h="2805" w="2196">
                  <a:moveTo>
                    <a:pt x="1114" y="0"/>
                  </a:moveTo>
                  <a:cubicBezTo>
                    <a:pt x="1062" y="0"/>
                    <a:pt x="1008" y="12"/>
                    <a:pt x="958" y="37"/>
                  </a:cubicBezTo>
                  <a:lnTo>
                    <a:pt x="232" y="414"/>
                  </a:lnTo>
                  <a:cubicBezTo>
                    <a:pt x="66" y="499"/>
                    <a:pt x="1" y="706"/>
                    <a:pt x="87" y="871"/>
                  </a:cubicBezTo>
                  <a:lnTo>
                    <a:pt x="593" y="1852"/>
                  </a:lnTo>
                  <a:cubicBezTo>
                    <a:pt x="626" y="1918"/>
                    <a:pt x="606" y="1973"/>
                    <a:pt x="585" y="2007"/>
                  </a:cubicBezTo>
                  <a:cubicBezTo>
                    <a:pt x="563" y="2040"/>
                    <a:pt x="523" y="2079"/>
                    <a:pt x="456" y="2079"/>
                  </a:cubicBezTo>
                  <a:cubicBezTo>
                    <a:pt x="452" y="2079"/>
                    <a:pt x="449" y="2079"/>
                    <a:pt x="446" y="2079"/>
                  </a:cubicBezTo>
                  <a:lnTo>
                    <a:pt x="407" y="2078"/>
                  </a:lnTo>
                  <a:lnTo>
                    <a:pt x="1854" y="2804"/>
                  </a:lnTo>
                  <a:cubicBezTo>
                    <a:pt x="2170" y="2303"/>
                    <a:pt x="2195" y="1690"/>
                    <a:pt x="1922" y="1163"/>
                  </a:cubicBezTo>
                  <a:lnTo>
                    <a:pt x="1416" y="184"/>
                  </a:lnTo>
                  <a:cubicBezTo>
                    <a:pt x="1356" y="67"/>
                    <a:pt x="1238" y="0"/>
                    <a:pt x="11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2" name="Google Shape;4122;p44"/>
            <p:cNvSpPr/>
            <p:nvPr/>
          </p:nvSpPr>
          <p:spPr>
            <a:xfrm>
              <a:off x="4382849" y="3619614"/>
              <a:ext cx="513369" cy="264870"/>
            </a:xfrm>
            <a:custGeom>
              <a:rect b="b" l="l" r="r" t="t"/>
              <a:pathLst>
                <a:path extrusionOk="0" h="3174" w="6152">
                  <a:moveTo>
                    <a:pt x="2517" y="1"/>
                  </a:moveTo>
                  <a:cubicBezTo>
                    <a:pt x="2452" y="1"/>
                    <a:pt x="2385" y="17"/>
                    <a:pt x="2323" y="54"/>
                  </a:cubicBezTo>
                  <a:lnTo>
                    <a:pt x="254" y="1276"/>
                  </a:lnTo>
                  <a:cubicBezTo>
                    <a:pt x="1" y="1427"/>
                    <a:pt x="4" y="1797"/>
                    <a:pt x="262" y="1942"/>
                  </a:cubicBezTo>
                  <a:lnTo>
                    <a:pt x="2354" y="3123"/>
                  </a:lnTo>
                  <a:cubicBezTo>
                    <a:pt x="2415" y="3157"/>
                    <a:pt x="2480" y="3173"/>
                    <a:pt x="2543" y="3173"/>
                  </a:cubicBezTo>
                  <a:cubicBezTo>
                    <a:pt x="2745" y="3173"/>
                    <a:pt x="2929" y="3010"/>
                    <a:pt x="2927" y="2784"/>
                  </a:cubicBezTo>
                  <a:lnTo>
                    <a:pt x="2922" y="2309"/>
                  </a:lnTo>
                  <a:lnTo>
                    <a:pt x="2922" y="2309"/>
                  </a:lnTo>
                  <a:lnTo>
                    <a:pt x="4313" y="2375"/>
                  </a:lnTo>
                  <a:cubicBezTo>
                    <a:pt x="4340" y="2376"/>
                    <a:pt x="4367" y="2377"/>
                    <a:pt x="4393" y="2377"/>
                  </a:cubicBezTo>
                  <a:cubicBezTo>
                    <a:pt x="4968" y="2377"/>
                    <a:pt x="5516" y="2093"/>
                    <a:pt x="5824" y="1604"/>
                  </a:cubicBezTo>
                  <a:cubicBezTo>
                    <a:pt x="6092" y="1178"/>
                    <a:pt x="6152" y="672"/>
                    <a:pt x="5996" y="207"/>
                  </a:cubicBezTo>
                  <a:lnTo>
                    <a:pt x="5996" y="207"/>
                  </a:lnTo>
                  <a:cubicBezTo>
                    <a:pt x="5912" y="813"/>
                    <a:pt x="5386" y="918"/>
                    <a:pt x="4967" y="918"/>
                  </a:cubicBezTo>
                  <a:cubicBezTo>
                    <a:pt x="4831" y="918"/>
                    <a:pt x="4705" y="907"/>
                    <a:pt x="4610" y="898"/>
                  </a:cubicBezTo>
                  <a:cubicBezTo>
                    <a:pt x="4501" y="890"/>
                    <a:pt x="4377" y="877"/>
                    <a:pt x="4377" y="877"/>
                  </a:cubicBezTo>
                  <a:lnTo>
                    <a:pt x="2906" y="809"/>
                  </a:lnTo>
                  <a:lnTo>
                    <a:pt x="2902" y="382"/>
                  </a:lnTo>
                  <a:cubicBezTo>
                    <a:pt x="2900" y="159"/>
                    <a:pt x="2716" y="1"/>
                    <a:pt x="25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6" name="Shape 4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7" name="Google Shape;4127;p45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Fira Sans"/>
                <a:ea typeface="Fira Sans"/>
                <a:cs typeface="Fira Sans"/>
                <a:sym typeface="Fira Sans"/>
              </a:rPr>
              <a:t>ECOLOGY INFOGRAPHICS</a:t>
            </a:r>
            <a:endParaRPr b="1" sz="28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28" name="Google Shape;4128;p45"/>
          <p:cNvSpPr/>
          <p:nvPr/>
        </p:nvSpPr>
        <p:spPr>
          <a:xfrm>
            <a:off x="3523951" y="1662400"/>
            <a:ext cx="583992" cy="300667"/>
          </a:xfrm>
          <a:custGeom>
            <a:rect b="b" l="l" r="r" t="t"/>
            <a:pathLst>
              <a:path extrusionOk="0" h="1336" w="2595">
                <a:moveTo>
                  <a:pt x="79" y="1"/>
                </a:moveTo>
                <a:cubicBezTo>
                  <a:pt x="36" y="1"/>
                  <a:pt x="0" y="36"/>
                  <a:pt x="0" y="79"/>
                </a:cubicBezTo>
                <a:cubicBezTo>
                  <a:pt x="0" y="123"/>
                  <a:pt x="36" y="159"/>
                  <a:pt x="79" y="159"/>
                </a:cubicBezTo>
                <a:lnTo>
                  <a:pt x="1331" y="159"/>
                </a:lnTo>
                <a:lnTo>
                  <a:pt x="2450" y="1311"/>
                </a:lnTo>
                <a:cubicBezTo>
                  <a:pt x="2466" y="1328"/>
                  <a:pt x="2487" y="1336"/>
                  <a:pt x="2507" y="1336"/>
                </a:cubicBezTo>
                <a:cubicBezTo>
                  <a:pt x="2527" y="1336"/>
                  <a:pt x="2547" y="1328"/>
                  <a:pt x="2563" y="1312"/>
                </a:cubicBezTo>
                <a:cubicBezTo>
                  <a:pt x="2593" y="1282"/>
                  <a:pt x="2594" y="1231"/>
                  <a:pt x="2564" y="1200"/>
                </a:cubicBezTo>
                <a:lnTo>
                  <a:pt x="139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9" name="Google Shape;4129;p45"/>
          <p:cNvSpPr/>
          <p:nvPr/>
        </p:nvSpPr>
        <p:spPr>
          <a:xfrm>
            <a:off x="3150375" y="3229601"/>
            <a:ext cx="513553" cy="753467"/>
          </a:xfrm>
          <a:custGeom>
            <a:rect b="b" l="l" r="r" t="t"/>
            <a:pathLst>
              <a:path extrusionOk="0" h="3348" w="2282">
                <a:moveTo>
                  <a:pt x="2192" y="0"/>
                </a:moveTo>
                <a:cubicBezTo>
                  <a:pt x="2176" y="0"/>
                  <a:pt x="2159" y="5"/>
                  <a:pt x="2145" y="16"/>
                </a:cubicBezTo>
                <a:lnTo>
                  <a:pt x="1" y="1572"/>
                </a:lnTo>
                <a:lnTo>
                  <a:pt x="1" y="3268"/>
                </a:lnTo>
                <a:cubicBezTo>
                  <a:pt x="1" y="3311"/>
                  <a:pt x="38" y="3347"/>
                  <a:pt x="81" y="3347"/>
                </a:cubicBezTo>
                <a:cubicBezTo>
                  <a:pt x="125" y="3347"/>
                  <a:pt x="160" y="3311"/>
                  <a:pt x="160" y="3269"/>
                </a:cubicBezTo>
                <a:lnTo>
                  <a:pt x="160" y="1654"/>
                </a:lnTo>
                <a:lnTo>
                  <a:pt x="2239" y="145"/>
                </a:lnTo>
                <a:cubicBezTo>
                  <a:pt x="2274" y="119"/>
                  <a:pt x="2282" y="69"/>
                  <a:pt x="2256" y="33"/>
                </a:cubicBezTo>
                <a:cubicBezTo>
                  <a:pt x="2241" y="12"/>
                  <a:pt x="2216" y="0"/>
                  <a:pt x="219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0" name="Google Shape;4130;p45"/>
          <p:cNvSpPr/>
          <p:nvPr/>
        </p:nvSpPr>
        <p:spPr>
          <a:xfrm rot="9491334">
            <a:off x="4960868" y="3750123"/>
            <a:ext cx="286032" cy="673802"/>
          </a:xfrm>
          <a:custGeom>
            <a:rect b="b" l="l" r="r" t="t"/>
            <a:pathLst>
              <a:path extrusionOk="0" h="2994" w="1271">
                <a:moveTo>
                  <a:pt x="86" y="0"/>
                </a:moveTo>
                <a:cubicBezTo>
                  <a:pt x="67" y="0"/>
                  <a:pt x="48" y="7"/>
                  <a:pt x="33" y="21"/>
                </a:cubicBezTo>
                <a:cubicBezTo>
                  <a:pt x="1" y="52"/>
                  <a:pt x="0" y="102"/>
                  <a:pt x="30" y="134"/>
                </a:cubicBezTo>
                <a:lnTo>
                  <a:pt x="1111" y="1296"/>
                </a:lnTo>
                <a:lnTo>
                  <a:pt x="1111" y="2915"/>
                </a:lnTo>
                <a:cubicBezTo>
                  <a:pt x="1111" y="2958"/>
                  <a:pt x="1147" y="2994"/>
                  <a:pt x="1191" y="2994"/>
                </a:cubicBezTo>
                <a:cubicBezTo>
                  <a:pt x="1235" y="2994"/>
                  <a:pt x="1271" y="2958"/>
                  <a:pt x="1270" y="2915"/>
                </a:cubicBezTo>
                <a:lnTo>
                  <a:pt x="1270" y="1234"/>
                </a:lnTo>
                <a:lnTo>
                  <a:pt x="145" y="25"/>
                </a:lnTo>
                <a:cubicBezTo>
                  <a:pt x="129" y="9"/>
                  <a:pt x="108" y="0"/>
                  <a:pt x="8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1" name="Google Shape;4131;p45"/>
          <p:cNvSpPr/>
          <p:nvPr/>
        </p:nvSpPr>
        <p:spPr>
          <a:xfrm>
            <a:off x="3644125" y="1911523"/>
            <a:ext cx="1856846" cy="1856663"/>
          </a:xfrm>
          <a:custGeom>
            <a:rect b="b" l="l" r="r" t="t"/>
            <a:pathLst>
              <a:path extrusionOk="0" h="8250" w="8251">
                <a:moveTo>
                  <a:pt x="4125" y="1"/>
                </a:moveTo>
                <a:cubicBezTo>
                  <a:pt x="1847" y="1"/>
                  <a:pt x="1" y="1847"/>
                  <a:pt x="1" y="4125"/>
                </a:cubicBezTo>
                <a:cubicBezTo>
                  <a:pt x="1" y="6404"/>
                  <a:pt x="1847" y="8250"/>
                  <a:pt x="4125" y="8250"/>
                </a:cubicBezTo>
                <a:cubicBezTo>
                  <a:pt x="6404" y="8250"/>
                  <a:pt x="8251" y="6404"/>
                  <a:pt x="8251" y="4125"/>
                </a:cubicBezTo>
                <a:cubicBezTo>
                  <a:pt x="8251" y="1847"/>
                  <a:pt x="6404" y="1"/>
                  <a:pt x="412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2" name="Google Shape;4132;p45"/>
          <p:cNvSpPr/>
          <p:nvPr/>
        </p:nvSpPr>
        <p:spPr>
          <a:xfrm>
            <a:off x="3553882" y="1911748"/>
            <a:ext cx="1675235" cy="1856437"/>
          </a:xfrm>
          <a:custGeom>
            <a:rect b="b" l="l" r="r" t="t"/>
            <a:pathLst>
              <a:path extrusionOk="0" h="8249" w="7444">
                <a:moveTo>
                  <a:pt x="4527" y="1"/>
                </a:moveTo>
                <a:cubicBezTo>
                  <a:pt x="3471" y="1"/>
                  <a:pt x="2416" y="403"/>
                  <a:pt x="1611" y="1208"/>
                </a:cubicBezTo>
                <a:cubicBezTo>
                  <a:pt x="0" y="2819"/>
                  <a:pt x="0" y="5431"/>
                  <a:pt x="1611" y="7040"/>
                </a:cubicBezTo>
                <a:cubicBezTo>
                  <a:pt x="2416" y="7845"/>
                  <a:pt x="3471" y="8248"/>
                  <a:pt x="4527" y="8248"/>
                </a:cubicBezTo>
                <a:cubicBezTo>
                  <a:pt x="5582" y="8248"/>
                  <a:pt x="6638" y="7845"/>
                  <a:pt x="7443" y="7040"/>
                </a:cubicBezTo>
                <a:lnTo>
                  <a:pt x="4527" y="4124"/>
                </a:lnTo>
                <a:lnTo>
                  <a:pt x="7443" y="1208"/>
                </a:lnTo>
                <a:cubicBezTo>
                  <a:pt x="6638" y="403"/>
                  <a:pt x="5582" y="1"/>
                  <a:pt x="45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3" name="Google Shape;4133;p45"/>
          <p:cNvSpPr/>
          <p:nvPr/>
        </p:nvSpPr>
        <p:spPr>
          <a:xfrm>
            <a:off x="3916205" y="1911748"/>
            <a:ext cx="1312913" cy="928331"/>
          </a:xfrm>
          <a:custGeom>
            <a:rect b="b" l="l" r="r" t="t"/>
            <a:pathLst>
              <a:path extrusionOk="0" h="4125" w="5834">
                <a:moveTo>
                  <a:pt x="2917" y="1"/>
                </a:moveTo>
                <a:cubicBezTo>
                  <a:pt x="1861" y="1"/>
                  <a:pt x="806" y="403"/>
                  <a:pt x="1" y="1208"/>
                </a:cubicBezTo>
                <a:lnTo>
                  <a:pt x="2917" y="4124"/>
                </a:lnTo>
                <a:lnTo>
                  <a:pt x="5833" y="1208"/>
                </a:lnTo>
                <a:cubicBezTo>
                  <a:pt x="5028" y="403"/>
                  <a:pt x="3972" y="1"/>
                  <a:pt x="291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4" name="Google Shape;4134;p45"/>
          <p:cNvSpPr/>
          <p:nvPr/>
        </p:nvSpPr>
        <p:spPr>
          <a:xfrm>
            <a:off x="4572664" y="2839826"/>
            <a:ext cx="656456" cy="928106"/>
          </a:xfrm>
          <a:custGeom>
            <a:rect b="b" l="l" r="r" t="t"/>
            <a:pathLst>
              <a:path extrusionOk="0" h="4124" w="2917">
                <a:moveTo>
                  <a:pt x="0" y="0"/>
                </a:moveTo>
                <a:lnTo>
                  <a:pt x="0" y="4124"/>
                </a:lnTo>
                <a:cubicBezTo>
                  <a:pt x="1055" y="4124"/>
                  <a:pt x="2110" y="3721"/>
                  <a:pt x="2916" y="291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5" name="Google Shape;4135;p45"/>
          <p:cNvSpPr txBox="1"/>
          <p:nvPr/>
        </p:nvSpPr>
        <p:spPr>
          <a:xfrm>
            <a:off x="385159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36" name="Google Shape;4136;p45"/>
          <p:cNvSpPr txBox="1"/>
          <p:nvPr/>
        </p:nvSpPr>
        <p:spPr>
          <a:xfrm>
            <a:off x="6823485" y="15426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37" name="Google Shape;4137;p45"/>
          <p:cNvSpPr txBox="1"/>
          <p:nvPr/>
        </p:nvSpPr>
        <p:spPr>
          <a:xfrm>
            <a:off x="385159" y="15426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38" name="Google Shape;4138;p45"/>
          <p:cNvSpPr txBox="1"/>
          <p:nvPr/>
        </p:nvSpPr>
        <p:spPr>
          <a:xfrm>
            <a:off x="6823485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39" name="Google Shape;4139;p45"/>
          <p:cNvSpPr txBox="1"/>
          <p:nvPr/>
        </p:nvSpPr>
        <p:spPr>
          <a:xfrm>
            <a:off x="7441185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D</a:t>
            </a:r>
            <a:endParaRPr b="1" sz="36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40" name="Google Shape;4140;p45"/>
          <p:cNvSpPr txBox="1"/>
          <p:nvPr/>
        </p:nvSpPr>
        <p:spPr>
          <a:xfrm>
            <a:off x="7441185" y="9426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B</a:t>
            </a:r>
            <a:endParaRPr b="1" sz="36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41" name="Google Shape;4141;p45"/>
          <p:cNvSpPr txBox="1"/>
          <p:nvPr/>
        </p:nvSpPr>
        <p:spPr>
          <a:xfrm>
            <a:off x="385159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endParaRPr b="1" sz="360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42" name="Google Shape;4142;p45"/>
          <p:cNvSpPr txBox="1"/>
          <p:nvPr/>
        </p:nvSpPr>
        <p:spPr>
          <a:xfrm>
            <a:off x="385159" y="9426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b="1" sz="3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43" name="Google Shape;4143;p45"/>
          <p:cNvSpPr txBox="1"/>
          <p:nvPr/>
        </p:nvSpPr>
        <p:spPr>
          <a:xfrm>
            <a:off x="5539074" y="4035727"/>
            <a:ext cx="783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17%</a:t>
            </a:r>
            <a:endParaRPr b="1" sz="240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44" name="Google Shape;4144;p45"/>
          <p:cNvSpPr txBox="1"/>
          <p:nvPr/>
        </p:nvSpPr>
        <p:spPr>
          <a:xfrm>
            <a:off x="5539074" y="1339619"/>
            <a:ext cx="783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26%</a:t>
            </a:r>
            <a:endParaRPr b="1" sz="24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45" name="Google Shape;4145;p45"/>
          <p:cNvSpPr txBox="1"/>
          <p:nvPr/>
        </p:nvSpPr>
        <p:spPr>
          <a:xfrm>
            <a:off x="2731399" y="4035727"/>
            <a:ext cx="783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32%</a:t>
            </a:r>
            <a:endParaRPr b="1" sz="240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46" name="Google Shape;4146;p45"/>
          <p:cNvSpPr txBox="1"/>
          <p:nvPr/>
        </p:nvSpPr>
        <p:spPr>
          <a:xfrm>
            <a:off x="2731399" y="1339619"/>
            <a:ext cx="783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25%</a:t>
            </a:r>
            <a:endParaRPr b="1" sz="24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47" name="Google Shape;4147;p45"/>
          <p:cNvSpPr/>
          <p:nvPr/>
        </p:nvSpPr>
        <p:spPr>
          <a:xfrm rot="6092542">
            <a:off x="5414701" y="1986251"/>
            <a:ext cx="583995" cy="300666"/>
          </a:xfrm>
          <a:custGeom>
            <a:rect b="b" l="l" r="r" t="t"/>
            <a:pathLst>
              <a:path extrusionOk="0" h="1336" w="2595">
                <a:moveTo>
                  <a:pt x="79" y="1"/>
                </a:moveTo>
                <a:cubicBezTo>
                  <a:pt x="36" y="1"/>
                  <a:pt x="0" y="36"/>
                  <a:pt x="0" y="79"/>
                </a:cubicBezTo>
                <a:cubicBezTo>
                  <a:pt x="0" y="123"/>
                  <a:pt x="36" y="159"/>
                  <a:pt x="79" y="159"/>
                </a:cubicBezTo>
                <a:lnTo>
                  <a:pt x="1331" y="159"/>
                </a:lnTo>
                <a:lnTo>
                  <a:pt x="2450" y="1311"/>
                </a:lnTo>
                <a:cubicBezTo>
                  <a:pt x="2466" y="1328"/>
                  <a:pt x="2487" y="1336"/>
                  <a:pt x="2507" y="1336"/>
                </a:cubicBezTo>
                <a:cubicBezTo>
                  <a:pt x="2527" y="1336"/>
                  <a:pt x="2547" y="1328"/>
                  <a:pt x="2563" y="1312"/>
                </a:cubicBezTo>
                <a:cubicBezTo>
                  <a:pt x="2593" y="1282"/>
                  <a:pt x="2594" y="1231"/>
                  <a:pt x="2564" y="1200"/>
                </a:cubicBezTo>
                <a:lnTo>
                  <a:pt x="139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48" name="Google Shape;4148;p45"/>
          <p:cNvGrpSpPr/>
          <p:nvPr/>
        </p:nvGrpSpPr>
        <p:grpSpPr>
          <a:xfrm>
            <a:off x="3865588" y="2696668"/>
            <a:ext cx="331192" cy="308284"/>
            <a:chOff x="-21322300" y="4077125"/>
            <a:chExt cx="307200" cy="285925"/>
          </a:xfrm>
        </p:grpSpPr>
        <p:sp>
          <p:nvSpPr>
            <p:cNvPr id="4149" name="Google Shape;4149;p45"/>
            <p:cNvSpPr/>
            <p:nvPr/>
          </p:nvSpPr>
          <p:spPr>
            <a:xfrm>
              <a:off x="-21177375" y="4077125"/>
              <a:ext cx="17350" cy="52800"/>
            </a:xfrm>
            <a:custGeom>
              <a:rect b="b" l="l" r="r" t="t"/>
              <a:pathLst>
                <a:path extrusionOk="0" h="2112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64"/>
                  </a:lnTo>
                  <a:cubicBezTo>
                    <a:pt x="0" y="1953"/>
                    <a:pt x="158" y="2111"/>
                    <a:pt x="347" y="2111"/>
                  </a:cubicBezTo>
                  <a:cubicBezTo>
                    <a:pt x="536" y="2111"/>
                    <a:pt x="693" y="1953"/>
                    <a:pt x="693" y="1764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0" name="Google Shape;4150;p45"/>
            <p:cNvSpPr/>
            <p:nvPr/>
          </p:nvSpPr>
          <p:spPr>
            <a:xfrm>
              <a:off x="-21279775" y="4117475"/>
              <a:ext cx="46500" cy="44525"/>
            </a:xfrm>
            <a:custGeom>
              <a:rect b="b" l="l" r="r" t="t"/>
              <a:pathLst>
                <a:path extrusionOk="0" h="1781" w="1860">
                  <a:moveTo>
                    <a:pt x="410" y="1"/>
                  </a:moveTo>
                  <a:cubicBezTo>
                    <a:pt x="323" y="1"/>
                    <a:pt x="237" y="40"/>
                    <a:pt x="158" y="119"/>
                  </a:cubicBezTo>
                  <a:cubicBezTo>
                    <a:pt x="0" y="276"/>
                    <a:pt x="0" y="466"/>
                    <a:pt x="158" y="623"/>
                  </a:cubicBezTo>
                  <a:lnTo>
                    <a:pt x="1166" y="1663"/>
                  </a:lnTo>
                  <a:cubicBezTo>
                    <a:pt x="1261" y="1741"/>
                    <a:pt x="1355" y="1781"/>
                    <a:pt x="1446" y="1781"/>
                  </a:cubicBezTo>
                  <a:cubicBezTo>
                    <a:pt x="1536" y="1781"/>
                    <a:pt x="1623" y="1741"/>
                    <a:pt x="1702" y="1663"/>
                  </a:cubicBezTo>
                  <a:cubicBezTo>
                    <a:pt x="1859" y="1505"/>
                    <a:pt x="1859" y="1285"/>
                    <a:pt x="1702" y="1127"/>
                  </a:cubicBezTo>
                  <a:lnTo>
                    <a:pt x="662" y="119"/>
                  </a:lnTo>
                  <a:cubicBezTo>
                    <a:pt x="583" y="40"/>
                    <a:pt x="497" y="1"/>
                    <a:pt x="4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1" name="Google Shape;4151;p45"/>
            <p:cNvSpPr/>
            <p:nvPr/>
          </p:nvSpPr>
          <p:spPr>
            <a:xfrm>
              <a:off x="-21103350" y="4117475"/>
              <a:ext cx="45700" cy="44525"/>
            </a:xfrm>
            <a:custGeom>
              <a:rect b="b" l="l" r="r" t="t"/>
              <a:pathLst>
                <a:path extrusionOk="0" h="1781" w="1828">
                  <a:moveTo>
                    <a:pt x="1418" y="1"/>
                  </a:moveTo>
                  <a:cubicBezTo>
                    <a:pt x="1332" y="1"/>
                    <a:pt x="1245" y="40"/>
                    <a:pt x="1166" y="119"/>
                  </a:cubicBezTo>
                  <a:lnTo>
                    <a:pt x="158" y="1127"/>
                  </a:lnTo>
                  <a:cubicBezTo>
                    <a:pt x="1" y="1285"/>
                    <a:pt x="1" y="1474"/>
                    <a:pt x="158" y="1663"/>
                  </a:cubicBezTo>
                  <a:cubicBezTo>
                    <a:pt x="237" y="1741"/>
                    <a:pt x="331" y="1781"/>
                    <a:pt x="422" y="1781"/>
                  </a:cubicBezTo>
                  <a:cubicBezTo>
                    <a:pt x="513" y="1781"/>
                    <a:pt x="599" y="1741"/>
                    <a:pt x="662" y="1663"/>
                  </a:cubicBezTo>
                  <a:lnTo>
                    <a:pt x="1670" y="623"/>
                  </a:lnTo>
                  <a:cubicBezTo>
                    <a:pt x="1828" y="466"/>
                    <a:pt x="1828" y="276"/>
                    <a:pt x="1670" y="119"/>
                  </a:cubicBezTo>
                  <a:cubicBezTo>
                    <a:pt x="1592" y="40"/>
                    <a:pt x="1505" y="1"/>
                    <a:pt x="1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2" name="Google Shape;4152;p45"/>
            <p:cNvSpPr/>
            <p:nvPr/>
          </p:nvSpPr>
          <p:spPr>
            <a:xfrm>
              <a:off x="-21137225" y="4103750"/>
              <a:ext cx="27600" cy="34975"/>
            </a:xfrm>
            <a:custGeom>
              <a:rect b="b" l="l" r="r" t="t"/>
              <a:pathLst>
                <a:path extrusionOk="0" h="1399" w="1104">
                  <a:moveTo>
                    <a:pt x="670" y="1"/>
                  </a:moveTo>
                  <a:cubicBezTo>
                    <a:pt x="536" y="1"/>
                    <a:pt x="417" y="89"/>
                    <a:pt x="347" y="227"/>
                  </a:cubicBezTo>
                  <a:lnTo>
                    <a:pt x="95" y="888"/>
                  </a:lnTo>
                  <a:cubicBezTo>
                    <a:pt x="1" y="1109"/>
                    <a:pt x="127" y="1298"/>
                    <a:pt x="284" y="1361"/>
                  </a:cubicBezTo>
                  <a:cubicBezTo>
                    <a:pt x="335" y="1386"/>
                    <a:pt x="386" y="1398"/>
                    <a:pt x="435" y="1398"/>
                  </a:cubicBezTo>
                  <a:cubicBezTo>
                    <a:pt x="568" y="1398"/>
                    <a:pt x="688" y="1310"/>
                    <a:pt x="757" y="1172"/>
                  </a:cubicBezTo>
                  <a:lnTo>
                    <a:pt x="1041" y="510"/>
                  </a:lnTo>
                  <a:cubicBezTo>
                    <a:pt x="1104" y="321"/>
                    <a:pt x="1041" y="101"/>
                    <a:pt x="820" y="38"/>
                  </a:cubicBezTo>
                  <a:cubicBezTo>
                    <a:pt x="769" y="13"/>
                    <a:pt x="719" y="1"/>
                    <a:pt x="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3" name="Google Shape;4153;p45"/>
            <p:cNvSpPr/>
            <p:nvPr/>
          </p:nvSpPr>
          <p:spPr>
            <a:xfrm>
              <a:off x="-21227800" y="4103750"/>
              <a:ext cx="27600" cy="34975"/>
            </a:xfrm>
            <a:custGeom>
              <a:rect b="b" l="l" r="r" t="t"/>
              <a:pathLst>
                <a:path extrusionOk="0" h="1399" w="1104">
                  <a:moveTo>
                    <a:pt x="434" y="1"/>
                  </a:moveTo>
                  <a:cubicBezTo>
                    <a:pt x="386" y="1"/>
                    <a:pt x="335" y="13"/>
                    <a:pt x="284" y="38"/>
                  </a:cubicBezTo>
                  <a:cubicBezTo>
                    <a:pt x="95" y="101"/>
                    <a:pt x="1" y="321"/>
                    <a:pt x="95" y="510"/>
                  </a:cubicBezTo>
                  <a:lnTo>
                    <a:pt x="347" y="1172"/>
                  </a:lnTo>
                  <a:cubicBezTo>
                    <a:pt x="417" y="1310"/>
                    <a:pt x="536" y="1398"/>
                    <a:pt x="670" y="1398"/>
                  </a:cubicBezTo>
                  <a:cubicBezTo>
                    <a:pt x="719" y="1398"/>
                    <a:pt x="769" y="1386"/>
                    <a:pt x="820" y="1361"/>
                  </a:cubicBezTo>
                  <a:cubicBezTo>
                    <a:pt x="1040" y="1298"/>
                    <a:pt x="1103" y="1109"/>
                    <a:pt x="1040" y="888"/>
                  </a:cubicBezTo>
                  <a:lnTo>
                    <a:pt x="757" y="227"/>
                  </a:lnTo>
                  <a:cubicBezTo>
                    <a:pt x="688" y="89"/>
                    <a:pt x="568" y="1"/>
                    <a:pt x="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4" name="Google Shape;4154;p45"/>
            <p:cNvSpPr/>
            <p:nvPr/>
          </p:nvSpPr>
          <p:spPr>
            <a:xfrm>
              <a:off x="-21319950" y="4219675"/>
              <a:ext cx="53600" cy="18150"/>
            </a:xfrm>
            <a:custGeom>
              <a:rect b="b" l="l" r="r" t="t"/>
              <a:pathLst>
                <a:path extrusionOk="0" h="726" w="2144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97" y="725"/>
                  </a:lnTo>
                  <a:cubicBezTo>
                    <a:pt x="1986" y="725"/>
                    <a:pt x="2143" y="568"/>
                    <a:pt x="2143" y="347"/>
                  </a:cubicBezTo>
                  <a:cubicBezTo>
                    <a:pt x="2143" y="158"/>
                    <a:pt x="1986" y="1"/>
                    <a:pt x="17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5" name="Google Shape;4155;p45"/>
            <p:cNvSpPr/>
            <p:nvPr/>
          </p:nvSpPr>
          <p:spPr>
            <a:xfrm>
              <a:off x="-21070275" y="4219675"/>
              <a:ext cx="54375" cy="18150"/>
            </a:xfrm>
            <a:custGeom>
              <a:rect b="b" l="l" r="r" t="t"/>
              <a:pathLst>
                <a:path extrusionOk="0" h="726" w="2175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828" y="725"/>
                  </a:lnTo>
                  <a:cubicBezTo>
                    <a:pt x="2017" y="725"/>
                    <a:pt x="2175" y="568"/>
                    <a:pt x="2175" y="347"/>
                  </a:cubicBezTo>
                  <a:cubicBezTo>
                    <a:pt x="2175" y="158"/>
                    <a:pt x="2017" y="1"/>
                    <a:pt x="18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6" name="Google Shape;4156;p45"/>
            <p:cNvSpPr/>
            <p:nvPr/>
          </p:nvSpPr>
          <p:spPr>
            <a:xfrm>
              <a:off x="-21078925" y="4171825"/>
              <a:ext cx="37025" cy="25175"/>
            </a:xfrm>
            <a:custGeom>
              <a:rect b="b" l="l" r="r" t="t"/>
              <a:pathLst>
                <a:path extrusionOk="0" h="1007" w="1481">
                  <a:moveTo>
                    <a:pt x="1086" y="1"/>
                  </a:moveTo>
                  <a:cubicBezTo>
                    <a:pt x="1040" y="1"/>
                    <a:pt x="993" y="9"/>
                    <a:pt x="945" y="24"/>
                  </a:cubicBezTo>
                  <a:lnTo>
                    <a:pt x="284" y="308"/>
                  </a:lnTo>
                  <a:cubicBezTo>
                    <a:pt x="63" y="371"/>
                    <a:pt x="0" y="623"/>
                    <a:pt x="63" y="780"/>
                  </a:cubicBezTo>
                  <a:cubicBezTo>
                    <a:pt x="132" y="919"/>
                    <a:pt x="252" y="1006"/>
                    <a:pt x="386" y="1006"/>
                  </a:cubicBezTo>
                  <a:cubicBezTo>
                    <a:pt x="435" y="1006"/>
                    <a:pt x="485" y="995"/>
                    <a:pt x="536" y="969"/>
                  </a:cubicBezTo>
                  <a:lnTo>
                    <a:pt x="1229" y="686"/>
                  </a:lnTo>
                  <a:cubicBezTo>
                    <a:pt x="1418" y="623"/>
                    <a:pt x="1481" y="434"/>
                    <a:pt x="1418" y="213"/>
                  </a:cubicBezTo>
                  <a:cubicBezTo>
                    <a:pt x="1347" y="72"/>
                    <a:pt x="1223" y="1"/>
                    <a:pt x="10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7" name="Google Shape;4157;p45"/>
            <p:cNvSpPr/>
            <p:nvPr/>
          </p:nvSpPr>
          <p:spPr>
            <a:xfrm>
              <a:off x="-21294750" y="4172625"/>
              <a:ext cx="37850" cy="25150"/>
            </a:xfrm>
            <a:custGeom>
              <a:rect b="b" l="l" r="r" t="t"/>
              <a:pathLst>
                <a:path extrusionOk="0" h="1006" w="1514">
                  <a:moveTo>
                    <a:pt x="414" y="1"/>
                  </a:moveTo>
                  <a:cubicBezTo>
                    <a:pt x="263" y="1"/>
                    <a:pt x="143" y="77"/>
                    <a:pt x="95" y="244"/>
                  </a:cubicBezTo>
                  <a:cubicBezTo>
                    <a:pt x="1" y="402"/>
                    <a:pt x="127" y="622"/>
                    <a:pt x="284" y="717"/>
                  </a:cubicBezTo>
                  <a:lnTo>
                    <a:pt x="946" y="969"/>
                  </a:lnTo>
                  <a:cubicBezTo>
                    <a:pt x="997" y="994"/>
                    <a:pt x="1050" y="1006"/>
                    <a:pt x="1101" y="1006"/>
                  </a:cubicBezTo>
                  <a:cubicBezTo>
                    <a:pt x="1242" y="1006"/>
                    <a:pt x="1372" y="918"/>
                    <a:pt x="1419" y="780"/>
                  </a:cubicBezTo>
                  <a:cubicBezTo>
                    <a:pt x="1513" y="591"/>
                    <a:pt x="1419" y="402"/>
                    <a:pt x="1230" y="307"/>
                  </a:cubicBezTo>
                  <a:lnTo>
                    <a:pt x="568" y="24"/>
                  </a:lnTo>
                  <a:cubicBezTo>
                    <a:pt x="514" y="8"/>
                    <a:pt x="463" y="1"/>
                    <a:pt x="4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8" name="Google Shape;4158;p45"/>
            <p:cNvSpPr/>
            <p:nvPr/>
          </p:nvSpPr>
          <p:spPr>
            <a:xfrm>
              <a:off x="-21321525" y="4328375"/>
              <a:ext cx="306425" cy="34675"/>
            </a:xfrm>
            <a:custGeom>
              <a:rect b="b" l="l" r="r" t="t"/>
              <a:pathLst>
                <a:path extrusionOk="0" h="1387" w="12257">
                  <a:moveTo>
                    <a:pt x="1844" y="0"/>
                  </a:moveTo>
                  <a:cubicBezTo>
                    <a:pt x="1403" y="0"/>
                    <a:pt x="962" y="126"/>
                    <a:pt x="568" y="378"/>
                  </a:cubicBezTo>
                  <a:cubicBezTo>
                    <a:pt x="473" y="410"/>
                    <a:pt x="379" y="504"/>
                    <a:pt x="284" y="536"/>
                  </a:cubicBezTo>
                  <a:cubicBezTo>
                    <a:pt x="95" y="630"/>
                    <a:pt x="1" y="819"/>
                    <a:pt x="95" y="1008"/>
                  </a:cubicBezTo>
                  <a:cubicBezTo>
                    <a:pt x="141" y="1147"/>
                    <a:pt x="272" y="1234"/>
                    <a:pt x="413" y="1234"/>
                  </a:cubicBezTo>
                  <a:cubicBezTo>
                    <a:pt x="464" y="1234"/>
                    <a:pt x="517" y="1223"/>
                    <a:pt x="568" y="1197"/>
                  </a:cubicBezTo>
                  <a:cubicBezTo>
                    <a:pt x="725" y="1166"/>
                    <a:pt x="883" y="1103"/>
                    <a:pt x="1009" y="1008"/>
                  </a:cubicBezTo>
                  <a:cubicBezTo>
                    <a:pt x="1261" y="835"/>
                    <a:pt x="1560" y="748"/>
                    <a:pt x="1863" y="748"/>
                  </a:cubicBezTo>
                  <a:cubicBezTo>
                    <a:pt x="2167" y="748"/>
                    <a:pt x="2474" y="835"/>
                    <a:pt x="2742" y="1008"/>
                  </a:cubicBezTo>
                  <a:cubicBezTo>
                    <a:pt x="3135" y="1260"/>
                    <a:pt x="3577" y="1386"/>
                    <a:pt x="4014" y="1386"/>
                  </a:cubicBezTo>
                  <a:cubicBezTo>
                    <a:pt x="4451" y="1386"/>
                    <a:pt x="4884" y="1260"/>
                    <a:pt x="5262" y="1008"/>
                  </a:cubicBezTo>
                  <a:cubicBezTo>
                    <a:pt x="5514" y="835"/>
                    <a:pt x="5813" y="748"/>
                    <a:pt x="6117" y="748"/>
                  </a:cubicBezTo>
                  <a:cubicBezTo>
                    <a:pt x="6420" y="748"/>
                    <a:pt x="6727" y="835"/>
                    <a:pt x="6995" y="1008"/>
                  </a:cubicBezTo>
                  <a:cubicBezTo>
                    <a:pt x="7389" y="1260"/>
                    <a:pt x="7830" y="1386"/>
                    <a:pt x="8267" y="1386"/>
                  </a:cubicBezTo>
                  <a:cubicBezTo>
                    <a:pt x="8704" y="1386"/>
                    <a:pt x="9137" y="1260"/>
                    <a:pt x="9515" y="1008"/>
                  </a:cubicBezTo>
                  <a:cubicBezTo>
                    <a:pt x="9767" y="835"/>
                    <a:pt x="10067" y="748"/>
                    <a:pt x="10374" y="748"/>
                  </a:cubicBezTo>
                  <a:cubicBezTo>
                    <a:pt x="10681" y="748"/>
                    <a:pt x="10996" y="835"/>
                    <a:pt x="11279" y="1008"/>
                  </a:cubicBezTo>
                  <a:cubicBezTo>
                    <a:pt x="11437" y="1103"/>
                    <a:pt x="11563" y="1166"/>
                    <a:pt x="11721" y="1260"/>
                  </a:cubicBezTo>
                  <a:cubicBezTo>
                    <a:pt x="11766" y="1276"/>
                    <a:pt x="11812" y="1284"/>
                    <a:pt x="11857" y="1284"/>
                  </a:cubicBezTo>
                  <a:cubicBezTo>
                    <a:pt x="11996" y="1284"/>
                    <a:pt x="12122" y="1207"/>
                    <a:pt x="12193" y="1040"/>
                  </a:cubicBezTo>
                  <a:cubicBezTo>
                    <a:pt x="12256" y="819"/>
                    <a:pt x="12193" y="567"/>
                    <a:pt x="11973" y="536"/>
                  </a:cubicBezTo>
                  <a:cubicBezTo>
                    <a:pt x="11878" y="504"/>
                    <a:pt x="11784" y="473"/>
                    <a:pt x="11658" y="378"/>
                  </a:cubicBezTo>
                  <a:cubicBezTo>
                    <a:pt x="11264" y="126"/>
                    <a:pt x="10823" y="0"/>
                    <a:pt x="10382" y="0"/>
                  </a:cubicBezTo>
                  <a:cubicBezTo>
                    <a:pt x="9941" y="0"/>
                    <a:pt x="9499" y="126"/>
                    <a:pt x="9106" y="378"/>
                  </a:cubicBezTo>
                  <a:cubicBezTo>
                    <a:pt x="8854" y="552"/>
                    <a:pt x="8546" y="638"/>
                    <a:pt x="8239" y="638"/>
                  </a:cubicBezTo>
                  <a:cubicBezTo>
                    <a:pt x="7932" y="638"/>
                    <a:pt x="7625" y="552"/>
                    <a:pt x="7373" y="378"/>
                  </a:cubicBezTo>
                  <a:cubicBezTo>
                    <a:pt x="6979" y="126"/>
                    <a:pt x="6538" y="0"/>
                    <a:pt x="6101" y="0"/>
                  </a:cubicBezTo>
                  <a:cubicBezTo>
                    <a:pt x="5664" y="0"/>
                    <a:pt x="5231" y="126"/>
                    <a:pt x="4852" y="378"/>
                  </a:cubicBezTo>
                  <a:cubicBezTo>
                    <a:pt x="4600" y="552"/>
                    <a:pt x="4293" y="638"/>
                    <a:pt x="3986" y="638"/>
                  </a:cubicBezTo>
                  <a:cubicBezTo>
                    <a:pt x="3679" y="638"/>
                    <a:pt x="3372" y="552"/>
                    <a:pt x="3120" y="378"/>
                  </a:cubicBezTo>
                  <a:cubicBezTo>
                    <a:pt x="2726" y="126"/>
                    <a:pt x="2285" y="0"/>
                    <a:pt x="18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9" name="Google Shape;4159;p45"/>
            <p:cNvSpPr/>
            <p:nvPr/>
          </p:nvSpPr>
          <p:spPr>
            <a:xfrm>
              <a:off x="-21321525" y="4292150"/>
              <a:ext cx="306425" cy="34675"/>
            </a:xfrm>
            <a:custGeom>
              <a:rect b="b" l="l" r="r" t="t"/>
              <a:pathLst>
                <a:path extrusionOk="0" h="1387" w="12257">
                  <a:moveTo>
                    <a:pt x="1844" y="0"/>
                  </a:moveTo>
                  <a:cubicBezTo>
                    <a:pt x="1403" y="0"/>
                    <a:pt x="962" y="126"/>
                    <a:pt x="568" y="378"/>
                  </a:cubicBezTo>
                  <a:cubicBezTo>
                    <a:pt x="473" y="410"/>
                    <a:pt x="379" y="504"/>
                    <a:pt x="284" y="536"/>
                  </a:cubicBezTo>
                  <a:cubicBezTo>
                    <a:pt x="95" y="599"/>
                    <a:pt x="1" y="819"/>
                    <a:pt x="95" y="1008"/>
                  </a:cubicBezTo>
                  <a:cubicBezTo>
                    <a:pt x="141" y="1147"/>
                    <a:pt x="272" y="1234"/>
                    <a:pt x="413" y="1234"/>
                  </a:cubicBezTo>
                  <a:cubicBezTo>
                    <a:pt x="464" y="1234"/>
                    <a:pt x="517" y="1223"/>
                    <a:pt x="568" y="1197"/>
                  </a:cubicBezTo>
                  <a:cubicBezTo>
                    <a:pt x="725" y="1166"/>
                    <a:pt x="883" y="1071"/>
                    <a:pt x="1009" y="1008"/>
                  </a:cubicBezTo>
                  <a:cubicBezTo>
                    <a:pt x="1261" y="835"/>
                    <a:pt x="1560" y="748"/>
                    <a:pt x="1863" y="748"/>
                  </a:cubicBezTo>
                  <a:cubicBezTo>
                    <a:pt x="2167" y="748"/>
                    <a:pt x="2474" y="835"/>
                    <a:pt x="2742" y="1008"/>
                  </a:cubicBezTo>
                  <a:cubicBezTo>
                    <a:pt x="3135" y="1260"/>
                    <a:pt x="3577" y="1386"/>
                    <a:pt x="4014" y="1386"/>
                  </a:cubicBezTo>
                  <a:cubicBezTo>
                    <a:pt x="4451" y="1386"/>
                    <a:pt x="4884" y="1260"/>
                    <a:pt x="5262" y="1008"/>
                  </a:cubicBezTo>
                  <a:cubicBezTo>
                    <a:pt x="5514" y="835"/>
                    <a:pt x="5813" y="748"/>
                    <a:pt x="6117" y="748"/>
                  </a:cubicBezTo>
                  <a:cubicBezTo>
                    <a:pt x="6420" y="748"/>
                    <a:pt x="6727" y="835"/>
                    <a:pt x="6995" y="1008"/>
                  </a:cubicBezTo>
                  <a:cubicBezTo>
                    <a:pt x="7389" y="1260"/>
                    <a:pt x="7830" y="1386"/>
                    <a:pt x="8267" y="1386"/>
                  </a:cubicBezTo>
                  <a:cubicBezTo>
                    <a:pt x="8704" y="1386"/>
                    <a:pt x="9137" y="1260"/>
                    <a:pt x="9515" y="1008"/>
                  </a:cubicBezTo>
                  <a:cubicBezTo>
                    <a:pt x="9767" y="835"/>
                    <a:pt x="10067" y="748"/>
                    <a:pt x="10374" y="748"/>
                  </a:cubicBezTo>
                  <a:cubicBezTo>
                    <a:pt x="10681" y="748"/>
                    <a:pt x="10996" y="835"/>
                    <a:pt x="11279" y="1008"/>
                  </a:cubicBezTo>
                  <a:cubicBezTo>
                    <a:pt x="11437" y="1071"/>
                    <a:pt x="11563" y="1166"/>
                    <a:pt x="11721" y="1229"/>
                  </a:cubicBezTo>
                  <a:cubicBezTo>
                    <a:pt x="11771" y="1254"/>
                    <a:pt x="11822" y="1266"/>
                    <a:pt x="11871" y="1266"/>
                  </a:cubicBezTo>
                  <a:cubicBezTo>
                    <a:pt x="12004" y="1266"/>
                    <a:pt x="12124" y="1178"/>
                    <a:pt x="12193" y="1040"/>
                  </a:cubicBezTo>
                  <a:cubicBezTo>
                    <a:pt x="12256" y="819"/>
                    <a:pt x="12193" y="599"/>
                    <a:pt x="11973" y="536"/>
                  </a:cubicBezTo>
                  <a:cubicBezTo>
                    <a:pt x="11878" y="504"/>
                    <a:pt x="11784" y="441"/>
                    <a:pt x="11658" y="378"/>
                  </a:cubicBezTo>
                  <a:cubicBezTo>
                    <a:pt x="11264" y="126"/>
                    <a:pt x="10823" y="0"/>
                    <a:pt x="10382" y="0"/>
                  </a:cubicBezTo>
                  <a:cubicBezTo>
                    <a:pt x="9941" y="0"/>
                    <a:pt x="9499" y="126"/>
                    <a:pt x="9106" y="378"/>
                  </a:cubicBezTo>
                  <a:cubicBezTo>
                    <a:pt x="8854" y="551"/>
                    <a:pt x="8546" y="638"/>
                    <a:pt x="8239" y="638"/>
                  </a:cubicBezTo>
                  <a:cubicBezTo>
                    <a:pt x="7932" y="638"/>
                    <a:pt x="7625" y="551"/>
                    <a:pt x="7373" y="378"/>
                  </a:cubicBezTo>
                  <a:cubicBezTo>
                    <a:pt x="6979" y="126"/>
                    <a:pt x="6538" y="0"/>
                    <a:pt x="6101" y="0"/>
                  </a:cubicBezTo>
                  <a:cubicBezTo>
                    <a:pt x="5664" y="0"/>
                    <a:pt x="5231" y="126"/>
                    <a:pt x="4852" y="378"/>
                  </a:cubicBezTo>
                  <a:cubicBezTo>
                    <a:pt x="4600" y="551"/>
                    <a:pt x="4293" y="638"/>
                    <a:pt x="3986" y="638"/>
                  </a:cubicBezTo>
                  <a:cubicBezTo>
                    <a:pt x="3679" y="638"/>
                    <a:pt x="3372" y="551"/>
                    <a:pt x="3120" y="378"/>
                  </a:cubicBezTo>
                  <a:cubicBezTo>
                    <a:pt x="2726" y="126"/>
                    <a:pt x="2285" y="0"/>
                    <a:pt x="18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0" name="Google Shape;4160;p45"/>
            <p:cNvSpPr/>
            <p:nvPr/>
          </p:nvSpPr>
          <p:spPr>
            <a:xfrm>
              <a:off x="-21322300" y="4148000"/>
              <a:ext cx="307200" cy="143375"/>
            </a:xfrm>
            <a:custGeom>
              <a:rect b="b" l="l" r="r" t="t"/>
              <a:pathLst>
                <a:path extrusionOk="0" h="5735" w="12288">
                  <a:moveTo>
                    <a:pt x="6175" y="1"/>
                  </a:moveTo>
                  <a:cubicBezTo>
                    <a:pt x="4411" y="1"/>
                    <a:pt x="2962" y="1450"/>
                    <a:pt x="2962" y="3214"/>
                  </a:cubicBezTo>
                  <a:cubicBezTo>
                    <a:pt x="2962" y="3813"/>
                    <a:pt x="3151" y="4380"/>
                    <a:pt x="3434" y="4884"/>
                  </a:cubicBezTo>
                  <a:cubicBezTo>
                    <a:pt x="3308" y="4852"/>
                    <a:pt x="3245" y="4789"/>
                    <a:pt x="3119" y="4726"/>
                  </a:cubicBezTo>
                  <a:cubicBezTo>
                    <a:pt x="2725" y="4474"/>
                    <a:pt x="2284" y="4348"/>
                    <a:pt x="1843" y="4348"/>
                  </a:cubicBezTo>
                  <a:cubicBezTo>
                    <a:pt x="1402" y="4348"/>
                    <a:pt x="961" y="4474"/>
                    <a:pt x="567" y="4726"/>
                  </a:cubicBezTo>
                  <a:cubicBezTo>
                    <a:pt x="473" y="4758"/>
                    <a:pt x="347" y="4852"/>
                    <a:pt x="284" y="4884"/>
                  </a:cubicBezTo>
                  <a:cubicBezTo>
                    <a:pt x="95" y="4947"/>
                    <a:pt x="0" y="5167"/>
                    <a:pt x="95" y="5356"/>
                  </a:cubicBezTo>
                  <a:cubicBezTo>
                    <a:pt x="141" y="5495"/>
                    <a:pt x="255" y="5583"/>
                    <a:pt x="399" y="5583"/>
                  </a:cubicBezTo>
                  <a:cubicBezTo>
                    <a:pt x="451" y="5583"/>
                    <a:pt x="508" y="5571"/>
                    <a:pt x="567" y="5545"/>
                  </a:cubicBezTo>
                  <a:cubicBezTo>
                    <a:pt x="725" y="5514"/>
                    <a:pt x="882" y="5419"/>
                    <a:pt x="977" y="5356"/>
                  </a:cubicBezTo>
                  <a:cubicBezTo>
                    <a:pt x="1245" y="5183"/>
                    <a:pt x="1552" y="5097"/>
                    <a:pt x="1855" y="5097"/>
                  </a:cubicBezTo>
                  <a:cubicBezTo>
                    <a:pt x="2158" y="5097"/>
                    <a:pt x="2458" y="5183"/>
                    <a:pt x="2710" y="5356"/>
                  </a:cubicBezTo>
                  <a:cubicBezTo>
                    <a:pt x="3103" y="5608"/>
                    <a:pt x="3552" y="5735"/>
                    <a:pt x="3993" y="5735"/>
                  </a:cubicBezTo>
                  <a:cubicBezTo>
                    <a:pt x="4435" y="5735"/>
                    <a:pt x="4868" y="5608"/>
                    <a:pt x="5230" y="5356"/>
                  </a:cubicBezTo>
                  <a:cubicBezTo>
                    <a:pt x="5498" y="5183"/>
                    <a:pt x="5805" y="5097"/>
                    <a:pt x="6108" y="5097"/>
                  </a:cubicBezTo>
                  <a:cubicBezTo>
                    <a:pt x="6411" y="5097"/>
                    <a:pt x="6711" y="5183"/>
                    <a:pt x="6963" y="5356"/>
                  </a:cubicBezTo>
                  <a:cubicBezTo>
                    <a:pt x="7341" y="5608"/>
                    <a:pt x="7790" y="5735"/>
                    <a:pt x="8235" y="5735"/>
                  </a:cubicBezTo>
                  <a:cubicBezTo>
                    <a:pt x="8680" y="5735"/>
                    <a:pt x="9121" y="5608"/>
                    <a:pt x="9483" y="5356"/>
                  </a:cubicBezTo>
                  <a:cubicBezTo>
                    <a:pt x="9751" y="5183"/>
                    <a:pt x="10058" y="5097"/>
                    <a:pt x="10369" y="5097"/>
                  </a:cubicBezTo>
                  <a:cubicBezTo>
                    <a:pt x="10680" y="5097"/>
                    <a:pt x="10995" y="5183"/>
                    <a:pt x="11279" y="5356"/>
                  </a:cubicBezTo>
                  <a:cubicBezTo>
                    <a:pt x="11437" y="5419"/>
                    <a:pt x="11531" y="5514"/>
                    <a:pt x="11689" y="5577"/>
                  </a:cubicBezTo>
                  <a:cubicBezTo>
                    <a:pt x="11748" y="5602"/>
                    <a:pt x="11804" y="5614"/>
                    <a:pt x="11857" y="5614"/>
                  </a:cubicBezTo>
                  <a:cubicBezTo>
                    <a:pt x="12001" y="5614"/>
                    <a:pt x="12115" y="5526"/>
                    <a:pt x="12161" y="5388"/>
                  </a:cubicBezTo>
                  <a:cubicBezTo>
                    <a:pt x="12287" y="5167"/>
                    <a:pt x="12224" y="4947"/>
                    <a:pt x="12004" y="4884"/>
                  </a:cubicBezTo>
                  <a:cubicBezTo>
                    <a:pt x="11909" y="4852"/>
                    <a:pt x="11815" y="4789"/>
                    <a:pt x="11689" y="4726"/>
                  </a:cubicBezTo>
                  <a:cubicBezTo>
                    <a:pt x="11295" y="4474"/>
                    <a:pt x="10854" y="4348"/>
                    <a:pt x="10413" y="4348"/>
                  </a:cubicBezTo>
                  <a:cubicBezTo>
                    <a:pt x="9972" y="4348"/>
                    <a:pt x="9530" y="4474"/>
                    <a:pt x="9137" y="4726"/>
                  </a:cubicBezTo>
                  <a:lnTo>
                    <a:pt x="8916" y="4852"/>
                  </a:lnTo>
                  <a:cubicBezTo>
                    <a:pt x="9168" y="4380"/>
                    <a:pt x="9389" y="3781"/>
                    <a:pt x="9389" y="3214"/>
                  </a:cubicBezTo>
                  <a:cubicBezTo>
                    <a:pt x="9389" y="1450"/>
                    <a:pt x="7971" y="1"/>
                    <a:pt x="61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61" name="Google Shape;4161;p45"/>
          <p:cNvGrpSpPr/>
          <p:nvPr/>
        </p:nvGrpSpPr>
        <p:grpSpPr>
          <a:xfrm>
            <a:off x="4426777" y="2115107"/>
            <a:ext cx="290440" cy="326964"/>
            <a:chOff x="-20930075" y="4066100"/>
            <a:chExt cx="269400" cy="303250"/>
          </a:xfrm>
        </p:grpSpPr>
        <p:sp>
          <p:nvSpPr>
            <p:cNvPr id="4162" name="Google Shape;4162;p45"/>
            <p:cNvSpPr/>
            <p:nvPr/>
          </p:nvSpPr>
          <p:spPr>
            <a:xfrm>
              <a:off x="-20865475" y="4066100"/>
              <a:ext cx="141775" cy="144150"/>
            </a:xfrm>
            <a:custGeom>
              <a:rect b="b" l="l" r="r" t="t"/>
              <a:pathLst>
                <a:path extrusionOk="0" h="5766" w="5671">
                  <a:moveTo>
                    <a:pt x="2836" y="2174"/>
                  </a:moveTo>
                  <a:cubicBezTo>
                    <a:pt x="3245" y="2174"/>
                    <a:pt x="3560" y="2489"/>
                    <a:pt x="3560" y="2867"/>
                  </a:cubicBezTo>
                  <a:cubicBezTo>
                    <a:pt x="3560" y="3277"/>
                    <a:pt x="3245" y="3592"/>
                    <a:pt x="2836" y="3592"/>
                  </a:cubicBezTo>
                  <a:cubicBezTo>
                    <a:pt x="2457" y="3592"/>
                    <a:pt x="2142" y="3277"/>
                    <a:pt x="2142" y="2867"/>
                  </a:cubicBezTo>
                  <a:cubicBezTo>
                    <a:pt x="2142" y="2489"/>
                    <a:pt x="2457" y="2174"/>
                    <a:pt x="2836" y="2174"/>
                  </a:cubicBezTo>
                  <a:close/>
                  <a:moveTo>
                    <a:pt x="2836" y="0"/>
                  </a:moveTo>
                  <a:cubicBezTo>
                    <a:pt x="2457" y="0"/>
                    <a:pt x="2111" y="252"/>
                    <a:pt x="1890" y="599"/>
                  </a:cubicBezTo>
                  <a:cubicBezTo>
                    <a:pt x="1791" y="563"/>
                    <a:pt x="1685" y="545"/>
                    <a:pt x="1577" y="545"/>
                  </a:cubicBezTo>
                  <a:cubicBezTo>
                    <a:pt x="1307" y="545"/>
                    <a:pt x="1031" y="657"/>
                    <a:pt x="851" y="882"/>
                  </a:cubicBezTo>
                  <a:cubicBezTo>
                    <a:pt x="630" y="1071"/>
                    <a:pt x="536" y="1355"/>
                    <a:pt x="536" y="1607"/>
                  </a:cubicBezTo>
                  <a:cubicBezTo>
                    <a:pt x="536" y="1733"/>
                    <a:pt x="536" y="1827"/>
                    <a:pt x="567" y="1922"/>
                  </a:cubicBezTo>
                  <a:cubicBezTo>
                    <a:pt x="189" y="2142"/>
                    <a:pt x="0" y="2489"/>
                    <a:pt x="0" y="2867"/>
                  </a:cubicBezTo>
                  <a:cubicBezTo>
                    <a:pt x="0" y="3308"/>
                    <a:pt x="189" y="3655"/>
                    <a:pt x="567" y="3812"/>
                  </a:cubicBezTo>
                  <a:cubicBezTo>
                    <a:pt x="536" y="3938"/>
                    <a:pt x="536" y="4033"/>
                    <a:pt x="536" y="4127"/>
                  </a:cubicBezTo>
                  <a:cubicBezTo>
                    <a:pt x="536" y="4411"/>
                    <a:pt x="630" y="4694"/>
                    <a:pt x="851" y="4883"/>
                  </a:cubicBezTo>
                  <a:cubicBezTo>
                    <a:pt x="1036" y="5092"/>
                    <a:pt x="1325" y="5216"/>
                    <a:pt x="1603" y="5216"/>
                  </a:cubicBezTo>
                  <a:cubicBezTo>
                    <a:pt x="1702" y="5216"/>
                    <a:pt x="1799" y="5200"/>
                    <a:pt x="1890" y="5167"/>
                  </a:cubicBezTo>
                  <a:cubicBezTo>
                    <a:pt x="2111" y="5513"/>
                    <a:pt x="2457" y="5766"/>
                    <a:pt x="2836" y="5766"/>
                  </a:cubicBezTo>
                  <a:cubicBezTo>
                    <a:pt x="3245" y="5766"/>
                    <a:pt x="3592" y="5513"/>
                    <a:pt x="3781" y="5167"/>
                  </a:cubicBezTo>
                  <a:cubicBezTo>
                    <a:pt x="3889" y="5203"/>
                    <a:pt x="3999" y="5221"/>
                    <a:pt x="4109" y="5221"/>
                  </a:cubicBezTo>
                  <a:cubicBezTo>
                    <a:pt x="4382" y="5221"/>
                    <a:pt x="4649" y="5108"/>
                    <a:pt x="4852" y="4883"/>
                  </a:cubicBezTo>
                  <a:cubicBezTo>
                    <a:pt x="5041" y="4694"/>
                    <a:pt x="5167" y="4411"/>
                    <a:pt x="5167" y="4127"/>
                  </a:cubicBezTo>
                  <a:cubicBezTo>
                    <a:pt x="5167" y="4033"/>
                    <a:pt x="5167" y="3938"/>
                    <a:pt x="5135" y="3812"/>
                  </a:cubicBezTo>
                  <a:cubicBezTo>
                    <a:pt x="5482" y="3623"/>
                    <a:pt x="5671" y="3277"/>
                    <a:pt x="5671" y="2867"/>
                  </a:cubicBezTo>
                  <a:cubicBezTo>
                    <a:pt x="5671" y="2489"/>
                    <a:pt x="5450" y="2142"/>
                    <a:pt x="5135" y="1922"/>
                  </a:cubicBezTo>
                  <a:cubicBezTo>
                    <a:pt x="5167" y="1827"/>
                    <a:pt x="5167" y="1733"/>
                    <a:pt x="5167" y="1607"/>
                  </a:cubicBezTo>
                  <a:cubicBezTo>
                    <a:pt x="5167" y="1355"/>
                    <a:pt x="5041" y="1071"/>
                    <a:pt x="4852" y="882"/>
                  </a:cubicBezTo>
                  <a:cubicBezTo>
                    <a:pt x="4643" y="673"/>
                    <a:pt x="4348" y="550"/>
                    <a:pt x="4069" y="550"/>
                  </a:cubicBezTo>
                  <a:cubicBezTo>
                    <a:pt x="3969" y="550"/>
                    <a:pt x="3872" y="566"/>
                    <a:pt x="3781" y="599"/>
                  </a:cubicBezTo>
                  <a:cubicBezTo>
                    <a:pt x="3592" y="252"/>
                    <a:pt x="3245" y="0"/>
                    <a:pt x="28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3" name="Google Shape;4163;p45"/>
            <p:cNvSpPr/>
            <p:nvPr/>
          </p:nvSpPr>
          <p:spPr>
            <a:xfrm>
              <a:off x="-20930075" y="4191325"/>
              <a:ext cx="269400" cy="178025"/>
            </a:xfrm>
            <a:custGeom>
              <a:rect b="b" l="l" r="r" t="t"/>
              <a:pathLst>
                <a:path extrusionOk="0" h="7121" w="10776">
                  <a:moveTo>
                    <a:pt x="379" y="0"/>
                  </a:moveTo>
                  <a:cubicBezTo>
                    <a:pt x="253" y="0"/>
                    <a:pt x="190" y="32"/>
                    <a:pt x="95" y="95"/>
                  </a:cubicBezTo>
                  <a:cubicBezTo>
                    <a:pt x="32" y="189"/>
                    <a:pt x="1" y="252"/>
                    <a:pt x="1" y="378"/>
                  </a:cubicBezTo>
                  <a:cubicBezTo>
                    <a:pt x="1" y="473"/>
                    <a:pt x="190" y="2710"/>
                    <a:pt x="1103" y="3655"/>
                  </a:cubicBezTo>
                  <a:cubicBezTo>
                    <a:pt x="1513" y="4096"/>
                    <a:pt x="1922" y="4285"/>
                    <a:pt x="2364" y="4285"/>
                  </a:cubicBezTo>
                  <a:cubicBezTo>
                    <a:pt x="2679" y="4285"/>
                    <a:pt x="3025" y="4159"/>
                    <a:pt x="3340" y="3907"/>
                  </a:cubicBezTo>
                  <a:lnTo>
                    <a:pt x="4947" y="5514"/>
                  </a:lnTo>
                  <a:lnTo>
                    <a:pt x="4947" y="6427"/>
                  </a:lnTo>
                  <a:lnTo>
                    <a:pt x="2458" y="6427"/>
                  </a:lnTo>
                  <a:cubicBezTo>
                    <a:pt x="2269" y="6427"/>
                    <a:pt x="2112" y="6585"/>
                    <a:pt x="2112" y="6774"/>
                  </a:cubicBezTo>
                  <a:cubicBezTo>
                    <a:pt x="2112" y="6963"/>
                    <a:pt x="2269" y="7120"/>
                    <a:pt x="2458" y="7120"/>
                  </a:cubicBezTo>
                  <a:lnTo>
                    <a:pt x="8192" y="7120"/>
                  </a:lnTo>
                  <a:cubicBezTo>
                    <a:pt x="8381" y="7120"/>
                    <a:pt x="8539" y="6963"/>
                    <a:pt x="8539" y="6774"/>
                  </a:cubicBezTo>
                  <a:cubicBezTo>
                    <a:pt x="8539" y="6585"/>
                    <a:pt x="8381" y="6427"/>
                    <a:pt x="8192" y="6427"/>
                  </a:cubicBezTo>
                  <a:lnTo>
                    <a:pt x="5672" y="6427"/>
                  </a:lnTo>
                  <a:lnTo>
                    <a:pt x="5672" y="6207"/>
                  </a:lnTo>
                  <a:lnTo>
                    <a:pt x="7278" y="4600"/>
                  </a:lnTo>
                  <a:cubicBezTo>
                    <a:pt x="7751" y="4884"/>
                    <a:pt x="8066" y="5010"/>
                    <a:pt x="8413" y="5010"/>
                  </a:cubicBezTo>
                  <a:cubicBezTo>
                    <a:pt x="8854" y="5010"/>
                    <a:pt x="9232" y="4789"/>
                    <a:pt x="9673" y="4380"/>
                  </a:cubicBezTo>
                  <a:cubicBezTo>
                    <a:pt x="10586" y="3466"/>
                    <a:pt x="10775" y="1229"/>
                    <a:pt x="10775" y="1103"/>
                  </a:cubicBezTo>
                  <a:cubicBezTo>
                    <a:pt x="10775" y="977"/>
                    <a:pt x="10744" y="883"/>
                    <a:pt x="10649" y="820"/>
                  </a:cubicBezTo>
                  <a:cubicBezTo>
                    <a:pt x="10586" y="757"/>
                    <a:pt x="10492" y="693"/>
                    <a:pt x="10397" y="693"/>
                  </a:cubicBezTo>
                  <a:cubicBezTo>
                    <a:pt x="10303" y="693"/>
                    <a:pt x="8066" y="883"/>
                    <a:pt x="7121" y="1796"/>
                  </a:cubicBezTo>
                  <a:cubicBezTo>
                    <a:pt x="6365" y="2552"/>
                    <a:pt x="6302" y="3308"/>
                    <a:pt x="6869" y="4033"/>
                  </a:cubicBezTo>
                  <a:lnTo>
                    <a:pt x="5735" y="5167"/>
                  </a:lnTo>
                  <a:lnTo>
                    <a:pt x="5735" y="1324"/>
                  </a:lnTo>
                  <a:cubicBezTo>
                    <a:pt x="5609" y="1387"/>
                    <a:pt x="5514" y="1387"/>
                    <a:pt x="5388" y="1387"/>
                  </a:cubicBezTo>
                  <a:cubicBezTo>
                    <a:pt x="5262" y="1387"/>
                    <a:pt x="5136" y="1387"/>
                    <a:pt x="5041" y="1324"/>
                  </a:cubicBezTo>
                  <a:lnTo>
                    <a:pt x="5041" y="4443"/>
                  </a:lnTo>
                  <a:lnTo>
                    <a:pt x="3876" y="3340"/>
                  </a:lnTo>
                  <a:cubicBezTo>
                    <a:pt x="4474" y="2584"/>
                    <a:pt x="4411" y="1828"/>
                    <a:pt x="3655" y="1103"/>
                  </a:cubicBezTo>
                  <a:cubicBezTo>
                    <a:pt x="2742" y="189"/>
                    <a:pt x="505" y="0"/>
                    <a:pt x="3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64" name="Google Shape;4164;p45"/>
          <p:cNvGrpSpPr/>
          <p:nvPr/>
        </p:nvGrpSpPr>
        <p:grpSpPr>
          <a:xfrm>
            <a:off x="4633485" y="3229608"/>
            <a:ext cx="328632" cy="328662"/>
            <a:chOff x="-20571700" y="4066875"/>
            <a:chExt cx="304825" cy="304825"/>
          </a:xfrm>
        </p:grpSpPr>
        <p:sp>
          <p:nvSpPr>
            <p:cNvPr id="4165" name="Google Shape;4165;p45"/>
            <p:cNvSpPr/>
            <p:nvPr/>
          </p:nvSpPr>
          <p:spPr>
            <a:xfrm>
              <a:off x="-20385825" y="4211025"/>
              <a:ext cx="118950" cy="160675"/>
            </a:xfrm>
            <a:custGeom>
              <a:rect b="b" l="l" r="r" t="t"/>
              <a:pathLst>
                <a:path extrusionOk="0" h="6427" w="4758">
                  <a:moveTo>
                    <a:pt x="757" y="0"/>
                  </a:moveTo>
                  <a:cubicBezTo>
                    <a:pt x="473" y="0"/>
                    <a:pt x="221" y="63"/>
                    <a:pt x="1" y="189"/>
                  </a:cubicBezTo>
                  <a:lnTo>
                    <a:pt x="2836" y="6427"/>
                  </a:lnTo>
                  <a:lnTo>
                    <a:pt x="4380" y="6427"/>
                  </a:lnTo>
                  <a:cubicBezTo>
                    <a:pt x="4474" y="6427"/>
                    <a:pt x="4600" y="6332"/>
                    <a:pt x="4695" y="6269"/>
                  </a:cubicBezTo>
                  <a:cubicBezTo>
                    <a:pt x="4758" y="6143"/>
                    <a:pt x="4758" y="6017"/>
                    <a:pt x="4695" y="5891"/>
                  </a:cubicBezTo>
                  <a:lnTo>
                    <a:pt x="2111" y="819"/>
                  </a:lnTo>
                  <a:cubicBezTo>
                    <a:pt x="1891" y="315"/>
                    <a:pt x="1387" y="0"/>
                    <a:pt x="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6" name="Google Shape;4166;p45"/>
            <p:cNvSpPr/>
            <p:nvPr/>
          </p:nvSpPr>
          <p:spPr>
            <a:xfrm>
              <a:off x="-20412600" y="4084875"/>
              <a:ext cx="109500" cy="89925"/>
            </a:xfrm>
            <a:custGeom>
              <a:rect b="b" l="l" r="r" t="t"/>
              <a:pathLst>
                <a:path extrusionOk="0" h="3597" w="4380">
                  <a:moveTo>
                    <a:pt x="2203" y="0"/>
                  </a:moveTo>
                  <a:cubicBezTo>
                    <a:pt x="2118" y="0"/>
                    <a:pt x="2029" y="10"/>
                    <a:pt x="1922" y="37"/>
                  </a:cubicBezTo>
                  <a:cubicBezTo>
                    <a:pt x="1261" y="194"/>
                    <a:pt x="788" y="824"/>
                    <a:pt x="788" y="1486"/>
                  </a:cubicBezTo>
                  <a:cubicBezTo>
                    <a:pt x="284" y="1707"/>
                    <a:pt x="0" y="2211"/>
                    <a:pt x="126" y="2715"/>
                  </a:cubicBezTo>
                  <a:cubicBezTo>
                    <a:pt x="252" y="3219"/>
                    <a:pt x="694" y="3597"/>
                    <a:pt x="1198" y="3597"/>
                  </a:cubicBezTo>
                  <a:lnTo>
                    <a:pt x="3308" y="3597"/>
                  </a:lnTo>
                  <a:cubicBezTo>
                    <a:pt x="3876" y="3597"/>
                    <a:pt x="4380" y="3124"/>
                    <a:pt x="4380" y="2526"/>
                  </a:cubicBezTo>
                  <a:cubicBezTo>
                    <a:pt x="4380" y="2179"/>
                    <a:pt x="4222" y="1801"/>
                    <a:pt x="3813" y="1580"/>
                  </a:cubicBezTo>
                  <a:cubicBezTo>
                    <a:pt x="3718" y="1549"/>
                    <a:pt x="3655" y="1423"/>
                    <a:pt x="3624" y="1297"/>
                  </a:cubicBezTo>
                  <a:cubicBezTo>
                    <a:pt x="3561" y="635"/>
                    <a:pt x="3119" y="194"/>
                    <a:pt x="2552" y="37"/>
                  </a:cubicBezTo>
                  <a:cubicBezTo>
                    <a:pt x="2425" y="19"/>
                    <a:pt x="2319" y="0"/>
                    <a:pt x="22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7" name="Google Shape;4167;p45"/>
            <p:cNvSpPr/>
            <p:nvPr/>
          </p:nvSpPr>
          <p:spPr>
            <a:xfrm>
              <a:off x="-20332275" y="4066875"/>
              <a:ext cx="64625" cy="80375"/>
            </a:xfrm>
            <a:custGeom>
              <a:rect b="b" l="l" r="r" t="t"/>
              <a:pathLst>
                <a:path extrusionOk="0" h="3215" w="2585">
                  <a:moveTo>
                    <a:pt x="820" y="1"/>
                  </a:moveTo>
                  <a:cubicBezTo>
                    <a:pt x="505" y="1"/>
                    <a:pt x="221" y="95"/>
                    <a:pt x="1" y="253"/>
                  </a:cubicBezTo>
                  <a:cubicBezTo>
                    <a:pt x="253" y="379"/>
                    <a:pt x="505" y="568"/>
                    <a:pt x="726" y="851"/>
                  </a:cubicBezTo>
                  <a:cubicBezTo>
                    <a:pt x="915" y="1103"/>
                    <a:pt x="1072" y="1418"/>
                    <a:pt x="1135" y="1733"/>
                  </a:cubicBezTo>
                  <a:cubicBezTo>
                    <a:pt x="1356" y="1891"/>
                    <a:pt x="1608" y="2174"/>
                    <a:pt x="1702" y="2490"/>
                  </a:cubicBezTo>
                  <a:cubicBezTo>
                    <a:pt x="1797" y="2679"/>
                    <a:pt x="1860" y="2962"/>
                    <a:pt x="1860" y="3214"/>
                  </a:cubicBezTo>
                  <a:cubicBezTo>
                    <a:pt x="2301" y="2899"/>
                    <a:pt x="2584" y="2363"/>
                    <a:pt x="2584" y="1796"/>
                  </a:cubicBezTo>
                  <a:cubicBezTo>
                    <a:pt x="2584" y="788"/>
                    <a:pt x="1797" y="1"/>
                    <a:pt x="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8" name="Google Shape;4168;p45"/>
            <p:cNvSpPr/>
            <p:nvPr/>
          </p:nvSpPr>
          <p:spPr>
            <a:xfrm>
              <a:off x="-20553575" y="4103900"/>
              <a:ext cx="107925" cy="89025"/>
            </a:xfrm>
            <a:custGeom>
              <a:rect b="b" l="l" r="r" t="t"/>
              <a:pathLst>
                <a:path extrusionOk="0" h="3561" w="4317">
                  <a:moveTo>
                    <a:pt x="2174" y="0"/>
                  </a:moveTo>
                  <a:cubicBezTo>
                    <a:pt x="1386" y="0"/>
                    <a:pt x="756" y="630"/>
                    <a:pt x="756" y="1418"/>
                  </a:cubicBezTo>
                  <a:lnTo>
                    <a:pt x="756" y="1481"/>
                  </a:lnTo>
                  <a:cubicBezTo>
                    <a:pt x="284" y="1639"/>
                    <a:pt x="63" y="2048"/>
                    <a:pt x="63" y="2458"/>
                  </a:cubicBezTo>
                  <a:cubicBezTo>
                    <a:pt x="0" y="3088"/>
                    <a:pt x="473" y="3560"/>
                    <a:pt x="1071" y="3560"/>
                  </a:cubicBezTo>
                  <a:lnTo>
                    <a:pt x="3214" y="3560"/>
                  </a:lnTo>
                  <a:cubicBezTo>
                    <a:pt x="3686" y="3560"/>
                    <a:pt x="4159" y="3214"/>
                    <a:pt x="4253" y="2710"/>
                  </a:cubicBezTo>
                  <a:cubicBezTo>
                    <a:pt x="4253" y="2615"/>
                    <a:pt x="4316" y="2552"/>
                    <a:pt x="4316" y="2521"/>
                  </a:cubicBezTo>
                  <a:cubicBezTo>
                    <a:pt x="4316" y="2080"/>
                    <a:pt x="4033" y="1670"/>
                    <a:pt x="3592" y="1481"/>
                  </a:cubicBezTo>
                  <a:cubicBezTo>
                    <a:pt x="3592" y="1135"/>
                    <a:pt x="3529" y="819"/>
                    <a:pt x="3308" y="536"/>
                  </a:cubicBezTo>
                  <a:cubicBezTo>
                    <a:pt x="3056" y="189"/>
                    <a:pt x="2646" y="0"/>
                    <a:pt x="21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9" name="Google Shape;4169;p45"/>
            <p:cNvSpPr/>
            <p:nvPr/>
          </p:nvSpPr>
          <p:spPr>
            <a:xfrm>
              <a:off x="-20515000" y="4168475"/>
              <a:ext cx="119750" cy="91400"/>
            </a:xfrm>
            <a:custGeom>
              <a:rect b="b" l="l" r="r" t="t"/>
              <a:pathLst>
                <a:path extrusionOk="0" h="3656" w="4790">
                  <a:moveTo>
                    <a:pt x="3435" y="1"/>
                  </a:moveTo>
                  <a:cubicBezTo>
                    <a:pt x="3435" y="316"/>
                    <a:pt x="3372" y="599"/>
                    <a:pt x="3151" y="914"/>
                  </a:cubicBezTo>
                  <a:cubicBezTo>
                    <a:pt x="2773" y="1450"/>
                    <a:pt x="2206" y="1702"/>
                    <a:pt x="1671" y="1702"/>
                  </a:cubicBezTo>
                  <a:lnTo>
                    <a:pt x="473" y="1702"/>
                  </a:lnTo>
                  <a:lnTo>
                    <a:pt x="1" y="2710"/>
                  </a:lnTo>
                  <a:lnTo>
                    <a:pt x="946" y="3655"/>
                  </a:lnTo>
                  <a:lnTo>
                    <a:pt x="2143" y="2490"/>
                  </a:lnTo>
                  <a:cubicBezTo>
                    <a:pt x="2222" y="2411"/>
                    <a:pt x="2309" y="2371"/>
                    <a:pt x="2395" y="2371"/>
                  </a:cubicBezTo>
                  <a:cubicBezTo>
                    <a:pt x="2482" y="2371"/>
                    <a:pt x="2568" y="2411"/>
                    <a:pt x="2647" y="2490"/>
                  </a:cubicBezTo>
                  <a:lnTo>
                    <a:pt x="3844" y="3655"/>
                  </a:lnTo>
                  <a:lnTo>
                    <a:pt x="4790" y="2710"/>
                  </a:lnTo>
                  <a:lnTo>
                    <a:pt x="3718" y="410"/>
                  </a:lnTo>
                  <a:cubicBezTo>
                    <a:pt x="3624" y="253"/>
                    <a:pt x="3561" y="127"/>
                    <a:pt x="34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0" name="Google Shape;4170;p45"/>
            <p:cNvSpPr/>
            <p:nvPr/>
          </p:nvSpPr>
          <p:spPr>
            <a:xfrm>
              <a:off x="-20571700" y="4250400"/>
              <a:ext cx="233950" cy="120525"/>
            </a:xfrm>
            <a:custGeom>
              <a:rect b="b" l="l" r="r" t="t"/>
              <a:pathLst>
                <a:path extrusionOk="0" h="4821" w="9358">
                  <a:moveTo>
                    <a:pt x="4695" y="0"/>
                  </a:moveTo>
                  <a:lnTo>
                    <a:pt x="3497" y="1166"/>
                  </a:lnTo>
                  <a:cubicBezTo>
                    <a:pt x="3419" y="1245"/>
                    <a:pt x="3332" y="1284"/>
                    <a:pt x="3245" y="1284"/>
                  </a:cubicBezTo>
                  <a:cubicBezTo>
                    <a:pt x="3159" y="1284"/>
                    <a:pt x="3072" y="1245"/>
                    <a:pt x="2993" y="1166"/>
                  </a:cubicBezTo>
                  <a:lnTo>
                    <a:pt x="1954" y="158"/>
                  </a:lnTo>
                  <a:lnTo>
                    <a:pt x="32" y="4316"/>
                  </a:lnTo>
                  <a:cubicBezTo>
                    <a:pt x="0" y="4442"/>
                    <a:pt x="0" y="4568"/>
                    <a:pt x="63" y="4694"/>
                  </a:cubicBezTo>
                  <a:cubicBezTo>
                    <a:pt x="158" y="4789"/>
                    <a:pt x="252" y="4820"/>
                    <a:pt x="379" y="4820"/>
                  </a:cubicBezTo>
                  <a:lnTo>
                    <a:pt x="8979" y="4820"/>
                  </a:lnTo>
                  <a:cubicBezTo>
                    <a:pt x="9105" y="4820"/>
                    <a:pt x="9200" y="4757"/>
                    <a:pt x="9294" y="4694"/>
                  </a:cubicBezTo>
                  <a:cubicBezTo>
                    <a:pt x="9357" y="4568"/>
                    <a:pt x="9357" y="4442"/>
                    <a:pt x="9326" y="4316"/>
                  </a:cubicBezTo>
                  <a:lnTo>
                    <a:pt x="7341" y="158"/>
                  </a:lnTo>
                  <a:lnTo>
                    <a:pt x="6333" y="1166"/>
                  </a:lnTo>
                  <a:cubicBezTo>
                    <a:pt x="6270" y="1260"/>
                    <a:pt x="6175" y="1292"/>
                    <a:pt x="6112" y="1292"/>
                  </a:cubicBezTo>
                  <a:cubicBezTo>
                    <a:pt x="6018" y="1292"/>
                    <a:pt x="5892" y="1260"/>
                    <a:pt x="5860" y="1166"/>
                  </a:cubicBezTo>
                  <a:lnTo>
                    <a:pt x="46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71" name="Google Shape;4171;p45"/>
          <p:cNvGrpSpPr/>
          <p:nvPr/>
        </p:nvGrpSpPr>
        <p:grpSpPr>
          <a:xfrm>
            <a:off x="5032330" y="2686048"/>
            <a:ext cx="329494" cy="329525"/>
            <a:chOff x="-20197575" y="4066875"/>
            <a:chExt cx="305625" cy="305625"/>
          </a:xfrm>
        </p:grpSpPr>
        <p:sp>
          <p:nvSpPr>
            <p:cNvPr id="4172" name="Google Shape;4172;p45"/>
            <p:cNvSpPr/>
            <p:nvPr/>
          </p:nvSpPr>
          <p:spPr>
            <a:xfrm>
              <a:off x="-20089675" y="4066875"/>
              <a:ext cx="89025" cy="92175"/>
            </a:xfrm>
            <a:custGeom>
              <a:rect b="b" l="l" r="r" t="t"/>
              <a:pathLst>
                <a:path extrusionOk="0" h="3687" w="3561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946" y="725"/>
                    <a:pt x="1418" y="1229"/>
                    <a:pt x="1418" y="1828"/>
                  </a:cubicBezTo>
                  <a:lnTo>
                    <a:pt x="1418" y="3687"/>
                  </a:lnTo>
                  <a:cubicBezTo>
                    <a:pt x="1544" y="3624"/>
                    <a:pt x="1670" y="3592"/>
                    <a:pt x="1765" y="3592"/>
                  </a:cubicBezTo>
                  <a:cubicBezTo>
                    <a:pt x="1891" y="3592"/>
                    <a:pt x="2017" y="3624"/>
                    <a:pt x="2143" y="3687"/>
                  </a:cubicBezTo>
                  <a:lnTo>
                    <a:pt x="2143" y="1828"/>
                  </a:lnTo>
                  <a:cubicBezTo>
                    <a:pt x="2143" y="1229"/>
                    <a:pt x="2615" y="725"/>
                    <a:pt x="3182" y="725"/>
                  </a:cubicBezTo>
                  <a:cubicBezTo>
                    <a:pt x="3403" y="725"/>
                    <a:pt x="3561" y="568"/>
                    <a:pt x="3561" y="379"/>
                  </a:cubicBezTo>
                  <a:cubicBezTo>
                    <a:pt x="3561" y="158"/>
                    <a:pt x="3403" y="1"/>
                    <a:pt x="3182" y="1"/>
                  </a:cubicBezTo>
                  <a:cubicBezTo>
                    <a:pt x="2615" y="1"/>
                    <a:pt x="2080" y="284"/>
                    <a:pt x="1765" y="725"/>
                  </a:cubicBezTo>
                  <a:cubicBezTo>
                    <a:pt x="1450" y="284"/>
                    <a:pt x="946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3" name="Google Shape;4173;p45"/>
            <p:cNvSpPr/>
            <p:nvPr/>
          </p:nvSpPr>
          <p:spPr>
            <a:xfrm>
              <a:off x="-20024300" y="4085775"/>
              <a:ext cx="132350" cy="125250"/>
            </a:xfrm>
            <a:custGeom>
              <a:rect b="b" l="l" r="r" t="t"/>
              <a:pathLst>
                <a:path extrusionOk="0" h="5010" w="5294">
                  <a:moveTo>
                    <a:pt x="2741" y="2175"/>
                  </a:moveTo>
                  <a:cubicBezTo>
                    <a:pt x="2930" y="2175"/>
                    <a:pt x="3119" y="2332"/>
                    <a:pt x="3119" y="2521"/>
                  </a:cubicBezTo>
                  <a:cubicBezTo>
                    <a:pt x="3119" y="2710"/>
                    <a:pt x="2930" y="2868"/>
                    <a:pt x="2741" y="2868"/>
                  </a:cubicBezTo>
                  <a:cubicBezTo>
                    <a:pt x="2552" y="2868"/>
                    <a:pt x="2395" y="2710"/>
                    <a:pt x="2395" y="2521"/>
                  </a:cubicBezTo>
                  <a:cubicBezTo>
                    <a:pt x="2395" y="2332"/>
                    <a:pt x="2552" y="2175"/>
                    <a:pt x="2741" y="2175"/>
                  </a:cubicBezTo>
                  <a:close/>
                  <a:moveTo>
                    <a:pt x="1985" y="3592"/>
                  </a:moveTo>
                  <a:cubicBezTo>
                    <a:pt x="2206" y="3592"/>
                    <a:pt x="2363" y="3750"/>
                    <a:pt x="2363" y="3939"/>
                  </a:cubicBezTo>
                  <a:cubicBezTo>
                    <a:pt x="2395" y="4128"/>
                    <a:pt x="2206" y="4285"/>
                    <a:pt x="1985" y="4285"/>
                  </a:cubicBezTo>
                  <a:cubicBezTo>
                    <a:pt x="1796" y="4285"/>
                    <a:pt x="1639" y="4128"/>
                    <a:pt x="1639" y="3939"/>
                  </a:cubicBezTo>
                  <a:cubicBezTo>
                    <a:pt x="1639" y="3750"/>
                    <a:pt x="1796" y="3592"/>
                    <a:pt x="1985" y="3592"/>
                  </a:cubicBezTo>
                  <a:close/>
                  <a:moveTo>
                    <a:pt x="4915" y="1"/>
                  </a:moveTo>
                  <a:cubicBezTo>
                    <a:pt x="2710" y="1"/>
                    <a:pt x="820" y="1355"/>
                    <a:pt x="0" y="3246"/>
                  </a:cubicBezTo>
                  <a:cubicBezTo>
                    <a:pt x="158" y="3435"/>
                    <a:pt x="252" y="3655"/>
                    <a:pt x="252" y="3939"/>
                  </a:cubicBezTo>
                  <a:lnTo>
                    <a:pt x="252" y="5010"/>
                  </a:lnTo>
                  <a:lnTo>
                    <a:pt x="2899" y="5010"/>
                  </a:lnTo>
                  <a:cubicBezTo>
                    <a:pt x="3340" y="5010"/>
                    <a:pt x="3718" y="4695"/>
                    <a:pt x="3812" y="4254"/>
                  </a:cubicBezTo>
                  <a:cubicBezTo>
                    <a:pt x="4632" y="4096"/>
                    <a:pt x="5293" y="3403"/>
                    <a:pt x="5293" y="2490"/>
                  </a:cubicBezTo>
                  <a:lnTo>
                    <a:pt x="5293" y="347"/>
                  </a:lnTo>
                  <a:cubicBezTo>
                    <a:pt x="5262" y="158"/>
                    <a:pt x="5104" y="1"/>
                    <a:pt x="49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4" name="Google Shape;4174;p45"/>
            <p:cNvSpPr/>
            <p:nvPr/>
          </p:nvSpPr>
          <p:spPr>
            <a:xfrm>
              <a:off x="-19983350" y="4263775"/>
              <a:ext cx="18925" cy="18150"/>
            </a:xfrm>
            <a:custGeom>
              <a:rect b="b" l="l" r="r" t="t"/>
              <a:pathLst>
                <a:path extrusionOk="0" h="726" w="757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725" y="568"/>
                    <a:pt x="725" y="347"/>
                  </a:cubicBezTo>
                  <a:cubicBezTo>
                    <a:pt x="757" y="221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5" name="Google Shape;4175;p45"/>
            <p:cNvSpPr/>
            <p:nvPr/>
          </p:nvSpPr>
          <p:spPr>
            <a:xfrm>
              <a:off x="-20035325" y="4228350"/>
              <a:ext cx="125250" cy="143350"/>
            </a:xfrm>
            <a:custGeom>
              <a:rect b="b" l="l" r="r" t="t"/>
              <a:pathLst>
                <a:path extrusionOk="0" h="5734" w="5010">
                  <a:moveTo>
                    <a:pt x="2426" y="756"/>
                  </a:moveTo>
                  <a:cubicBezTo>
                    <a:pt x="3025" y="756"/>
                    <a:pt x="3497" y="1229"/>
                    <a:pt x="3497" y="1827"/>
                  </a:cubicBezTo>
                  <a:cubicBezTo>
                    <a:pt x="3560" y="2363"/>
                    <a:pt x="3025" y="2899"/>
                    <a:pt x="2426" y="2899"/>
                  </a:cubicBezTo>
                  <a:cubicBezTo>
                    <a:pt x="1859" y="2899"/>
                    <a:pt x="1387" y="2426"/>
                    <a:pt x="1387" y="1827"/>
                  </a:cubicBezTo>
                  <a:cubicBezTo>
                    <a:pt x="1387" y="1229"/>
                    <a:pt x="1859" y="756"/>
                    <a:pt x="2426" y="756"/>
                  </a:cubicBezTo>
                  <a:close/>
                  <a:moveTo>
                    <a:pt x="693" y="0"/>
                  </a:moveTo>
                  <a:lnTo>
                    <a:pt x="693" y="2489"/>
                  </a:lnTo>
                  <a:cubicBezTo>
                    <a:pt x="693" y="2962"/>
                    <a:pt x="378" y="3371"/>
                    <a:pt x="0" y="3529"/>
                  </a:cubicBezTo>
                  <a:lnTo>
                    <a:pt x="0" y="4663"/>
                  </a:lnTo>
                  <a:cubicBezTo>
                    <a:pt x="0" y="5261"/>
                    <a:pt x="473" y="5734"/>
                    <a:pt x="1071" y="5734"/>
                  </a:cubicBezTo>
                  <a:cubicBezTo>
                    <a:pt x="1639" y="5734"/>
                    <a:pt x="2111" y="5261"/>
                    <a:pt x="2111" y="4663"/>
                  </a:cubicBezTo>
                  <a:cubicBezTo>
                    <a:pt x="2111" y="4474"/>
                    <a:pt x="2269" y="4316"/>
                    <a:pt x="2489" y="4316"/>
                  </a:cubicBezTo>
                  <a:cubicBezTo>
                    <a:pt x="3182" y="4316"/>
                    <a:pt x="3812" y="4033"/>
                    <a:pt x="4285" y="3529"/>
                  </a:cubicBezTo>
                  <a:cubicBezTo>
                    <a:pt x="4758" y="2993"/>
                    <a:pt x="5010" y="2331"/>
                    <a:pt x="4947" y="1670"/>
                  </a:cubicBezTo>
                  <a:cubicBezTo>
                    <a:pt x="4884" y="725"/>
                    <a:pt x="4127" y="0"/>
                    <a:pt x="32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6" name="Google Shape;4176;p45"/>
            <p:cNvSpPr/>
            <p:nvPr/>
          </p:nvSpPr>
          <p:spPr>
            <a:xfrm>
              <a:off x="-20054225" y="4175575"/>
              <a:ext cx="18125" cy="125250"/>
            </a:xfrm>
            <a:custGeom>
              <a:rect b="b" l="l" r="r" t="t"/>
              <a:pathLst>
                <a:path extrusionOk="0" h="5010" w="725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4632"/>
                  </a:lnTo>
                  <a:cubicBezTo>
                    <a:pt x="0" y="4852"/>
                    <a:pt x="158" y="5010"/>
                    <a:pt x="347" y="5010"/>
                  </a:cubicBezTo>
                  <a:cubicBezTo>
                    <a:pt x="567" y="5010"/>
                    <a:pt x="725" y="4852"/>
                    <a:pt x="725" y="4632"/>
                  </a:cubicBezTo>
                  <a:lnTo>
                    <a:pt x="725" y="347"/>
                  </a:ln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7" name="Google Shape;4177;p45"/>
            <p:cNvSpPr/>
            <p:nvPr/>
          </p:nvSpPr>
          <p:spPr>
            <a:xfrm>
              <a:off x="-20197575" y="4085775"/>
              <a:ext cx="132350" cy="125250"/>
            </a:xfrm>
            <a:custGeom>
              <a:rect b="b" l="l" r="r" t="t"/>
              <a:pathLst>
                <a:path extrusionOk="0" h="5010" w="5294">
                  <a:moveTo>
                    <a:pt x="2521" y="2175"/>
                  </a:moveTo>
                  <a:cubicBezTo>
                    <a:pt x="2710" y="2175"/>
                    <a:pt x="2867" y="2332"/>
                    <a:pt x="2867" y="2521"/>
                  </a:cubicBezTo>
                  <a:cubicBezTo>
                    <a:pt x="2867" y="2710"/>
                    <a:pt x="2710" y="2868"/>
                    <a:pt x="2521" y="2868"/>
                  </a:cubicBezTo>
                  <a:cubicBezTo>
                    <a:pt x="2300" y="2868"/>
                    <a:pt x="2143" y="2710"/>
                    <a:pt x="2143" y="2521"/>
                  </a:cubicBezTo>
                  <a:cubicBezTo>
                    <a:pt x="2174" y="2332"/>
                    <a:pt x="2300" y="2175"/>
                    <a:pt x="2521" y="2175"/>
                  </a:cubicBezTo>
                  <a:close/>
                  <a:moveTo>
                    <a:pt x="3245" y="3592"/>
                  </a:moveTo>
                  <a:cubicBezTo>
                    <a:pt x="3466" y="3592"/>
                    <a:pt x="3623" y="3750"/>
                    <a:pt x="3623" y="3939"/>
                  </a:cubicBezTo>
                  <a:cubicBezTo>
                    <a:pt x="3623" y="4128"/>
                    <a:pt x="3466" y="4285"/>
                    <a:pt x="3245" y="4285"/>
                  </a:cubicBezTo>
                  <a:cubicBezTo>
                    <a:pt x="3056" y="4285"/>
                    <a:pt x="2899" y="4128"/>
                    <a:pt x="2899" y="3939"/>
                  </a:cubicBezTo>
                  <a:cubicBezTo>
                    <a:pt x="2867" y="3750"/>
                    <a:pt x="3056" y="3592"/>
                    <a:pt x="3245" y="3592"/>
                  </a:cubicBezTo>
                  <a:close/>
                  <a:moveTo>
                    <a:pt x="378" y="1"/>
                  </a:moveTo>
                  <a:cubicBezTo>
                    <a:pt x="189" y="1"/>
                    <a:pt x="32" y="158"/>
                    <a:pt x="32" y="347"/>
                  </a:cubicBezTo>
                  <a:lnTo>
                    <a:pt x="32" y="2490"/>
                  </a:lnTo>
                  <a:cubicBezTo>
                    <a:pt x="0" y="3403"/>
                    <a:pt x="662" y="4096"/>
                    <a:pt x="1481" y="4254"/>
                  </a:cubicBezTo>
                  <a:cubicBezTo>
                    <a:pt x="1576" y="4695"/>
                    <a:pt x="1954" y="5010"/>
                    <a:pt x="2395" y="5010"/>
                  </a:cubicBezTo>
                  <a:lnTo>
                    <a:pt x="5041" y="5010"/>
                  </a:lnTo>
                  <a:lnTo>
                    <a:pt x="5041" y="3939"/>
                  </a:lnTo>
                  <a:cubicBezTo>
                    <a:pt x="5041" y="3655"/>
                    <a:pt x="5136" y="3435"/>
                    <a:pt x="5293" y="3246"/>
                  </a:cubicBezTo>
                  <a:cubicBezTo>
                    <a:pt x="4474" y="1355"/>
                    <a:pt x="2584" y="1"/>
                    <a:pt x="3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8" name="Google Shape;4178;p45"/>
            <p:cNvSpPr/>
            <p:nvPr/>
          </p:nvSpPr>
          <p:spPr>
            <a:xfrm>
              <a:off x="-20179475" y="4229925"/>
              <a:ext cx="125275" cy="142575"/>
            </a:xfrm>
            <a:custGeom>
              <a:rect b="b" l="l" r="r" t="t"/>
              <a:pathLst>
                <a:path extrusionOk="0" h="5703" w="5011">
                  <a:moveTo>
                    <a:pt x="2521" y="693"/>
                  </a:moveTo>
                  <a:cubicBezTo>
                    <a:pt x="3120" y="693"/>
                    <a:pt x="3592" y="1166"/>
                    <a:pt x="3592" y="1764"/>
                  </a:cubicBezTo>
                  <a:cubicBezTo>
                    <a:pt x="3592" y="2300"/>
                    <a:pt x="3120" y="2836"/>
                    <a:pt x="2521" y="2836"/>
                  </a:cubicBezTo>
                  <a:cubicBezTo>
                    <a:pt x="1954" y="2836"/>
                    <a:pt x="1482" y="2363"/>
                    <a:pt x="1482" y="1764"/>
                  </a:cubicBezTo>
                  <a:cubicBezTo>
                    <a:pt x="1482" y="1166"/>
                    <a:pt x="1954" y="693"/>
                    <a:pt x="2521" y="693"/>
                  </a:cubicBezTo>
                  <a:close/>
                  <a:moveTo>
                    <a:pt x="1797" y="0"/>
                  </a:moveTo>
                  <a:cubicBezTo>
                    <a:pt x="883" y="0"/>
                    <a:pt x="95" y="693"/>
                    <a:pt x="64" y="1638"/>
                  </a:cubicBezTo>
                  <a:cubicBezTo>
                    <a:pt x="1" y="2363"/>
                    <a:pt x="253" y="2962"/>
                    <a:pt x="726" y="3497"/>
                  </a:cubicBezTo>
                  <a:cubicBezTo>
                    <a:pt x="1198" y="4001"/>
                    <a:pt x="1828" y="4285"/>
                    <a:pt x="2521" y="4285"/>
                  </a:cubicBezTo>
                  <a:cubicBezTo>
                    <a:pt x="2742" y="4285"/>
                    <a:pt x="2899" y="4442"/>
                    <a:pt x="2899" y="4631"/>
                  </a:cubicBezTo>
                  <a:cubicBezTo>
                    <a:pt x="2899" y="5230"/>
                    <a:pt x="3372" y="5702"/>
                    <a:pt x="3939" y="5702"/>
                  </a:cubicBezTo>
                  <a:cubicBezTo>
                    <a:pt x="4538" y="5702"/>
                    <a:pt x="5010" y="5230"/>
                    <a:pt x="5010" y="4631"/>
                  </a:cubicBezTo>
                  <a:lnTo>
                    <a:pt x="5010" y="3497"/>
                  </a:lnTo>
                  <a:cubicBezTo>
                    <a:pt x="4601" y="3340"/>
                    <a:pt x="4317" y="2899"/>
                    <a:pt x="4317" y="2458"/>
                  </a:cubicBezTo>
                  <a:lnTo>
                    <a:pt x="4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9" name="Google Shape;4179;p45"/>
            <p:cNvSpPr/>
            <p:nvPr/>
          </p:nvSpPr>
          <p:spPr>
            <a:xfrm>
              <a:off x="-20125125" y="4263775"/>
              <a:ext cx="18150" cy="18150"/>
            </a:xfrm>
            <a:custGeom>
              <a:rect b="b" l="l" r="r" t="t"/>
              <a:pathLst>
                <a:path extrusionOk="0" h="726" w="726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725" y="568"/>
                    <a:pt x="725" y="347"/>
                  </a:cubicBezTo>
                  <a:cubicBezTo>
                    <a:pt x="725" y="221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4183" name="Shape 4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4" name="Google Shape;4184;p46"/>
          <p:cNvSpPr txBox="1"/>
          <p:nvPr>
            <p:ph idx="4294967295" type="title"/>
          </p:nvPr>
        </p:nvSpPr>
        <p:spPr>
          <a:xfrm>
            <a:off x="914400" y="536525"/>
            <a:ext cx="73152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5" name="Google Shape;4185;p46"/>
          <p:cNvSpPr txBox="1"/>
          <p:nvPr>
            <p:ph idx="4294967295" type="body"/>
          </p:nvPr>
        </p:nvSpPr>
        <p:spPr>
          <a:xfrm>
            <a:off x="914400" y="1096451"/>
            <a:ext cx="7315200" cy="28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credit </a:t>
            </a:r>
            <a:r>
              <a:rPr b="1"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your final presentation and include links to both websites.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Modify this template.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Use it for both personal and commercial projects.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Sublicense, sell or rent any of Slidesgo Content (or a modified version of Slidesgo Content).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Distribute Slidesgo Content unless it has been expressly authorized by Slidesgo.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Include Slidesgo Content in an online or offline database or file.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Offer Slidesgo templates (or modified versions of Slidesgo templates) for download.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Acquire the copyright of Slidesgo Content.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6" name="Google Shape;4186;p46"/>
          <p:cNvSpPr txBox="1"/>
          <p:nvPr>
            <p:ph idx="4294967295" type="body"/>
          </p:nvPr>
        </p:nvSpPr>
        <p:spPr>
          <a:xfrm>
            <a:off x="960767" y="4027759"/>
            <a:ext cx="70473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more information about editing slides, please read our FAQs or visit Slidesgo School: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https://slidesgo.com/faqs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https://slidesgo.com/slidesgo-school</a:t>
            </a:r>
            <a:endParaRPr u="sng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4190" name="Shape 4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1" name="Google Shape;4191;p47"/>
          <p:cNvSpPr txBox="1"/>
          <p:nvPr>
            <p:ph idx="4294967295" type="title"/>
          </p:nvPr>
        </p:nvSpPr>
        <p:spPr>
          <a:xfrm>
            <a:off x="1068100" y="533189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Infographics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2" name="Google Shape;4192;p47"/>
          <p:cNvSpPr txBox="1"/>
          <p:nvPr>
            <p:ph idx="4294967295" type="body"/>
          </p:nvPr>
        </p:nvSpPr>
        <p:spPr>
          <a:xfrm>
            <a:off x="814075" y="1275800"/>
            <a:ext cx="6980400" cy="3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and edit some </a:t>
            </a:r>
            <a:r>
              <a:rPr b="1" lang="en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1" lang="en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nfographics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your presentation to show your data in a visual way.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3" name="Google Shape;4193;p47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b="1" lang="en" sz="1100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b="1" lang="en" sz="1100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b="1" lang="en" sz="1100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b="1" lang="en" sz="1100">
                <a:solidFill>
                  <a:srgbClr val="869FB2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4194" name="Google Shape;4194;p47"/>
          <p:cNvGrpSpPr/>
          <p:nvPr/>
        </p:nvGrpSpPr>
        <p:grpSpPr>
          <a:xfrm>
            <a:off x="6874322" y="1724357"/>
            <a:ext cx="1446116" cy="2863897"/>
            <a:chOff x="6529419" y="1724307"/>
            <a:chExt cx="1480463" cy="2931917"/>
          </a:xfrm>
        </p:grpSpPr>
        <p:grpSp>
          <p:nvGrpSpPr>
            <p:cNvPr id="4195" name="Google Shape;4195;p47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4196" name="Google Shape;4196;p47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4197" name="Google Shape;4197;p47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rect b="b" l="l" r="r" t="t"/>
                  <a:pathLst>
                    <a:path extrusionOk="0" h="45133" w="45721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8" name="Google Shape;4198;p47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rect b="b" l="l" r="r" t="t"/>
                  <a:pathLst>
                    <a:path extrusionOk="0" h="11943" w="11955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199" name="Google Shape;4199;p47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rect b="b" l="l" r="r" t="t"/>
                <a:pathLst>
                  <a:path extrusionOk="0" h="10872" w="1086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00" name="Google Shape;4200;p47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4201" name="Google Shape;4201;p47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4202" name="Google Shape;4202;p47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3" name="Google Shape;4203;p47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204" name="Google Shape;4204;p47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4205" name="Google Shape;4205;p47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6" name="Google Shape;4206;p47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rect b="b" l="l" r="r" t="t"/>
                  <a:pathLst>
                    <a:path extrusionOk="0" h="6764" w="6764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7" name="Google Shape;4207;p47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rect b="b" l="l" r="r" t="t"/>
                  <a:pathLst>
                    <a:path extrusionOk="0" h="3542" w="3607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8" name="Google Shape;4208;p47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rect b="b" l="l" r="r" t="t"/>
                  <a:pathLst>
                    <a:path extrusionOk="0" h="918" w="929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209" name="Google Shape;4209;p47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4210" name="Google Shape;4210;p47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4211" name="Google Shape;4211;p47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2" name="Google Shape;4212;p47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rect b="b" l="l" r="r" t="t"/>
                  <a:pathLst>
                    <a:path extrusionOk="0" h="11955" w="11943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213" name="Google Shape;4213;p47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4214" name="Google Shape;4214;p47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5" name="Google Shape;4215;p47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rect b="b" l="l" r="r" t="t"/>
                  <a:pathLst>
                    <a:path extrusionOk="0" h="3787" w="1502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6" name="Google Shape;4216;p47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rect b="b" l="l" r="r" t="t"/>
                  <a:pathLst>
                    <a:path extrusionOk="0" h="1728" w="1728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7" name="Google Shape;4217;p47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rect b="b" l="l" r="r" t="t"/>
                  <a:pathLst>
                    <a:path extrusionOk="0" h="3787" w="4026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218" name="Google Shape;4218;p47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4219" name="Google Shape;4219;p47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4220" name="Google Shape;4220;p47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1" name="Google Shape;4221;p47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222" name="Google Shape;4222;p47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4223" name="Google Shape;4223;p47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rect b="b" l="l" r="r" t="t"/>
                  <a:pathLst>
                    <a:path extrusionOk="0" h="10860" w="10871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4" name="Google Shape;4224;p47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rect b="b" l="l" r="r" t="t"/>
                  <a:pathLst>
                    <a:path extrusionOk="0" h="5835" w="7144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225" name="Google Shape;4225;p47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4226" name="Google Shape;4226;p47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4227" name="Google Shape;4227;p47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8" name="Google Shape;4228;p47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rect b="b" l="l" r="r" t="t"/>
                  <a:pathLst>
                    <a:path extrusionOk="0" h="11942" w="11955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229" name="Google Shape;4229;p47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4230" name="Google Shape;4230;p47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rect b="b" l="l" r="r" t="t"/>
                  <a:pathLst>
                    <a:path extrusionOk="0" h="11216" w="11229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31" name="Google Shape;4231;p47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rect b="b" l="l" r="r" t="t"/>
                  <a:pathLst>
                    <a:path extrusionOk="0" h="1022" w="4335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32" name="Google Shape;4232;p47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rect b="b" l="l" r="r" t="t"/>
                  <a:pathLst>
                    <a:path extrusionOk="0" h="8860" w="9299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33" name="Google Shape;4233;p47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34" name="Google Shape;4234;p47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cology Infographics by Slidesgo">
  <a:themeElements>
    <a:clrScheme name="Simple Light">
      <a:dk1>
        <a:srgbClr val="000000"/>
      </a:dk1>
      <a:lt1>
        <a:srgbClr val="FFFFFF"/>
      </a:lt1>
      <a:dk2>
        <a:srgbClr val="CCCCCC"/>
      </a:dk2>
      <a:lt2>
        <a:srgbClr val="045E6D"/>
      </a:lt2>
      <a:accent1>
        <a:srgbClr val="008499"/>
      </a:accent1>
      <a:accent2>
        <a:srgbClr val="A6E3E8"/>
      </a:accent2>
      <a:accent3>
        <a:srgbClr val="5D7C0A"/>
      </a:accent3>
      <a:accent4>
        <a:srgbClr val="87B212"/>
      </a:accent4>
      <a:accent5>
        <a:srgbClr val="C3D123"/>
      </a:accent5>
      <a:accent6>
        <a:srgbClr val="F7D75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